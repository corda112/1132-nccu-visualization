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704" r:id="rId1"/>
    <p:sldMasterId id="2147483705" r:id="rId2"/>
  </p:sldMasterIdLst>
  <p:notesMasterIdLst>
    <p:notesMasterId r:id="rId110"/>
  </p:notesMasterIdLst>
  <p:sldIdLst>
    <p:sldId id="256" r:id="rId3"/>
    <p:sldId id="260" r:id="rId4"/>
    <p:sldId id="264" r:id="rId5"/>
    <p:sldId id="351" r:id="rId6"/>
    <p:sldId id="345" r:id="rId7"/>
    <p:sldId id="352" r:id="rId8"/>
    <p:sldId id="353" r:id="rId9"/>
    <p:sldId id="354" r:id="rId10"/>
    <p:sldId id="355" r:id="rId11"/>
    <p:sldId id="356" r:id="rId12"/>
    <p:sldId id="357" r:id="rId13"/>
    <p:sldId id="346" r:id="rId14"/>
    <p:sldId id="361" r:id="rId15"/>
    <p:sldId id="358" r:id="rId16"/>
    <p:sldId id="359" r:id="rId17"/>
    <p:sldId id="347" r:id="rId18"/>
    <p:sldId id="360" r:id="rId19"/>
    <p:sldId id="364" r:id="rId20"/>
    <p:sldId id="348" r:id="rId21"/>
    <p:sldId id="362" r:id="rId22"/>
    <p:sldId id="363" r:id="rId23"/>
    <p:sldId id="349" r:id="rId24"/>
    <p:sldId id="365" r:id="rId25"/>
    <p:sldId id="366" r:id="rId26"/>
    <p:sldId id="261" r:id="rId27"/>
    <p:sldId id="262" r:id="rId28"/>
    <p:sldId id="263" r:id="rId29"/>
    <p:sldId id="265" r:id="rId30"/>
    <p:sldId id="266" r:id="rId31"/>
    <p:sldId id="267" r:id="rId32"/>
    <p:sldId id="268" r:id="rId33"/>
    <p:sldId id="269" r:id="rId34"/>
    <p:sldId id="270" r:id="rId35"/>
    <p:sldId id="271" r:id="rId36"/>
    <p:sldId id="272" r:id="rId37"/>
    <p:sldId id="273" r:id="rId38"/>
    <p:sldId id="274" r:id="rId39"/>
    <p:sldId id="275" r:id="rId40"/>
    <p:sldId id="276" r:id="rId41"/>
    <p:sldId id="277" r:id="rId42"/>
    <p:sldId id="278" r:id="rId43"/>
    <p:sldId id="279" r:id="rId44"/>
    <p:sldId id="280" r:id="rId45"/>
    <p:sldId id="281" r:id="rId46"/>
    <p:sldId id="282" r:id="rId47"/>
    <p:sldId id="283" r:id="rId48"/>
    <p:sldId id="284" r:id="rId49"/>
    <p:sldId id="285" r:id="rId50"/>
    <p:sldId id="286" r:id="rId51"/>
    <p:sldId id="287" r:id="rId52"/>
    <p:sldId id="288" r:id="rId53"/>
    <p:sldId id="289" r:id="rId54"/>
    <p:sldId id="290" r:id="rId55"/>
    <p:sldId id="291" r:id="rId56"/>
    <p:sldId id="292" r:id="rId57"/>
    <p:sldId id="293" r:id="rId58"/>
    <p:sldId id="294" r:id="rId59"/>
    <p:sldId id="295" r:id="rId60"/>
    <p:sldId id="296" r:id="rId61"/>
    <p:sldId id="297" r:id="rId62"/>
    <p:sldId id="298" r:id="rId63"/>
    <p:sldId id="299" r:id="rId64"/>
    <p:sldId id="300" r:id="rId65"/>
    <p:sldId id="301" r:id="rId66"/>
    <p:sldId id="302" r:id="rId67"/>
    <p:sldId id="303" r:id="rId68"/>
    <p:sldId id="304" r:id="rId69"/>
    <p:sldId id="305" r:id="rId70"/>
    <p:sldId id="306" r:id="rId71"/>
    <p:sldId id="307" r:id="rId72"/>
    <p:sldId id="308" r:id="rId73"/>
    <p:sldId id="309" r:id="rId74"/>
    <p:sldId id="310" r:id="rId75"/>
    <p:sldId id="311" r:id="rId76"/>
    <p:sldId id="312" r:id="rId77"/>
    <p:sldId id="313" r:id="rId78"/>
    <p:sldId id="314" r:id="rId79"/>
    <p:sldId id="315" r:id="rId80"/>
    <p:sldId id="316" r:id="rId81"/>
    <p:sldId id="317" r:id="rId82"/>
    <p:sldId id="318" r:id="rId83"/>
    <p:sldId id="319" r:id="rId84"/>
    <p:sldId id="320" r:id="rId85"/>
    <p:sldId id="321" r:id="rId86"/>
    <p:sldId id="322" r:id="rId87"/>
    <p:sldId id="323" r:id="rId88"/>
    <p:sldId id="324" r:id="rId89"/>
    <p:sldId id="325" r:id="rId90"/>
    <p:sldId id="326" r:id="rId91"/>
    <p:sldId id="327" r:id="rId92"/>
    <p:sldId id="328" r:id="rId93"/>
    <p:sldId id="329" r:id="rId94"/>
    <p:sldId id="330" r:id="rId95"/>
    <p:sldId id="331" r:id="rId96"/>
    <p:sldId id="332" r:id="rId97"/>
    <p:sldId id="333" r:id="rId98"/>
    <p:sldId id="334" r:id="rId99"/>
    <p:sldId id="335" r:id="rId100"/>
    <p:sldId id="336" r:id="rId101"/>
    <p:sldId id="337" r:id="rId102"/>
    <p:sldId id="338" r:id="rId103"/>
    <p:sldId id="339" r:id="rId104"/>
    <p:sldId id="340" r:id="rId105"/>
    <p:sldId id="341" r:id="rId106"/>
    <p:sldId id="342" r:id="rId107"/>
    <p:sldId id="343" r:id="rId108"/>
    <p:sldId id="344" r:id="rId109"/>
  </p:sldIdLst>
  <p:sldSz cx="9144000" cy="5143500" type="screen16x9"/>
  <p:notesSz cx="6858000" cy="9144000"/>
  <p:embeddedFontLst>
    <p:embeddedFont>
      <p:font typeface="Microsoft JhengHei" panose="020B0604030504040204" pitchFamily="34" charset="-120"/>
      <p:regular r:id="rId111"/>
      <p:bold r:id="rId112"/>
    </p:embeddedFont>
    <p:embeddedFont>
      <p:font typeface="Amatic SC" pitchFamily="2" charset="-79"/>
      <p:regular r:id="rId113"/>
      <p:bold r:id="rId114"/>
    </p:embeddedFont>
    <p:embeddedFont>
      <p:font typeface="Bebas Neue" panose="020B0606020202050201" pitchFamily="34" charset="0"/>
      <p:regular r:id="rId115"/>
    </p:embeddedFont>
    <p:embeddedFont>
      <p:font typeface="Darker Grotesque" pitchFamily="2" charset="0"/>
      <p:regular r:id="rId116"/>
      <p:bold r:id="rId117"/>
    </p:embeddedFont>
    <p:embeddedFont>
      <p:font typeface="Darker Grotesque Black" pitchFamily="2" charset="0"/>
      <p:bold r:id="rId118"/>
    </p:embeddedFont>
    <p:embeddedFont>
      <p:font typeface="Darker Grotesque Medium" pitchFamily="2" charset="0"/>
      <p:regular r:id="rId119"/>
      <p:bold r:id="rId120"/>
    </p:embeddedFont>
    <p:embeddedFont>
      <p:font typeface="Nunito Light" panose="020F0302020204030204" pitchFamily="34" charset="0"/>
      <p:regular r:id="rId121"/>
      <p:italic r:id="rId122"/>
    </p:embeddedFont>
    <p:embeddedFont>
      <p:font typeface="Open Sans" panose="020B0606030504020204" pitchFamily="34" charset="0"/>
      <p:regular r:id="rId123"/>
      <p:bold r:id="rId124"/>
      <p:italic r:id="rId125"/>
      <p:boldItalic r:id="rId126"/>
    </p:embeddedFont>
    <p:embeddedFont>
      <p:font typeface="Orbitron" pitchFamily="2" charset="0"/>
      <p:regular r:id="rId127"/>
      <p:bold r:id="rId128"/>
    </p:embeddedFont>
    <p:embeddedFont>
      <p:font typeface="Orbitron Black" pitchFamily="2" charset="0"/>
      <p:bold r:id="rId129"/>
    </p:embeddedFont>
    <p:embeddedFont>
      <p:font typeface="Proxima Nova" panose="02000506030000020004" pitchFamily="2" charset="0"/>
      <p:regular r:id="rId130"/>
      <p:bold r:id="rId131"/>
      <p:italic r:id="rId132"/>
      <p:boldItalic r:id="rId133"/>
    </p:embeddedFont>
    <p:embeddedFont>
      <p:font typeface="Proxima Nova Semibold" panose="02000506030000020004" pitchFamily="2" charset="0"/>
      <p:regular r:id="rId134"/>
      <p:bold r:id="rId135"/>
      <p:italic r:id="rId136"/>
      <p:boldItalic r:id="rId137"/>
    </p:embeddedFont>
    <p:embeddedFont>
      <p:font typeface="Roboto" panose="02000000000000000000" pitchFamily="2" charset="0"/>
      <p:regular r:id="rId138"/>
      <p:bold r:id="rId139"/>
      <p:italic r:id="rId140"/>
      <p:boldItalic r:id="rId141"/>
    </p:embeddedFont>
    <p:embeddedFont>
      <p:font typeface="Roboto Medium" panose="02000000000000000000" pitchFamily="2" charset="0"/>
      <p:regular r:id="rId142"/>
      <p:bold r:id="rId143"/>
      <p:italic r:id="rId144"/>
      <p:boldItalic r:id="rId14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F8D6D4B-DB7C-42DB-B80A-B3B7FA9A9740}">
  <a:tblStyle styleId="{8F8D6D4B-DB7C-42DB-B80A-B3B7FA9A9740}" styleName="Table_0">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66CF3BB9-356A-4DC6-A1AA-591E68149EF2}" styleName="Table_1">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37"/>
    <p:restoredTop sz="94658"/>
  </p:normalViewPr>
  <p:slideViewPr>
    <p:cSldViewPr snapToGrid="0">
      <p:cViewPr>
        <p:scale>
          <a:sx n="87" d="100"/>
          <a:sy n="87" d="100"/>
        </p:scale>
        <p:origin x="1400" y="202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font" Target="fonts/font7.fntdata"/><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font" Target="fonts/font28.fntdata"/><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font" Target="fonts/font18.fntdata"/><Relationship Id="rId149" Type="http://schemas.openxmlformats.org/officeDocument/2006/relationships/tableStyles" Target="tableStyles.xml"/><Relationship Id="rId5" Type="http://schemas.openxmlformats.org/officeDocument/2006/relationships/slide" Target="slides/slide3.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font" Target="fonts/font3.fntdata"/><Relationship Id="rId118" Type="http://schemas.openxmlformats.org/officeDocument/2006/relationships/font" Target="fonts/font8.fntdata"/><Relationship Id="rId134" Type="http://schemas.openxmlformats.org/officeDocument/2006/relationships/font" Target="fonts/font24.fntdata"/><Relationship Id="rId139" Type="http://schemas.openxmlformats.org/officeDocument/2006/relationships/font" Target="fonts/font29.fntdata"/><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font" Target="fonts/font14.fntdata"/><Relationship Id="rId129" Type="http://schemas.openxmlformats.org/officeDocument/2006/relationships/font" Target="fonts/font19.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font" Target="fonts/font30.fntdata"/><Relationship Id="rId145" Type="http://schemas.openxmlformats.org/officeDocument/2006/relationships/font" Target="fonts/font35.fntdata"/><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font" Target="fonts/font4.fntdata"/><Relationship Id="rId119" Type="http://schemas.openxmlformats.org/officeDocument/2006/relationships/font" Target="fonts/font9.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font" Target="fonts/font20.fntdata"/><Relationship Id="rId135" Type="http://schemas.openxmlformats.org/officeDocument/2006/relationships/font" Target="fonts/font25.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font" Target="fonts/font10.fntdata"/><Relationship Id="rId125" Type="http://schemas.openxmlformats.org/officeDocument/2006/relationships/font" Target="fonts/font15.fntdata"/><Relationship Id="rId141" Type="http://schemas.openxmlformats.org/officeDocument/2006/relationships/font" Target="fonts/font31.fntdata"/><Relationship Id="rId146"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notesMaster" Target="notesMasters/notesMaster1.xml"/><Relationship Id="rId115" Type="http://schemas.openxmlformats.org/officeDocument/2006/relationships/font" Target="fonts/font5.fntdata"/><Relationship Id="rId131" Type="http://schemas.openxmlformats.org/officeDocument/2006/relationships/font" Target="fonts/font21.fntdata"/><Relationship Id="rId136" Type="http://schemas.openxmlformats.org/officeDocument/2006/relationships/font" Target="fonts/font26.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font" Target="fonts/font16.fntdata"/><Relationship Id="rId147"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font" Target="fonts/font11.fntdata"/><Relationship Id="rId142" Type="http://schemas.openxmlformats.org/officeDocument/2006/relationships/font" Target="fonts/font32.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6.fntdata"/><Relationship Id="rId137" Type="http://schemas.openxmlformats.org/officeDocument/2006/relationships/font" Target="fonts/font27.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font" Target="fonts/font1.fntdata"/><Relationship Id="rId132" Type="http://schemas.openxmlformats.org/officeDocument/2006/relationships/font" Target="fonts/font22.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font" Target="fonts/font17.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font" Target="fonts/font12.fntdata"/><Relationship Id="rId143" Type="http://schemas.openxmlformats.org/officeDocument/2006/relationships/font" Target="fonts/font33.fntdata"/><Relationship Id="rId148"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font" Target="fonts/font2.fntdata"/><Relationship Id="rId133" Type="http://schemas.openxmlformats.org/officeDocument/2006/relationships/font" Target="fonts/font23.fntdata"/><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font" Target="fonts/font13.fntdata"/><Relationship Id="rId144" Type="http://schemas.openxmlformats.org/officeDocument/2006/relationships/font" Target="fonts/font34.fntdata"/><Relationship Id="rId90" Type="http://schemas.openxmlformats.org/officeDocument/2006/relationships/slide" Target="slides/slide8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0"/>
        <p:cNvGrpSpPr/>
        <p:nvPr/>
      </p:nvGrpSpPr>
      <p:grpSpPr>
        <a:xfrm>
          <a:off x="0" y="0"/>
          <a:ext cx="0" cy="0"/>
          <a:chOff x="0" y="0"/>
          <a:chExt cx="0" cy="0"/>
        </a:xfrm>
      </p:grpSpPr>
      <p:sp>
        <p:nvSpPr>
          <p:cNvPr id="531" name="Google Shape;531;gd527f78463_0_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2" name="Google Shape;532;gd527f78463_0_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5"/>
        <p:cNvGrpSpPr/>
        <p:nvPr/>
      </p:nvGrpSpPr>
      <p:grpSpPr>
        <a:xfrm>
          <a:off x="0" y="0"/>
          <a:ext cx="0" cy="0"/>
          <a:chOff x="0" y="0"/>
          <a:chExt cx="0" cy="0"/>
        </a:xfrm>
      </p:grpSpPr>
      <p:sp>
        <p:nvSpPr>
          <p:cNvPr id="616" name="Google Shape;616;gd55b463498_0_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7" name="Google Shape;617;gd55b463498_0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p:cNvGrpSpPr/>
        <p:nvPr/>
      </p:nvGrpSpPr>
      <p:grpSpPr>
        <a:xfrm>
          <a:off x="0" y="0"/>
          <a:ext cx="0" cy="0"/>
          <a:chOff x="0" y="0"/>
          <a:chExt cx="0" cy="0"/>
        </a:xfrm>
      </p:grpSpPr>
      <p:sp>
        <p:nvSpPr>
          <p:cNvPr id="730" name="Google Shape;730;gd55b463498_0_7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d55b463498_0_7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a:extLst>
            <a:ext uri="{FF2B5EF4-FFF2-40B4-BE49-F238E27FC236}">
              <a16:creationId xmlns:a16="http://schemas.microsoft.com/office/drawing/2014/main" id="{7CEA21EF-CDD7-7806-752D-0DBD5972C1E6}"/>
            </a:ext>
          </a:extLst>
        </p:cNvPr>
        <p:cNvGrpSpPr/>
        <p:nvPr/>
      </p:nvGrpSpPr>
      <p:grpSpPr>
        <a:xfrm>
          <a:off x="0" y="0"/>
          <a:ext cx="0" cy="0"/>
          <a:chOff x="0" y="0"/>
          <a:chExt cx="0" cy="0"/>
        </a:xfrm>
      </p:grpSpPr>
      <p:sp>
        <p:nvSpPr>
          <p:cNvPr id="819" name="Google Shape;819;ge337a1eed6_0_234:notes">
            <a:extLst>
              <a:ext uri="{FF2B5EF4-FFF2-40B4-BE49-F238E27FC236}">
                <a16:creationId xmlns:a16="http://schemas.microsoft.com/office/drawing/2014/main" id="{659567A6-46C0-DDE1-FA58-DF40A378B4C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337a1eed6_0_234:notes">
            <a:extLst>
              <a:ext uri="{FF2B5EF4-FFF2-40B4-BE49-F238E27FC236}">
                <a16:creationId xmlns:a16="http://schemas.microsoft.com/office/drawing/2014/main" id="{4DA8EA12-B99F-6D42-735D-AD1CECFE0FD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7093336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a:extLst>
            <a:ext uri="{FF2B5EF4-FFF2-40B4-BE49-F238E27FC236}">
              <a16:creationId xmlns:a16="http://schemas.microsoft.com/office/drawing/2014/main" id="{3427D110-8161-6928-0F3B-427C0AEBFBD4}"/>
            </a:ext>
          </a:extLst>
        </p:cNvPr>
        <p:cNvGrpSpPr/>
        <p:nvPr/>
      </p:nvGrpSpPr>
      <p:grpSpPr>
        <a:xfrm>
          <a:off x="0" y="0"/>
          <a:ext cx="0" cy="0"/>
          <a:chOff x="0" y="0"/>
          <a:chExt cx="0" cy="0"/>
        </a:xfrm>
      </p:grpSpPr>
      <p:sp>
        <p:nvSpPr>
          <p:cNvPr id="730" name="Google Shape;730;gd55b463498_0_746:notes">
            <a:extLst>
              <a:ext uri="{FF2B5EF4-FFF2-40B4-BE49-F238E27FC236}">
                <a16:creationId xmlns:a16="http://schemas.microsoft.com/office/drawing/2014/main" id="{6CD96926-8BE1-31B0-1AA0-C2DE19A32A6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d55b463498_0_746:notes">
            <a:extLst>
              <a:ext uri="{FF2B5EF4-FFF2-40B4-BE49-F238E27FC236}">
                <a16:creationId xmlns:a16="http://schemas.microsoft.com/office/drawing/2014/main" id="{C9FC2496-C56D-F429-39DE-E2AFFD7CEBE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043618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a:extLst>
            <a:ext uri="{FF2B5EF4-FFF2-40B4-BE49-F238E27FC236}">
              <a16:creationId xmlns:a16="http://schemas.microsoft.com/office/drawing/2014/main" id="{31C5FF6B-E78F-3840-8EB1-DC72497C873E}"/>
            </a:ext>
          </a:extLst>
        </p:cNvPr>
        <p:cNvGrpSpPr/>
        <p:nvPr/>
      </p:nvGrpSpPr>
      <p:grpSpPr>
        <a:xfrm>
          <a:off x="0" y="0"/>
          <a:ext cx="0" cy="0"/>
          <a:chOff x="0" y="0"/>
          <a:chExt cx="0" cy="0"/>
        </a:xfrm>
      </p:grpSpPr>
      <p:sp>
        <p:nvSpPr>
          <p:cNvPr id="853" name="Google Shape;853;ge337a1eed6_0_501:notes">
            <a:extLst>
              <a:ext uri="{FF2B5EF4-FFF2-40B4-BE49-F238E27FC236}">
                <a16:creationId xmlns:a16="http://schemas.microsoft.com/office/drawing/2014/main" id="{0EEDA6A0-6549-11C0-9BFC-FA81C99120B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e337a1eed6_0_501:notes">
            <a:extLst>
              <a:ext uri="{FF2B5EF4-FFF2-40B4-BE49-F238E27FC236}">
                <a16:creationId xmlns:a16="http://schemas.microsoft.com/office/drawing/2014/main" id="{3A6FA9B6-F02B-292A-0462-8F470769989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237619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a:extLst>
            <a:ext uri="{FF2B5EF4-FFF2-40B4-BE49-F238E27FC236}">
              <a16:creationId xmlns:a16="http://schemas.microsoft.com/office/drawing/2014/main" id="{9045A118-F8CE-D5E3-FAF9-98066DC4311B}"/>
            </a:ext>
          </a:extLst>
        </p:cNvPr>
        <p:cNvGrpSpPr/>
        <p:nvPr/>
      </p:nvGrpSpPr>
      <p:grpSpPr>
        <a:xfrm>
          <a:off x="0" y="0"/>
          <a:ext cx="0" cy="0"/>
          <a:chOff x="0" y="0"/>
          <a:chExt cx="0" cy="0"/>
        </a:xfrm>
      </p:grpSpPr>
      <p:sp>
        <p:nvSpPr>
          <p:cNvPr id="853" name="Google Shape;853;ge337a1eed6_0_501:notes">
            <a:extLst>
              <a:ext uri="{FF2B5EF4-FFF2-40B4-BE49-F238E27FC236}">
                <a16:creationId xmlns:a16="http://schemas.microsoft.com/office/drawing/2014/main" id="{5F6CA93E-BB42-78F8-BE6F-5C86ABD41AE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e337a1eed6_0_501:notes">
            <a:extLst>
              <a:ext uri="{FF2B5EF4-FFF2-40B4-BE49-F238E27FC236}">
                <a16:creationId xmlns:a16="http://schemas.microsoft.com/office/drawing/2014/main" id="{E752F07F-CDAA-7AB9-46FC-09999740A08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379955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a:extLst>
            <a:ext uri="{FF2B5EF4-FFF2-40B4-BE49-F238E27FC236}">
              <a16:creationId xmlns:a16="http://schemas.microsoft.com/office/drawing/2014/main" id="{8AAD7706-A50A-E1B8-FC99-729F5CFD5A04}"/>
            </a:ext>
          </a:extLst>
        </p:cNvPr>
        <p:cNvGrpSpPr/>
        <p:nvPr/>
      </p:nvGrpSpPr>
      <p:grpSpPr>
        <a:xfrm>
          <a:off x="0" y="0"/>
          <a:ext cx="0" cy="0"/>
          <a:chOff x="0" y="0"/>
          <a:chExt cx="0" cy="0"/>
        </a:xfrm>
      </p:grpSpPr>
      <p:sp>
        <p:nvSpPr>
          <p:cNvPr id="791" name="Google Shape;791;gd55b463498_4_293:notes">
            <a:extLst>
              <a:ext uri="{FF2B5EF4-FFF2-40B4-BE49-F238E27FC236}">
                <a16:creationId xmlns:a16="http://schemas.microsoft.com/office/drawing/2014/main" id="{852A089D-58A2-6FCA-8366-2028B9D6F49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d55b463498_4_293:notes">
            <a:extLst>
              <a:ext uri="{FF2B5EF4-FFF2-40B4-BE49-F238E27FC236}">
                <a16:creationId xmlns:a16="http://schemas.microsoft.com/office/drawing/2014/main" id="{44B358D0-407A-E4B1-DA4A-7B860D144C2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749144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9">
          <a:extLst>
            <a:ext uri="{FF2B5EF4-FFF2-40B4-BE49-F238E27FC236}">
              <a16:creationId xmlns:a16="http://schemas.microsoft.com/office/drawing/2014/main" id="{3BD1F706-839C-CC39-2F5D-E3138D9274B2}"/>
            </a:ext>
          </a:extLst>
        </p:cNvPr>
        <p:cNvGrpSpPr/>
        <p:nvPr/>
      </p:nvGrpSpPr>
      <p:grpSpPr>
        <a:xfrm>
          <a:off x="0" y="0"/>
          <a:ext cx="0" cy="0"/>
          <a:chOff x="0" y="0"/>
          <a:chExt cx="0" cy="0"/>
        </a:xfrm>
      </p:grpSpPr>
      <p:sp>
        <p:nvSpPr>
          <p:cNvPr id="1200" name="Google Shape;1200;ge337a1eed6_0_1334:notes">
            <a:extLst>
              <a:ext uri="{FF2B5EF4-FFF2-40B4-BE49-F238E27FC236}">
                <a16:creationId xmlns:a16="http://schemas.microsoft.com/office/drawing/2014/main" id="{250719F2-4755-F406-71D6-8FA5FF6F079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1" name="Google Shape;1201;ge337a1eed6_0_1334:notes">
            <a:extLst>
              <a:ext uri="{FF2B5EF4-FFF2-40B4-BE49-F238E27FC236}">
                <a16:creationId xmlns:a16="http://schemas.microsoft.com/office/drawing/2014/main" id="{8777DA21-BED6-5FF2-16A4-A531AEBF465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3133742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
          <a:extLst>
            <a:ext uri="{FF2B5EF4-FFF2-40B4-BE49-F238E27FC236}">
              <a16:creationId xmlns:a16="http://schemas.microsoft.com/office/drawing/2014/main" id="{7D9D464D-007E-07DC-CC06-9A21F21BB7CC}"/>
            </a:ext>
          </a:extLst>
        </p:cNvPr>
        <p:cNvGrpSpPr/>
        <p:nvPr/>
      </p:nvGrpSpPr>
      <p:grpSpPr>
        <a:xfrm>
          <a:off x="0" y="0"/>
          <a:ext cx="0" cy="0"/>
          <a:chOff x="0" y="0"/>
          <a:chExt cx="0" cy="0"/>
        </a:xfrm>
      </p:grpSpPr>
      <p:sp>
        <p:nvSpPr>
          <p:cNvPr id="919" name="Google Shape;919;ge337a1eed6_0_560:notes">
            <a:extLst>
              <a:ext uri="{FF2B5EF4-FFF2-40B4-BE49-F238E27FC236}">
                <a16:creationId xmlns:a16="http://schemas.microsoft.com/office/drawing/2014/main" id="{A332F82D-63FE-239B-C7E6-C1592026A33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0" name="Google Shape;920;ge337a1eed6_0_560:notes">
            <a:extLst>
              <a:ext uri="{FF2B5EF4-FFF2-40B4-BE49-F238E27FC236}">
                <a16:creationId xmlns:a16="http://schemas.microsoft.com/office/drawing/2014/main" id="{79DD314D-F956-1928-9623-19E373DB381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194896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
          <a:extLst>
            <a:ext uri="{FF2B5EF4-FFF2-40B4-BE49-F238E27FC236}">
              <a16:creationId xmlns:a16="http://schemas.microsoft.com/office/drawing/2014/main" id="{61BDD565-932D-A914-9EB1-0AD5DC05A065}"/>
            </a:ext>
          </a:extLst>
        </p:cNvPr>
        <p:cNvGrpSpPr/>
        <p:nvPr/>
      </p:nvGrpSpPr>
      <p:grpSpPr>
        <a:xfrm>
          <a:off x="0" y="0"/>
          <a:ext cx="0" cy="0"/>
          <a:chOff x="0" y="0"/>
          <a:chExt cx="0" cy="0"/>
        </a:xfrm>
      </p:grpSpPr>
      <p:sp>
        <p:nvSpPr>
          <p:cNvPr id="679" name="Google Shape;679;gd55b463498_0_593:notes">
            <a:extLst>
              <a:ext uri="{FF2B5EF4-FFF2-40B4-BE49-F238E27FC236}">
                <a16:creationId xmlns:a16="http://schemas.microsoft.com/office/drawing/2014/main" id="{647FF164-512D-1BF5-D2F5-5714FDDE76A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0" name="Google Shape;680;gd55b463498_0_593:notes">
            <a:extLst>
              <a:ext uri="{FF2B5EF4-FFF2-40B4-BE49-F238E27FC236}">
                <a16:creationId xmlns:a16="http://schemas.microsoft.com/office/drawing/2014/main" id="{FFD89304-8874-F0F6-00F4-DAFF3B03789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113340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a:extLst>
            <a:ext uri="{FF2B5EF4-FFF2-40B4-BE49-F238E27FC236}">
              <a16:creationId xmlns:a16="http://schemas.microsoft.com/office/drawing/2014/main" id="{A0B38014-B81B-0C39-E158-A25D0B0BA102}"/>
            </a:ext>
          </a:extLst>
        </p:cNvPr>
        <p:cNvGrpSpPr/>
        <p:nvPr/>
      </p:nvGrpSpPr>
      <p:grpSpPr>
        <a:xfrm>
          <a:off x="0" y="0"/>
          <a:ext cx="0" cy="0"/>
          <a:chOff x="0" y="0"/>
          <a:chExt cx="0" cy="0"/>
        </a:xfrm>
      </p:grpSpPr>
      <p:sp>
        <p:nvSpPr>
          <p:cNvPr id="730" name="Google Shape;730;gd55b463498_0_746:notes">
            <a:extLst>
              <a:ext uri="{FF2B5EF4-FFF2-40B4-BE49-F238E27FC236}">
                <a16:creationId xmlns:a16="http://schemas.microsoft.com/office/drawing/2014/main" id="{48C2413E-F57A-A3B5-DCCF-E750B7AA4B1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d55b463498_0_746:notes">
            <a:extLst>
              <a:ext uri="{FF2B5EF4-FFF2-40B4-BE49-F238E27FC236}">
                <a16:creationId xmlns:a16="http://schemas.microsoft.com/office/drawing/2014/main" id="{C2218C80-2E39-9323-F4D9-FEDE229BC6B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225799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
          <a:extLst>
            <a:ext uri="{FF2B5EF4-FFF2-40B4-BE49-F238E27FC236}">
              <a16:creationId xmlns:a16="http://schemas.microsoft.com/office/drawing/2014/main" id="{44C82402-34C8-1870-A580-A0599D6832CE}"/>
            </a:ext>
          </a:extLst>
        </p:cNvPr>
        <p:cNvGrpSpPr/>
        <p:nvPr/>
      </p:nvGrpSpPr>
      <p:grpSpPr>
        <a:xfrm>
          <a:off x="0" y="0"/>
          <a:ext cx="0" cy="0"/>
          <a:chOff x="0" y="0"/>
          <a:chExt cx="0" cy="0"/>
        </a:xfrm>
      </p:grpSpPr>
      <p:sp>
        <p:nvSpPr>
          <p:cNvPr id="919" name="Google Shape;919;ge337a1eed6_0_560:notes">
            <a:extLst>
              <a:ext uri="{FF2B5EF4-FFF2-40B4-BE49-F238E27FC236}">
                <a16:creationId xmlns:a16="http://schemas.microsoft.com/office/drawing/2014/main" id="{7C525BE8-B459-4520-8673-8E8D62B642D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0" name="Google Shape;920;ge337a1eed6_0_560:notes">
            <a:extLst>
              <a:ext uri="{FF2B5EF4-FFF2-40B4-BE49-F238E27FC236}">
                <a16:creationId xmlns:a16="http://schemas.microsoft.com/office/drawing/2014/main" id="{9E34B397-2A70-8BEC-032B-37709392C42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6339290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a:extLst>
            <a:ext uri="{FF2B5EF4-FFF2-40B4-BE49-F238E27FC236}">
              <a16:creationId xmlns:a16="http://schemas.microsoft.com/office/drawing/2014/main" id="{8FE96831-3DFE-F2F9-B39A-BD87B190410E}"/>
            </a:ext>
          </a:extLst>
        </p:cNvPr>
        <p:cNvGrpSpPr/>
        <p:nvPr/>
      </p:nvGrpSpPr>
      <p:grpSpPr>
        <a:xfrm>
          <a:off x="0" y="0"/>
          <a:ext cx="0" cy="0"/>
          <a:chOff x="0" y="0"/>
          <a:chExt cx="0" cy="0"/>
        </a:xfrm>
      </p:grpSpPr>
      <p:sp>
        <p:nvSpPr>
          <p:cNvPr id="853" name="Google Shape;853;ge337a1eed6_0_501:notes">
            <a:extLst>
              <a:ext uri="{FF2B5EF4-FFF2-40B4-BE49-F238E27FC236}">
                <a16:creationId xmlns:a16="http://schemas.microsoft.com/office/drawing/2014/main" id="{9068B8C2-25F4-6538-3BAB-FCD14D694E0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e337a1eed6_0_501:notes">
            <a:extLst>
              <a:ext uri="{FF2B5EF4-FFF2-40B4-BE49-F238E27FC236}">
                <a16:creationId xmlns:a16="http://schemas.microsoft.com/office/drawing/2014/main" id="{5732389A-8799-861A-05D1-489DAB12247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480411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a:extLst>
            <a:ext uri="{FF2B5EF4-FFF2-40B4-BE49-F238E27FC236}">
              <a16:creationId xmlns:a16="http://schemas.microsoft.com/office/drawing/2014/main" id="{E63A0B24-63D3-985C-7DB4-D626A2C3983A}"/>
            </a:ext>
          </a:extLst>
        </p:cNvPr>
        <p:cNvGrpSpPr/>
        <p:nvPr/>
      </p:nvGrpSpPr>
      <p:grpSpPr>
        <a:xfrm>
          <a:off x="0" y="0"/>
          <a:ext cx="0" cy="0"/>
          <a:chOff x="0" y="0"/>
          <a:chExt cx="0" cy="0"/>
        </a:xfrm>
      </p:grpSpPr>
      <p:sp>
        <p:nvSpPr>
          <p:cNvPr id="791" name="Google Shape;791;gd55b463498_4_293:notes">
            <a:extLst>
              <a:ext uri="{FF2B5EF4-FFF2-40B4-BE49-F238E27FC236}">
                <a16:creationId xmlns:a16="http://schemas.microsoft.com/office/drawing/2014/main" id="{1887BBDF-973A-F6D3-0D2F-B110D05DD2D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d55b463498_4_293:notes">
            <a:extLst>
              <a:ext uri="{FF2B5EF4-FFF2-40B4-BE49-F238E27FC236}">
                <a16:creationId xmlns:a16="http://schemas.microsoft.com/office/drawing/2014/main" id="{67A65879-1604-21AD-9753-F077B4AAFBC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9175205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a:extLst>
            <a:ext uri="{FF2B5EF4-FFF2-40B4-BE49-F238E27FC236}">
              <a16:creationId xmlns:a16="http://schemas.microsoft.com/office/drawing/2014/main" id="{3B329083-AF31-864F-E2F4-F2AC4404C24B}"/>
            </a:ext>
          </a:extLst>
        </p:cNvPr>
        <p:cNvGrpSpPr/>
        <p:nvPr/>
      </p:nvGrpSpPr>
      <p:grpSpPr>
        <a:xfrm>
          <a:off x="0" y="0"/>
          <a:ext cx="0" cy="0"/>
          <a:chOff x="0" y="0"/>
          <a:chExt cx="0" cy="0"/>
        </a:xfrm>
      </p:grpSpPr>
      <p:sp>
        <p:nvSpPr>
          <p:cNvPr id="730" name="Google Shape;730;gd55b463498_0_746:notes">
            <a:extLst>
              <a:ext uri="{FF2B5EF4-FFF2-40B4-BE49-F238E27FC236}">
                <a16:creationId xmlns:a16="http://schemas.microsoft.com/office/drawing/2014/main" id="{5EB4B593-90D3-8519-2FB5-8FF22E69CE3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d55b463498_0_746:notes">
            <a:extLst>
              <a:ext uri="{FF2B5EF4-FFF2-40B4-BE49-F238E27FC236}">
                <a16:creationId xmlns:a16="http://schemas.microsoft.com/office/drawing/2014/main" id="{E9A07DC3-A533-2AC8-E7CD-0C3667C28E6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7626178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9">
          <a:extLst>
            <a:ext uri="{FF2B5EF4-FFF2-40B4-BE49-F238E27FC236}">
              <a16:creationId xmlns:a16="http://schemas.microsoft.com/office/drawing/2014/main" id="{8DD164DB-1D5D-FFFB-B82C-7A4B0DE435B5}"/>
            </a:ext>
          </a:extLst>
        </p:cNvPr>
        <p:cNvGrpSpPr/>
        <p:nvPr/>
      </p:nvGrpSpPr>
      <p:grpSpPr>
        <a:xfrm>
          <a:off x="0" y="0"/>
          <a:ext cx="0" cy="0"/>
          <a:chOff x="0" y="0"/>
          <a:chExt cx="0" cy="0"/>
        </a:xfrm>
      </p:grpSpPr>
      <p:sp>
        <p:nvSpPr>
          <p:cNvPr id="1200" name="Google Shape;1200;ge337a1eed6_0_1334:notes">
            <a:extLst>
              <a:ext uri="{FF2B5EF4-FFF2-40B4-BE49-F238E27FC236}">
                <a16:creationId xmlns:a16="http://schemas.microsoft.com/office/drawing/2014/main" id="{D983871E-966C-D8B2-59DD-B3661A93BFC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1" name="Google Shape;1201;ge337a1eed6_0_1334:notes">
            <a:extLst>
              <a:ext uri="{FF2B5EF4-FFF2-40B4-BE49-F238E27FC236}">
                <a16:creationId xmlns:a16="http://schemas.microsoft.com/office/drawing/2014/main" id="{B001D646-1B95-BA64-F10F-AB5E620A4A8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8918781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a:extLst>
            <a:ext uri="{FF2B5EF4-FFF2-40B4-BE49-F238E27FC236}">
              <a16:creationId xmlns:a16="http://schemas.microsoft.com/office/drawing/2014/main" id="{E566EB09-2DC2-4671-7637-7E0AC86AC19C}"/>
            </a:ext>
          </a:extLst>
        </p:cNvPr>
        <p:cNvGrpSpPr/>
        <p:nvPr/>
      </p:nvGrpSpPr>
      <p:grpSpPr>
        <a:xfrm>
          <a:off x="0" y="0"/>
          <a:ext cx="0" cy="0"/>
          <a:chOff x="0" y="0"/>
          <a:chExt cx="0" cy="0"/>
        </a:xfrm>
      </p:grpSpPr>
      <p:sp>
        <p:nvSpPr>
          <p:cNvPr id="791" name="Google Shape;791;gd55b463498_4_293:notes">
            <a:extLst>
              <a:ext uri="{FF2B5EF4-FFF2-40B4-BE49-F238E27FC236}">
                <a16:creationId xmlns:a16="http://schemas.microsoft.com/office/drawing/2014/main" id="{CBB29C12-0E43-7C0E-F473-9011FEF6A1B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d55b463498_4_293:notes">
            <a:extLst>
              <a:ext uri="{FF2B5EF4-FFF2-40B4-BE49-F238E27FC236}">
                <a16:creationId xmlns:a16="http://schemas.microsoft.com/office/drawing/2014/main" id="{2FBCEF2B-91D4-6319-02EF-F207EC58FDD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3138885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a:extLst>
            <a:ext uri="{FF2B5EF4-FFF2-40B4-BE49-F238E27FC236}">
              <a16:creationId xmlns:a16="http://schemas.microsoft.com/office/drawing/2014/main" id="{C4D14693-40C5-8F15-EF37-1A28A1CD2DA1}"/>
            </a:ext>
          </a:extLst>
        </p:cNvPr>
        <p:cNvGrpSpPr/>
        <p:nvPr/>
      </p:nvGrpSpPr>
      <p:grpSpPr>
        <a:xfrm>
          <a:off x="0" y="0"/>
          <a:ext cx="0" cy="0"/>
          <a:chOff x="0" y="0"/>
          <a:chExt cx="0" cy="0"/>
        </a:xfrm>
      </p:grpSpPr>
      <p:sp>
        <p:nvSpPr>
          <p:cNvPr id="730" name="Google Shape;730;gd55b463498_0_746:notes">
            <a:extLst>
              <a:ext uri="{FF2B5EF4-FFF2-40B4-BE49-F238E27FC236}">
                <a16:creationId xmlns:a16="http://schemas.microsoft.com/office/drawing/2014/main" id="{99F4B073-64A1-BA47-A829-3659767E36E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d55b463498_0_746:notes">
            <a:extLst>
              <a:ext uri="{FF2B5EF4-FFF2-40B4-BE49-F238E27FC236}">
                <a16:creationId xmlns:a16="http://schemas.microsoft.com/office/drawing/2014/main" id="{ECDAE96F-2627-0386-25FC-899EBBAFA6D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6546766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
          <a:extLst>
            <a:ext uri="{FF2B5EF4-FFF2-40B4-BE49-F238E27FC236}">
              <a16:creationId xmlns:a16="http://schemas.microsoft.com/office/drawing/2014/main" id="{183D8772-DBF0-509B-A100-8815909D3149}"/>
            </a:ext>
          </a:extLst>
        </p:cNvPr>
        <p:cNvGrpSpPr/>
        <p:nvPr/>
      </p:nvGrpSpPr>
      <p:grpSpPr>
        <a:xfrm>
          <a:off x="0" y="0"/>
          <a:ext cx="0" cy="0"/>
          <a:chOff x="0" y="0"/>
          <a:chExt cx="0" cy="0"/>
        </a:xfrm>
      </p:grpSpPr>
      <p:sp>
        <p:nvSpPr>
          <p:cNvPr id="919" name="Google Shape;919;ge337a1eed6_0_560:notes">
            <a:extLst>
              <a:ext uri="{FF2B5EF4-FFF2-40B4-BE49-F238E27FC236}">
                <a16:creationId xmlns:a16="http://schemas.microsoft.com/office/drawing/2014/main" id="{137E4C22-D26E-CF66-91DF-7F5B6EFD829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0" name="Google Shape;920;ge337a1eed6_0_560:notes">
            <a:extLst>
              <a:ext uri="{FF2B5EF4-FFF2-40B4-BE49-F238E27FC236}">
                <a16:creationId xmlns:a16="http://schemas.microsoft.com/office/drawing/2014/main" id="{C04B1649-1653-9EDB-1E42-36D0BFA57AA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8636087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a:extLst>
            <a:ext uri="{FF2B5EF4-FFF2-40B4-BE49-F238E27FC236}">
              <a16:creationId xmlns:a16="http://schemas.microsoft.com/office/drawing/2014/main" id="{64655F9A-5681-0D54-CC9B-92264B23A81B}"/>
            </a:ext>
          </a:extLst>
        </p:cNvPr>
        <p:cNvGrpSpPr/>
        <p:nvPr/>
      </p:nvGrpSpPr>
      <p:grpSpPr>
        <a:xfrm>
          <a:off x="0" y="0"/>
          <a:ext cx="0" cy="0"/>
          <a:chOff x="0" y="0"/>
          <a:chExt cx="0" cy="0"/>
        </a:xfrm>
      </p:grpSpPr>
      <p:sp>
        <p:nvSpPr>
          <p:cNvPr id="853" name="Google Shape;853;ge337a1eed6_0_501:notes">
            <a:extLst>
              <a:ext uri="{FF2B5EF4-FFF2-40B4-BE49-F238E27FC236}">
                <a16:creationId xmlns:a16="http://schemas.microsoft.com/office/drawing/2014/main" id="{15EA78DE-1713-5AAB-BE63-9FD6448940A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e337a1eed6_0_501:notes">
            <a:extLst>
              <a:ext uri="{FF2B5EF4-FFF2-40B4-BE49-F238E27FC236}">
                <a16:creationId xmlns:a16="http://schemas.microsoft.com/office/drawing/2014/main" id="{81135B7C-785D-5B36-7F52-1A7342E5763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5657390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a:extLst>
            <a:ext uri="{FF2B5EF4-FFF2-40B4-BE49-F238E27FC236}">
              <a16:creationId xmlns:a16="http://schemas.microsoft.com/office/drawing/2014/main" id="{5E14E129-615C-50FC-0B0F-98F65874D058}"/>
            </a:ext>
          </a:extLst>
        </p:cNvPr>
        <p:cNvGrpSpPr/>
        <p:nvPr/>
      </p:nvGrpSpPr>
      <p:grpSpPr>
        <a:xfrm>
          <a:off x="0" y="0"/>
          <a:ext cx="0" cy="0"/>
          <a:chOff x="0" y="0"/>
          <a:chExt cx="0" cy="0"/>
        </a:xfrm>
      </p:grpSpPr>
      <p:sp>
        <p:nvSpPr>
          <p:cNvPr id="730" name="Google Shape;730;gd55b463498_0_746:notes">
            <a:extLst>
              <a:ext uri="{FF2B5EF4-FFF2-40B4-BE49-F238E27FC236}">
                <a16:creationId xmlns:a16="http://schemas.microsoft.com/office/drawing/2014/main" id="{6C4EA83E-94EF-D291-B5AC-CF7E861C355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gd55b463498_0_746:notes">
            <a:extLst>
              <a:ext uri="{FF2B5EF4-FFF2-40B4-BE49-F238E27FC236}">
                <a16:creationId xmlns:a16="http://schemas.microsoft.com/office/drawing/2014/main" id="{9056642E-9331-E9A4-44FB-5C27A50FE41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6293000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9">
          <a:extLst>
            <a:ext uri="{FF2B5EF4-FFF2-40B4-BE49-F238E27FC236}">
              <a16:creationId xmlns:a16="http://schemas.microsoft.com/office/drawing/2014/main" id="{423AF1CF-0314-6B3E-0909-8397BE458F23}"/>
            </a:ext>
          </a:extLst>
        </p:cNvPr>
        <p:cNvGrpSpPr/>
        <p:nvPr/>
      </p:nvGrpSpPr>
      <p:grpSpPr>
        <a:xfrm>
          <a:off x="0" y="0"/>
          <a:ext cx="0" cy="0"/>
          <a:chOff x="0" y="0"/>
          <a:chExt cx="0" cy="0"/>
        </a:xfrm>
      </p:grpSpPr>
      <p:sp>
        <p:nvSpPr>
          <p:cNvPr id="1200" name="Google Shape;1200;ge337a1eed6_0_1334:notes">
            <a:extLst>
              <a:ext uri="{FF2B5EF4-FFF2-40B4-BE49-F238E27FC236}">
                <a16:creationId xmlns:a16="http://schemas.microsoft.com/office/drawing/2014/main" id="{9B58212F-AFD2-8E75-42FF-EE68E70ED7D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1" name="Google Shape;1201;ge337a1eed6_0_1334:notes">
            <a:extLst>
              <a:ext uri="{FF2B5EF4-FFF2-40B4-BE49-F238E27FC236}">
                <a16:creationId xmlns:a16="http://schemas.microsoft.com/office/drawing/2014/main" id="{A88594C8-FD2C-FD05-9276-8F0BDCFDF19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478868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3">
          <a:extLst>
            <a:ext uri="{FF2B5EF4-FFF2-40B4-BE49-F238E27FC236}">
              <a16:creationId xmlns:a16="http://schemas.microsoft.com/office/drawing/2014/main" id="{43C3E7E0-F2E0-C8B4-8704-736F46706929}"/>
            </a:ext>
          </a:extLst>
        </p:cNvPr>
        <p:cNvGrpSpPr/>
        <p:nvPr/>
      </p:nvGrpSpPr>
      <p:grpSpPr>
        <a:xfrm>
          <a:off x="0" y="0"/>
          <a:ext cx="0" cy="0"/>
          <a:chOff x="0" y="0"/>
          <a:chExt cx="0" cy="0"/>
        </a:xfrm>
      </p:grpSpPr>
      <p:sp>
        <p:nvSpPr>
          <p:cNvPr id="2194" name="Google Shape;2194;ge337a1eed6_0_155:notes">
            <a:extLst>
              <a:ext uri="{FF2B5EF4-FFF2-40B4-BE49-F238E27FC236}">
                <a16:creationId xmlns:a16="http://schemas.microsoft.com/office/drawing/2014/main" id="{DF7764EF-8F3A-28D0-ED50-64413A92DD0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5" name="Google Shape;2195;ge337a1eed6_0_155:notes">
            <a:extLst>
              <a:ext uri="{FF2B5EF4-FFF2-40B4-BE49-F238E27FC236}">
                <a16:creationId xmlns:a16="http://schemas.microsoft.com/office/drawing/2014/main" id="{529055F8-CE55-3C14-F42D-5ACEC2342AE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53572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3"/>
        <p:cNvGrpSpPr/>
        <p:nvPr/>
      </p:nvGrpSpPr>
      <p:grpSpPr>
        <a:xfrm>
          <a:off x="0" y="0"/>
          <a:ext cx="0" cy="0"/>
          <a:chOff x="0" y="0"/>
          <a:chExt cx="0" cy="0"/>
        </a:xfrm>
      </p:grpSpPr>
      <p:sp>
        <p:nvSpPr>
          <p:cNvPr id="664" name="Google Shape;664;gd55b463498_4_6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5" name="Google Shape;665;gd55b463498_4_6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
        <p:cNvGrpSpPr/>
        <p:nvPr/>
      </p:nvGrpSpPr>
      <p:grpSpPr>
        <a:xfrm>
          <a:off x="0" y="0"/>
          <a:ext cx="0" cy="0"/>
          <a:chOff x="0" y="0"/>
          <a:chExt cx="0" cy="0"/>
        </a:xfrm>
      </p:grpSpPr>
      <p:sp>
        <p:nvSpPr>
          <p:cNvPr id="679" name="Google Shape;679;gd55b463498_0_5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0" name="Google Shape;680;gd55b463498_0_5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9"/>
        <p:cNvGrpSpPr/>
        <p:nvPr/>
      </p:nvGrpSpPr>
      <p:grpSpPr>
        <a:xfrm>
          <a:off x="0" y="0"/>
          <a:ext cx="0" cy="0"/>
          <a:chOff x="0" y="0"/>
          <a:chExt cx="0" cy="0"/>
        </a:xfrm>
      </p:grpSpPr>
      <p:sp>
        <p:nvSpPr>
          <p:cNvPr id="710" name="Google Shape;710;ge337a1eed6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1" name="Google Shape;711;ge337a1eed6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5"/>
        <p:cNvGrpSpPr/>
        <p:nvPr/>
      </p:nvGrpSpPr>
      <p:grpSpPr>
        <a:xfrm>
          <a:off x="0" y="0"/>
          <a:ext cx="0" cy="0"/>
          <a:chOff x="0" y="0"/>
          <a:chExt cx="0" cy="0"/>
        </a:xfrm>
      </p:grpSpPr>
      <p:sp>
        <p:nvSpPr>
          <p:cNvPr id="756" name="Google Shape;756;gd55b463498_4_3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7" name="Google Shape;757;gd55b463498_4_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0"/>
        <p:cNvGrpSpPr/>
        <p:nvPr/>
      </p:nvGrpSpPr>
      <p:grpSpPr>
        <a:xfrm>
          <a:off x="0" y="0"/>
          <a:ext cx="0" cy="0"/>
          <a:chOff x="0" y="0"/>
          <a:chExt cx="0" cy="0"/>
        </a:xfrm>
      </p:grpSpPr>
      <p:sp>
        <p:nvSpPr>
          <p:cNvPr id="771" name="Google Shape;771;ge39d02c654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2" name="Google Shape;772;ge39d02c654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d55b463498_4_2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d55b463498_4_2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337a1eed6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337a1eed6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p:cNvGrpSpPr/>
        <p:nvPr/>
      </p:nvGrpSpPr>
      <p:grpSpPr>
        <a:xfrm>
          <a:off x="0" y="0"/>
          <a:ext cx="0" cy="0"/>
          <a:chOff x="0" y="0"/>
          <a:chExt cx="0" cy="0"/>
        </a:xfrm>
      </p:grpSpPr>
      <p:sp>
        <p:nvSpPr>
          <p:cNvPr id="853" name="Google Shape;853;ge337a1eed6_0_5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e337a1eed6_0_5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5"/>
        <p:cNvGrpSpPr/>
        <p:nvPr/>
      </p:nvGrpSpPr>
      <p:grpSpPr>
        <a:xfrm>
          <a:off x="0" y="0"/>
          <a:ext cx="0" cy="0"/>
          <a:chOff x="0" y="0"/>
          <a:chExt cx="0" cy="0"/>
        </a:xfrm>
      </p:grpSpPr>
      <p:sp>
        <p:nvSpPr>
          <p:cNvPr id="876" name="Google Shape;876;g7a3de6cf2c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7" name="Google Shape;877;g7a3de6cf2c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
        <p:cNvGrpSpPr/>
        <p:nvPr/>
      </p:nvGrpSpPr>
      <p:grpSpPr>
        <a:xfrm>
          <a:off x="0" y="0"/>
          <a:ext cx="0" cy="0"/>
          <a:chOff x="0" y="0"/>
          <a:chExt cx="0" cy="0"/>
        </a:xfrm>
      </p:grpSpPr>
      <p:sp>
        <p:nvSpPr>
          <p:cNvPr id="919" name="Google Shape;919;ge337a1eed6_0_5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0" name="Google Shape;920;ge337a1eed6_0_5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
        <p:cNvGrpSpPr/>
        <p:nvPr/>
      </p:nvGrpSpPr>
      <p:grpSpPr>
        <a:xfrm>
          <a:off x="0" y="0"/>
          <a:ext cx="0" cy="0"/>
          <a:chOff x="0" y="0"/>
          <a:chExt cx="0" cy="0"/>
        </a:xfrm>
      </p:grpSpPr>
      <p:sp>
        <p:nvSpPr>
          <p:cNvPr id="955" name="Google Shape;955;g7a3de6cf2c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6" name="Google Shape;956;g7a3de6cf2c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8"/>
        <p:cNvGrpSpPr/>
        <p:nvPr/>
      </p:nvGrpSpPr>
      <p:grpSpPr>
        <a:xfrm>
          <a:off x="0" y="0"/>
          <a:ext cx="0" cy="0"/>
          <a:chOff x="0" y="0"/>
          <a:chExt cx="0" cy="0"/>
        </a:xfrm>
      </p:grpSpPr>
      <p:sp>
        <p:nvSpPr>
          <p:cNvPr id="979" name="Google Shape;979;ge337a1eed6_0_6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0" name="Google Shape;980;ge337a1eed6_0_6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6"/>
        <p:cNvGrpSpPr/>
        <p:nvPr/>
      </p:nvGrpSpPr>
      <p:grpSpPr>
        <a:xfrm>
          <a:off x="0" y="0"/>
          <a:ext cx="0" cy="0"/>
          <a:chOff x="0" y="0"/>
          <a:chExt cx="0" cy="0"/>
        </a:xfrm>
      </p:grpSpPr>
      <p:sp>
        <p:nvSpPr>
          <p:cNvPr id="997" name="Google Shape;997;g7a3de6cf2c_0_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 name="Google Shape;998;g7a3de6cf2c_0_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0"/>
        <p:cNvGrpSpPr/>
        <p:nvPr/>
      </p:nvGrpSpPr>
      <p:grpSpPr>
        <a:xfrm>
          <a:off x="0" y="0"/>
          <a:ext cx="0" cy="0"/>
          <a:chOff x="0" y="0"/>
          <a:chExt cx="0" cy="0"/>
        </a:xfrm>
      </p:grpSpPr>
      <p:sp>
        <p:nvSpPr>
          <p:cNvPr id="1011" name="Google Shape;1011;ge337a1eed6_0_6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2" name="Google Shape;1012;ge337a1eed6_0_6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6"/>
        <p:cNvGrpSpPr/>
        <p:nvPr/>
      </p:nvGrpSpPr>
      <p:grpSpPr>
        <a:xfrm>
          <a:off x="0" y="0"/>
          <a:ext cx="0" cy="0"/>
          <a:chOff x="0" y="0"/>
          <a:chExt cx="0" cy="0"/>
        </a:xfrm>
      </p:grpSpPr>
      <p:sp>
        <p:nvSpPr>
          <p:cNvPr id="1027" name="Google Shape;1027;g7a3de6cf2c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8" name="Google Shape;1028;g7a3de6cf2c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1"/>
        <p:cNvGrpSpPr/>
        <p:nvPr/>
      </p:nvGrpSpPr>
      <p:grpSpPr>
        <a:xfrm>
          <a:off x="0" y="0"/>
          <a:ext cx="0" cy="0"/>
          <a:chOff x="0" y="0"/>
          <a:chExt cx="0" cy="0"/>
        </a:xfrm>
      </p:grpSpPr>
      <p:sp>
        <p:nvSpPr>
          <p:cNvPr id="1042" name="Google Shape;1042;ge337a1eed6_0_6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3" name="Google Shape;1043;ge337a1eed6_0_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8"/>
        <p:cNvGrpSpPr/>
        <p:nvPr/>
      </p:nvGrpSpPr>
      <p:grpSpPr>
        <a:xfrm>
          <a:off x="0" y="0"/>
          <a:ext cx="0" cy="0"/>
          <a:chOff x="0" y="0"/>
          <a:chExt cx="0" cy="0"/>
        </a:xfrm>
      </p:grpSpPr>
      <p:sp>
        <p:nvSpPr>
          <p:cNvPr id="1069" name="Google Shape;1069;gd55b463498_0_8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0" name="Google Shape;1070;gd55b463498_0_8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1"/>
        <p:cNvGrpSpPr/>
        <p:nvPr/>
      </p:nvGrpSpPr>
      <p:grpSpPr>
        <a:xfrm>
          <a:off x="0" y="0"/>
          <a:ext cx="0" cy="0"/>
          <a:chOff x="0" y="0"/>
          <a:chExt cx="0" cy="0"/>
        </a:xfrm>
      </p:grpSpPr>
      <p:sp>
        <p:nvSpPr>
          <p:cNvPr id="1092" name="Google Shape;1092;ge337a1eed6_0_6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3" name="Google Shape;1093;ge337a1eed6_0_6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8"/>
        <p:cNvGrpSpPr/>
        <p:nvPr/>
      </p:nvGrpSpPr>
      <p:grpSpPr>
        <a:xfrm>
          <a:off x="0" y="0"/>
          <a:ext cx="0" cy="0"/>
          <a:chOff x="0" y="0"/>
          <a:chExt cx="0" cy="0"/>
        </a:xfrm>
      </p:grpSpPr>
      <p:sp>
        <p:nvSpPr>
          <p:cNvPr id="1119" name="Google Shape;1119;gd55b463498_0_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 name="Google Shape;1120;gd55b463498_0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9"/>
        <p:cNvGrpSpPr/>
        <p:nvPr/>
      </p:nvGrpSpPr>
      <p:grpSpPr>
        <a:xfrm>
          <a:off x="0" y="0"/>
          <a:ext cx="0" cy="0"/>
          <a:chOff x="0" y="0"/>
          <a:chExt cx="0" cy="0"/>
        </a:xfrm>
      </p:grpSpPr>
      <p:sp>
        <p:nvSpPr>
          <p:cNvPr id="1170" name="Google Shape;1170;ge337a1eed6_0_12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1" name="Google Shape;1171;ge337a1eed6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9"/>
        <p:cNvGrpSpPr/>
        <p:nvPr/>
      </p:nvGrpSpPr>
      <p:grpSpPr>
        <a:xfrm>
          <a:off x="0" y="0"/>
          <a:ext cx="0" cy="0"/>
          <a:chOff x="0" y="0"/>
          <a:chExt cx="0" cy="0"/>
        </a:xfrm>
      </p:grpSpPr>
      <p:sp>
        <p:nvSpPr>
          <p:cNvPr id="1200" name="Google Shape;1200;ge337a1eed6_0_13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1" name="Google Shape;1201;ge337a1eed6_0_13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1"/>
        <p:cNvGrpSpPr/>
        <p:nvPr/>
      </p:nvGrpSpPr>
      <p:grpSpPr>
        <a:xfrm>
          <a:off x="0" y="0"/>
          <a:ext cx="0" cy="0"/>
          <a:chOff x="0" y="0"/>
          <a:chExt cx="0" cy="0"/>
        </a:xfrm>
      </p:grpSpPr>
      <p:sp>
        <p:nvSpPr>
          <p:cNvPr id="1252" name="Google Shape;1252;gd55b463498_0_8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3" name="Google Shape;1253;gd55b463498_0_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7"/>
        <p:cNvGrpSpPr/>
        <p:nvPr/>
      </p:nvGrpSpPr>
      <p:grpSpPr>
        <a:xfrm>
          <a:off x="0" y="0"/>
          <a:ext cx="0" cy="0"/>
          <a:chOff x="0" y="0"/>
          <a:chExt cx="0" cy="0"/>
        </a:xfrm>
      </p:grpSpPr>
      <p:sp>
        <p:nvSpPr>
          <p:cNvPr id="1278" name="Google Shape;1278;ge337a1eed6_0_1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9" name="Google Shape;1279;ge337a1eed6_0_1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
        <p:cNvGrpSpPr/>
        <p:nvPr/>
      </p:nvGrpSpPr>
      <p:grpSpPr>
        <a:xfrm>
          <a:off x="0" y="0"/>
          <a:ext cx="0" cy="0"/>
          <a:chOff x="0" y="0"/>
          <a:chExt cx="0" cy="0"/>
        </a:xfrm>
      </p:grpSpPr>
      <p:sp>
        <p:nvSpPr>
          <p:cNvPr id="1326" name="Google Shape;1326;gd55b463498_6_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7" name="Google Shape;1327;gd55b463498_6_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1"/>
        <p:cNvGrpSpPr/>
        <p:nvPr/>
      </p:nvGrpSpPr>
      <p:grpSpPr>
        <a:xfrm>
          <a:off x="0" y="0"/>
          <a:ext cx="0" cy="0"/>
          <a:chOff x="0" y="0"/>
          <a:chExt cx="0" cy="0"/>
        </a:xfrm>
      </p:grpSpPr>
      <p:sp>
        <p:nvSpPr>
          <p:cNvPr id="1352" name="Google Shape;1352;gd55b463498_0_11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3" name="Google Shape;1353;gd55b463498_0_1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8"/>
        <p:cNvGrpSpPr/>
        <p:nvPr/>
      </p:nvGrpSpPr>
      <p:grpSpPr>
        <a:xfrm>
          <a:off x="0" y="0"/>
          <a:ext cx="0" cy="0"/>
          <a:chOff x="0" y="0"/>
          <a:chExt cx="0" cy="0"/>
        </a:xfrm>
      </p:grpSpPr>
      <p:sp>
        <p:nvSpPr>
          <p:cNvPr id="1459" name="Google Shape;1459;ge337a1eed6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0" name="Google Shape;1460;ge337a1eed6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4"/>
        <p:cNvGrpSpPr/>
        <p:nvPr/>
      </p:nvGrpSpPr>
      <p:grpSpPr>
        <a:xfrm>
          <a:off x="0" y="0"/>
          <a:ext cx="0" cy="0"/>
          <a:chOff x="0" y="0"/>
          <a:chExt cx="0" cy="0"/>
        </a:xfrm>
      </p:grpSpPr>
      <p:sp>
        <p:nvSpPr>
          <p:cNvPr id="1525" name="Google Shape;1525;gd55b463498_0_9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6" name="Google Shape;1526;gd55b463498_0_9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8"/>
        <p:cNvGrpSpPr/>
        <p:nvPr/>
      </p:nvGrpSpPr>
      <p:grpSpPr>
        <a:xfrm>
          <a:off x="0" y="0"/>
          <a:ext cx="0" cy="0"/>
          <a:chOff x="0" y="0"/>
          <a:chExt cx="0" cy="0"/>
        </a:xfrm>
      </p:grpSpPr>
      <p:sp>
        <p:nvSpPr>
          <p:cNvPr id="1539" name="Google Shape;1539;ge337a1eed6_0_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0" name="Google Shape;1540;ge337a1eed6_0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8"/>
        <p:cNvGrpSpPr/>
        <p:nvPr/>
      </p:nvGrpSpPr>
      <p:grpSpPr>
        <a:xfrm>
          <a:off x="0" y="0"/>
          <a:ext cx="0" cy="0"/>
          <a:chOff x="0" y="0"/>
          <a:chExt cx="0" cy="0"/>
        </a:xfrm>
      </p:grpSpPr>
      <p:sp>
        <p:nvSpPr>
          <p:cNvPr id="1569" name="Google Shape;1569;ge337a1eed6_0_1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0" name="Google Shape;1570;ge337a1eed6_0_1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2"/>
        <p:cNvGrpSpPr/>
        <p:nvPr/>
      </p:nvGrpSpPr>
      <p:grpSpPr>
        <a:xfrm>
          <a:off x="0" y="0"/>
          <a:ext cx="0" cy="0"/>
          <a:chOff x="0" y="0"/>
          <a:chExt cx="0" cy="0"/>
        </a:xfrm>
      </p:grpSpPr>
      <p:sp>
        <p:nvSpPr>
          <p:cNvPr id="1583" name="Google Shape;1583;gd55b463498_0_9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4" name="Google Shape;1584;gd55b463498_0_9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9"/>
        <p:cNvGrpSpPr/>
        <p:nvPr/>
      </p:nvGrpSpPr>
      <p:grpSpPr>
        <a:xfrm>
          <a:off x="0" y="0"/>
          <a:ext cx="0" cy="0"/>
          <a:chOff x="0" y="0"/>
          <a:chExt cx="0" cy="0"/>
        </a:xfrm>
      </p:grpSpPr>
      <p:sp>
        <p:nvSpPr>
          <p:cNvPr id="1630" name="Google Shape;1630;ge337a1eed6_0_13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1" name="Google Shape;1631;ge337a1eed6_0_1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0"/>
        <p:cNvGrpSpPr/>
        <p:nvPr/>
      </p:nvGrpSpPr>
      <p:grpSpPr>
        <a:xfrm>
          <a:off x="0" y="0"/>
          <a:ext cx="0" cy="0"/>
          <a:chOff x="0" y="0"/>
          <a:chExt cx="0" cy="0"/>
        </a:xfrm>
      </p:grpSpPr>
      <p:sp>
        <p:nvSpPr>
          <p:cNvPr id="1661" name="Google Shape;1661;ge337a1eed6_0_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2" name="Google Shape;1662;ge337a1eed6_0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1"/>
        <p:cNvGrpSpPr/>
        <p:nvPr/>
      </p:nvGrpSpPr>
      <p:grpSpPr>
        <a:xfrm>
          <a:off x="0" y="0"/>
          <a:ext cx="0" cy="0"/>
          <a:chOff x="0" y="0"/>
          <a:chExt cx="0" cy="0"/>
        </a:xfrm>
      </p:grpSpPr>
      <p:sp>
        <p:nvSpPr>
          <p:cNvPr id="1682" name="Google Shape;1682;gd55b463498_4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3" name="Google Shape;1683;gd55b463498_4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d55b463498_4_1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d55b463498_4_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2"/>
        <p:cNvGrpSpPr/>
        <p:nvPr/>
      </p:nvGrpSpPr>
      <p:grpSpPr>
        <a:xfrm>
          <a:off x="0" y="0"/>
          <a:ext cx="0" cy="0"/>
          <a:chOff x="0" y="0"/>
          <a:chExt cx="0" cy="0"/>
        </a:xfrm>
      </p:grpSpPr>
      <p:sp>
        <p:nvSpPr>
          <p:cNvPr id="1773" name="Google Shape;1773;gd55b463498_0_9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4" name="Google Shape;1774;gd55b463498_0_9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7"/>
        <p:cNvGrpSpPr/>
        <p:nvPr/>
      </p:nvGrpSpPr>
      <p:grpSpPr>
        <a:xfrm>
          <a:off x="0" y="0"/>
          <a:ext cx="0" cy="0"/>
          <a:chOff x="0" y="0"/>
          <a:chExt cx="0" cy="0"/>
        </a:xfrm>
      </p:grpSpPr>
      <p:sp>
        <p:nvSpPr>
          <p:cNvPr id="1818" name="Google Shape;1818;ge337a1eed6_0_10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19" name="Google Shape;1819;ge337a1eed6_0_10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1"/>
        <p:cNvGrpSpPr/>
        <p:nvPr/>
      </p:nvGrpSpPr>
      <p:grpSpPr>
        <a:xfrm>
          <a:off x="0" y="0"/>
          <a:ext cx="0" cy="0"/>
          <a:chOff x="0" y="0"/>
          <a:chExt cx="0" cy="0"/>
        </a:xfrm>
      </p:grpSpPr>
      <p:sp>
        <p:nvSpPr>
          <p:cNvPr id="1872" name="Google Shape;1872;gd55b463498_0_13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3" name="Google Shape;1873;gd55b463498_0_13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5"/>
        <p:cNvGrpSpPr/>
        <p:nvPr/>
      </p:nvGrpSpPr>
      <p:grpSpPr>
        <a:xfrm>
          <a:off x="0" y="0"/>
          <a:ext cx="0" cy="0"/>
          <a:chOff x="0" y="0"/>
          <a:chExt cx="0" cy="0"/>
        </a:xfrm>
      </p:grpSpPr>
      <p:sp>
        <p:nvSpPr>
          <p:cNvPr id="1906" name="Google Shape;1906;ge337a1eed6_0_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7" name="Google Shape;1907;ge337a1eed6_0_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5"/>
        <p:cNvGrpSpPr/>
        <p:nvPr/>
      </p:nvGrpSpPr>
      <p:grpSpPr>
        <a:xfrm>
          <a:off x="0" y="0"/>
          <a:ext cx="0" cy="0"/>
          <a:chOff x="0" y="0"/>
          <a:chExt cx="0" cy="0"/>
        </a:xfrm>
      </p:grpSpPr>
      <p:sp>
        <p:nvSpPr>
          <p:cNvPr id="1926" name="Google Shape;1926;gd55b463498_0_14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7" name="Google Shape;1927;gd55b463498_0_14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6"/>
        <p:cNvGrpSpPr/>
        <p:nvPr/>
      </p:nvGrpSpPr>
      <p:grpSpPr>
        <a:xfrm>
          <a:off x="0" y="0"/>
          <a:ext cx="0" cy="0"/>
          <a:chOff x="0" y="0"/>
          <a:chExt cx="0" cy="0"/>
        </a:xfrm>
      </p:grpSpPr>
      <p:sp>
        <p:nvSpPr>
          <p:cNvPr id="1957" name="Google Shape;1957;ge337a1eed6_0_9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8" name="Google Shape;1958;ge337a1eed6_0_9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6"/>
        <p:cNvGrpSpPr/>
        <p:nvPr/>
      </p:nvGrpSpPr>
      <p:grpSpPr>
        <a:xfrm>
          <a:off x="0" y="0"/>
          <a:ext cx="0" cy="0"/>
          <a:chOff x="0" y="0"/>
          <a:chExt cx="0" cy="0"/>
        </a:xfrm>
      </p:grpSpPr>
      <p:sp>
        <p:nvSpPr>
          <p:cNvPr id="2007" name="Google Shape;2007;gd55b463498_0_9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8" name="Google Shape;2008;gd55b463498_0_9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5"/>
        <p:cNvGrpSpPr/>
        <p:nvPr/>
      </p:nvGrpSpPr>
      <p:grpSpPr>
        <a:xfrm>
          <a:off x="0" y="0"/>
          <a:ext cx="0" cy="0"/>
          <a:chOff x="0" y="0"/>
          <a:chExt cx="0" cy="0"/>
        </a:xfrm>
      </p:grpSpPr>
      <p:sp>
        <p:nvSpPr>
          <p:cNvPr id="2026" name="Google Shape;2026;ge393286d81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7" name="Google Shape;2027;ge393286d81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7"/>
        <p:cNvGrpSpPr/>
        <p:nvPr/>
      </p:nvGrpSpPr>
      <p:grpSpPr>
        <a:xfrm>
          <a:off x="0" y="0"/>
          <a:ext cx="0" cy="0"/>
          <a:chOff x="0" y="0"/>
          <a:chExt cx="0" cy="0"/>
        </a:xfrm>
      </p:grpSpPr>
      <p:sp>
        <p:nvSpPr>
          <p:cNvPr id="2048" name="Google Shape;2048;gd55b463498_0_9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9" name="Google Shape;2049;gd55b463498_0_9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9"/>
        <p:cNvGrpSpPr/>
        <p:nvPr/>
      </p:nvGrpSpPr>
      <p:grpSpPr>
        <a:xfrm>
          <a:off x="0" y="0"/>
          <a:ext cx="0" cy="0"/>
          <a:chOff x="0" y="0"/>
          <a:chExt cx="0" cy="0"/>
        </a:xfrm>
      </p:grpSpPr>
      <p:sp>
        <p:nvSpPr>
          <p:cNvPr id="2070" name="Google Shape;2070;gd55b463498_0_2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1" name="Google Shape;2071;gd55b463498_0_2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2"/>
        <p:cNvGrpSpPr/>
        <p:nvPr/>
      </p:nvGrpSpPr>
      <p:grpSpPr>
        <a:xfrm>
          <a:off x="0" y="0"/>
          <a:ext cx="0" cy="0"/>
          <a:chOff x="0" y="0"/>
          <a:chExt cx="0" cy="0"/>
        </a:xfrm>
      </p:grpSpPr>
      <p:sp>
        <p:nvSpPr>
          <p:cNvPr id="2113" name="Google Shape;2113;gd55b463498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4" name="Google Shape;2114;gd55b463498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9"/>
        <p:cNvGrpSpPr/>
        <p:nvPr/>
      </p:nvGrpSpPr>
      <p:grpSpPr>
        <a:xfrm>
          <a:off x="0" y="0"/>
          <a:ext cx="0" cy="0"/>
          <a:chOff x="0" y="0"/>
          <a:chExt cx="0" cy="0"/>
        </a:xfrm>
      </p:grpSpPr>
      <p:sp>
        <p:nvSpPr>
          <p:cNvPr id="2150" name="Google Shape;2150;gd55b463498_0_20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1" name="Google Shape;2151;gd55b463498_0_20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3"/>
        <p:cNvGrpSpPr/>
        <p:nvPr/>
      </p:nvGrpSpPr>
      <p:grpSpPr>
        <a:xfrm>
          <a:off x="0" y="0"/>
          <a:ext cx="0" cy="0"/>
          <a:chOff x="0" y="0"/>
          <a:chExt cx="0" cy="0"/>
        </a:xfrm>
      </p:grpSpPr>
      <p:sp>
        <p:nvSpPr>
          <p:cNvPr id="2194" name="Google Shape;2194;ge337a1eed6_0_1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5" name="Google Shape;2195;ge337a1eed6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3"/>
        <p:cNvGrpSpPr/>
        <p:nvPr/>
      </p:nvGrpSpPr>
      <p:grpSpPr>
        <a:xfrm>
          <a:off x="0" y="0"/>
          <a:ext cx="0" cy="0"/>
          <a:chOff x="0" y="0"/>
          <a:chExt cx="0" cy="0"/>
        </a:xfrm>
      </p:grpSpPr>
      <p:sp>
        <p:nvSpPr>
          <p:cNvPr id="2224" name="Google Shape;2224;ge337a1eed6_0_12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5" name="Google Shape;2225;ge337a1eed6_0_12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3"/>
        <p:cNvGrpSpPr/>
        <p:nvPr/>
      </p:nvGrpSpPr>
      <p:grpSpPr>
        <a:xfrm>
          <a:off x="0" y="0"/>
          <a:ext cx="0" cy="0"/>
          <a:chOff x="0" y="0"/>
          <a:chExt cx="0" cy="0"/>
        </a:xfrm>
      </p:grpSpPr>
      <p:sp>
        <p:nvSpPr>
          <p:cNvPr id="2264" name="Google Shape;2264;gd55b463498_0_9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5" name="Google Shape;2265;gd55b463498_0_9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4"/>
        <p:cNvGrpSpPr/>
        <p:nvPr/>
      </p:nvGrpSpPr>
      <p:grpSpPr>
        <a:xfrm>
          <a:off x="0" y="0"/>
          <a:ext cx="0" cy="0"/>
          <a:chOff x="0" y="0"/>
          <a:chExt cx="0" cy="0"/>
        </a:xfrm>
      </p:grpSpPr>
      <p:sp>
        <p:nvSpPr>
          <p:cNvPr id="2295" name="Google Shape;2295;gd55b463498_0_9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6" name="Google Shape;2296;gd55b463498_0_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7"/>
        <p:cNvGrpSpPr/>
        <p:nvPr/>
      </p:nvGrpSpPr>
      <p:grpSpPr>
        <a:xfrm>
          <a:off x="0" y="0"/>
          <a:ext cx="0" cy="0"/>
          <a:chOff x="0" y="0"/>
          <a:chExt cx="0" cy="0"/>
        </a:xfrm>
      </p:grpSpPr>
      <p:sp>
        <p:nvSpPr>
          <p:cNvPr id="2318" name="Google Shape;2318;gd55b463498_0_9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9" name="Google Shape;2319;gd55b463498_0_9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4"/>
        <p:cNvGrpSpPr/>
        <p:nvPr/>
      </p:nvGrpSpPr>
      <p:grpSpPr>
        <a:xfrm>
          <a:off x="0" y="0"/>
          <a:ext cx="0" cy="0"/>
          <a:chOff x="0" y="0"/>
          <a:chExt cx="0" cy="0"/>
        </a:xfrm>
      </p:grpSpPr>
      <p:sp>
        <p:nvSpPr>
          <p:cNvPr id="2345" name="Google Shape;2345;ge35fc3c11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6" name="Google Shape;2346;ge35fc3c11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9"/>
        <p:cNvGrpSpPr/>
        <p:nvPr/>
      </p:nvGrpSpPr>
      <p:grpSpPr>
        <a:xfrm>
          <a:off x="0" y="0"/>
          <a:ext cx="0" cy="0"/>
          <a:chOff x="0" y="0"/>
          <a:chExt cx="0" cy="0"/>
        </a:xfrm>
      </p:grpSpPr>
      <p:sp>
        <p:nvSpPr>
          <p:cNvPr id="2390" name="Google Shape;2390;gd55b463498_0_9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1" name="Google Shape;2391;gd55b463498_0_9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2"/>
        <p:cNvGrpSpPr/>
        <p:nvPr/>
      </p:nvGrpSpPr>
      <p:grpSpPr>
        <a:xfrm>
          <a:off x="0" y="0"/>
          <a:ext cx="0" cy="0"/>
          <a:chOff x="0" y="0"/>
          <a:chExt cx="0" cy="0"/>
        </a:xfrm>
      </p:grpSpPr>
      <p:sp>
        <p:nvSpPr>
          <p:cNvPr id="2413" name="Google Shape;2413;gd55b463498_0_9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4" name="Google Shape;2414;gd55b463498_0_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4"/>
        <p:cNvGrpSpPr/>
        <p:nvPr/>
      </p:nvGrpSpPr>
      <p:grpSpPr>
        <a:xfrm>
          <a:off x="0" y="0"/>
          <a:ext cx="0" cy="0"/>
          <a:chOff x="0" y="0"/>
          <a:chExt cx="0" cy="0"/>
        </a:xfrm>
      </p:grpSpPr>
      <p:sp>
        <p:nvSpPr>
          <p:cNvPr id="2445" name="Google Shape;2445;gd55b463498_0_15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6" name="Google Shape;2446;gd55b463498_0_1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4"/>
        <p:cNvGrpSpPr/>
        <p:nvPr/>
      </p:nvGrpSpPr>
      <p:grpSpPr>
        <a:xfrm>
          <a:off x="0" y="0"/>
          <a:ext cx="0" cy="0"/>
          <a:chOff x="0" y="0"/>
          <a:chExt cx="0" cy="0"/>
        </a:xfrm>
      </p:grpSpPr>
      <p:sp>
        <p:nvSpPr>
          <p:cNvPr id="2715" name="Google Shape;2715;ge337a1eed6_0_2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6" name="Google Shape;2716;ge337a1eed6_0_2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1"/>
        <p:cNvGrpSpPr/>
        <p:nvPr/>
      </p:nvGrpSpPr>
      <p:grpSpPr>
        <a:xfrm>
          <a:off x="0" y="0"/>
          <a:ext cx="0" cy="0"/>
          <a:chOff x="0" y="0"/>
          <a:chExt cx="0" cy="0"/>
        </a:xfrm>
      </p:grpSpPr>
      <p:sp>
        <p:nvSpPr>
          <p:cNvPr id="2922" name="Google Shape;2922;gd55b463498_4_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3" name="Google Shape;2923;gd55b463498_4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0"/>
        <p:cNvGrpSpPr/>
        <p:nvPr/>
      </p:nvGrpSpPr>
      <p:grpSpPr>
        <a:xfrm>
          <a:off x="0" y="0"/>
          <a:ext cx="0" cy="0"/>
          <a:chOff x="0" y="0"/>
          <a:chExt cx="0" cy="0"/>
        </a:xfrm>
      </p:grpSpPr>
      <p:sp>
        <p:nvSpPr>
          <p:cNvPr id="2941" name="Google Shape;2941;ge388faa1d1_0_5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42" name="Google Shape;2942;ge388faa1d1_0_5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6"/>
        <p:cNvGrpSpPr/>
        <p:nvPr/>
      </p:nvGrpSpPr>
      <p:grpSpPr>
        <a:xfrm>
          <a:off x="0" y="0"/>
          <a:ext cx="0" cy="0"/>
          <a:chOff x="0" y="0"/>
          <a:chExt cx="0" cy="0"/>
        </a:xfrm>
      </p:grpSpPr>
      <p:sp>
        <p:nvSpPr>
          <p:cNvPr id="2977" name="Google Shape;2977;ge388faa1d1_0_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78" name="Google Shape;2978;ge388faa1d1_0_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4"/>
        <p:cNvGrpSpPr/>
        <p:nvPr/>
      </p:nvGrpSpPr>
      <p:grpSpPr>
        <a:xfrm>
          <a:off x="0" y="0"/>
          <a:ext cx="0" cy="0"/>
          <a:chOff x="0" y="0"/>
          <a:chExt cx="0" cy="0"/>
        </a:xfrm>
      </p:grpSpPr>
      <p:sp>
        <p:nvSpPr>
          <p:cNvPr id="3005" name="Google Shape;3005;ge388faa1d1_0_1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6" name="Google Shape;3006;ge388faa1d1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49"/>
        <p:cNvGrpSpPr/>
        <p:nvPr/>
      </p:nvGrpSpPr>
      <p:grpSpPr>
        <a:xfrm>
          <a:off x="0" y="0"/>
          <a:ext cx="0" cy="0"/>
          <a:chOff x="0" y="0"/>
          <a:chExt cx="0" cy="0"/>
        </a:xfrm>
      </p:grpSpPr>
      <p:sp>
        <p:nvSpPr>
          <p:cNvPr id="3050" name="Google Shape;3050;ge388faa1d1_0_2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51" name="Google Shape;3051;ge388faa1d1_0_2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7"/>
        <p:cNvGrpSpPr/>
        <p:nvPr/>
      </p:nvGrpSpPr>
      <p:grpSpPr>
        <a:xfrm>
          <a:off x="0" y="0"/>
          <a:ext cx="0" cy="0"/>
          <a:chOff x="0" y="0"/>
          <a:chExt cx="0" cy="0"/>
        </a:xfrm>
      </p:grpSpPr>
      <p:sp>
        <p:nvSpPr>
          <p:cNvPr id="3128" name="Google Shape;3128;gd55b463498_6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9" name="Google Shape;3129;gd55b463498_6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1"/>
        <p:cNvGrpSpPr/>
        <p:nvPr/>
      </p:nvGrpSpPr>
      <p:grpSpPr>
        <a:xfrm>
          <a:off x="0" y="0"/>
          <a:ext cx="0" cy="0"/>
          <a:chOff x="0" y="0"/>
          <a:chExt cx="0" cy="0"/>
        </a:xfrm>
      </p:grpSpPr>
      <p:sp>
        <p:nvSpPr>
          <p:cNvPr id="3142" name="Google Shape;3142;ge337a1eed6_0_20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3" name="Google Shape;3143;ge337a1eed6_0_20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5"/>
        <p:cNvGrpSpPr/>
        <p:nvPr/>
      </p:nvGrpSpPr>
      <p:grpSpPr>
        <a:xfrm>
          <a:off x="0" y="0"/>
          <a:ext cx="0" cy="0"/>
          <a:chOff x="0" y="0"/>
          <a:chExt cx="0" cy="0"/>
        </a:xfrm>
      </p:grpSpPr>
      <p:sp>
        <p:nvSpPr>
          <p:cNvPr id="3156" name="Google Shape;3156;ge388faa1d1_0_6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7" name="Google Shape;3157;ge388faa1d1_0_6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9"/>
        <p:cNvGrpSpPr/>
        <p:nvPr/>
      </p:nvGrpSpPr>
      <p:grpSpPr>
        <a:xfrm>
          <a:off x="0" y="0"/>
          <a:ext cx="0" cy="0"/>
          <a:chOff x="0" y="0"/>
          <a:chExt cx="0" cy="0"/>
        </a:xfrm>
      </p:grpSpPr>
      <p:sp>
        <p:nvSpPr>
          <p:cNvPr id="3170" name="Google Shape;3170;ge388faa1d1_0_5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1" name="Google Shape;3171;ge388faa1d1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3"/>
        <p:cNvGrpSpPr/>
        <p:nvPr/>
      </p:nvGrpSpPr>
      <p:grpSpPr>
        <a:xfrm>
          <a:off x="0" y="0"/>
          <a:ext cx="0" cy="0"/>
          <a:chOff x="0" y="0"/>
          <a:chExt cx="0" cy="0"/>
        </a:xfrm>
      </p:grpSpPr>
      <p:sp>
        <p:nvSpPr>
          <p:cNvPr id="3184" name="Google Shape;3184;SLIDES_API14078001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5" name="Google Shape;3185;SLIDES_API14078001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0"/>
        <p:cNvGrpSpPr/>
        <p:nvPr/>
      </p:nvGrpSpPr>
      <p:grpSpPr>
        <a:xfrm>
          <a:off x="0" y="0"/>
          <a:ext cx="0" cy="0"/>
          <a:chOff x="0" y="0"/>
          <a:chExt cx="0" cy="0"/>
        </a:xfrm>
      </p:grpSpPr>
      <p:sp>
        <p:nvSpPr>
          <p:cNvPr id="3191" name="Google Shape;3191;SLIDES_API1635284287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2" name="Google Shape;3192;SLIDES_API1635284287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7"/>
        <p:cNvGrpSpPr/>
        <p:nvPr/>
      </p:nvGrpSpPr>
      <p:grpSpPr>
        <a:xfrm>
          <a:off x="0" y="0"/>
          <a:ext cx="0" cy="0"/>
          <a:chOff x="0" y="0"/>
          <a:chExt cx="0" cy="0"/>
        </a:xfrm>
      </p:grpSpPr>
      <p:sp>
        <p:nvSpPr>
          <p:cNvPr id="3198" name="Google Shape;3198;gd55b463498_4_110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9" name="Google Shape;3199;gd55b463498_4_1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5"/>
        <p:cNvGrpSpPr/>
        <p:nvPr/>
      </p:nvGrpSpPr>
      <p:grpSpPr>
        <a:xfrm>
          <a:off x="0" y="0"/>
          <a:ext cx="0" cy="0"/>
          <a:chOff x="0" y="0"/>
          <a:chExt cx="0" cy="0"/>
        </a:xfrm>
      </p:grpSpPr>
      <p:sp>
        <p:nvSpPr>
          <p:cNvPr id="3216" name="Google Shape;3216;gd55b463498_4_110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7" name="Google Shape;3217;gd55b463498_4_11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1"/>
        <p:cNvGrpSpPr/>
        <p:nvPr/>
      </p:nvGrpSpPr>
      <p:grpSpPr>
        <a:xfrm>
          <a:off x="0" y="0"/>
          <a:ext cx="0" cy="0"/>
          <a:chOff x="0" y="0"/>
          <a:chExt cx="0" cy="0"/>
        </a:xfrm>
      </p:grpSpPr>
      <p:sp>
        <p:nvSpPr>
          <p:cNvPr id="3232" name="Google Shape;3232;gd55b463498_4_11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3" name="Google Shape;3233;gd55b463498_4_11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
        <p:cNvGrpSpPr/>
        <p:nvPr/>
      </p:nvGrpSpPr>
      <p:grpSpPr>
        <a:xfrm>
          <a:off x="0" y="0"/>
          <a:ext cx="0" cy="0"/>
          <a:chOff x="0" y="0"/>
          <a:chExt cx="0" cy="0"/>
        </a:xfrm>
      </p:grpSpPr>
      <p:sp>
        <p:nvSpPr>
          <p:cNvPr id="3569" name="Google Shape;3569;gd55b463498_4_11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70" name="Google Shape;3570;gd55b463498_4_11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68"/>
        <p:cNvGrpSpPr/>
        <p:nvPr/>
      </p:nvGrpSpPr>
      <p:grpSpPr>
        <a:xfrm>
          <a:off x="0" y="0"/>
          <a:ext cx="0" cy="0"/>
          <a:chOff x="0" y="0"/>
          <a:chExt cx="0" cy="0"/>
        </a:xfrm>
      </p:grpSpPr>
      <p:sp>
        <p:nvSpPr>
          <p:cNvPr id="10069" name="Google Shape;10069;gd55b463498_4_179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70" name="Google Shape;10070;gd55b463498_4_179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95"/>
        <p:cNvGrpSpPr/>
        <p:nvPr/>
      </p:nvGrpSpPr>
      <p:grpSpPr>
        <a:xfrm>
          <a:off x="0" y="0"/>
          <a:ext cx="0" cy="0"/>
          <a:chOff x="0" y="0"/>
          <a:chExt cx="0" cy="0"/>
        </a:xfrm>
      </p:grpSpPr>
      <p:sp>
        <p:nvSpPr>
          <p:cNvPr id="10496" name="Google Shape;10496;gd55b463498_4_18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97" name="Google Shape;10497;gd55b463498_4_18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58"/>
        <p:cNvGrpSpPr/>
        <p:nvPr/>
      </p:nvGrpSpPr>
      <p:grpSpPr>
        <a:xfrm>
          <a:off x="0" y="0"/>
          <a:ext cx="0" cy="0"/>
          <a:chOff x="0" y="0"/>
          <a:chExt cx="0" cy="0"/>
        </a:xfrm>
      </p:grpSpPr>
      <p:sp>
        <p:nvSpPr>
          <p:cNvPr id="10659" name="Google Shape;10659;gd55b463498_4_185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60" name="Google Shape;10660;gd55b463498_4_185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60"/>
        <p:cNvGrpSpPr/>
        <p:nvPr/>
      </p:nvGrpSpPr>
      <p:grpSpPr>
        <a:xfrm>
          <a:off x="0" y="0"/>
          <a:ext cx="0" cy="0"/>
          <a:chOff x="0" y="0"/>
          <a:chExt cx="0" cy="0"/>
        </a:xfrm>
      </p:grpSpPr>
      <p:sp>
        <p:nvSpPr>
          <p:cNvPr id="11061" name="Google Shape;11061;gd55b463498_4_189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62" name="Google Shape;11062;gd55b463498_4_18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1"/>
        <p:cNvGrpSpPr/>
        <p:nvPr/>
      </p:nvGrpSpPr>
      <p:grpSpPr>
        <a:xfrm>
          <a:off x="0" y="0"/>
          <a:ext cx="0" cy="0"/>
          <a:chOff x="0" y="0"/>
          <a:chExt cx="0" cy="0"/>
        </a:xfrm>
      </p:grpSpPr>
      <p:sp>
        <p:nvSpPr>
          <p:cNvPr id="11432" name="Google Shape;11432;gd55b463498_4_193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33" name="Google Shape;11433;gd55b463498_4_19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33"/>
        <p:cNvGrpSpPr/>
        <p:nvPr/>
      </p:nvGrpSpPr>
      <p:grpSpPr>
        <a:xfrm>
          <a:off x="0" y="0"/>
          <a:ext cx="0" cy="0"/>
          <a:chOff x="0" y="0"/>
          <a:chExt cx="0" cy="0"/>
        </a:xfrm>
      </p:grpSpPr>
      <p:sp>
        <p:nvSpPr>
          <p:cNvPr id="11734" name="Google Shape;11734;gd55b463498_4_196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35" name="Google Shape;11735;gd55b463498_4_19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25"/>
        <p:cNvGrpSpPr/>
        <p:nvPr/>
      </p:nvGrpSpPr>
      <p:grpSpPr>
        <a:xfrm>
          <a:off x="0" y="0"/>
          <a:ext cx="0" cy="0"/>
          <a:chOff x="0" y="0"/>
          <a:chExt cx="0" cy="0"/>
        </a:xfrm>
      </p:grpSpPr>
      <p:sp>
        <p:nvSpPr>
          <p:cNvPr id="12026" name="Google Shape;12026;gd55b463498_4_198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27" name="Google Shape;12027;gd55b463498_4_198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84"/>
        <p:cNvGrpSpPr/>
        <p:nvPr/>
      </p:nvGrpSpPr>
      <p:grpSpPr>
        <a:xfrm>
          <a:off x="0" y="0"/>
          <a:ext cx="0" cy="0"/>
          <a:chOff x="0" y="0"/>
          <a:chExt cx="0" cy="0"/>
        </a:xfrm>
      </p:grpSpPr>
      <p:sp>
        <p:nvSpPr>
          <p:cNvPr id="12385" name="Google Shape;12385;gd55b463498_4_20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86" name="Google Shape;12386;gd55b463498_4_20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01"/>
        <p:cNvGrpSpPr/>
        <p:nvPr/>
      </p:nvGrpSpPr>
      <p:grpSpPr>
        <a:xfrm>
          <a:off x="0" y="0"/>
          <a:ext cx="0" cy="0"/>
          <a:chOff x="0" y="0"/>
          <a:chExt cx="0" cy="0"/>
        </a:xfrm>
      </p:grpSpPr>
      <p:sp>
        <p:nvSpPr>
          <p:cNvPr id="12802" name="Google Shape;12802;gd55b463498_4_206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03" name="Google Shape;12803;gd55b463498_4_206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41"/>
        <p:cNvGrpSpPr/>
        <p:nvPr/>
      </p:nvGrpSpPr>
      <p:grpSpPr>
        <a:xfrm>
          <a:off x="0" y="0"/>
          <a:ext cx="0" cy="0"/>
          <a:chOff x="0" y="0"/>
          <a:chExt cx="0" cy="0"/>
        </a:xfrm>
      </p:grpSpPr>
      <p:sp>
        <p:nvSpPr>
          <p:cNvPr id="13142" name="Google Shape;13142;gd55b463498_4_210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43" name="Google Shape;13143;gd55b463498_4_210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29"/>
        <p:cNvGrpSpPr/>
        <p:nvPr/>
      </p:nvGrpSpPr>
      <p:grpSpPr>
        <a:xfrm>
          <a:off x="0" y="0"/>
          <a:ext cx="0" cy="0"/>
          <a:chOff x="0" y="0"/>
          <a:chExt cx="0" cy="0"/>
        </a:xfrm>
      </p:grpSpPr>
      <p:sp>
        <p:nvSpPr>
          <p:cNvPr id="13330" name="Google Shape;13330;gd55b463498_4_211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31" name="Google Shape;13331;gd55b463498_4_21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72"/>
        <p:cNvGrpSpPr/>
        <p:nvPr/>
      </p:nvGrpSpPr>
      <p:grpSpPr>
        <a:xfrm>
          <a:off x="0" y="0"/>
          <a:ext cx="0" cy="0"/>
          <a:chOff x="0" y="0"/>
          <a:chExt cx="0" cy="0"/>
        </a:xfrm>
      </p:grpSpPr>
      <p:sp>
        <p:nvSpPr>
          <p:cNvPr id="13573" name="Google Shape;13573;gd55b463498_4_21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74" name="Google Shape;13574;gd55b463498_4_21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3" Type="http://schemas.openxmlformats.org/officeDocument/2006/relationships/hyperlink" Target="https://slidesgo.com/" TargetMode="External"/><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hyperlink" Target="https://www.freepik.com/" TargetMode="External"/><Relationship Id="rId4" Type="http://schemas.openxmlformats.org/officeDocument/2006/relationships/hyperlink" Target="https://www.flaticon.com/" TargetMode="Externa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642250" y="1870875"/>
            <a:ext cx="5804400" cy="12213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Clr>
                <a:srgbClr val="191919"/>
              </a:buClr>
              <a:buSzPts val="5200"/>
              <a:buNone/>
              <a:defRPr sz="4800">
                <a:latin typeface="Orbitron Black"/>
                <a:ea typeface="Orbitron Black"/>
                <a:cs typeface="Orbitron Black"/>
                <a:sym typeface="Orbitron Black"/>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2392500" y="3238050"/>
            <a:ext cx="4359000" cy="409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720000" y="1320850"/>
            <a:ext cx="3711600" cy="14034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42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720000" y="3684525"/>
            <a:ext cx="15999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 name="Google Shape;14;p3"/>
          <p:cNvSpPr txBox="1">
            <a:spLocks noGrp="1"/>
          </p:cNvSpPr>
          <p:nvPr>
            <p:ph type="subTitle" idx="1"/>
          </p:nvPr>
        </p:nvSpPr>
        <p:spPr>
          <a:xfrm>
            <a:off x="720000" y="2724500"/>
            <a:ext cx="2970600" cy="713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2"/>
        <p:cNvGrpSpPr/>
        <p:nvPr/>
      </p:nvGrpSpPr>
      <p:grpSpPr>
        <a:xfrm>
          <a:off x="0" y="0"/>
          <a:ext cx="0" cy="0"/>
          <a:chOff x="0" y="0"/>
          <a:chExt cx="0" cy="0"/>
        </a:xfrm>
      </p:grpSpPr>
      <p:grpSp>
        <p:nvGrpSpPr>
          <p:cNvPr id="23" name="Google Shape;23;p5"/>
          <p:cNvGrpSpPr/>
          <p:nvPr/>
        </p:nvGrpSpPr>
        <p:grpSpPr>
          <a:xfrm>
            <a:off x="-1150210" y="-986414"/>
            <a:ext cx="12304614" cy="7932672"/>
            <a:chOff x="-1150210" y="-986414"/>
            <a:chExt cx="12304614" cy="7932672"/>
          </a:xfrm>
        </p:grpSpPr>
        <p:pic>
          <p:nvPicPr>
            <p:cNvPr id="24" name="Google Shape;24;p5"/>
            <p:cNvPicPr preferRelativeResize="0"/>
            <p:nvPr/>
          </p:nvPicPr>
          <p:blipFill rotWithShape="1">
            <a:blip r:embed="rId2">
              <a:alphaModFix/>
            </a:blip>
            <a:srcRect l="7340" r="4538" b="19768"/>
            <a:stretch/>
          </p:blipFill>
          <p:spPr>
            <a:xfrm rot="-5155791">
              <a:off x="-1461292" y="1368095"/>
              <a:ext cx="2583232" cy="1782211"/>
            </a:xfrm>
            <a:prstGeom prst="rect">
              <a:avLst/>
            </a:prstGeom>
            <a:noFill/>
            <a:ln>
              <a:noFill/>
            </a:ln>
          </p:spPr>
        </p:pic>
        <p:pic>
          <p:nvPicPr>
            <p:cNvPr id="25" name="Google Shape;25;p5"/>
            <p:cNvPicPr preferRelativeResize="0"/>
            <p:nvPr/>
          </p:nvPicPr>
          <p:blipFill rotWithShape="1">
            <a:blip r:embed="rId2">
              <a:alphaModFix/>
            </a:blip>
            <a:srcRect l="7340" r="4538" b="19768"/>
            <a:stretch/>
          </p:blipFill>
          <p:spPr>
            <a:xfrm rot="-5155791">
              <a:off x="7977458" y="-525905"/>
              <a:ext cx="2583232" cy="1782211"/>
            </a:xfrm>
            <a:prstGeom prst="rect">
              <a:avLst/>
            </a:prstGeom>
            <a:noFill/>
            <a:ln>
              <a:noFill/>
            </a:ln>
          </p:spPr>
        </p:pic>
        <p:pic>
          <p:nvPicPr>
            <p:cNvPr id="26" name="Google Shape;26;p5"/>
            <p:cNvPicPr preferRelativeResize="0"/>
            <p:nvPr/>
          </p:nvPicPr>
          <p:blipFill rotWithShape="1">
            <a:blip r:embed="rId2">
              <a:alphaModFix/>
            </a:blip>
            <a:srcRect l="7340" r="4538" b="19768"/>
            <a:stretch/>
          </p:blipFill>
          <p:spPr>
            <a:xfrm rot="7762612">
              <a:off x="6899762" y="3215881"/>
              <a:ext cx="3925475" cy="2708229"/>
            </a:xfrm>
            <a:prstGeom prst="rect">
              <a:avLst/>
            </a:prstGeom>
            <a:noFill/>
            <a:ln>
              <a:noFill/>
            </a:ln>
          </p:spPr>
        </p:pic>
        <p:pic>
          <p:nvPicPr>
            <p:cNvPr id="27" name="Google Shape;27;p5"/>
            <p:cNvPicPr preferRelativeResize="0"/>
            <p:nvPr/>
          </p:nvPicPr>
          <p:blipFill>
            <a:blip r:embed="rId3">
              <a:alphaModFix/>
            </a:blip>
            <a:stretch>
              <a:fillRect/>
            </a:stretch>
          </p:blipFill>
          <p:spPr>
            <a:xfrm rot="2700000">
              <a:off x="305786" y="1972849"/>
              <a:ext cx="755727" cy="572699"/>
            </a:xfrm>
            <a:prstGeom prst="rect">
              <a:avLst/>
            </a:prstGeom>
            <a:noFill/>
            <a:ln>
              <a:noFill/>
            </a:ln>
          </p:spPr>
        </p:pic>
      </p:grpSp>
      <p:sp>
        <p:nvSpPr>
          <p:cNvPr id="28" name="Google Shape;28;p5"/>
          <p:cNvSpPr txBox="1">
            <a:spLocks noGrp="1"/>
          </p:cNvSpPr>
          <p:nvPr>
            <p:ph type="subTitle" idx="1"/>
          </p:nvPr>
        </p:nvSpPr>
        <p:spPr>
          <a:xfrm>
            <a:off x="1717500" y="3032145"/>
            <a:ext cx="2907600" cy="4680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9" name="Google Shape;29;p5"/>
          <p:cNvSpPr txBox="1">
            <a:spLocks noGrp="1"/>
          </p:cNvSpPr>
          <p:nvPr>
            <p:ph type="subTitle" idx="2"/>
          </p:nvPr>
        </p:nvSpPr>
        <p:spPr>
          <a:xfrm>
            <a:off x="4625100" y="3032145"/>
            <a:ext cx="2907600" cy="4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30" name="Google Shape;30;p5"/>
          <p:cNvSpPr txBox="1">
            <a:spLocks noGrp="1"/>
          </p:cNvSpPr>
          <p:nvPr>
            <p:ph type="subTitle" idx="3"/>
          </p:nvPr>
        </p:nvSpPr>
        <p:spPr>
          <a:xfrm>
            <a:off x="1992450" y="3500525"/>
            <a:ext cx="2357700" cy="1050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 name="Google Shape;31;p5"/>
          <p:cNvSpPr txBox="1">
            <a:spLocks noGrp="1"/>
          </p:cNvSpPr>
          <p:nvPr>
            <p:ph type="subTitle" idx="4"/>
          </p:nvPr>
        </p:nvSpPr>
        <p:spPr>
          <a:xfrm>
            <a:off x="4900050" y="3500525"/>
            <a:ext cx="2357700" cy="1050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 name="Google Shape;32;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3"/>
        <p:cNvGrpSpPr/>
        <p:nvPr/>
      </p:nvGrpSpPr>
      <p:grpSpPr>
        <a:xfrm>
          <a:off x="0" y="0"/>
          <a:ext cx="0" cy="0"/>
          <a:chOff x="0" y="0"/>
          <a:chExt cx="0" cy="0"/>
        </a:xfrm>
      </p:grpSpPr>
      <p:grpSp>
        <p:nvGrpSpPr>
          <p:cNvPr id="34" name="Google Shape;34;p6"/>
          <p:cNvGrpSpPr/>
          <p:nvPr/>
        </p:nvGrpSpPr>
        <p:grpSpPr>
          <a:xfrm rot="10800000" flipH="1">
            <a:off x="-1005221" y="-1621477"/>
            <a:ext cx="11792220" cy="7946477"/>
            <a:chOff x="-1039434" y="-1185730"/>
            <a:chExt cx="11792220" cy="7946477"/>
          </a:xfrm>
        </p:grpSpPr>
        <p:pic>
          <p:nvPicPr>
            <p:cNvPr id="35" name="Google Shape;35;p6"/>
            <p:cNvPicPr preferRelativeResize="0"/>
            <p:nvPr/>
          </p:nvPicPr>
          <p:blipFill rotWithShape="1">
            <a:blip r:embed="rId2">
              <a:alphaModFix/>
            </a:blip>
            <a:srcRect l="7340" r="4538" b="19768"/>
            <a:stretch/>
          </p:blipFill>
          <p:spPr>
            <a:xfrm rot="7826467" flipH="1">
              <a:off x="7486249" y="3907813"/>
              <a:ext cx="3005448" cy="2073501"/>
            </a:xfrm>
            <a:prstGeom prst="rect">
              <a:avLst/>
            </a:prstGeom>
            <a:noFill/>
            <a:ln>
              <a:noFill/>
            </a:ln>
          </p:spPr>
        </p:pic>
        <p:pic>
          <p:nvPicPr>
            <p:cNvPr id="36" name="Google Shape;36;p6"/>
            <p:cNvPicPr preferRelativeResize="0"/>
            <p:nvPr/>
          </p:nvPicPr>
          <p:blipFill rotWithShape="1">
            <a:blip r:embed="rId2">
              <a:alphaModFix/>
            </a:blip>
            <a:srcRect l="7340" r="4538" b="19768"/>
            <a:stretch/>
          </p:blipFill>
          <p:spPr>
            <a:xfrm rot="1428959" flipH="1">
              <a:off x="-806636" y="4315957"/>
              <a:ext cx="2406993" cy="1660634"/>
            </a:xfrm>
            <a:prstGeom prst="rect">
              <a:avLst/>
            </a:prstGeom>
            <a:noFill/>
            <a:ln>
              <a:noFill/>
            </a:ln>
          </p:spPr>
        </p:pic>
        <p:pic>
          <p:nvPicPr>
            <p:cNvPr id="37" name="Google Shape;37;p6"/>
            <p:cNvPicPr preferRelativeResize="0"/>
            <p:nvPr/>
          </p:nvPicPr>
          <p:blipFill rotWithShape="1">
            <a:blip r:embed="rId2">
              <a:alphaModFix/>
            </a:blip>
            <a:srcRect l="7340" r="4538" b="19768"/>
            <a:stretch/>
          </p:blipFill>
          <p:spPr>
            <a:xfrm rot="697866" flipH="1">
              <a:off x="7427023" y="-960143"/>
              <a:ext cx="2406996" cy="1660633"/>
            </a:xfrm>
            <a:prstGeom prst="rect">
              <a:avLst/>
            </a:prstGeom>
            <a:noFill/>
            <a:ln>
              <a:noFill/>
            </a:ln>
          </p:spPr>
        </p:pic>
      </p:grpSp>
      <p:sp>
        <p:nvSpPr>
          <p:cNvPr id="38" name="Google Shape;38;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9"/>
        <p:cNvGrpSpPr/>
        <p:nvPr/>
      </p:nvGrpSpPr>
      <p:grpSpPr>
        <a:xfrm>
          <a:off x="0" y="0"/>
          <a:ext cx="0" cy="0"/>
          <a:chOff x="0" y="0"/>
          <a:chExt cx="0" cy="0"/>
        </a:xfrm>
      </p:grpSpPr>
      <p:grpSp>
        <p:nvGrpSpPr>
          <p:cNvPr id="40" name="Google Shape;40;p7"/>
          <p:cNvGrpSpPr/>
          <p:nvPr/>
        </p:nvGrpSpPr>
        <p:grpSpPr>
          <a:xfrm>
            <a:off x="6368725" y="-3096875"/>
            <a:ext cx="6112800" cy="6112800"/>
            <a:chOff x="6368725" y="-3096875"/>
            <a:chExt cx="6112800" cy="6112800"/>
          </a:xfrm>
        </p:grpSpPr>
        <p:sp>
          <p:nvSpPr>
            <p:cNvPr id="41" name="Google Shape;41;p7"/>
            <p:cNvSpPr/>
            <p:nvPr/>
          </p:nvSpPr>
          <p:spPr>
            <a:xfrm>
              <a:off x="6368725" y="-3096875"/>
              <a:ext cx="6112800" cy="61128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2" name="Google Shape;42;p7"/>
            <p:cNvPicPr preferRelativeResize="0"/>
            <p:nvPr/>
          </p:nvPicPr>
          <p:blipFill rotWithShape="1">
            <a:blip r:embed="rId2">
              <a:alphaModFix/>
            </a:blip>
            <a:srcRect l="7340" r="4538" b="19768"/>
            <a:stretch/>
          </p:blipFill>
          <p:spPr>
            <a:xfrm rot="3599913">
              <a:off x="7727360" y="-484175"/>
              <a:ext cx="3160826" cy="2180726"/>
            </a:xfrm>
            <a:prstGeom prst="rect">
              <a:avLst/>
            </a:prstGeom>
            <a:noFill/>
            <a:ln>
              <a:noFill/>
            </a:ln>
          </p:spPr>
        </p:pic>
        <p:pic>
          <p:nvPicPr>
            <p:cNvPr id="43" name="Google Shape;43;p7"/>
            <p:cNvPicPr preferRelativeResize="0"/>
            <p:nvPr/>
          </p:nvPicPr>
          <p:blipFill>
            <a:blip r:embed="rId3">
              <a:alphaModFix/>
            </a:blip>
            <a:stretch>
              <a:fillRect/>
            </a:stretch>
          </p:blipFill>
          <p:spPr>
            <a:xfrm rot="2051224">
              <a:off x="8345293" y="898004"/>
              <a:ext cx="709013" cy="537293"/>
            </a:xfrm>
            <a:prstGeom prst="rect">
              <a:avLst/>
            </a:prstGeom>
            <a:noFill/>
            <a:ln>
              <a:noFill/>
            </a:ln>
          </p:spPr>
        </p:pic>
      </p:grpSp>
      <p:sp>
        <p:nvSpPr>
          <p:cNvPr id="44" name="Google Shape;44;p7"/>
          <p:cNvSpPr txBox="1">
            <a:spLocks noGrp="1"/>
          </p:cNvSpPr>
          <p:nvPr>
            <p:ph type="title"/>
          </p:nvPr>
        </p:nvSpPr>
        <p:spPr>
          <a:xfrm>
            <a:off x="720000" y="475600"/>
            <a:ext cx="4200900" cy="843000"/>
          </a:xfrm>
          <a:prstGeom prst="rect">
            <a:avLst/>
          </a:prstGeom>
        </p:spPr>
        <p:txBody>
          <a:bodyPr spcFirstLastPara="1" wrap="square" lIns="91425" tIns="91425" rIns="91425" bIns="91425" anchor="t" anchorCtr="0">
            <a:noAutofit/>
          </a:bodyPr>
          <a:lstStyle>
            <a:lvl1pPr lvl="0" rtl="0">
              <a:spcBef>
                <a:spcPts val="0"/>
              </a:spcBef>
              <a:spcAft>
                <a:spcPts val="0"/>
              </a:spcAft>
              <a:buSzPts val="2300"/>
              <a:buNone/>
              <a:defRPr/>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a:endParaRPr/>
          </a:p>
        </p:txBody>
      </p:sp>
      <p:sp>
        <p:nvSpPr>
          <p:cNvPr id="45" name="Google Shape;45;p7"/>
          <p:cNvSpPr txBox="1">
            <a:spLocks noGrp="1"/>
          </p:cNvSpPr>
          <p:nvPr>
            <p:ph type="body" idx="1"/>
          </p:nvPr>
        </p:nvSpPr>
        <p:spPr>
          <a:xfrm>
            <a:off x="720000" y="1152475"/>
            <a:ext cx="36135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400"/>
            </a:lvl1pPr>
            <a:lvl2pPr marL="914400" lvl="1" indent="-330200" rtl="0">
              <a:lnSpc>
                <a:spcPct val="115000"/>
              </a:lnSpc>
              <a:spcBef>
                <a:spcPts val="0"/>
              </a:spcBef>
              <a:spcAft>
                <a:spcPts val="0"/>
              </a:spcAft>
              <a:buSzPts val="1600"/>
              <a:buFont typeface="Nunito Light"/>
              <a:buChar char="○"/>
              <a:defRPr/>
            </a:lvl2pPr>
            <a:lvl3pPr marL="1371600" lvl="2" indent="-323850" rtl="0">
              <a:lnSpc>
                <a:spcPct val="115000"/>
              </a:lnSpc>
              <a:spcBef>
                <a:spcPts val="0"/>
              </a:spcBef>
              <a:spcAft>
                <a:spcPts val="0"/>
              </a:spcAft>
              <a:buSzPts val="1500"/>
              <a:buFont typeface="Nunito Light"/>
              <a:buChar char="■"/>
              <a:defRPr/>
            </a:lvl3pPr>
            <a:lvl4pPr marL="1828800" lvl="3" indent="-323850" rtl="0">
              <a:lnSpc>
                <a:spcPct val="115000"/>
              </a:lnSpc>
              <a:spcBef>
                <a:spcPts val="0"/>
              </a:spcBef>
              <a:spcAft>
                <a:spcPts val="0"/>
              </a:spcAft>
              <a:buSzPts val="1500"/>
              <a:buFont typeface="Nunito Light"/>
              <a:buChar char="●"/>
              <a:defRPr/>
            </a:lvl4pPr>
            <a:lvl5pPr marL="2286000" lvl="4" indent="-317500" rtl="0">
              <a:lnSpc>
                <a:spcPct val="115000"/>
              </a:lnSpc>
              <a:spcBef>
                <a:spcPts val="0"/>
              </a:spcBef>
              <a:spcAft>
                <a:spcPts val="0"/>
              </a:spcAft>
              <a:buSzPts val="1400"/>
              <a:buFont typeface="Nunito Light"/>
              <a:buChar char="○"/>
              <a:defRPr/>
            </a:lvl5pPr>
            <a:lvl6pPr marL="2743200" lvl="5" indent="-317500" rtl="0">
              <a:lnSpc>
                <a:spcPct val="115000"/>
              </a:lnSpc>
              <a:spcBef>
                <a:spcPts val="0"/>
              </a:spcBef>
              <a:spcAft>
                <a:spcPts val="0"/>
              </a:spcAft>
              <a:buSzPts val="1400"/>
              <a:buFont typeface="Nunito Light"/>
              <a:buChar char="■"/>
              <a:defRPr/>
            </a:lvl6pPr>
            <a:lvl7pPr marL="3200400" lvl="6" indent="-311150" rtl="0">
              <a:lnSpc>
                <a:spcPct val="115000"/>
              </a:lnSpc>
              <a:spcBef>
                <a:spcPts val="0"/>
              </a:spcBef>
              <a:spcAft>
                <a:spcPts val="0"/>
              </a:spcAft>
              <a:buSzPts val="1300"/>
              <a:buFont typeface="Nunito Light"/>
              <a:buChar char="●"/>
              <a:defRPr/>
            </a:lvl7pPr>
            <a:lvl8pPr marL="3657600" lvl="7" indent="-311150" rtl="0">
              <a:lnSpc>
                <a:spcPct val="115000"/>
              </a:lnSpc>
              <a:spcBef>
                <a:spcPts val="0"/>
              </a:spcBef>
              <a:spcAft>
                <a:spcPts val="0"/>
              </a:spcAft>
              <a:buSzPts val="1300"/>
              <a:buFont typeface="Nunito Light"/>
              <a:buChar char="○"/>
              <a:defRPr/>
            </a:lvl8pPr>
            <a:lvl9pPr marL="4114800" lvl="8" indent="-304800" rtl="0">
              <a:lnSpc>
                <a:spcPct val="115000"/>
              </a:lnSpc>
              <a:spcBef>
                <a:spcPts val="0"/>
              </a:spcBef>
              <a:spcAft>
                <a:spcPts val="0"/>
              </a:spcAft>
              <a:buSzPts val="1200"/>
              <a:buFont typeface="Nunito Light"/>
              <a:buChar char="■"/>
              <a:defRPr/>
            </a:lvl9pPr>
          </a:lstStyle>
          <a:p>
            <a:endParaRPr/>
          </a:p>
        </p:txBody>
      </p:sp>
      <p:pic>
        <p:nvPicPr>
          <p:cNvPr id="46" name="Google Shape;46;p7"/>
          <p:cNvPicPr preferRelativeResize="0"/>
          <p:nvPr/>
        </p:nvPicPr>
        <p:blipFill rotWithShape="1">
          <a:blip r:embed="rId2">
            <a:alphaModFix/>
          </a:blip>
          <a:srcRect l="7340" r="4538" b="19768"/>
          <a:stretch/>
        </p:blipFill>
        <p:spPr>
          <a:xfrm rot="-8100003">
            <a:off x="-1854460" y="3356557"/>
            <a:ext cx="4536370" cy="3129710"/>
          </a:xfrm>
          <a:prstGeom prst="rect">
            <a:avLst/>
          </a:prstGeom>
          <a:noFill/>
          <a:ln>
            <a:noFill/>
          </a:ln>
        </p:spPr>
      </p:pic>
      <p:sp>
        <p:nvSpPr>
          <p:cNvPr id="47" name="Google Shape;47;p7"/>
          <p:cNvSpPr/>
          <p:nvPr/>
        </p:nvSpPr>
        <p:spPr>
          <a:xfrm>
            <a:off x="8125275" y="3927563"/>
            <a:ext cx="1633500" cy="1633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8"/>
        <p:cNvGrpSpPr/>
        <p:nvPr/>
      </p:nvGrpSpPr>
      <p:grpSpPr>
        <a:xfrm>
          <a:off x="0" y="0"/>
          <a:ext cx="0" cy="0"/>
          <a:chOff x="0" y="0"/>
          <a:chExt cx="0" cy="0"/>
        </a:xfrm>
      </p:grpSpPr>
      <p:pic>
        <p:nvPicPr>
          <p:cNvPr id="49" name="Google Shape;49;p8"/>
          <p:cNvPicPr preferRelativeResize="0"/>
          <p:nvPr/>
        </p:nvPicPr>
        <p:blipFill rotWithShape="1">
          <a:blip r:embed="rId2">
            <a:alphaModFix/>
          </a:blip>
          <a:srcRect l="7340" r="4538" b="19768"/>
          <a:stretch/>
        </p:blipFill>
        <p:spPr>
          <a:xfrm rot="9134663">
            <a:off x="5216409" y="2807138"/>
            <a:ext cx="5981304" cy="4126625"/>
          </a:xfrm>
          <a:prstGeom prst="rect">
            <a:avLst/>
          </a:prstGeom>
          <a:noFill/>
          <a:ln>
            <a:noFill/>
          </a:ln>
        </p:spPr>
      </p:pic>
      <p:pic>
        <p:nvPicPr>
          <p:cNvPr id="50" name="Google Shape;50;p8"/>
          <p:cNvPicPr preferRelativeResize="0"/>
          <p:nvPr/>
        </p:nvPicPr>
        <p:blipFill rotWithShape="1">
          <a:blip r:embed="rId2">
            <a:alphaModFix/>
          </a:blip>
          <a:srcRect l="7340" r="4538" b="19768"/>
          <a:stretch/>
        </p:blipFill>
        <p:spPr>
          <a:xfrm rot="9134665">
            <a:off x="640936" y="-587160"/>
            <a:ext cx="7862096" cy="5424219"/>
          </a:xfrm>
          <a:prstGeom prst="rect">
            <a:avLst/>
          </a:prstGeom>
          <a:noFill/>
          <a:ln>
            <a:noFill/>
          </a:ln>
        </p:spPr>
      </p:pic>
      <p:pic>
        <p:nvPicPr>
          <p:cNvPr id="51" name="Google Shape;51;p8"/>
          <p:cNvPicPr preferRelativeResize="0"/>
          <p:nvPr/>
        </p:nvPicPr>
        <p:blipFill rotWithShape="1">
          <a:blip r:embed="rId2">
            <a:alphaModFix/>
          </a:blip>
          <a:srcRect l="7340" r="4538" b="19768"/>
          <a:stretch/>
        </p:blipFill>
        <p:spPr>
          <a:xfrm rot="-2359540">
            <a:off x="-1115599" y="-633789"/>
            <a:ext cx="3498423" cy="2413614"/>
          </a:xfrm>
          <a:prstGeom prst="rect">
            <a:avLst/>
          </a:prstGeom>
          <a:noFill/>
          <a:ln>
            <a:noFill/>
          </a:ln>
        </p:spPr>
      </p:pic>
      <p:pic>
        <p:nvPicPr>
          <p:cNvPr id="52" name="Google Shape;52;p8"/>
          <p:cNvPicPr preferRelativeResize="0"/>
          <p:nvPr/>
        </p:nvPicPr>
        <p:blipFill rotWithShape="1">
          <a:blip r:embed="rId2">
            <a:alphaModFix/>
          </a:blip>
          <a:srcRect l="7340" r="4538" b="19768"/>
          <a:stretch/>
        </p:blipFill>
        <p:spPr>
          <a:xfrm rot="7857552">
            <a:off x="5346224" y="-2011764"/>
            <a:ext cx="3498427" cy="2413616"/>
          </a:xfrm>
          <a:prstGeom prst="rect">
            <a:avLst/>
          </a:prstGeom>
          <a:noFill/>
          <a:ln>
            <a:noFill/>
          </a:ln>
        </p:spPr>
      </p:pic>
      <p:pic>
        <p:nvPicPr>
          <p:cNvPr id="53" name="Google Shape;53;p8"/>
          <p:cNvPicPr preferRelativeResize="0"/>
          <p:nvPr/>
        </p:nvPicPr>
        <p:blipFill rotWithShape="1">
          <a:blip r:embed="rId2">
            <a:alphaModFix/>
          </a:blip>
          <a:srcRect l="7340" r="4538" b="19768"/>
          <a:stretch/>
        </p:blipFill>
        <p:spPr>
          <a:xfrm rot="8099952">
            <a:off x="400134" y="3004414"/>
            <a:ext cx="1541807" cy="1063725"/>
          </a:xfrm>
          <a:prstGeom prst="rect">
            <a:avLst/>
          </a:prstGeom>
          <a:noFill/>
          <a:ln>
            <a:noFill/>
          </a:ln>
        </p:spPr>
      </p:pic>
      <p:pic>
        <p:nvPicPr>
          <p:cNvPr id="54" name="Google Shape;54;p8"/>
          <p:cNvPicPr preferRelativeResize="0"/>
          <p:nvPr/>
        </p:nvPicPr>
        <p:blipFill rotWithShape="1">
          <a:blip r:embed="rId2">
            <a:alphaModFix/>
          </a:blip>
          <a:srcRect l="7340" r="4538" b="19768"/>
          <a:stretch/>
        </p:blipFill>
        <p:spPr>
          <a:xfrm rot="-3600043">
            <a:off x="7336108" y="2039888"/>
            <a:ext cx="1541809" cy="1063725"/>
          </a:xfrm>
          <a:prstGeom prst="rect">
            <a:avLst/>
          </a:prstGeom>
          <a:noFill/>
          <a:ln>
            <a:noFill/>
          </a:ln>
        </p:spPr>
      </p:pic>
      <p:pic>
        <p:nvPicPr>
          <p:cNvPr id="55" name="Google Shape;55;p8"/>
          <p:cNvPicPr preferRelativeResize="0"/>
          <p:nvPr/>
        </p:nvPicPr>
        <p:blipFill>
          <a:blip r:embed="rId3">
            <a:alphaModFix/>
          </a:blip>
          <a:stretch>
            <a:fillRect/>
          </a:stretch>
        </p:blipFill>
        <p:spPr>
          <a:xfrm>
            <a:off x="2228337" y="-1269810"/>
            <a:ext cx="3185085" cy="2413624"/>
          </a:xfrm>
          <a:prstGeom prst="rect">
            <a:avLst/>
          </a:prstGeom>
          <a:noFill/>
          <a:ln>
            <a:noFill/>
          </a:ln>
        </p:spPr>
      </p:pic>
      <p:sp>
        <p:nvSpPr>
          <p:cNvPr id="56" name="Google Shape;56;p8"/>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4800">
                <a:solidFill>
                  <a:srgbClr val="000000"/>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
        <p:nvSpPr>
          <p:cNvPr id="57" name="Google Shape;57;p8"/>
          <p:cNvSpPr/>
          <p:nvPr/>
        </p:nvSpPr>
        <p:spPr>
          <a:xfrm>
            <a:off x="8107075" y="-377987"/>
            <a:ext cx="1902000" cy="19020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8"/>
          <p:cNvSpPr/>
          <p:nvPr/>
        </p:nvSpPr>
        <p:spPr>
          <a:xfrm>
            <a:off x="-284900" y="4457475"/>
            <a:ext cx="1250700" cy="12507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9"/>
        <p:cNvGrpSpPr/>
        <p:nvPr/>
      </p:nvGrpSpPr>
      <p:grpSpPr>
        <a:xfrm>
          <a:off x="0" y="0"/>
          <a:ext cx="0" cy="0"/>
          <a:chOff x="0" y="0"/>
          <a:chExt cx="0" cy="0"/>
        </a:xfrm>
      </p:grpSpPr>
      <p:grpSp>
        <p:nvGrpSpPr>
          <p:cNvPr id="60" name="Google Shape;60;p9"/>
          <p:cNvGrpSpPr/>
          <p:nvPr/>
        </p:nvGrpSpPr>
        <p:grpSpPr>
          <a:xfrm>
            <a:off x="6644363" y="-2043963"/>
            <a:ext cx="4566851" cy="4634703"/>
            <a:chOff x="6644363" y="-2043963"/>
            <a:chExt cx="4566851" cy="4634703"/>
          </a:xfrm>
        </p:grpSpPr>
        <p:sp>
          <p:nvSpPr>
            <p:cNvPr id="61" name="Google Shape;61;p9"/>
            <p:cNvSpPr/>
            <p:nvPr/>
          </p:nvSpPr>
          <p:spPr>
            <a:xfrm>
              <a:off x="7796525" y="-1669075"/>
              <a:ext cx="3257100" cy="32571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2" name="Google Shape;62;p9"/>
            <p:cNvPicPr preferRelativeResize="0"/>
            <p:nvPr/>
          </p:nvPicPr>
          <p:blipFill rotWithShape="1">
            <a:blip r:embed="rId2">
              <a:alphaModFix/>
            </a:blip>
            <a:srcRect l="7340" r="4538" b="19768"/>
            <a:stretch/>
          </p:blipFill>
          <p:spPr>
            <a:xfrm rot="2838283">
              <a:off x="7001145" y="-1055845"/>
              <a:ext cx="3853286" cy="2658465"/>
            </a:xfrm>
            <a:prstGeom prst="rect">
              <a:avLst/>
            </a:prstGeom>
            <a:noFill/>
            <a:ln>
              <a:noFill/>
            </a:ln>
          </p:spPr>
        </p:pic>
      </p:grpSp>
      <p:sp>
        <p:nvSpPr>
          <p:cNvPr id="63" name="Google Shape;63;p9"/>
          <p:cNvSpPr txBox="1">
            <a:spLocks noGrp="1"/>
          </p:cNvSpPr>
          <p:nvPr>
            <p:ph type="title"/>
          </p:nvPr>
        </p:nvSpPr>
        <p:spPr>
          <a:xfrm>
            <a:off x="720000" y="654862"/>
            <a:ext cx="4200900" cy="596400"/>
          </a:xfrm>
          <a:prstGeom prst="rect">
            <a:avLst/>
          </a:prstGeom>
        </p:spPr>
        <p:txBody>
          <a:bodyPr spcFirstLastPara="1" wrap="square" lIns="91425" tIns="91425" rIns="91425" bIns="91425" anchor="t" anchorCtr="0">
            <a:noAutofit/>
          </a:bodyPr>
          <a:lstStyle>
            <a:lvl1pPr lvl="0" rtl="0">
              <a:spcBef>
                <a:spcPts val="0"/>
              </a:spcBef>
              <a:spcAft>
                <a:spcPts val="0"/>
              </a:spcAft>
              <a:buSzPts val="2300"/>
              <a:buNone/>
              <a:defRPr sz="3000"/>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a:endParaRPr/>
          </a:p>
        </p:txBody>
      </p:sp>
      <p:sp>
        <p:nvSpPr>
          <p:cNvPr id="64" name="Google Shape;64;p9"/>
          <p:cNvSpPr txBox="1">
            <a:spLocks noGrp="1"/>
          </p:cNvSpPr>
          <p:nvPr>
            <p:ph type="body" idx="1"/>
          </p:nvPr>
        </p:nvSpPr>
        <p:spPr>
          <a:xfrm>
            <a:off x="720000" y="1880012"/>
            <a:ext cx="3613500" cy="2319900"/>
          </a:xfrm>
          <a:prstGeom prst="rect">
            <a:avLst/>
          </a:prstGeom>
        </p:spPr>
        <p:txBody>
          <a:bodyPr spcFirstLastPara="1" wrap="square" lIns="91425" tIns="91425" rIns="91425" bIns="91425" anchor="ctr" anchorCtr="0">
            <a:noAutofit/>
          </a:bodyPr>
          <a:lstStyle>
            <a:lvl1pPr marL="457200" lvl="0" indent="-317500" rtl="0">
              <a:spcBef>
                <a:spcPts val="0"/>
              </a:spcBef>
              <a:spcAft>
                <a:spcPts val="0"/>
              </a:spcAft>
              <a:buClr>
                <a:srgbClr val="999999"/>
              </a:buClr>
              <a:buSzPts val="1400"/>
              <a:buFont typeface="Anaheim"/>
              <a:buAutoNum type="arabicPeriod"/>
              <a:defRPr sz="1400"/>
            </a:lvl1pPr>
            <a:lvl2pPr marL="914400" lvl="1" indent="-279400" rtl="0">
              <a:lnSpc>
                <a:spcPct val="115000"/>
              </a:lnSpc>
              <a:spcBef>
                <a:spcPts val="1600"/>
              </a:spcBef>
              <a:spcAft>
                <a:spcPts val="0"/>
              </a:spcAft>
              <a:buClr>
                <a:srgbClr val="999999"/>
              </a:buClr>
              <a:buSzPts val="800"/>
              <a:buFont typeface="Open Sans"/>
              <a:buAutoNum type="alphaLcPeriod"/>
              <a:defRPr/>
            </a:lvl2pPr>
            <a:lvl3pPr marL="1371600" lvl="2" indent="-279400" rtl="0">
              <a:lnSpc>
                <a:spcPct val="115000"/>
              </a:lnSpc>
              <a:spcBef>
                <a:spcPts val="0"/>
              </a:spcBef>
              <a:spcAft>
                <a:spcPts val="0"/>
              </a:spcAft>
              <a:buClr>
                <a:srgbClr val="999999"/>
              </a:buClr>
              <a:buSzPts val="800"/>
              <a:buFont typeface="Open Sans"/>
              <a:buAutoNum type="romanLcPeriod"/>
              <a:defRPr/>
            </a:lvl3pPr>
            <a:lvl4pPr marL="1828800" lvl="3" indent="-279400" rtl="0">
              <a:lnSpc>
                <a:spcPct val="115000"/>
              </a:lnSpc>
              <a:spcBef>
                <a:spcPts val="0"/>
              </a:spcBef>
              <a:spcAft>
                <a:spcPts val="0"/>
              </a:spcAft>
              <a:buClr>
                <a:srgbClr val="999999"/>
              </a:buClr>
              <a:buSzPts val="800"/>
              <a:buFont typeface="Open Sans"/>
              <a:buAutoNum type="arabicPeriod"/>
              <a:defRPr/>
            </a:lvl4pPr>
            <a:lvl5pPr marL="2286000" lvl="4" indent="-304800" rtl="0">
              <a:lnSpc>
                <a:spcPct val="115000"/>
              </a:lnSpc>
              <a:spcBef>
                <a:spcPts val="0"/>
              </a:spcBef>
              <a:spcAft>
                <a:spcPts val="0"/>
              </a:spcAft>
              <a:buClr>
                <a:srgbClr val="999999"/>
              </a:buClr>
              <a:buSzPts val="1200"/>
              <a:buFont typeface="Open Sans"/>
              <a:buAutoNum type="alphaLcPeriod"/>
              <a:defRPr/>
            </a:lvl5pPr>
            <a:lvl6pPr marL="2743200" lvl="5" indent="-304800" rtl="0">
              <a:lnSpc>
                <a:spcPct val="115000"/>
              </a:lnSpc>
              <a:spcBef>
                <a:spcPts val="0"/>
              </a:spcBef>
              <a:spcAft>
                <a:spcPts val="0"/>
              </a:spcAft>
              <a:buClr>
                <a:srgbClr val="999999"/>
              </a:buClr>
              <a:buSzPts val="1200"/>
              <a:buFont typeface="Open Sans"/>
              <a:buAutoNum type="romanLcPeriod"/>
              <a:defRPr/>
            </a:lvl6pPr>
            <a:lvl7pPr marL="3200400" lvl="6" indent="-273050" rtl="0">
              <a:lnSpc>
                <a:spcPct val="115000"/>
              </a:lnSpc>
              <a:spcBef>
                <a:spcPts val="0"/>
              </a:spcBef>
              <a:spcAft>
                <a:spcPts val="0"/>
              </a:spcAft>
              <a:buClr>
                <a:srgbClr val="999999"/>
              </a:buClr>
              <a:buSzPts val="700"/>
              <a:buFont typeface="Open Sans"/>
              <a:buAutoNum type="arabicPeriod"/>
              <a:defRPr/>
            </a:lvl7pPr>
            <a:lvl8pPr marL="3657600" lvl="7" indent="-273050" rtl="0">
              <a:lnSpc>
                <a:spcPct val="115000"/>
              </a:lnSpc>
              <a:spcBef>
                <a:spcPts val="0"/>
              </a:spcBef>
              <a:spcAft>
                <a:spcPts val="0"/>
              </a:spcAft>
              <a:buClr>
                <a:srgbClr val="999999"/>
              </a:buClr>
              <a:buSzPts val="700"/>
              <a:buFont typeface="Open Sans"/>
              <a:buAutoNum type="alphaLcPeriod"/>
              <a:defRPr/>
            </a:lvl8pPr>
            <a:lvl9pPr marL="4114800" lvl="8" indent="-266700" rtl="0">
              <a:lnSpc>
                <a:spcPct val="115000"/>
              </a:lnSpc>
              <a:spcBef>
                <a:spcPts val="0"/>
              </a:spcBef>
              <a:spcAft>
                <a:spcPts val="0"/>
              </a:spcAft>
              <a:buClr>
                <a:srgbClr val="999999"/>
              </a:buClr>
              <a:buSzPts val="600"/>
              <a:buFont typeface="Open Sans"/>
              <a:buAutoNum type="romanLcPeriod"/>
              <a:defRPr/>
            </a:lvl9pPr>
          </a:lstStyle>
          <a:p>
            <a:endParaRPr/>
          </a:p>
        </p:txBody>
      </p:sp>
      <p:pic>
        <p:nvPicPr>
          <p:cNvPr id="65" name="Google Shape;65;p9"/>
          <p:cNvPicPr preferRelativeResize="0"/>
          <p:nvPr/>
        </p:nvPicPr>
        <p:blipFill rotWithShape="1">
          <a:blip r:embed="rId2">
            <a:alphaModFix/>
          </a:blip>
          <a:srcRect l="7340" r="4538" b="19768"/>
          <a:stretch/>
        </p:blipFill>
        <p:spPr>
          <a:xfrm rot="-8100003">
            <a:off x="-1854460" y="3356557"/>
            <a:ext cx="4536370" cy="3129710"/>
          </a:xfrm>
          <a:prstGeom prst="rect">
            <a:avLst/>
          </a:prstGeom>
          <a:noFill/>
          <a:ln>
            <a:noFill/>
          </a:ln>
        </p:spPr>
      </p:pic>
      <p:sp>
        <p:nvSpPr>
          <p:cNvPr id="66" name="Google Shape;66;p9"/>
          <p:cNvSpPr/>
          <p:nvPr/>
        </p:nvSpPr>
        <p:spPr>
          <a:xfrm>
            <a:off x="8125275" y="3927563"/>
            <a:ext cx="1633500" cy="1633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bg>
      <p:bgPr>
        <a:gradFill>
          <a:gsLst>
            <a:gs pos="0">
              <a:srgbClr val="8DF1FF"/>
            </a:gs>
            <a:gs pos="30000">
              <a:srgbClr val="F2CEFF"/>
            </a:gs>
            <a:gs pos="100000">
              <a:srgbClr val="0445FF"/>
            </a:gs>
          </a:gsLst>
          <a:lin ang="8099331" scaled="0"/>
        </a:gradFill>
        <a:effectLst/>
      </p:bgPr>
    </p:bg>
    <p:spTree>
      <p:nvGrpSpPr>
        <p:cNvPr id="1" name="Shape 67"/>
        <p:cNvGrpSpPr/>
        <p:nvPr/>
      </p:nvGrpSpPr>
      <p:grpSpPr>
        <a:xfrm>
          <a:off x="0" y="0"/>
          <a:ext cx="0" cy="0"/>
          <a:chOff x="0" y="0"/>
          <a:chExt cx="0" cy="0"/>
        </a:xfrm>
      </p:grpSpPr>
      <p:sp>
        <p:nvSpPr>
          <p:cNvPr id="68" name="Google Shape;68;p10"/>
          <p:cNvSpPr txBox="1">
            <a:spLocks noGrp="1"/>
          </p:cNvSpPr>
          <p:nvPr>
            <p:ph type="title"/>
          </p:nvPr>
        </p:nvSpPr>
        <p:spPr>
          <a:xfrm>
            <a:off x="720000" y="540000"/>
            <a:ext cx="3852000" cy="857100"/>
          </a:xfrm>
          <a:prstGeom prst="rect">
            <a:avLst/>
          </a:prstGeom>
        </p:spPr>
        <p:txBody>
          <a:bodyPr spcFirstLastPara="1" wrap="square" lIns="91425" tIns="91425" rIns="91425" bIns="91425" anchor="ctr" anchorCtr="0">
            <a:noAutofit/>
          </a:bodyPr>
          <a:lstStyle>
            <a:lvl1pPr lvl="0" rtl="0">
              <a:spcBef>
                <a:spcPts val="0"/>
              </a:spcBef>
              <a:spcAft>
                <a:spcPts val="0"/>
              </a:spcAft>
              <a:buSzPts val="2300"/>
              <a:buNone/>
              <a:defRPr>
                <a:solidFill>
                  <a:schemeClr val="dk2"/>
                </a:solidFill>
              </a:defRPr>
            </a:lvl1pPr>
            <a:lvl2pPr lvl="1" algn="ctr" rtl="0">
              <a:spcBef>
                <a:spcPts val="0"/>
              </a:spcBef>
              <a:spcAft>
                <a:spcPts val="0"/>
              </a:spcAft>
              <a:buSzPts val="2500"/>
              <a:buNone/>
              <a:defRPr/>
            </a:lvl2pPr>
            <a:lvl3pPr lvl="2" algn="ctr" rtl="0">
              <a:spcBef>
                <a:spcPts val="0"/>
              </a:spcBef>
              <a:spcAft>
                <a:spcPts val="0"/>
              </a:spcAft>
              <a:buSzPts val="2500"/>
              <a:buNone/>
              <a:defRPr/>
            </a:lvl3pPr>
            <a:lvl4pPr lvl="3" algn="ctr" rtl="0">
              <a:spcBef>
                <a:spcPts val="0"/>
              </a:spcBef>
              <a:spcAft>
                <a:spcPts val="0"/>
              </a:spcAft>
              <a:buSzPts val="2500"/>
              <a:buNone/>
              <a:defRPr/>
            </a:lvl4pPr>
            <a:lvl5pPr lvl="4" algn="ctr" rtl="0">
              <a:spcBef>
                <a:spcPts val="0"/>
              </a:spcBef>
              <a:spcAft>
                <a:spcPts val="0"/>
              </a:spcAft>
              <a:buSzPts val="2500"/>
              <a:buNone/>
              <a:defRPr/>
            </a:lvl5pPr>
            <a:lvl6pPr lvl="5" algn="ctr" rtl="0">
              <a:spcBef>
                <a:spcPts val="0"/>
              </a:spcBef>
              <a:spcAft>
                <a:spcPts val="0"/>
              </a:spcAft>
              <a:buSzPts val="2500"/>
              <a:buNone/>
              <a:defRPr/>
            </a:lvl6pPr>
            <a:lvl7pPr lvl="6" algn="ctr" rtl="0">
              <a:spcBef>
                <a:spcPts val="0"/>
              </a:spcBef>
              <a:spcAft>
                <a:spcPts val="0"/>
              </a:spcAft>
              <a:buSzPts val="2500"/>
              <a:buNone/>
              <a:defRPr/>
            </a:lvl7pPr>
            <a:lvl8pPr lvl="7" algn="ctr" rtl="0">
              <a:spcBef>
                <a:spcPts val="0"/>
              </a:spcBef>
              <a:spcAft>
                <a:spcPts val="0"/>
              </a:spcAft>
              <a:buSzPts val="2500"/>
              <a:buNone/>
              <a:defRPr/>
            </a:lvl8pPr>
            <a:lvl9pPr lvl="8" algn="ctr" rtl="0">
              <a:spcBef>
                <a:spcPts val="0"/>
              </a:spcBef>
              <a:spcAft>
                <a:spcPts val="0"/>
              </a:spcAft>
              <a:buSzPts val="2500"/>
              <a:buNone/>
              <a:defRPr/>
            </a:lvl9pPr>
          </a:lstStyle>
          <a:p>
            <a:endParaRPr/>
          </a:p>
        </p:txBody>
      </p:sp>
      <p:pic>
        <p:nvPicPr>
          <p:cNvPr id="69" name="Google Shape;69;p10"/>
          <p:cNvPicPr preferRelativeResize="0"/>
          <p:nvPr/>
        </p:nvPicPr>
        <p:blipFill rotWithShape="1">
          <a:blip r:embed="rId2">
            <a:alphaModFix/>
          </a:blip>
          <a:srcRect l="7340" r="4538" b="19768"/>
          <a:stretch/>
        </p:blipFill>
        <p:spPr>
          <a:xfrm rot="7670436">
            <a:off x="6935928" y="2750610"/>
            <a:ext cx="4398547" cy="3034626"/>
          </a:xfrm>
          <a:prstGeom prst="rect">
            <a:avLst/>
          </a:prstGeom>
          <a:noFill/>
          <a:ln>
            <a:noFill/>
          </a:ln>
        </p:spPr>
      </p:pic>
      <p:pic>
        <p:nvPicPr>
          <p:cNvPr id="70" name="Google Shape;70;p10"/>
          <p:cNvPicPr preferRelativeResize="0"/>
          <p:nvPr/>
        </p:nvPicPr>
        <p:blipFill rotWithShape="1">
          <a:blip r:embed="rId2">
            <a:alphaModFix/>
          </a:blip>
          <a:srcRect l="7340" r="4538" b="19768"/>
          <a:stretch/>
        </p:blipFill>
        <p:spPr>
          <a:xfrm rot="-9899982">
            <a:off x="7473802" y="-293359"/>
            <a:ext cx="1900395" cy="1311115"/>
          </a:xfrm>
          <a:prstGeom prst="rect">
            <a:avLst/>
          </a:prstGeom>
          <a:noFill/>
          <a:ln>
            <a:noFill/>
          </a:ln>
        </p:spPr>
      </p:pic>
      <p:sp>
        <p:nvSpPr>
          <p:cNvPr id="71" name="Google Shape;71;p10"/>
          <p:cNvSpPr/>
          <p:nvPr/>
        </p:nvSpPr>
        <p:spPr>
          <a:xfrm>
            <a:off x="8688575" y="975674"/>
            <a:ext cx="927000" cy="9270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2"/>
        <p:cNvGrpSpPr/>
        <p:nvPr/>
      </p:nvGrpSpPr>
      <p:grpSpPr>
        <a:xfrm>
          <a:off x="0" y="0"/>
          <a:ext cx="0" cy="0"/>
          <a:chOff x="0" y="0"/>
          <a:chExt cx="0" cy="0"/>
        </a:xfrm>
      </p:grpSpPr>
      <p:grpSp>
        <p:nvGrpSpPr>
          <p:cNvPr id="73" name="Google Shape;73;p11"/>
          <p:cNvGrpSpPr/>
          <p:nvPr/>
        </p:nvGrpSpPr>
        <p:grpSpPr>
          <a:xfrm>
            <a:off x="594425" y="-3271875"/>
            <a:ext cx="7809875" cy="10614975"/>
            <a:chOff x="594425" y="-3271875"/>
            <a:chExt cx="7809875" cy="10614975"/>
          </a:xfrm>
        </p:grpSpPr>
        <p:sp>
          <p:nvSpPr>
            <p:cNvPr id="74" name="Google Shape;74;p11"/>
            <p:cNvSpPr/>
            <p:nvPr/>
          </p:nvSpPr>
          <p:spPr>
            <a:xfrm>
              <a:off x="4636925" y="-2618775"/>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1"/>
            <p:cNvSpPr/>
            <p:nvPr/>
          </p:nvSpPr>
          <p:spPr>
            <a:xfrm>
              <a:off x="4880200" y="381900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1"/>
            <p:cNvSpPr/>
            <p:nvPr/>
          </p:nvSpPr>
          <p:spPr>
            <a:xfrm>
              <a:off x="976800" y="-3271875"/>
              <a:ext cx="4830000" cy="48303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1"/>
            <p:cNvSpPr/>
            <p:nvPr/>
          </p:nvSpPr>
          <p:spPr>
            <a:xfrm>
              <a:off x="594425" y="3889300"/>
              <a:ext cx="3058800" cy="3058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Google Shape;78;p11"/>
          <p:cNvSpPr txBox="1">
            <a:spLocks noGrp="1"/>
          </p:cNvSpPr>
          <p:nvPr>
            <p:ph type="title" hasCustomPrompt="1"/>
          </p:nvPr>
        </p:nvSpPr>
        <p:spPr>
          <a:xfrm>
            <a:off x="720000" y="1785663"/>
            <a:ext cx="7704000" cy="10260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9" name="Google Shape;79;p11"/>
          <p:cNvSpPr txBox="1">
            <a:spLocks noGrp="1"/>
          </p:cNvSpPr>
          <p:nvPr>
            <p:ph type="subTitle" idx="1"/>
          </p:nvPr>
        </p:nvSpPr>
        <p:spPr>
          <a:xfrm>
            <a:off x="1284000" y="2828400"/>
            <a:ext cx="6576000" cy="448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800">
                <a:latin typeface="Darker Grotesque"/>
                <a:ea typeface="Darker Grotesque"/>
                <a:cs typeface="Darker Grotesque"/>
                <a:sym typeface="Darker Grotesque"/>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80" name="Google Shape;80;p11"/>
          <p:cNvSpPr/>
          <p:nvPr/>
        </p:nvSpPr>
        <p:spPr>
          <a:xfrm>
            <a:off x="2894450" y="4635025"/>
            <a:ext cx="1474500" cy="1474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81"/>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82"/>
        <p:cNvGrpSpPr/>
        <p:nvPr/>
      </p:nvGrpSpPr>
      <p:grpSpPr>
        <a:xfrm>
          <a:off x="0" y="0"/>
          <a:ext cx="0" cy="0"/>
          <a:chOff x="0" y="0"/>
          <a:chExt cx="0" cy="0"/>
        </a:xfrm>
      </p:grpSpPr>
      <p:grpSp>
        <p:nvGrpSpPr>
          <p:cNvPr id="83" name="Google Shape;83;p13"/>
          <p:cNvGrpSpPr/>
          <p:nvPr/>
        </p:nvGrpSpPr>
        <p:grpSpPr>
          <a:xfrm>
            <a:off x="-2519465" y="-1064375"/>
            <a:ext cx="13382030" cy="8111790"/>
            <a:chOff x="-2519465" y="-1064375"/>
            <a:chExt cx="13382030" cy="8111790"/>
          </a:xfrm>
        </p:grpSpPr>
        <p:sp>
          <p:nvSpPr>
            <p:cNvPr id="84" name="Google Shape;84;p13"/>
            <p:cNvSpPr/>
            <p:nvPr/>
          </p:nvSpPr>
          <p:spPr>
            <a:xfrm>
              <a:off x="-2305525" y="1750825"/>
              <a:ext cx="2815200" cy="2815200"/>
            </a:xfrm>
            <a:prstGeom prst="ellipse">
              <a:avLst/>
            </a:prstGeom>
            <a:solidFill>
              <a:schemeClr val="dk2"/>
            </a:soli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13"/>
            <p:cNvSpPr/>
            <p:nvPr/>
          </p:nvSpPr>
          <p:spPr>
            <a:xfrm>
              <a:off x="7362900" y="-1064375"/>
              <a:ext cx="2815200" cy="2815200"/>
            </a:xfrm>
            <a:prstGeom prst="ellipse">
              <a:avLst/>
            </a:prstGeom>
            <a:solidFill>
              <a:schemeClr val="dk2"/>
            </a:soli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86" name="Google Shape;86;p13"/>
            <p:cNvPicPr preferRelativeResize="0"/>
            <p:nvPr/>
          </p:nvPicPr>
          <p:blipFill>
            <a:blip r:embed="rId2">
              <a:alphaModFix/>
            </a:blip>
            <a:stretch>
              <a:fillRect/>
            </a:stretch>
          </p:blipFill>
          <p:spPr>
            <a:xfrm rot="2051225">
              <a:off x="8058638" y="215269"/>
              <a:ext cx="1005627" cy="762066"/>
            </a:xfrm>
            <a:prstGeom prst="rect">
              <a:avLst/>
            </a:prstGeom>
            <a:noFill/>
            <a:ln>
              <a:noFill/>
            </a:ln>
          </p:spPr>
        </p:pic>
        <p:pic>
          <p:nvPicPr>
            <p:cNvPr id="87" name="Google Shape;87;p13"/>
            <p:cNvPicPr preferRelativeResize="0"/>
            <p:nvPr/>
          </p:nvPicPr>
          <p:blipFill rotWithShape="1">
            <a:blip r:embed="rId3">
              <a:alphaModFix/>
            </a:blip>
            <a:srcRect l="7340" r="4538" b="19768"/>
            <a:stretch/>
          </p:blipFill>
          <p:spPr>
            <a:xfrm rot="10666232">
              <a:off x="-1063726" y="-337746"/>
              <a:ext cx="2544482" cy="1755493"/>
            </a:xfrm>
            <a:prstGeom prst="rect">
              <a:avLst/>
            </a:prstGeom>
            <a:noFill/>
            <a:ln>
              <a:noFill/>
            </a:ln>
          </p:spPr>
        </p:pic>
        <p:pic>
          <p:nvPicPr>
            <p:cNvPr id="88" name="Google Shape;88;p13"/>
            <p:cNvPicPr preferRelativeResize="0"/>
            <p:nvPr/>
          </p:nvPicPr>
          <p:blipFill rotWithShape="1">
            <a:blip r:embed="rId3">
              <a:alphaModFix/>
            </a:blip>
            <a:srcRect l="7340" r="4538" b="19768"/>
            <a:stretch/>
          </p:blipFill>
          <p:spPr>
            <a:xfrm rot="8474785">
              <a:off x="7529762" y="3538855"/>
              <a:ext cx="3013777" cy="2079243"/>
            </a:xfrm>
            <a:prstGeom prst="rect">
              <a:avLst/>
            </a:prstGeom>
            <a:noFill/>
            <a:ln>
              <a:noFill/>
            </a:ln>
          </p:spPr>
        </p:pic>
        <p:pic>
          <p:nvPicPr>
            <p:cNvPr id="89" name="Google Shape;89;p13"/>
            <p:cNvPicPr preferRelativeResize="0"/>
            <p:nvPr/>
          </p:nvPicPr>
          <p:blipFill rotWithShape="1">
            <a:blip r:embed="rId3">
              <a:alphaModFix/>
            </a:blip>
            <a:srcRect l="7340" r="4538" b="19768"/>
            <a:stretch/>
          </p:blipFill>
          <p:spPr>
            <a:xfrm rot="8474785">
              <a:off x="-2200438" y="4253780"/>
              <a:ext cx="3013777" cy="2079243"/>
            </a:xfrm>
            <a:prstGeom prst="rect">
              <a:avLst/>
            </a:prstGeom>
            <a:noFill/>
            <a:ln>
              <a:noFill/>
            </a:ln>
          </p:spPr>
        </p:pic>
      </p:grpSp>
      <p:sp>
        <p:nvSpPr>
          <p:cNvPr id="90" name="Google Shape;90;p13"/>
          <p:cNvSpPr txBox="1">
            <a:spLocks noGrp="1"/>
          </p:cNvSpPr>
          <p:nvPr>
            <p:ph type="title"/>
          </p:nvPr>
        </p:nvSpPr>
        <p:spPr>
          <a:xfrm>
            <a:off x="720000" y="1945975"/>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91" name="Google Shape;91;p13"/>
          <p:cNvSpPr txBox="1">
            <a:spLocks noGrp="1"/>
          </p:cNvSpPr>
          <p:nvPr>
            <p:ph type="title" idx="2" hasCustomPrompt="1"/>
          </p:nvPr>
        </p:nvSpPr>
        <p:spPr>
          <a:xfrm>
            <a:off x="720000" y="1505200"/>
            <a:ext cx="1275300" cy="593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a:spLocks noGrp="1"/>
          </p:cNvSpPr>
          <p:nvPr>
            <p:ph type="subTitle" idx="1"/>
          </p:nvPr>
        </p:nvSpPr>
        <p:spPr>
          <a:xfrm>
            <a:off x="720000" y="2380100"/>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3" name="Google Shape;93;p13"/>
          <p:cNvSpPr txBox="1">
            <a:spLocks noGrp="1"/>
          </p:cNvSpPr>
          <p:nvPr>
            <p:ph type="title" idx="3"/>
          </p:nvPr>
        </p:nvSpPr>
        <p:spPr>
          <a:xfrm>
            <a:off x="3403800" y="1945975"/>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94" name="Google Shape;94;p13"/>
          <p:cNvSpPr txBox="1">
            <a:spLocks noGrp="1"/>
          </p:cNvSpPr>
          <p:nvPr>
            <p:ph type="title" idx="4" hasCustomPrompt="1"/>
          </p:nvPr>
        </p:nvSpPr>
        <p:spPr>
          <a:xfrm>
            <a:off x="3403800" y="1505200"/>
            <a:ext cx="1275300" cy="593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5" name="Google Shape;95;p13"/>
          <p:cNvSpPr txBox="1">
            <a:spLocks noGrp="1"/>
          </p:cNvSpPr>
          <p:nvPr>
            <p:ph type="subTitle" idx="5"/>
          </p:nvPr>
        </p:nvSpPr>
        <p:spPr>
          <a:xfrm>
            <a:off x="3403800" y="2380100"/>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6" name="Google Shape;96;p13"/>
          <p:cNvSpPr txBox="1">
            <a:spLocks noGrp="1"/>
          </p:cNvSpPr>
          <p:nvPr>
            <p:ph type="title" idx="6"/>
          </p:nvPr>
        </p:nvSpPr>
        <p:spPr>
          <a:xfrm>
            <a:off x="6087600" y="1945975"/>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97" name="Google Shape;97;p13"/>
          <p:cNvSpPr txBox="1">
            <a:spLocks noGrp="1"/>
          </p:cNvSpPr>
          <p:nvPr>
            <p:ph type="title" idx="7" hasCustomPrompt="1"/>
          </p:nvPr>
        </p:nvSpPr>
        <p:spPr>
          <a:xfrm>
            <a:off x="6087600" y="1505200"/>
            <a:ext cx="1275300" cy="593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 name="Google Shape;98;p13"/>
          <p:cNvSpPr txBox="1">
            <a:spLocks noGrp="1"/>
          </p:cNvSpPr>
          <p:nvPr>
            <p:ph type="subTitle" idx="8"/>
          </p:nvPr>
        </p:nvSpPr>
        <p:spPr>
          <a:xfrm>
            <a:off x="6087600" y="2380100"/>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9" name="Google Shape;99;p13"/>
          <p:cNvSpPr txBox="1">
            <a:spLocks noGrp="1"/>
          </p:cNvSpPr>
          <p:nvPr>
            <p:ph type="title" idx="9"/>
          </p:nvPr>
        </p:nvSpPr>
        <p:spPr>
          <a:xfrm>
            <a:off x="720000" y="3659175"/>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00" name="Google Shape;100;p13"/>
          <p:cNvSpPr txBox="1">
            <a:spLocks noGrp="1"/>
          </p:cNvSpPr>
          <p:nvPr>
            <p:ph type="title" idx="13" hasCustomPrompt="1"/>
          </p:nvPr>
        </p:nvSpPr>
        <p:spPr>
          <a:xfrm>
            <a:off x="720000" y="3218400"/>
            <a:ext cx="1275300" cy="593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1" name="Google Shape;101;p13"/>
          <p:cNvSpPr txBox="1">
            <a:spLocks noGrp="1"/>
          </p:cNvSpPr>
          <p:nvPr>
            <p:ph type="subTitle" idx="14"/>
          </p:nvPr>
        </p:nvSpPr>
        <p:spPr>
          <a:xfrm>
            <a:off x="720000" y="4093300"/>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2" name="Google Shape;102;p13"/>
          <p:cNvSpPr txBox="1">
            <a:spLocks noGrp="1"/>
          </p:cNvSpPr>
          <p:nvPr>
            <p:ph type="title" idx="15"/>
          </p:nvPr>
        </p:nvSpPr>
        <p:spPr>
          <a:xfrm>
            <a:off x="3403800" y="3659175"/>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03" name="Google Shape;103;p13"/>
          <p:cNvSpPr txBox="1">
            <a:spLocks noGrp="1"/>
          </p:cNvSpPr>
          <p:nvPr>
            <p:ph type="title" idx="16" hasCustomPrompt="1"/>
          </p:nvPr>
        </p:nvSpPr>
        <p:spPr>
          <a:xfrm>
            <a:off x="3403800" y="3218400"/>
            <a:ext cx="1275300" cy="593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4" name="Google Shape;104;p13"/>
          <p:cNvSpPr txBox="1">
            <a:spLocks noGrp="1"/>
          </p:cNvSpPr>
          <p:nvPr>
            <p:ph type="subTitle" idx="17"/>
          </p:nvPr>
        </p:nvSpPr>
        <p:spPr>
          <a:xfrm>
            <a:off x="3403800" y="4093300"/>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5" name="Google Shape;105;p13"/>
          <p:cNvSpPr txBox="1">
            <a:spLocks noGrp="1"/>
          </p:cNvSpPr>
          <p:nvPr>
            <p:ph type="title" idx="18"/>
          </p:nvPr>
        </p:nvSpPr>
        <p:spPr>
          <a:xfrm>
            <a:off x="6087600" y="3659175"/>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06" name="Google Shape;106;p13"/>
          <p:cNvSpPr txBox="1">
            <a:spLocks noGrp="1"/>
          </p:cNvSpPr>
          <p:nvPr>
            <p:ph type="title" idx="19" hasCustomPrompt="1"/>
          </p:nvPr>
        </p:nvSpPr>
        <p:spPr>
          <a:xfrm>
            <a:off x="6087600" y="3218400"/>
            <a:ext cx="1275300" cy="593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 name="Google Shape;107;p13"/>
          <p:cNvSpPr txBox="1">
            <a:spLocks noGrp="1"/>
          </p:cNvSpPr>
          <p:nvPr>
            <p:ph type="subTitle" idx="20"/>
          </p:nvPr>
        </p:nvSpPr>
        <p:spPr>
          <a:xfrm>
            <a:off x="6087600" y="4093300"/>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8" name="Google Shape;108;p13"/>
          <p:cNvSpPr txBox="1">
            <a:spLocks noGrp="1"/>
          </p:cNvSpPr>
          <p:nvPr>
            <p:ph type="title" idx="21"/>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09"/>
        <p:cNvGrpSpPr/>
        <p:nvPr/>
      </p:nvGrpSpPr>
      <p:grpSpPr>
        <a:xfrm>
          <a:off x="0" y="0"/>
          <a:ext cx="0" cy="0"/>
          <a:chOff x="0" y="0"/>
          <a:chExt cx="0" cy="0"/>
        </a:xfrm>
      </p:grpSpPr>
      <p:grpSp>
        <p:nvGrpSpPr>
          <p:cNvPr id="110" name="Google Shape;110;p14"/>
          <p:cNvGrpSpPr/>
          <p:nvPr/>
        </p:nvGrpSpPr>
        <p:grpSpPr>
          <a:xfrm>
            <a:off x="-2287613" y="-2849757"/>
            <a:ext cx="13137064" cy="11818857"/>
            <a:chOff x="-2287613" y="-2849757"/>
            <a:chExt cx="13137064" cy="11818857"/>
          </a:xfrm>
        </p:grpSpPr>
        <p:sp>
          <p:nvSpPr>
            <p:cNvPr id="111" name="Google Shape;111;p14"/>
            <p:cNvSpPr/>
            <p:nvPr/>
          </p:nvSpPr>
          <p:spPr>
            <a:xfrm>
              <a:off x="2730925" y="4136100"/>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2" name="Google Shape;112;p14"/>
            <p:cNvPicPr preferRelativeResize="0"/>
            <p:nvPr/>
          </p:nvPicPr>
          <p:blipFill rotWithShape="1">
            <a:blip r:embed="rId2">
              <a:alphaModFix/>
            </a:blip>
            <a:srcRect l="7340" r="4538" b="19768"/>
            <a:stretch/>
          </p:blipFill>
          <p:spPr>
            <a:xfrm rot="-1024815">
              <a:off x="-1813499" y="-2062374"/>
              <a:ext cx="5981303" cy="4126626"/>
            </a:xfrm>
            <a:prstGeom prst="rect">
              <a:avLst/>
            </a:prstGeom>
            <a:noFill/>
            <a:ln>
              <a:noFill/>
            </a:ln>
          </p:spPr>
        </p:pic>
        <p:sp>
          <p:nvSpPr>
            <p:cNvPr id="113" name="Google Shape;113;p14"/>
            <p:cNvSpPr/>
            <p:nvPr/>
          </p:nvSpPr>
          <p:spPr>
            <a:xfrm>
              <a:off x="6320525" y="-2551325"/>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4"/>
            <p:cNvSpPr/>
            <p:nvPr/>
          </p:nvSpPr>
          <p:spPr>
            <a:xfrm>
              <a:off x="-753300" y="4387750"/>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5" name="Google Shape;115;p14"/>
            <p:cNvPicPr preferRelativeResize="0"/>
            <p:nvPr/>
          </p:nvPicPr>
          <p:blipFill rotWithShape="1">
            <a:blip r:embed="rId2">
              <a:alphaModFix/>
            </a:blip>
            <a:srcRect l="7340" r="4538" b="19768"/>
            <a:stretch/>
          </p:blipFill>
          <p:spPr>
            <a:xfrm rot="8440460">
              <a:off x="6573591" y="3723802"/>
              <a:ext cx="3498423" cy="2413614"/>
            </a:xfrm>
            <a:prstGeom prst="rect">
              <a:avLst/>
            </a:prstGeom>
            <a:noFill/>
            <a:ln>
              <a:noFill/>
            </a:ln>
          </p:spPr>
        </p:pic>
        <p:pic>
          <p:nvPicPr>
            <p:cNvPr id="116" name="Google Shape;116;p14"/>
            <p:cNvPicPr preferRelativeResize="0"/>
            <p:nvPr/>
          </p:nvPicPr>
          <p:blipFill rotWithShape="1">
            <a:blip r:embed="rId2">
              <a:alphaModFix/>
            </a:blip>
            <a:srcRect l="7340" r="4538" b="19768"/>
            <a:stretch/>
          </p:blipFill>
          <p:spPr>
            <a:xfrm rot="2700007">
              <a:off x="-1549410" y="3811827"/>
              <a:ext cx="3498423" cy="2413616"/>
            </a:xfrm>
            <a:prstGeom prst="rect">
              <a:avLst/>
            </a:prstGeom>
            <a:noFill/>
            <a:ln>
              <a:noFill/>
            </a:ln>
          </p:spPr>
        </p:pic>
        <p:pic>
          <p:nvPicPr>
            <p:cNvPr id="117" name="Google Shape;117;p14"/>
            <p:cNvPicPr preferRelativeResize="0"/>
            <p:nvPr/>
          </p:nvPicPr>
          <p:blipFill rotWithShape="1">
            <a:blip r:embed="rId2">
              <a:alphaModFix/>
            </a:blip>
            <a:srcRect l="7340" r="4538" b="19768"/>
            <a:stretch/>
          </p:blipFill>
          <p:spPr>
            <a:xfrm rot="-2700067">
              <a:off x="8196332" y="-663976"/>
              <a:ext cx="2417488" cy="1667874"/>
            </a:xfrm>
            <a:prstGeom prst="rect">
              <a:avLst/>
            </a:prstGeom>
            <a:noFill/>
            <a:ln>
              <a:noFill/>
            </a:ln>
          </p:spPr>
        </p:pic>
      </p:grpSp>
      <p:sp>
        <p:nvSpPr>
          <p:cNvPr id="118" name="Google Shape;118;p14"/>
          <p:cNvSpPr txBox="1">
            <a:spLocks noGrp="1"/>
          </p:cNvSpPr>
          <p:nvPr>
            <p:ph type="title"/>
          </p:nvPr>
        </p:nvSpPr>
        <p:spPr>
          <a:xfrm>
            <a:off x="2290025" y="3392700"/>
            <a:ext cx="45639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1400">
                <a:solidFill>
                  <a:srgbClr val="000000"/>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19" name="Google Shape;119;p14"/>
          <p:cNvSpPr txBox="1">
            <a:spLocks noGrp="1"/>
          </p:cNvSpPr>
          <p:nvPr>
            <p:ph type="subTitle" idx="1"/>
          </p:nvPr>
        </p:nvSpPr>
        <p:spPr>
          <a:xfrm>
            <a:off x="1458125" y="1440900"/>
            <a:ext cx="6227700" cy="1740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000">
                <a:solidFill>
                  <a:srgbClr val="000000"/>
                </a:solidFill>
              </a:defRPr>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1">
  <p:cSld name="BLANK_1_1_1">
    <p:spTree>
      <p:nvGrpSpPr>
        <p:cNvPr id="1" name="Shape 120"/>
        <p:cNvGrpSpPr/>
        <p:nvPr/>
      </p:nvGrpSpPr>
      <p:grpSpPr>
        <a:xfrm>
          <a:off x="0" y="0"/>
          <a:ext cx="0" cy="0"/>
          <a:chOff x="0" y="0"/>
          <a:chExt cx="0" cy="0"/>
        </a:xfrm>
      </p:grpSpPr>
      <p:sp>
        <p:nvSpPr>
          <p:cNvPr id="121" name="Google Shape;121;p15"/>
          <p:cNvSpPr txBox="1">
            <a:spLocks noGrp="1"/>
          </p:cNvSpPr>
          <p:nvPr>
            <p:ph type="title"/>
          </p:nvPr>
        </p:nvSpPr>
        <p:spPr>
          <a:xfrm>
            <a:off x="713225" y="3392700"/>
            <a:ext cx="4563900" cy="5319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1400">
                <a:solidFill>
                  <a:srgbClr val="000000"/>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22" name="Google Shape;122;p15"/>
          <p:cNvSpPr txBox="1">
            <a:spLocks noGrp="1"/>
          </p:cNvSpPr>
          <p:nvPr>
            <p:ph type="subTitle" idx="1"/>
          </p:nvPr>
        </p:nvSpPr>
        <p:spPr>
          <a:xfrm>
            <a:off x="713225" y="1440900"/>
            <a:ext cx="5427600" cy="1740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500"/>
              <a:buNone/>
              <a:defRPr sz="3000">
                <a:solidFill>
                  <a:srgbClr val="000000"/>
                </a:solidFill>
              </a:defRPr>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3">
    <p:spTree>
      <p:nvGrpSpPr>
        <p:cNvPr id="1" name="Shape 123"/>
        <p:cNvGrpSpPr/>
        <p:nvPr/>
      </p:nvGrpSpPr>
      <p:grpSpPr>
        <a:xfrm>
          <a:off x="0" y="0"/>
          <a:ext cx="0" cy="0"/>
          <a:chOff x="0" y="0"/>
          <a:chExt cx="0" cy="0"/>
        </a:xfrm>
      </p:grpSpPr>
      <p:grpSp>
        <p:nvGrpSpPr>
          <p:cNvPr id="124" name="Google Shape;124;p16"/>
          <p:cNvGrpSpPr/>
          <p:nvPr/>
        </p:nvGrpSpPr>
        <p:grpSpPr>
          <a:xfrm>
            <a:off x="-1184151" y="-1351597"/>
            <a:ext cx="11823558" cy="7841739"/>
            <a:chOff x="-1184151" y="-1351597"/>
            <a:chExt cx="11823558" cy="7841739"/>
          </a:xfrm>
        </p:grpSpPr>
        <p:pic>
          <p:nvPicPr>
            <p:cNvPr id="125" name="Google Shape;125;p16"/>
            <p:cNvPicPr preferRelativeResize="0"/>
            <p:nvPr/>
          </p:nvPicPr>
          <p:blipFill rotWithShape="1">
            <a:blip r:embed="rId2">
              <a:alphaModFix/>
            </a:blip>
            <a:srcRect l="7340" r="4538" b="19768"/>
            <a:stretch/>
          </p:blipFill>
          <p:spPr>
            <a:xfrm rot="8315003">
              <a:off x="7323924" y="3681813"/>
              <a:ext cx="3005450" cy="2073500"/>
            </a:xfrm>
            <a:prstGeom prst="rect">
              <a:avLst/>
            </a:prstGeom>
            <a:noFill/>
            <a:ln>
              <a:noFill/>
            </a:ln>
          </p:spPr>
        </p:pic>
        <p:pic>
          <p:nvPicPr>
            <p:cNvPr id="126" name="Google Shape;126;p16"/>
            <p:cNvPicPr preferRelativeResize="0"/>
            <p:nvPr/>
          </p:nvPicPr>
          <p:blipFill rotWithShape="1">
            <a:blip r:embed="rId2">
              <a:alphaModFix/>
            </a:blip>
            <a:srcRect l="7340" r="4538" b="19768"/>
            <a:stretch/>
          </p:blipFill>
          <p:spPr>
            <a:xfrm rot="-2030834">
              <a:off x="-883927" y="-736516"/>
              <a:ext cx="2795452" cy="1928634"/>
            </a:xfrm>
            <a:prstGeom prst="rect">
              <a:avLst/>
            </a:prstGeom>
            <a:noFill/>
            <a:ln>
              <a:noFill/>
            </a:ln>
          </p:spPr>
        </p:pic>
        <p:pic>
          <p:nvPicPr>
            <p:cNvPr id="127" name="Google Shape;127;p16"/>
            <p:cNvPicPr preferRelativeResize="0"/>
            <p:nvPr/>
          </p:nvPicPr>
          <p:blipFill>
            <a:blip r:embed="rId3">
              <a:alphaModFix/>
            </a:blip>
            <a:stretch>
              <a:fillRect/>
            </a:stretch>
          </p:blipFill>
          <p:spPr>
            <a:xfrm rot="-8237554">
              <a:off x="344394" y="4326406"/>
              <a:ext cx="709012" cy="537293"/>
            </a:xfrm>
            <a:prstGeom prst="rect">
              <a:avLst/>
            </a:prstGeom>
            <a:noFill/>
            <a:ln>
              <a:noFill/>
            </a:ln>
          </p:spPr>
        </p:pic>
      </p:grpSp>
      <p:sp>
        <p:nvSpPr>
          <p:cNvPr id="128" name="Google Shape;128;p1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
        <p:nvSpPr>
          <p:cNvPr id="129" name="Google Shape;129;p16"/>
          <p:cNvSpPr/>
          <p:nvPr/>
        </p:nvSpPr>
        <p:spPr>
          <a:xfrm>
            <a:off x="7854900" y="-1351600"/>
            <a:ext cx="3058800" cy="3058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 name="Google Shape;130;p16"/>
          <p:cNvGrpSpPr/>
          <p:nvPr/>
        </p:nvGrpSpPr>
        <p:grpSpPr>
          <a:xfrm>
            <a:off x="8760357" y="2373965"/>
            <a:ext cx="43276" cy="411646"/>
            <a:chOff x="1256711" y="1178908"/>
            <a:chExt cx="43276" cy="411646"/>
          </a:xfrm>
        </p:grpSpPr>
        <p:grpSp>
          <p:nvGrpSpPr>
            <p:cNvPr id="131" name="Google Shape;131;p16"/>
            <p:cNvGrpSpPr/>
            <p:nvPr/>
          </p:nvGrpSpPr>
          <p:grpSpPr>
            <a:xfrm>
              <a:off x="1256711" y="1178908"/>
              <a:ext cx="43276" cy="184846"/>
              <a:chOff x="1256700" y="1103575"/>
              <a:chExt cx="60900" cy="260200"/>
            </a:xfrm>
          </p:grpSpPr>
          <p:sp>
            <p:nvSpPr>
              <p:cNvPr id="132" name="Google Shape;132;p1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 name="Google Shape;135;p16"/>
            <p:cNvGrpSpPr/>
            <p:nvPr/>
          </p:nvGrpSpPr>
          <p:grpSpPr>
            <a:xfrm>
              <a:off x="1256711" y="1405708"/>
              <a:ext cx="43276" cy="184846"/>
              <a:chOff x="1256700" y="1103575"/>
              <a:chExt cx="60900" cy="260200"/>
            </a:xfrm>
          </p:grpSpPr>
          <p:sp>
            <p:nvSpPr>
              <p:cNvPr id="136" name="Google Shape;136;p1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3_1">
    <p:spTree>
      <p:nvGrpSpPr>
        <p:cNvPr id="1" name="Shape 139"/>
        <p:cNvGrpSpPr/>
        <p:nvPr/>
      </p:nvGrpSpPr>
      <p:grpSpPr>
        <a:xfrm>
          <a:off x="0" y="0"/>
          <a:ext cx="0" cy="0"/>
          <a:chOff x="0" y="0"/>
          <a:chExt cx="0" cy="0"/>
        </a:xfrm>
      </p:grpSpPr>
      <p:grpSp>
        <p:nvGrpSpPr>
          <p:cNvPr id="140" name="Google Shape;140;p17"/>
          <p:cNvGrpSpPr/>
          <p:nvPr/>
        </p:nvGrpSpPr>
        <p:grpSpPr>
          <a:xfrm>
            <a:off x="-626179" y="-1185730"/>
            <a:ext cx="10883154" cy="7341565"/>
            <a:chOff x="-626179" y="-1185730"/>
            <a:chExt cx="10883154" cy="7341565"/>
          </a:xfrm>
        </p:grpSpPr>
        <p:pic>
          <p:nvPicPr>
            <p:cNvPr id="141" name="Google Shape;141;p17"/>
            <p:cNvPicPr preferRelativeResize="0"/>
            <p:nvPr/>
          </p:nvPicPr>
          <p:blipFill rotWithShape="1">
            <a:blip r:embed="rId2">
              <a:alphaModFix/>
            </a:blip>
            <a:srcRect l="7340" r="4538" b="19768"/>
            <a:stretch/>
          </p:blipFill>
          <p:spPr>
            <a:xfrm rot="5399979">
              <a:off x="8130378" y="118434"/>
              <a:ext cx="2516797" cy="1736381"/>
            </a:xfrm>
            <a:prstGeom prst="rect">
              <a:avLst/>
            </a:prstGeom>
            <a:noFill/>
            <a:ln>
              <a:noFill/>
            </a:ln>
          </p:spPr>
        </p:pic>
        <p:pic>
          <p:nvPicPr>
            <p:cNvPr id="142" name="Google Shape;142;p17"/>
            <p:cNvPicPr preferRelativeResize="0"/>
            <p:nvPr/>
          </p:nvPicPr>
          <p:blipFill rotWithShape="1">
            <a:blip r:embed="rId2">
              <a:alphaModFix/>
            </a:blip>
            <a:srcRect l="7340" r="4538" b="19768"/>
            <a:stretch/>
          </p:blipFill>
          <p:spPr>
            <a:xfrm rot="431542">
              <a:off x="7475217" y="4351057"/>
              <a:ext cx="2406995" cy="1660632"/>
            </a:xfrm>
            <a:prstGeom prst="rect">
              <a:avLst/>
            </a:prstGeom>
            <a:noFill/>
            <a:ln>
              <a:noFill/>
            </a:ln>
          </p:spPr>
        </p:pic>
        <p:pic>
          <p:nvPicPr>
            <p:cNvPr id="143" name="Google Shape;143;p17"/>
            <p:cNvPicPr preferRelativeResize="0"/>
            <p:nvPr/>
          </p:nvPicPr>
          <p:blipFill rotWithShape="1">
            <a:blip r:embed="rId2">
              <a:alphaModFix/>
            </a:blip>
            <a:srcRect l="7340" r="4538" b="19768"/>
            <a:stretch/>
          </p:blipFill>
          <p:spPr>
            <a:xfrm rot="-697866">
              <a:off x="-483495" y="-960143"/>
              <a:ext cx="2406996" cy="1660633"/>
            </a:xfrm>
            <a:prstGeom prst="rect">
              <a:avLst/>
            </a:prstGeom>
            <a:noFill/>
            <a:ln>
              <a:noFill/>
            </a:ln>
          </p:spPr>
        </p:pic>
      </p:grpSp>
      <p:sp>
        <p:nvSpPr>
          <p:cNvPr id="144" name="Google Shape;144;p1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
        <p:nvSpPr>
          <p:cNvPr id="145" name="Google Shape;145;p17"/>
          <p:cNvSpPr/>
          <p:nvPr/>
        </p:nvSpPr>
        <p:spPr>
          <a:xfrm>
            <a:off x="-1358125" y="4329300"/>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3">
  <p:cSld name="CUSTOM_3_1_1">
    <p:spTree>
      <p:nvGrpSpPr>
        <p:cNvPr id="1" name="Shape 146"/>
        <p:cNvGrpSpPr/>
        <p:nvPr/>
      </p:nvGrpSpPr>
      <p:grpSpPr>
        <a:xfrm>
          <a:off x="0" y="0"/>
          <a:ext cx="0" cy="0"/>
          <a:chOff x="0" y="0"/>
          <a:chExt cx="0" cy="0"/>
        </a:xfrm>
      </p:grpSpPr>
      <p:grpSp>
        <p:nvGrpSpPr>
          <p:cNvPr id="147" name="Google Shape;147;p18"/>
          <p:cNvGrpSpPr/>
          <p:nvPr/>
        </p:nvGrpSpPr>
        <p:grpSpPr>
          <a:xfrm>
            <a:off x="-882095" y="-726333"/>
            <a:ext cx="11272713" cy="7422400"/>
            <a:chOff x="-882095" y="-726333"/>
            <a:chExt cx="11272713" cy="7422400"/>
          </a:xfrm>
        </p:grpSpPr>
        <p:pic>
          <p:nvPicPr>
            <p:cNvPr id="148" name="Google Shape;148;p18"/>
            <p:cNvPicPr preferRelativeResize="0"/>
            <p:nvPr/>
          </p:nvPicPr>
          <p:blipFill rotWithShape="1">
            <a:blip r:embed="rId2">
              <a:alphaModFix/>
            </a:blip>
            <a:srcRect l="7340" r="4538" b="19768"/>
            <a:stretch/>
          </p:blipFill>
          <p:spPr>
            <a:xfrm rot="9900020" flipH="1">
              <a:off x="6921273" y="4268971"/>
              <a:ext cx="3005449" cy="2073497"/>
            </a:xfrm>
            <a:prstGeom prst="rect">
              <a:avLst/>
            </a:prstGeom>
            <a:noFill/>
            <a:ln>
              <a:noFill/>
            </a:ln>
          </p:spPr>
        </p:pic>
        <p:pic>
          <p:nvPicPr>
            <p:cNvPr id="149" name="Google Shape;149;p18"/>
            <p:cNvPicPr preferRelativeResize="0"/>
            <p:nvPr/>
          </p:nvPicPr>
          <p:blipFill rotWithShape="1">
            <a:blip r:embed="rId2">
              <a:alphaModFix/>
            </a:blip>
            <a:srcRect l="7340" r="4538" b="19768"/>
            <a:stretch/>
          </p:blipFill>
          <p:spPr>
            <a:xfrm rot="9967875" flipH="1">
              <a:off x="-395585" y="-337669"/>
              <a:ext cx="1694844" cy="1169316"/>
            </a:xfrm>
            <a:prstGeom prst="rect">
              <a:avLst/>
            </a:prstGeom>
            <a:noFill/>
            <a:ln>
              <a:noFill/>
            </a:ln>
          </p:spPr>
        </p:pic>
        <p:pic>
          <p:nvPicPr>
            <p:cNvPr id="150" name="Google Shape;150;p18"/>
            <p:cNvPicPr preferRelativeResize="0"/>
            <p:nvPr/>
          </p:nvPicPr>
          <p:blipFill rotWithShape="1">
            <a:blip r:embed="rId2">
              <a:alphaModFix/>
            </a:blip>
            <a:srcRect l="7340" r="4538" b="19768"/>
            <a:stretch/>
          </p:blipFill>
          <p:spPr>
            <a:xfrm rot="-9298886" flipH="1">
              <a:off x="-643870" y="4343254"/>
              <a:ext cx="2406997" cy="1660632"/>
            </a:xfrm>
            <a:prstGeom prst="rect">
              <a:avLst/>
            </a:prstGeom>
            <a:noFill/>
            <a:ln>
              <a:noFill/>
            </a:ln>
          </p:spPr>
        </p:pic>
        <p:pic>
          <p:nvPicPr>
            <p:cNvPr id="151" name="Google Shape;151;p18"/>
            <p:cNvPicPr preferRelativeResize="0"/>
            <p:nvPr/>
          </p:nvPicPr>
          <p:blipFill rotWithShape="1">
            <a:blip r:embed="rId2">
              <a:alphaModFix/>
            </a:blip>
            <a:srcRect l="7340" r="4538" b="19768"/>
            <a:stretch/>
          </p:blipFill>
          <p:spPr>
            <a:xfrm rot="3056069" flipH="1">
              <a:off x="7783994" y="-98945"/>
              <a:ext cx="2406993" cy="1660631"/>
            </a:xfrm>
            <a:prstGeom prst="rect">
              <a:avLst/>
            </a:prstGeom>
            <a:noFill/>
            <a:ln>
              <a:noFill/>
            </a:ln>
          </p:spPr>
        </p:pic>
        <p:pic>
          <p:nvPicPr>
            <p:cNvPr id="152" name="Google Shape;152;p18"/>
            <p:cNvPicPr preferRelativeResize="0"/>
            <p:nvPr/>
          </p:nvPicPr>
          <p:blipFill>
            <a:blip r:embed="rId3">
              <a:alphaModFix/>
            </a:blip>
            <a:stretch>
              <a:fillRect/>
            </a:stretch>
          </p:blipFill>
          <p:spPr>
            <a:xfrm rot="9900052">
              <a:off x="7921719" y="4326404"/>
              <a:ext cx="709013" cy="537293"/>
            </a:xfrm>
            <a:prstGeom prst="rect">
              <a:avLst/>
            </a:prstGeom>
            <a:noFill/>
            <a:ln>
              <a:noFill/>
            </a:ln>
          </p:spPr>
        </p:pic>
      </p:grpSp>
      <p:sp>
        <p:nvSpPr>
          <p:cNvPr id="153" name="Google Shape;153;p1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4">
  <p:cSld name="CUSTOM_3_1_1_1">
    <p:spTree>
      <p:nvGrpSpPr>
        <p:cNvPr id="1" name="Shape 154"/>
        <p:cNvGrpSpPr/>
        <p:nvPr/>
      </p:nvGrpSpPr>
      <p:grpSpPr>
        <a:xfrm>
          <a:off x="0" y="0"/>
          <a:ext cx="0" cy="0"/>
          <a:chOff x="0" y="0"/>
          <a:chExt cx="0" cy="0"/>
        </a:xfrm>
      </p:grpSpPr>
      <p:grpSp>
        <p:nvGrpSpPr>
          <p:cNvPr id="155" name="Google Shape;155;p19"/>
          <p:cNvGrpSpPr/>
          <p:nvPr/>
        </p:nvGrpSpPr>
        <p:grpSpPr>
          <a:xfrm>
            <a:off x="-901129" y="-1185730"/>
            <a:ext cx="10877832" cy="7958980"/>
            <a:chOff x="-901129" y="-1185730"/>
            <a:chExt cx="10877832" cy="7958980"/>
          </a:xfrm>
        </p:grpSpPr>
        <p:pic>
          <p:nvPicPr>
            <p:cNvPr id="156" name="Google Shape;156;p19"/>
            <p:cNvPicPr preferRelativeResize="0"/>
            <p:nvPr/>
          </p:nvPicPr>
          <p:blipFill rotWithShape="1">
            <a:blip r:embed="rId2">
              <a:alphaModFix/>
            </a:blip>
            <a:srcRect l="7340" r="4538" b="19768"/>
            <a:stretch/>
          </p:blipFill>
          <p:spPr>
            <a:xfrm rot="10431586" flipH="1">
              <a:off x="5043375" y="4544964"/>
              <a:ext cx="3005448" cy="2073500"/>
            </a:xfrm>
            <a:prstGeom prst="rect">
              <a:avLst/>
            </a:prstGeom>
            <a:noFill/>
            <a:ln>
              <a:noFill/>
            </a:ln>
          </p:spPr>
        </p:pic>
        <p:pic>
          <p:nvPicPr>
            <p:cNvPr id="157" name="Google Shape;157;p19"/>
            <p:cNvPicPr preferRelativeResize="0"/>
            <p:nvPr/>
          </p:nvPicPr>
          <p:blipFill rotWithShape="1">
            <a:blip r:embed="rId2">
              <a:alphaModFix/>
            </a:blip>
            <a:srcRect l="7340" r="4538" b="19768"/>
            <a:stretch/>
          </p:blipFill>
          <p:spPr>
            <a:xfrm rot="-431542" flipH="1">
              <a:off x="-806638" y="4315957"/>
              <a:ext cx="2406995" cy="1660632"/>
            </a:xfrm>
            <a:prstGeom prst="rect">
              <a:avLst/>
            </a:prstGeom>
            <a:noFill/>
            <a:ln>
              <a:noFill/>
            </a:ln>
          </p:spPr>
        </p:pic>
        <p:pic>
          <p:nvPicPr>
            <p:cNvPr id="158" name="Google Shape;158;p19"/>
            <p:cNvPicPr preferRelativeResize="0"/>
            <p:nvPr/>
          </p:nvPicPr>
          <p:blipFill rotWithShape="1">
            <a:blip r:embed="rId2">
              <a:alphaModFix/>
            </a:blip>
            <a:srcRect l="7340" r="4538" b="19768"/>
            <a:stretch/>
          </p:blipFill>
          <p:spPr>
            <a:xfrm rot="697866" flipH="1">
              <a:off x="7427023" y="-960143"/>
              <a:ext cx="2406996" cy="1660633"/>
            </a:xfrm>
            <a:prstGeom prst="rect">
              <a:avLst/>
            </a:prstGeom>
            <a:noFill/>
            <a:ln>
              <a:noFill/>
            </a:ln>
          </p:spPr>
        </p:pic>
        <p:pic>
          <p:nvPicPr>
            <p:cNvPr id="159" name="Google Shape;159;p19"/>
            <p:cNvPicPr preferRelativeResize="0"/>
            <p:nvPr/>
          </p:nvPicPr>
          <p:blipFill rotWithShape="1">
            <a:blip r:embed="rId2">
              <a:alphaModFix/>
            </a:blip>
            <a:srcRect l="7340" r="4538" b="19768"/>
            <a:stretch/>
          </p:blipFill>
          <p:spPr>
            <a:xfrm rot="9967875" flipH="1">
              <a:off x="-395585" y="-337669"/>
              <a:ext cx="1694844" cy="1169316"/>
            </a:xfrm>
            <a:prstGeom prst="rect">
              <a:avLst/>
            </a:prstGeom>
            <a:noFill/>
            <a:ln>
              <a:noFill/>
            </a:ln>
          </p:spPr>
        </p:pic>
        <p:pic>
          <p:nvPicPr>
            <p:cNvPr id="160" name="Google Shape;160;p19"/>
            <p:cNvPicPr preferRelativeResize="0"/>
            <p:nvPr/>
          </p:nvPicPr>
          <p:blipFill>
            <a:blip r:embed="rId3">
              <a:alphaModFix/>
            </a:blip>
            <a:stretch>
              <a:fillRect/>
            </a:stretch>
          </p:blipFill>
          <p:spPr>
            <a:xfrm rot="2051224">
              <a:off x="8207843" y="271354"/>
              <a:ext cx="709013" cy="537293"/>
            </a:xfrm>
            <a:prstGeom prst="rect">
              <a:avLst/>
            </a:prstGeom>
            <a:noFill/>
            <a:ln>
              <a:noFill/>
            </a:ln>
          </p:spPr>
        </p:pic>
      </p:grpSp>
      <p:sp>
        <p:nvSpPr>
          <p:cNvPr id="161" name="Google Shape;161;p1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grpSp>
        <p:nvGrpSpPr>
          <p:cNvPr id="162" name="Google Shape;162;p19"/>
          <p:cNvGrpSpPr/>
          <p:nvPr/>
        </p:nvGrpSpPr>
        <p:grpSpPr>
          <a:xfrm>
            <a:off x="373011" y="1294283"/>
            <a:ext cx="43276" cy="411646"/>
            <a:chOff x="1256711" y="1178908"/>
            <a:chExt cx="43276" cy="411646"/>
          </a:xfrm>
        </p:grpSpPr>
        <p:grpSp>
          <p:nvGrpSpPr>
            <p:cNvPr id="163" name="Google Shape;163;p19"/>
            <p:cNvGrpSpPr/>
            <p:nvPr/>
          </p:nvGrpSpPr>
          <p:grpSpPr>
            <a:xfrm>
              <a:off x="1256711" y="1178908"/>
              <a:ext cx="43276" cy="184846"/>
              <a:chOff x="1256700" y="1103575"/>
              <a:chExt cx="60900" cy="260200"/>
            </a:xfrm>
          </p:grpSpPr>
          <p:sp>
            <p:nvSpPr>
              <p:cNvPr id="164" name="Google Shape;164;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 name="Google Shape;167;p19"/>
            <p:cNvGrpSpPr/>
            <p:nvPr/>
          </p:nvGrpSpPr>
          <p:grpSpPr>
            <a:xfrm>
              <a:off x="1256711" y="1405708"/>
              <a:ext cx="43276" cy="184846"/>
              <a:chOff x="1256700" y="1103575"/>
              <a:chExt cx="60900" cy="260200"/>
            </a:xfrm>
          </p:grpSpPr>
          <p:sp>
            <p:nvSpPr>
              <p:cNvPr id="168" name="Google Shape;168;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1" name="Google Shape;171;p19"/>
          <p:cNvGrpSpPr/>
          <p:nvPr/>
        </p:nvGrpSpPr>
        <p:grpSpPr>
          <a:xfrm>
            <a:off x="8760357" y="3902258"/>
            <a:ext cx="43276" cy="411646"/>
            <a:chOff x="1256711" y="1178908"/>
            <a:chExt cx="43276" cy="411646"/>
          </a:xfrm>
        </p:grpSpPr>
        <p:grpSp>
          <p:nvGrpSpPr>
            <p:cNvPr id="172" name="Google Shape;172;p19"/>
            <p:cNvGrpSpPr/>
            <p:nvPr/>
          </p:nvGrpSpPr>
          <p:grpSpPr>
            <a:xfrm>
              <a:off x="1256711" y="1178908"/>
              <a:ext cx="43276" cy="184846"/>
              <a:chOff x="1256700" y="1103575"/>
              <a:chExt cx="60900" cy="260200"/>
            </a:xfrm>
          </p:grpSpPr>
          <p:sp>
            <p:nvSpPr>
              <p:cNvPr id="173" name="Google Shape;173;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 name="Google Shape;176;p19"/>
            <p:cNvGrpSpPr/>
            <p:nvPr/>
          </p:nvGrpSpPr>
          <p:grpSpPr>
            <a:xfrm>
              <a:off x="1256711" y="1405708"/>
              <a:ext cx="43276" cy="184846"/>
              <a:chOff x="1256700" y="1103575"/>
              <a:chExt cx="60900" cy="260200"/>
            </a:xfrm>
          </p:grpSpPr>
          <p:sp>
            <p:nvSpPr>
              <p:cNvPr id="177" name="Google Shape;177;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5">
  <p:cSld name="CUSTOM_3_1_1_1_1">
    <p:spTree>
      <p:nvGrpSpPr>
        <p:cNvPr id="1" name="Shape 180"/>
        <p:cNvGrpSpPr/>
        <p:nvPr/>
      </p:nvGrpSpPr>
      <p:grpSpPr>
        <a:xfrm>
          <a:off x="0" y="0"/>
          <a:ext cx="0" cy="0"/>
          <a:chOff x="0" y="0"/>
          <a:chExt cx="0" cy="0"/>
        </a:xfrm>
      </p:grpSpPr>
      <p:pic>
        <p:nvPicPr>
          <p:cNvPr id="181" name="Google Shape;181;p20"/>
          <p:cNvPicPr preferRelativeResize="0"/>
          <p:nvPr/>
        </p:nvPicPr>
        <p:blipFill rotWithShape="1">
          <a:blip r:embed="rId2">
            <a:alphaModFix/>
          </a:blip>
          <a:srcRect l="7340" r="4538" b="19768"/>
          <a:stretch/>
        </p:blipFill>
        <p:spPr>
          <a:xfrm rot="-2699993" flipH="1">
            <a:off x="-1409723" y="-796518"/>
            <a:ext cx="3342095" cy="2305760"/>
          </a:xfrm>
          <a:prstGeom prst="rect">
            <a:avLst/>
          </a:prstGeom>
          <a:noFill/>
          <a:ln>
            <a:noFill/>
          </a:ln>
        </p:spPr>
      </p:pic>
      <p:pic>
        <p:nvPicPr>
          <p:cNvPr id="182" name="Google Shape;182;p20"/>
          <p:cNvPicPr preferRelativeResize="0"/>
          <p:nvPr/>
        </p:nvPicPr>
        <p:blipFill rotWithShape="1">
          <a:blip r:embed="rId2">
            <a:alphaModFix/>
          </a:blip>
          <a:srcRect l="7340" r="4538" b="19768"/>
          <a:stretch/>
        </p:blipFill>
        <p:spPr>
          <a:xfrm rot="-2699993" flipH="1">
            <a:off x="7754802" y="-1428968"/>
            <a:ext cx="3342095" cy="2305760"/>
          </a:xfrm>
          <a:prstGeom prst="rect">
            <a:avLst/>
          </a:prstGeom>
          <a:noFill/>
          <a:ln>
            <a:noFill/>
          </a:ln>
        </p:spPr>
      </p:pic>
      <p:sp>
        <p:nvSpPr>
          <p:cNvPr id="183" name="Google Shape;183;p2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6">
  <p:cSld name="CUSTOM_3_1_1_1_1_1">
    <p:spTree>
      <p:nvGrpSpPr>
        <p:cNvPr id="1" name="Shape 184"/>
        <p:cNvGrpSpPr/>
        <p:nvPr/>
      </p:nvGrpSpPr>
      <p:grpSpPr>
        <a:xfrm>
          <a:off x="0" y="0"/>
          <a:ext cx="0" cy="0"/>
          <a:chOff x="0" y="0"/>
          <a:chExt cx="0" cy="0"/>
        </a:xfrm>
      </p:grpSpPr>
      <p:sp>
        <p:nvSpPr>
          <p:cNvPr id="185" name="Google Shape;185;p21"/>
          <p:cNvSpPr/>
          <p:nvPr/>
        </p:nvSpPr>
        <p:spPr>
          <a:xfrm>
            <a:off x="7457238" y="394890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86" name="Google Shape;186;p21"/>
          <p:cNvPicPr preferRelativeResize="0"/>
          <p:nvPr/>
        </p:nvPicPr>
        <p:blipFill rotWithShape="1">
          <a:blip r:embed="rId2">
            <a:alphaModFix/>
          </a:blip>
          <a:srcRect l="7340" r="4538" b="19768"/>
          <a:stretch/>
        </p:blipFill>
        <p:spPr>
          <a:xfrm rot="8100026" flipH="1">
            <a:off x="5801431" y="3214356"/>
            <a:ext cx="5686114" cy="3922938"/>
          </a:xfrm>
          <a:prstGeom prst="rect">
            <a:avLst/>
          </a:prstGeom>
          <a:noFill/>
          <a:ln>
            <a:noFill/>
          </a:ln>
        </p:spPr>
      </p:pic>
      <p:sp>
        <p:nvSpPr>
          <p:cNvPr id="187" name="Google Shape;187;p21"/>
          <p:cNvSpPr/>
          <p:nvPr/>
        </p:nvSpPr>
        <p:spPr>
          <a:xfrm>
            <a:off x="-457200" y="-207325"/>
            <a:ext cx="1877400" cy="18774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1"/>
          <p:cNvSpPr/>
          <p:nvPr/>
        </p:nvSpPr>
        <p:spPr>
          <a:xfrm rot="10800000">
            <a:off x="7183173" y="-1812784"/>
            <a:ext cx="3467152" cy="3438908"/>
          </a:xfrm>
          <a:custGeom>
            <a:avLst/>
            <a:gdLst/>
            <a:ahLst/>
            <a:cxnLst/>
            <a:rect l="l" t="t" r="r" b="b"/>
            <a:pathLst>
              <a:path w="45673" h="45292" extrusionOk="0">
                <a:moveTo>
                  <a:pt x="22646" y="0"/>
                </a:moveTo>
                <a:cubicBezTo>
                  <a:pt x="10227" y="0"/>
                  <a:pt x="0" y="10227"/>
                  <a:pt x="0" y="22646"/>
                </a:cubicBezTo>
                <a:cubicBezTo>
                  <a:pt x="0" y="35444"/>
                  <a:pt x="10227" y="45292"/>
                  <a:pt x="22646" y="45292"/>
                </a:cubicBezTo>
                <a:cubicBezTo>
                  <a:pt x="35445" y="45292"/>
                  <a:pt x="45672" y="35444"/>
                  <a:pt x="45672" y="22646"/>
                </a:cubicBezTo>
                <a:cubicBezTo>
                  <a:pt x="45672" y="10227"/>
                  <a:pt x="35445" y="0"/>
                  <a:pt x="22646"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1"/>
          <p:cNvSpPr/>
          <p:nvPr/>
        </p:nvSpPr>
        <p:spPr>
          <a:xfrm rot="10800000" flipH="1">
            <a:off x="-591848" y="3966991"/>
            <a:ext cx="2522748" cy="2502157"/>
          </a:xfrm>
          <a:custGeom>
            <a:avLst/>
            <a:gdLst/>
            <a:ahLst/>
            <a:cxnLst/>
            <a:rect l="l" t="t" r="r" b="b"/>
            <a:pathLst>
              <a:path w="45673" h="45292" extrusionOk="0">
                <a:moveTo>
                  <a:pt x="22646" y="0"/>
                </a:moveTo>
                <a:cubicBezTo>
                  <a:pt x="10227" y="0"/>
                  <a:pt x="0" y="10227"/>
                  <a:pt x="0" y="22646"/>
                </a:cubicBezTo>
                <a:cubicBezTo>
                  <a:pt x="0" y="35444"/>
                  <a:pt x="10227" y="45292"/>
                  <a:pt x="22646" y="45292"/>
                </a:cubicBezTo>
                <a:cubicBezTo>
                  <a:pt x="35445" y="45292"/>
                  <a:pt x="45672" y="35444"/>
                  <a:pt x="45672" y="22646"/>
                </a:cubicBezTo>
                <a:cubicBezTo>
                  <a:pt x="45672" y="10227"/>
                  <a:pt x="35445" y="0"/>
                  <a:pt x="22646" y="0"/>
                </a:cubicBezTo>
                <a:close/>
              </a:path>
            </a:pathLst>
          </a:custGeom>
          <a:solidFill>
            <a:schemeClr val="dk2"/>
          </a:solidFill>
          <a:ln>
            <a:noFill/>
          </a:ln>
          <a:effectLst>
            <a:outerShdw blurRad="57150" dist="19050" dir="1404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 name="Google Shape;190;p21"/>
          <p:cNvGrpSpPr/>
          <p:nvPr/>
        </p:nvGrpSpPr>
        <p:grpSpPr>
          <a:xfrm>
            <a:off x="8622861" y="2242158"/>
            <a:ext cx="43276" cy="411646"/>
            <a:chOff x="1256711" y="1178908"/>
            <a:chExt cx="43276" cy="411646"/>
          </a:xfrm>
        </p:grpSpPr>
        <p:grpSp>
          <p:nvGrpSpPr>
            <p:cNvPr id="191" name="Google Shape;191;p21"/>
            <p:cNvGrpSpPr/>
            <p:nvPr/>
          </p:nvGrpSpPr>
          <p:grpSpPr>
            <a:xfrm>
              <a:off x="1256711" y="1178908"/>
              <a:ext cx="43276" cy="184846"/>
              <a:chOff x="1256700" y="1103575"/>
              <a:chExt cx="60900" cy="260200"/>
            </a:xfrm>
          </p:grpSpPr>
          <p:sp>
            <p:nvSpPr>
              <p:cNvPr id="192" name="Google Shape;192;p2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 name="Google Shape;195;p21"/>
            <p:cNvGrpSpPr/>
            <p:nvPr/>
          </p:nvGrpSpPr>
          <p:grpSpPr>
            <a:xfrm>
              <a:off x="1256711" y="1405708"/>
              <a:ext cx="43276" cy="184846"/>
              <a:chOff x="1256700" y="1103575"/>
              <a:chExt cx="60900" cy="260200"/>
            </a:xfrm>
          </p:grpSpPr>
          <p:sp>
            <p:nvSpPr>
              <p:cNvPr id="196" name="Google Shape;196;p2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99" name="Google Shape;199;p21"/>
          <p:cNvPicPr preferRelativeResize="0"/>
          <p:nvPr/>
        </p:nvPicPr>
        <p:blipFill rotWithShape="1">
          <a:blip r:embed="rId2">
            <a:alphaModFix/>
          </a:blip>
          <a:srcRect l="7340" r="4538" b="19768"/>
          <a:stretch/>
        </p:blipFill>
        <p:spPr>
          <a:xfrm rot="-3154105" flipH="1">
            <a:off x="-2150012" y="-1284551"/>
            <a:ext cx="4750922" cy="3277729"/>
          </a:xfrm>
          <a:prstGeom prst="rect">
            <a:avLst/>
          </a:prstGeom>
          <a:noFill/>
          <a:ln>
            <a:noFill/>
          </a:ln>
        </p:spPr>
      </p:pic>
      <p:sp>
        <p:nvSpPr>
          <p:cNvPr id="200" name="Google Shape;200;p2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201"/>
        <p:cNvGrpSpPr/>
        <p:nvPr/>
      </p:nvGrpSpPr>
      <p:grpSpPr>
        <a:xfrm>
          <a:off x="0" y="0"/>
          <a:ext cx="0" cy="0"/>
          <a:chOff x="0" y="0"/>
          <a:chExt cx="0" cy="0"/>
        </a:xfrm>
      </p:grpSpPr>
      <p:pic>
        <p:nvPicPr>
          <p:cNvPr id="202" name="Google Shape;202;p22"/>
          <p:cNvPicPr preferRelativeResize="0"/>
          <p:nvPr/>
        </p:nvPicPr>
        <p:blipFill rotWithShape="1">
          <a:blip r:embed="rId2">
            <a:alphaModFix/>
          </a:blip>
          <a:srcRect l="7340" r="4538" b="19768"/>
          <a:stretch/>
        </p:blipFill>
        <p:spPr>
          <a:xfrm rot="-9443434">
            <a:off x="-423633" y="4186073"/>
            <a:ext cx="2583231" cy="1782212"/>
          </a:xfrm>
          <a:prstGeom prst="rect">
            <a:avLst/>
          </a:prstGeom>
          <a:noFill/>
          <a:ln>
            <a:noFill/>
          </a:ln>
        </p:spPr>
      </p:pic>
      <p:pic>
        <p:nvPicPr>
          <p:cNvPr id="203" name="Google Shape;203;p22"/>
          <p:cNvPicPr preferRelativeResize="0"/>
          <p:nvPr/>
        </p:nvPicPr>
        <p:blipFill>
          <a:blip r:embed="rId3">
            <a:alphaModFix/>
          </a:blip>
          <a:stretch>
            <a:fillRect/>
          </a:stretch>
        </p:blipFill>
        <p:spPr>
          <a:xfrm rot="-8100000">
            <a:off x="3490802" y="4311231"/>
            <a:ext cx="755727" cy="572699"/>
          </a:xfrm>
          <a:prstGeom prst="rect">
            <a:avLst/>
          </a:prstGeom>
          <a:noFill/>
          <a:ln>
            <a:noFill/>
          </a:ln>
        </p:spPr>
      </p:pic>
      <p:sp>
        <p:nvSpPr>
          <p:cNvPr id="204" name="Google Shape;204;p22"/>
          <p:cNvSpPr txBox="1">
            <a:spLocks noGrp="1"/>
          </p:cNvSpPr>
          <p:nvPr>
            <p:ph type="subTitle" idx="1"/>
          </p:nvPr>
        </p:nvSpPr>
        <p:spPr>
          <a:xfrm>
            <a:off x="720000" y="2571525"/>
            <a:ext cx="2907600" cy="9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2"/>
          <p:cNvSpPr txBox="1">
            <a:spLocks noGrp="1"/>
          </p:cNvSpPr>
          <p:nvPr>
            <p:ph type="title"/>
          </p:nvPr>
        </p:nvSpPr>
        <p:spPr>
          <a:xfrm>
            <a:off x="720000" y="937425"/>
            <a:ext cx="2907600" cy="1634100"/>
          </a:xfrm>
          <a:prstGeom prst="rect">
            <a:avLst/>
          </a:prstGeom>
        </p:spPr>
        <p:txBody>
          <a:bodyPr spcFirstLastPara="1" wrap="square" lIns="91425" tIns="91425" rIns="91425" bIns="91425" anchor="ctr" anchorCtr="0">
            <a:noAutofit/>
          </a:bodyPr>
          <a:lstStyle>
            <a:lvl1pPr lvl="0" rtl="0">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2">
  <p:cSld name="CUSTOM_1">
    <p:spTree>
      <p:nvGrpSpPr>
        <p:cNvPr id="1" name="Shape 214"/>
        <p:cNvGrpSpPr/>
        <p:nvPr/>
      </p:nvGrpSpPr>
      <p:grpSpPr>
        <a:xfrm>
          <a:off x="0" y="0"/>
          <a:ext cx="0" cy="0"/>
          <a:chOff x="0" y="0"/>
          <a:chExt cx="0" cy="0"/>
        </a:xfrm>
      </p:grpSpPr>
      <p:grpSp>
        <p:nvGrpSpPr>
          <p:cNvPr id="215" name="Google Shape;215;p24"/>
          <p:cNvGrpSpPr/>
          <p:nvPr/>
        </p:nvGrpSpPr>
        <p:grpSpPr>
          <a:xfrm>
            <a:off x="-2317973" y="-4060325"/>
            <a:ext cx="13821732" cy="11738205"/>
            <a:chOff x="-2317973" y="-4060325"/>
            <a:chExt cx="13821732" cy="11738205"/>
          </a:xfrm>
        </p:grpSpPr>
        <p:sp>
          <p:nvSpPr>
            <p:cNvPr id="216" name="Google Shape;216;p24"/>
            <p:cNvSpPr/>
            <p:nvPr/>
          </p:nvSpPr>
          <p:spPr>
            <a:xfrm>
              <a:off x="-619200" y="-4060325"/>
              <a:ext cx="4830000" cy="48303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4"/>
            <p:cNvSpPr/>
            <p:nvPr/>
          </p:nvSpPr>
          <p:spPr>
            <a:xfrm>
              <a:off x="5138400" y="43020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4"/>
            <p:cNvSpPr/>
            <p:nvPr/>
          </p:nvSpPr>
          <p:spPr>
            <a:xfrm>
              <a:off x="5138400" y="1796475"/>
              <a:ext cx="4830000" cy="48303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9" name="Google Shape;219;p24"/>
            <p:cNvPicPr preferRelativeResize="0"/>
            <p:nvPr/>
          </p:nvPicPr>
          <p:blipFill rotWithShape="1">
            <a:blip r:embed="rId2">
              <a:alphaModFix/>
            </a:blip>
            <a:srcRect l="7340" r="4538" b="19768"/>
            <a:stretch/>
          </p:blipFill>
          <p:spPr>
            <a:xfrm rot="9000006">
              <a:off x="6631531" y="3074710"/>
              <a:ext cx="4407288" cy="3040679"/>
            </a:xfrm>
            <a:prstGeom prst="rect">
              <a:avLst/>
            </a:prstGeom>
            <a:noFill/>
            <a:ln>
              <a:noFill/>
            </a:ln>
          </p:spPr>
        </p:pic>
        <p:pic>
          <p:nvPicPr>
            <p:cNvPr id="220" name="Google Shape;220;p24"/>
            <p:cNvPicPr preferRelativeResize="0"/>
            <p:nvPr/>
          </p:nvPicPr>
          <p:blipFill rotWithShape="1">
            <a:blip r:embed="rId2">
              <a:alphaModFix/>
            </a:blip>
            <a:srcRect l="7340" r="4538" b="19768"/>
            <a:stretch/>
          </p:blipFill>
          <p:spPr>
            <a:xfrm rot="10078522">
              <a:off x="2368356" y="-2528990"/>
              <a:ext cx="4407288" cy="3040677"/>
            </a:xfrm>
            <a:prstGeom prst="rect">
              <a:avLst/>
            </a:prstGeom>
            <a:noFill/>
            <a:ln>
              <a:noFill/>
            </a:ln>
          </p:spPr>
        </p:pic>
        <p:pic>
          <p:nvPicPr>
            <p:cNvPr id="221" name="Google Shape;221;p24"/>
            <p:cNvPicPr preferRelativeResize="0"/>
            <p:nvPr/>
          </p:nvPicPr>
          <p:blipFill rotWithShape="1">
            <a:blip r:embed="rId2">
              <a:alphaModFix/>
            </a:blip>
            <a:srcRect l="7340" r="4538" b="19768"/>
            <a:stretch/>
          </p:blipFill>
          <p:spPr>
            <a:xfrm rot="-8099992">
              <a:off x="-1888368" y="3524285"/>
              <a:ext cx="4407289" cy="3040676"/>
            </a:xfrm>
            <a:prstGeom prst="rect">
              <a:avLst/>
            </a:prstGeom>
            <a:noFill/>
            <a:ln>
              <a:noFill/>
            </a:ln>
          </p:spPr>
        </p:pic>
        <p:pic>
          <p:nvPicPr>
            <p:cNvPr id="222" name="Google Shape;222;p24"/>
            <p:cNvPicPr preferRelativeResize="0"/>
            <p:nvPr/>
          </p:nvPicPr>
          <p:blipFill>
            <a:blip r:embed="rId3">
              <a:alphaModFix/>
            </a:blip>
            <a:stretch>
              <a:fillRect/>
            </a:stretch>
          </p:blipFill>
          <p:spPr>
            <a:xfrm rot="2051224">
              <a:off x="8207843" y="271354"/>
              <a:ext cx="709013" cy="537293"/>
            </a:xfrm>
            <a:prstGeom prst="rect">
              <a:avLst/>
            </a:prstGeom>
            <a:noFill/>
            <a:ln>
              <a:noFill/>
            </a:ln>
          </p:spPr>
        </p:pic>
      </p:grpSp>
      <p:sp>
        <p:nvSpPr>
          <p:cNvPr id="223" name="Google Shape;223;p24"/>
          <p:cNvSpPr txBox="1">
            <a:spLocks noGrp="1"/>
          </p:cNvSpPr>
          <p:nvPr>
            <p:ph type="subTitle" idx="1"/>
          </p:nvPr>
        </p:nvSpPr>
        <p:spPr>
          <a:xfrm>
            <a:off x="720000" y="2571525"/>
            <a:ext cx="3274200" cy="9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4" name="Google Shape;224;p24"/>
          <p:cNvSpPr txBox="1">
            <a:spLocks noGrp="1"/>
          </p:cNvSpPr>
          <p:nvPr>
            <p:ph type="title"/>
          </p:nvPr>
        </p:nvSpPr>
        <p:spPr>
          <a:xfrm>
            <a:off x="720000" y="937425"/>
            <a:ext cx="3490800" cy="1634100"/>
          </a:xfrm>
          <a:prstGeom prst="rect">
            <a:avLst/>
          </a:prstGeom>
        </p:spPr>
        <p:txBody>
          <a:bodyPr spcFirstLastPara="1" wrap="square" lIns="91425" tIns="91425" rIns="91425" bIns="91425" anchor="ctr" anchorCtr="0">
            <a:noAutofit/>
          </a:bodyPr>
          <a:lstStyle>
            <a:lvl1pPr lvl="0" rtl="0">
              <a:spcBef>
                <a:spcPts val="0"/>
              </a:spcBef>
              <a:spcAft>
                <a:spcPts val="0"/>
              </a:spcAft>
              <a:buSzPts val="2300"/>
              <a:buNone/>
              <a:defRPr sz="36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grpSp>
        <p:nvGrpSpPr>
          <p:cNvPr id="225" name="Google Shape;225;p24"/>
          <p:cNvGrpSpPr/>
          <p:nvPr/>
        </p:nvGrpSpPr>
        <p:grpSpPr>
          <a:xfrm>
            <a:off x="8757674" y="1149708"/>
            <a:ext cx="43276" cy="411646"/>
            <a:chOff x="1256711" y="1178908"/>
            <a:chExt cx="43276" cy="411646"/>
          </a:xfrm>
        </p:grpSpPr>
        <p:grpSp>
          <p:nvGrpSpPr>
            <p:cNvPr id="226" name="Google Shape;226;p24"/>
            <p:cNvGrpSpPr/>
            <p:nvPr/>
          </p:nvGrpSpPr>
          <p:grpSpPr>
            <a:xfrm>
              <a:off x="1256711" y="1178908"/>
              <a:ext cx="43276" cy="184846"/>
              <a:chOff x="1256700" y="1103575"/>
              <a:chExt cx="60900" cy="260200"/>
            </a:xfrm>
          </p:grpSpPr>
          <p:sp>
            <p:nvSpPr>
              <p:cNvPr id="227" name="Google Shape;227;p24"/>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4"/>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4"/>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 name="Google Shape;230;p24"/>
            <p:cNvGrpSpPr/>
            <p:nvPr/>
          </p:nvGrpSpPr>
          <p:grpSpPr>
            <a:xfrm>
              <a:off x="1256711" y="1405708"/>
              <a:ext cx="43276" cy="184846"/>
              <a:chOff x="1256700" y="1103575"/>
              <a:chExt cx="60900" cy="260200"/>
            </a:xfrm>
          </p:grpSpPr>
          <p:sp>
            <p:nvSpPr>
              <p:cNvPr id="231" name="Google Shape;231;p24"/>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4"/>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4"/>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3">
  <p:cSld name="CUSTOM_1_2">
    <p:spTree>
      <p:nvGrpSpPr>
        <p:cNvPr id="1" name="Shape 234"/>
        <p:cNvGrpSpPr/>
        <p:nvPr/>
      </p:nvGrpSpPr>
      <p:grpSpPr>
        <a:xfrm>
          <a:off x="0" y="0"/>
          <a:ext cx="0" cy="0"/>
          <a:chOff x="0" y="0"/>
          <a:chExt cx="0" cy="0"/>
        </a:xfrm>
      </p:grpSpPr>
      <p:sp>
        <p:nvSpPr>
          <p:cNvPr id="235" name="Google Shape;235;p25"/>
          <p:cNvSpPr txBox="1">
            <a:spLocks noGrp="1"/>
          </p:cNvSpPr>
          <p:nvPr>
            <p:ph type="subTitle" idx="1"/>
          </p:nvPr>
        </p:nvSpPr>
        <p:spPr>
          <a:xfrm>
            <a:off x="720000" y="2571525"/>
            <a:ext cx="3269100" cy="93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6" name="Google Shape;236;p25"/>
          <p:cNvSpPr txBox="1">
            <a:spLocks noGrp="1"/>
          </p:cNvSpPr>
          <p:nvPr>
            <p:ph type="title"/>
          </p:nvPr>
        </p:nvSpPr>
        <p:spPr>
          <a:xfrm>
            <a:off x="720000" y="937425"/>
            <a:ext cx="3490800" cy="1634100"/>
          </a:xfrm>
          <a:prstGeom prst="rect">
            <a:avLst/>
          </a:prstGeom>
        </p:spPr>
        <p:txBody>
          <a:bodyPr spcFirstLastPara="1" wrap="square" lIns="91425" tIns="91425" rIns="91425" bIns="91425" anchor="ctr" anchorCtr="0">
            <a:noAutofit/>
          </a:bodyPr>
          <a:lstStyle>
            <a:lvl1pPr lvl="0" rtl="0">
              <a:spcBef>
                <a:spcPts val="0"/>
              </a:spcBef>
              <a:spcAft>
                <a:spcPts val="0"/>
              </a:spcAft>
              <a:buSzPts val="2300"/>
              <a:buNone/>
              <a:defRPr sz="36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
        <p:nvSpPr>
          <p:cNvPr id="237" name="Google Shape;237;p25"/>
          <p:cNvSpPr/>
          <p:nvPr/>
        </p:nvSpPr>
        <p:spPr>
          <a:xfrm>
            <a:off x="1181400" y="4001050"/>
            <a:ext cx="3029400" cy="30294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5"/>
          <p:cNvSpPr/>
          <p:nvPr/>
        </p:nvSpPr>
        <p:spPr>
          <a:xfrm>
            <a:off x="6009000" y="-2258775"/>
            <a:ext cx="4830000" cy="48303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9" name="Google Shape;239;p25"/>
          <p:cNvPicPr preferRelativeResize="0"/>
          <p:nvPr/>
        </p:nvPicPr>
        <p:blipFill rotWithShape="1">
          <a:blip r:embed="rId2">
            <a:alphaModFix/>
          </a:blip>
          <a:srcRect l="7340" r="4538" b="19768"/>
          <a:stretch/>
        </p:blipFill>
        <p:spPr>
          <a:xfrm rot="9000006">
            <a:off x="6631531" y="3074710"/>
            <a:ext cx="4407288" cy="3040679"/>
          </a:xfrm>
          <a:prstGeom prst="rect">
            <a:avLst/>
          </a:prstGeom>
          <a:noFill/>
          <a:ln>
            <a:noFill/>
          </a:ln>
        </p:spPr>
      </p:pic>
      <p:pic>
        <p:nvPicPr>
          <p:cNvPr id="240" name="Google Shape;240;p25"/>
          <p:cNvPicPr preferRelativeResize="0"/>
          <p:nvPr/>
        </p:nvPicPr>
        <p:blipFill rotWithShape="1">
          <a:blip r:embed="rId2">
            <a:alphaModFix/>
          </a:blip>
          <a:srcRect l="7340" r="4538" b="19768"/>
          <a:stretch/>
        </p:blipFill>
        <p:spPr>
          <a:xfrm rot="10078522">
            <a:off x="2368356" y="-2528990"/>
            <a:ext cx="4407288" cy="3040677"/>
          </a:xfrm>
          <a:prstGeom prst="rect">
            <a:avLst/>
          </a:prstGeom>
          <a:noFill/>
          <a:ln>
            <a:noFill/>
          </a:ln>
        </p:spPr>
      </p:pic>
      <p:pic>
        <p:nvPicPr>
          <p:cNvPr id="241" name="Google Shape;241;p25"/>
          <p:cNvPicPr preferRelativeResize="0"/>
          <p:nvPr/>
        </p:nvPicPr>
        <p:blipFill rotWithShape="1">
          <a:blip r:embed="rId2">
            <a:alphaModFix/>
          </a:blip>
          <a:srcRect l="7340" r="4538" b="19768"/>
          <a:stretch/>
        </p:blipFill>
        <p:spPr>
          <a:xfrm rot="-8099992">
            <a:off x="-1888368" y="3524285"/>
            <a:ext cx="4407289" cy="3040676"/>
          </a:xfrm>
          <a:prstGeom prst="rect">
            <a:avLst/>
          </a:prstGeom>
          <a:noFill/>
          <a:ln>
            <a:noFill/>
          </a:ln>
        </p:spPr>
      </p:pic>
      <p:pic>
        <p:nvPicPr>
          <p:cNvPr id="242" name="Google Shape;242;p25"/>
          <p:cNvPicPr preferRelativeResize="0"/>
          <p:nvPr/>
        </p:nvPicPr>
        <p:blipFill>
          <a:blip r:embed="rId3">
            <a:alphaModFix/>
          </a:blip>
          <a:stretch>
            <a:fillRect/>
          </a:stretch>
        </p:blipFill>
        <p:spPr>
          <a:xfrm rot="2051224">
            <a:off x="8207843" y="271354"/>
            <a:ext cx="709013" cy="537293"/>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4">
  <p:cSld name="CUSTOM_1_1">
    <p:spTree>
      <p:nvGrpSpPr>
        <p:cNvPr id="1" name="Shape 243"/>
        <p:cNvGrpSpPr/>
        <p:nvPr/>
      </p:nvGrpSpPr>
      <p:grpSpPr>
        <a:xfrm>
          <a:off x="0" y="0"/>
          <a:ext cx="0" cy="0"/>
          <a:chOff x="0" y="0"/>
          <a:chExt cx="0" cy="0"/>
        </a:xfrm>
      </p:grpSpPr>
      <p:grpSp>
        <p:nvGrpSpPr>
          <p:cNvPr id="244" name="Google Shape;244;p26"/>
          <p:cNvGrpSpPr/>
          <p:nvPr/>
        </p:nvGrpSpPr>
        <p:grpSpPr>
          <a:xfrm>
            <a:off x="-2344775" y="-2589231"/>
            <a:ext cx="12917401" cy="9745054"/>
            <a:chOff x="-2344775" y="-2589231"/>
            <a:chExt cx="12917401" cy="9745054"/>
          </a:xfrm>
        </p:grpSpPr>
        <p:sp>
          <p:nvSpPr>
            <p:cNvPr id="245" name="Google Shape;245;p26"/>
            <p:cNvSpPr/>
            <p:nvPr/>
          </p:nvSpPr>
          <p:spPr>
            <a:xfrm>
              <a:off x="-1399850" y="-1548525"/>
              <a:ext cx="4830000" cy="48303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46" name="Google Shape;246;p26"/>
            <p:cNvPicPr preferRelativeResize="0"/>
            <p:nvPr/>
          </p:nvPicPr>
          <p:blipFill rotWithShape="1">
            <a:blip r:embed="rId2">
              <a:alphaModFix/>
            </a:blip>
            <a:srcRect l="7340" r="4538" b="19768"/>
            <a:stretch/>
          </p:blipFill>
          <p:spPr>
            <a:xfrm rot="-7598237" flipH="1">
              <a:off x="-2013436" y="2845613"/>
              <a:ext cx="4407288" cy="3040677"/>
            </a:xfrm>
            <a:prstGeom prst="rect">
              <a:avLst/>
            </a:prstGeom>
            <a:noFill/>
            <a:ln>
              <a:noFill/>
            </a:ln>
          </p:spPr>
        </p:pic>
        <p:pic>
          <p:nvPicPr>
            <p:cNvPr id="247" name="Google Shape;247;p26"/>
            <p:cNvPicPr preferRelativeResize="0"/>
            <p:nvPr/>
          </p:nvPicPr>
          <p:blipFill rotWithShape="1">
            <a:blip r:embed="rId2">
              <a:alphaModFix/>
            </a:blip>
            <a:srcRect l="7340" r="4538" b="19768"/>
            <a:stretch/>
          </p:blipFill>
          <p:spPr>
            <a:xfrm rot="-772855" flipH="1">
              <a:off x="3713616" y="-2136240"/>
              <a:ext cx="4407289" cy="3040677"/>
            </a:xfrm>
            <a:prstGeom prst="rect">
              <a:avLst/>
            </a:prstGeom>
            <a:noFill/>
            <a:ln>
              <a:noFill/>
            </a:ln>
          </p:spPr>
        </p:pic>
        <p:pic>
          <p:nvPicPr>
            <p:cNvPr id="248" name="Google Shape;248;p26"/>
            <p:cNvPicPr preferRelativeResize="0"/>
            <p:nvPr/>
          </p:nvPicPr>
          <p:blipFill rotWithShape="1">
            <a:blip r:embed="rId2">
              <a:alphaModFix/>
            </a:blip>
            <a:srcRect l="7340" r="4538" b="19768"/>
            <a:stretch/>
          </p:blipFill>
          <p:spPr>
            <a:xfrm rot="9574638" flipH="1">
              <a:off x="5773341" y="3441765"/>
              <a:ext cx="4407289" cy="3040673"/>
            </a:xfrm>
            <a:prstGeom prst="rect">
              <a:avLst/>
            </a:prstGeom>
            <a:noFill/>
            <a:ln>
              <a:noFill/>
            </a:ln>
          </p:spPr>
        </p:pic>
        <p:pic>
          <p:nvPicPr>
            <p:cNvPr id="249" name="Google Shape;249;p26"/>
            <p:cNvPicPr preferRelativeResize="0"/>
            <p:nvPr/>
          </p:nvPicPr>
          <p:blipFill>
            <a:blip r:embed="rId3">
              <a:alphaModFix/>
            </a:blip>
            <a:stretch>
              <a:fillRect/>
            </a:stretch>
          </p:blipFill>
          <p:spPr>
            <a:xfrm rot="-2051224" flipH="1">
              <a:off x="268928" y="271354"/>
              <a:ext cx="709013" cy="537293"/>
            </a:xfrm>
            <a:prstGeom prst="rect">
              <a:avLst/>
            </a:prstGeom>
            <a:noFill/>
            <a:ln>
              <a:noFill/>
            </a:ln>
          </p:spPr>
        </p:pic>
      </p:grpSp>
      <p:sp>
        <p:nvSpPr>
          <p:cNvPr id="250" name="Google Shape;250;p26"/>
          <p:cNvSpPr txBox="1">
            <a:spLocks noGrp="1"/>
          </p:cNvSpPr>
          <p:nvPr>
            <p:ph type="subTitle" idx="1"/>
          </p:nvPr>
        </p:nvSpPr>
        <p:spPr>
          <a:xfrm>
            <a:off x="5215650" y="2571525"/>
            <a:ext cx="3188700" cy="939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251" name="Google Shape;251;p26"/>
          <p:cNvSpPr txBox="1">
            <a:spLocks noGrp="1"/>
          </p:cNvSpPr>
          <p:nvPr>
            <p:ph type="title"/>
          </p:nvPr>
        </p:nvSpPr>
        <p:spPr>
          <a:xfrm>
            <a:off x="4913575" y="937425"/>
            <a:ext cx="3490800" cy="16341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300"/>
              <a:buNone/>
              <a:defRPr sz="3600"/>
            </a:lvl1pPr>
            <a:lvl2pPr lvl="1" algn="r" rtl="0">
              <a:spcBef>
                <a:spcPts val="0"/>
              </a:spcBef>
              <a:spcAft>
                <a:spcPts val="0"/>
              </a:spcAft>
              <a:buSzPts val="2500"/>
              <a:buNone/>
              <a:defRPr/>
            </a:lvl2pPr>
            <a:lvl3pPr lvl="2" algn="r" rtl="0">
              <a:spcBef>
                <a:spcPts val="0"/>
              </a:spcBef>
              <a:spcAft>
                <a:spcPts val="0"/>
              </a:spcAft>
              <a:buSzPts val="2500"/>
              <a:buNone/>
              <a:defRPr/>
            </a:lvl3pPr>
            <a:lvl4pPr lvl="3" algn="r" rtl="0">
              <a:spcBef>
                <a:spcPts val="0"/>
              </a:spcBef>
              <a:spcAft>
                <a:spcPts val="0"/>
              </a:spcAft>
              <a:buSzPts val="2500"/>
              <a:buNone/>
              <a:defRPr/>
            </a:lvl4pPr>
            <a:lvl5pPr lvl="4" algn="r" rtl="0">
              <a:spcBef>
                <a:spcPts val="0"/>
              </a:spcBef>
              <a:spcAft>
                <a:spcPts val="0"/>
              </a:spcAft>
              <a:buSzPts val="2500"/>
              <a:buNone/>
              <a:defRPr/>
            </a:lvl5pPr>
            <a:lvl6pPr lvl="5" algn="r" rtl="0">
              <a:spcBef>
                <a:spcPts val="0"/>
              </a:spcBef>
              <a:spcAft>
                <a:spcPts val="0"/>
              </a:spcAft>
              <a:buSzPts val="2500"/>
              <a:buNone/>
              <a:defRPr/>
            </a:lvl6pPr>
            <a:lvl7pPr lvl="6" algn="r" rtl="0">
              <a:spcBef>
                <a:spcPts val="0"/>
              </a:spcBef>
              <a:spcAft>
                <a:spcPts val="0"/>
              </a:spcAft>
              <a:buSzPts val="2500"/>
              <a:buNone/>
              <a:defRPr/>
            </a:lvl7pPr>
            <a:lvl8pPr lvl="7" algn="r" rtl="0">
              <a:spcBef>
                <a:spcPts val="0"/>
              </a:spcBef>
              <a:spcAft>
                <a:spcPts val="0"/>
              </a:spcAft>
              <a:buSzPts val="2500"/>
              <a:buNone/>
              <a:defRPr/>
            </a:lvl8pPr>
            <a:lvl9pPr lvl="8" algn="r" rtl="0">
              <a:spcBef>
                <a:spcPts val="0"/>
              </a:spcBef>
              <a:spcAft>
                <a:spcPts val="0"/>
              </a:spcAft>
              <a:buSzPts val="2500"/>
              <a:buNone/>
              <a:defRPr/>
            </a:lvl9pPr>
          </a:lstStyle>
          <a:p>
            <a:endParaRPr/>
          </a:p>
        </p:txBody>
      </p:sp>
      <p:grpSp>
        <p:nvGrpSpPr>
          <p:cNvPr id="252" name="Google Shape;252;p26"/>
          <p:cNvGrpSpPr/>
          <p:nvPr/>
        </p:nvGrpSpPr>
        <p:grpSpPr>
          <a:xfrm>
            <a:off x="8757674" y="997308"/>
            <a:ext cx="43276" cy="411646"/>
            <a:chOff x="1256711" y="1178908"/>
            <a:chExt cx="43276" cy="411646"/>
          </a:xfrm>
        </p:grpSpPr>
        <p:grpSp>
          <p:nvGrpSpPr>
            <p:cNvPr id="253" name="Google Shape;253;p26"/>
            <p:cNvGrpSpPr/>
            <p:nvPr/>
          </p:nvGrpSpPr>
          <p:grpSpPr>
            <a:xfrm>
              <a:off x="1256711" y="1178908"/>
              <a:ext cx="43276" cy="184846"/>
              <a:chOff x="1256700" y="1103575"/>
              <a:chExt cx="60900" cy="260200"/>
            </a:xfrm>
          </p:grpSpPr>
          <p:sp>
            <p:nvSpPr>
              <p:cNvPr id="254" name="Google Shape;254;p2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 name="Google Shape;257;p26"/>
            <p:cNvGrpSpPr/>
            <p:nvPr/>
          </p:nvGrpSpPr>
          <p:grpSpPr>
            <a:xfrm>
              <a:off x="1256711" y="1405708"/>
              <a:ext cx="43276" cy="184846"/>
              <a:chOff x="1256700" y="1103575"/>
              <a:chExt cx="60900" cy="260200"/>
            </a:xfrm>
          </p:grpSpPr>
          <p:sp>
            <p:nvSpPr>
              <p:cNvPr id="258" name="Google Shape;258;p2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6">
  <p:cSld name="ONE_COLUMN_TEXT_1">
    <p:spTree>
      <p:nvGrpSpPr>
        <p:cNvPr id="1" name="Shape 264"/>
        <p:cNvGrpSpPr/>
        <p:nvPr/>
      </p:nvGrpSpPr>
      <p:grpSpPr>
        <a:xfrm>
          <a:off x="0" y="0"/>
          <a:ext cx="0" cy="0"/>
          <a:chOff x="0" y="0"/>
          <a:chExt cx="0" cy="0"/>
        </a:xfrm>
      </p:grpSpPr>
      <p:sp>
        <p:nvSpPr>
          <p:cNvPr id="265" name="Google Shape;265;p28"/>
          <p:cNvSpPr txBox="1">
            <a:spLocks noGrp="1"/>
          </p:cNvSpPr>
          <p:nvPr>
            <p:ph type="title"/>
          </p:nvPr>
        </p:nvSpPr>
        <p:spPr>
          <a:xfrm>
            <a:off x="4229875" y="475600"/>
            <a:ext cx="4200900" cy="843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300"/>
              <a:buNone/>
              <a:defRPr/>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a:endParaRPr/>
          </a:p>
        </p:txBody>
      </p:sp>
      <p:sp>
        <p:nvSpPr>
          <p:cNvPr id="266" name="Google Shape;266;p28"/>
          <p:cNvSpPr txBox="1">
            <a:spLocks noGrp="1"/>
          </p:cNvSpPr>
          <p:nvPr>
            <p:ph type="body" idx="1"/>
          </p:nvPr>
        </p:nvSpPr>
        <p:spPr>
          <a:xfrm>
            <a:off x="4817275" y="1152475"/>
            <a:ext cx="36135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400"/>
            </a:lvl1pPr>
            <a:lvl2pPr marL="914400" lvl="1" indent="-330200" rtl="0">
              <a:lnSpc>
                <a:spcPct val="115000"/>
              </a:lnSpc>
              <a:spcBef>
                <a:spcPts val="0"/>
              </a:spcBef>
              <a:spcAft>
                <a:spcPts val="0"/>
              </a:spcAft>
              <a:buSzPts val="1600"/>
              <a:buFont typeface="Nunito Light"/>
              <a:buChar char="○"/>
              <a:defRPr/>
            </a:lvl2pPr>
            <a:lvl3pPr marL="1371600" lvl="2" indent="-323850" rtl="0">
              <a:lnSpc>
                <a:spcPct val="115000"/>
              </a:lnSpc>
              <a:spcBef>
                <a:spcPts val="0"/>
              </a:spcBef>
              <a:spcAft>
                <a:spcPts val="0"/>
              </a:spcAft>
              <a:buSzPts val="1500"/>
              <a:buFont typeface="Nunito Light"/>
              <a:buChar char="■"/>
              <a:defRPr/>
            </a:lvl3pPr>
            <a:lvl4pPr marL="1828800" lvl="3" indent="-323850" rtl="0">
              <a:lnSpc>
                <a:spcPct val="115000"/>
              </a:lnSpc>
              <a:spcBef>
                <a:spcPts val="0"/>
              </a:spcBef>
              <a:spcAft>
                <a:spcPts val="0"/>
              </a:spcAft>
              <a:buSzPts val="1500"/>
              <a:buFont typeface="Nunito Light"/>
              <a:buChar char="●"/>
              <a:defRPr/>
            </a:lvl4pPr>
            <a:lvl5pPr marL="2286000" lvl="4" indent="-317500" rtl="0">
              <a:lnSpc>
                <a:spcPct val="115000"/>
              </a:lnSpc>
              <a:spcBef>
                <a:spcPts val="0"/>
              </a:spcBef>
              <a:spcAft>
                <a:spcPts val="0"/>
              </a:spcAft>
              <a:buSzPts val="1400"/>
              <a:buFont typeface="Nunito Light"/>
              <a:buChar char="○"/>
              <a:defRPr/>
            </a:lvl5pPr>
            <a:lvl6pPr marL="2743200" lvl="5" indent="-317500" rtl="0">
              <a:lnSpc>
                <a:spcPct val="115000"/>
              </a:lnSpc>
              <a:spcBef>
                <a:spcPts val="0"/>
              </a:spcBef>
              <a:spcAft>
                <a:spcPts val="0"/>
              </a:spcAft>
              <a:buSzPts val="1400"/>
              <a:buFont typeface="Nunito Light"/>
              <a:buChar char="■"/>
              <a:defRPr/>
            </a:lvl6pPr>
            <a:lvl7pPr marL="3200400" lvl="6" indent="-311150" rtl="0">
              <a:lnSpc>
                <a:spcPct val="115000"/>
              </a:lnSpc>
              <a:spcBef>
                <a:spcPts val="0"/>
              </a:spcBef>
              <a:spcAft>
                <a:spcPts val="0"/>
              </a:spcAft>
              <a:buSzPts val="1300"/>
              <a:buFont typeface="Nunito Light"/>
              <a:buChar char="●"/>
              <a:defRPr/>
            </a:lvl7pPr>
            <a:lvl8pPr marL="3657600" lvl="7" indent="-311150" rtl="0">
              <a:lnSpc>
                <a:spcPct val="115000"/>
              </a:lnSpc>
              <a:spcBef>
                <a:spcPts val="0"/>
              </a:spcBef>
              <a:spcAft>
                <a:spcPts val="0"/>
              </a:spcAft>
              <a:buSzPts val="1300"/>
              <a:buFont typeface="Nunito Light"/>
              <a:buChar char="○"/>
              <a:defRPr/>
            </a:lvl8pPr>
            <a:lvl9pPr marL="4114800" lvl="8" indent="-304800" rtl="0">
              <a:lnSpc>
                <a:spcPct val="115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7">
  <p:cSld name="CUSTOM_5">
    <p:spTree>
      <p:nvGrpSpPr>
        <p:cNvPr id="1" name="Shape 267"/>
        <p:cNvGrpSpPr/>
        <p:nvPr/>
      </p:nvGrpSpPr>
      <p:grpSpPr>
        <a:xfrm>
          <a:off x="0" y="0"/>
          <a:ext cx="0" cy="0"/>
          <a:chOff x="0" y="0"/>
          <a:chExt cx="0" cy="0"/>
        </a:xfrm>
      </p:grpSpPr>
      <p:sp>
        <p:nvSpPr>
          <p:cNvPr id="268" name="Google Shape;268;p29"/>
          <p:cNvSpPr txBox="1">
            <a:spLocks noGrp="1"/>
          </p:cNvSpPr>
          <p:nvPr>
            <p:ph type="subTitle" idx="1"/>
          </p:nvPr>
        </p:nvSpPr>
        <p:spPr>
          <a:xfrm>
            <a:off x="5675175" y="2571525"/>
            <a:ext cx="2755500" cy="939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9" name="Google Shape;269;p29"/>
          <p:cNvSpPr txBox="1">
            <a:spLocks noGrp="1"/>
          </p:cNvSpPr>
          <p:nvPr>
            <p:ph type="title"/>
          </p:nvPr>
        </p:nvSpPr>
        <p:spPr>
          <a:xfrm>
            <a:off x="5523175" y="937425"/>
            <a:ext cx="2907600" cy="16341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ext 8">
  <p:cSld name="CUSTOM_1_3">
    <p:spTree>
      <p:nvGrpSpPr>
        <p:cNvPr id="1" name="Shape 270"/>
        <p:cNvGrpSpPr/>
        <p:nvPr/>
      </p:nvGrpSpPr>
      <p:grpSpPr>
        <a:xfrm>
          <a:off x="0" y="0"/>
          <a:ext cx="0" cy="0"/>
          <a:chOff x="0" y="0"/>
          <a:chExt cx="0" cy="0"/>
        </a:xfrm>
      </p:grpSpPr>
      <p:sp>
        <p:nvSpPr>
          <p:cNvPr id="271" name="Google Shape;271;p30"/>
          <p:cNvSpPr txBox="1">
            <a:spLocks noGrp="1"/>
          </p:cNvSpPr>
          <p:nvPr>
            <p:ph type="subTitle" idx="1"/>
          </p:nvPr>
        </p:nvSpPr>
        <p:spPr>
          <a:xfrm>
            <a:off x="5153580" y="2571525"/>
            <a:ext cx="3274200" cy="939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2" name="Google Shape;272;p30"/>
          <p:cNvSpPr txBox="1">
            <a:spLocks noGrp="1"/>
          </p:cNvSpPr>
          <p:nvPr>
            <p:ph type="title"/>
          </p:nvPr>
        </p:nvSpPr>
        <p:spPr>
          <a:xfrm>
            <a:off x="4936980" y="937425"/>
            <a:ext cx="3490800" cy="16341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300"/>
              <a:buNone/>
              <a:defRPr sz="36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grpSp>
        <p:nvGrpSpPr>
          <p:cNvPr id="273" name="Google Shape;273;p30"/>
          <p:cNvGrpSpPr/>
          <p:nvPr/>
        </p:nvGrpSpPr>
        <p:grpSpPr>
          <a:xfrm>
            <a:off x="8757674" y="1759308"/>
            <a:ext cx="43276" cy="411646"/>
            <a:chOff x="1256711" y="1178908"/>
            <a:chExt cx="43276" cy="411646"/>
          </a:xfrm>
        </p:grpSpPr>
        <p:grpSp>
          <p:nvGrpSpPr>
            <p:cNvPr id="274" name="Google Shape;274;p30"/>
            <p:cNvGrpSpPr/>
            <p:nvPr/>
          </p:nvGrpSpPr>
          <p:grpSpPr>
            <a:xfrm>
              <a:off x="1256711" y="1178908"/>
              <a:ext cx="43276" cy="184846"/>
              <a:chOff x="1256700" y="1103575"/>
              <a:chExt cx="60900" cy="260200"/>
            </a:xfrm>
          </p:grpSpPr>
          <p:sp>
            <p:nvSpPr>
              <p:cNvPr id="275" name="Google Shape;275;p3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78;p30"/>
            <p:cNvGrpSpPr/>
            <p:nvPr/>
          </p:nvGrpSpPr>
          <p:grpSpPr>
            <a:xfrm>
              <a:off x="1256711" y="1405708"/>
              <a:ext cx="43276" cy="184846"/>
              <a:chOff x="1256700" y="1103575"/>
              <a:chExt cx="60900" cy="260200"/>
            </a:xfrm>
          </p:grpSpPr>
          <p:sp>
            <p:nvSpPr>
              <p:cNvPr id="279" name="Google Shape;279;p3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Caption 1">
  <p:cSld name="CAPTION_ONLY_1">
    <p:bg>
      <p:bgPr>
        <a:gradFill>
          <a:gsLst>
            <a:gs pos="0">
              <a:srgbClr val="8DF1FF"/>
            </a:gs>
            <a:gs pos="30000">
              <a:srgbClr val="F2CEFF"/>
            </a:gs>
            <a:gs pos="100000">
              <a:srgbClr val="0445FF"/>
            </a:gs>
          </a:gsLst>
          <a:lin ang="8099331" scaled="0"/>
        </a:gradFill>
        <a:effectLst/>
      </p:bgPr>
    </p:bg>
    <p:spTree>
      <p:nvGrpSpPr>
        <p:cNvPr id="1" name="Shape 282"/>
        <p:cNvGrpSpPr/>
        <p:nvPr/>
      </p:nvGrpSpPr>
      <p:grpSpPr>
        <a:xfrm>
          <a:off x="0" y="0"/>
          <a:ext cx="0" cy="0"/>
          <a:chOff x="0" y="0"/>
          <a:chExt cx="0" cy="0"/>
        </a:xfrm>
      </p:grpSpPr>
      <p:sp>
        <p:nvSpPr>
          <p:cNvPr id="283" name="Google Shape;283;p31"/>
          <p:cNvSpPr txBox="1">
            <a:spLocks noGrp="1"/>
          </p:cNvSpPr>
          <p:nvPr>
            <p:ph type="title"/>
          </p:nvPr>
        </p:nvSpPr>
        <p:spPr>
          <a:xfrm>
            <a:off x="5455975" y="1555800"/>
            <a:ext cx="2974800" cy="20319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300"/>
              <a:buNone/>
              <a:defRPr sz="3000"/>
            </a:lvl1pPr>
            <a:lvl2pPr lvl="1" algn="ctr" rtl="0">
              <a:spcBef>
                <a:spcPts val="0"/>
              </a:spcBef>
              <a:spcAft>
                <a:spcPts val="0"/>
              </a:spcAft>
              <a:buSzPts val="2500"/>
              <a:buNone/>
              <a:defRPr/>
            </a:lvl2pPr>
            <a:lvl3pPr lvl="2" algn="ctr" rtl="0">
              <a:spcBef>
                <a:spcPts val="0"/>
              </a:spcBef>
              <a:spcAft>
                <a:spcPts val="0"/>
              </a:spcAft>
              <a:buSzPts val="2500"/>
              <a:buNone/>
              <a:defRPr/>
            </a:lvl3pPr>
            <a:lvl4pPr lvl="3" algn="ctr" rtl="0">
              <a:spcBef>
                <a:spcPts val="0"/>
              </a:spcBef>
              <a:spcAft>
                <a:spcPts val="0"/>
              </a:spcAft>
              <a:buSzPts val="2500"/>
              <a:buNone/>
              <a:defRPr/>
            </a:lvl4pPr>
            <a:lvl5pPr lvl="4" algn="ctr" rtl="0">
              <a:spcBef>
                <a:spcPts val="0"/>
              </a:spcBef>
              <a:spcAft>
                <a:spcPts val="0"/>
              </a:spcAft>
              <a:buSzPts val="2500"/>
              <a:buNone/>
              <a:defRPr/>
            </a:lvl5pPr>
            <a:lvl6pPr lvl="5" algn="ctr" rtl="0">
              <a:spcBef>
                <a:spcPts val="0"/>
              </a:spcBef>
              <a:spcAft>
                <a:spcPts val="0"/>
              </a:spcAft>
              <a:buSzPts val="2500"/>
              <a:buNone/>
              <a:defRPr/>
            </a:lvl6pPr>
            <a:lvl7pPr lvl="6" algn="ctr" rtl="0">
              <a:spcBef>
                <a:spcPts val="0"/>
              </a:spcBef>
              <a:spcAft>
                <a:spcPts val="0"/>
              </a:spcAft>
              <a:buSzPts val="2500"/>
              <a:buNone/>
              <a:defRPr/>
            </a:lvl7pPr>
            <a:lvl8pPr lvl="7" algn="ctr" rtl="0">
              <a:spcBef>
                <a:spcPts val="0"/>
              </a:spcBef>
              <a:spcAft>
                <a:spcPts val="0"/>
              </a:spcAft>
              <a:buSzPts val="2500"/>
              <a:buNone/>
              <a:defRPr/>
            </a:lvl8pPr>
            <a:lvl9pPr lvl="8" algn="ctr" rtl="0">
              <a:spcBef>
                <a:spcPts val="0"/>
              </a:spcBef>
              <a:spcAft>
                <a:spcPts val="0"/>
              </a:spcAft>
              <a:buSzPts val="25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Main Point 1">
  <p:cSld name="MAIN_POINT_1">
    <p:spTree>
      <p:nvGrpSpPr>
        <p:cNvPr id="1" name="Shape 284"/>
        <p:cNvGrpSpPr/>
        <p:nvPr/>
      </p:nvGrpSpPr>
      <p:grpSpPr>
        <a:xfrm>
          <a:off x="0" y="0"/>
          <a:ext cx="0" cy="0"/>
          <a:chOff x="0" y="0"/>
          <a:chExt cx="0" cy="0"/>
        </a:xfrm>
      </p:grpSpPr>
      <p:sp>
        <p:nvSpPr>
          <p:cNvPr id="285" name="Google Shape;285;p32"/>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800">
                <a:solidFill>
                  <a:srgbClr val="000000"/>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Section header 1">
  <p:cSld name="SECTION_TITLE_AND_DESCRIPTION_1_1">
    <p:spTree>
      <p:nvGrpSpPr>
        <p:cNvPr id="1" name="Shape 286"/>
        <p:cNvGrpSpPr/>
        <p:nvPr/>
      </p:nvGrpSpPr>
      <p:grpSpPr>
        <a:xfrm>
          <a:off x="0" y="0"/>
          <a:ext cx="0" cy="0"/>
          <a:chOff x="0" y="0"/>
          <a:chExt cx="0" cy="0"/>
        </a:xfrm>
      </p:grpSpPr>
      <p:sp>
        <p:nvSpPr>
          <p:cNvPr id="287" name="Google Shape;287;p33"/>
          <p:cNvSpPr txBox="1">
            <a:spLocks noGrp="1"/>
          </p:cNvSpPr>
          <p:nvPr>
            <p:ph type="title"/>
          </p:nvPr>
        </p:nvSpPr>
        <p:spPr>
          <a:xfrm>
            <a:off x="4692850" y="1168450"/>
            <a:ext cx="3711600" cy="14034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42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88" name="Google Shape;288;p33"/>
          <p:cNvSpPr txBox="1">
            <a:spLocks noGrp="1"/>
          </p:cNvSpPr>
          <p:nvPr>
            <p:ph type="title" idx="2" hasCustomPrompt="1"/>
          </p:nvPr>
        </p:nvSpPr>
        <p:spPr>
          <a:xfrm>
            <a:off x="6804550" y="3532125"/>
            <a:ext cx="15999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89" name="Google Shape;289;p33"/>
          <p:cNvSpPr txBox="1">
            <a:spLocks noGrp="1"/>
          </p:cNvSpPr>
          <p:nvPr>
            <p:ph type="subTitle" idx="1"/>
          </p:nvPr>
        </p:nvSpPr>
        <p:spPr>
          <a:xfrm>
            <a:off x="5433850" y="2572100"/>
            <a:ext cx="2970600" cy="713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ection header 2">
  <p:cSld name="SECTION_TITLE_AND_DESCRIPTION_1_1_1">
    <p:spTree>
      <p:nvGrpSpPr>
        <p:cNvPr id="1" name="Shape 290"/>
        <p:cNvGrpSpPr/>
        <p:nvPr/>
      </p:nvGrpSpPr>
      <p:grpSpPr>
        <a:xfrm>
          <a:off x="0" y="0"/>
          <a:ext cx="0" cy="0"/>
          <a:chOff x="0" y="0"/>
          <a:chExt cx="0" cy="0"/>
        </a:xfrm>
      </p:grpSpPr>
      <p:sp>
        <p:nvSpPr>
          <p:cNvPr id="291" name="Google Shape;291;p34"/>
          <p:cNvSpPr txBox="1">
            <a:spLocks noGrp="1"/>
          </p:cNvSpPr>
          <p:nvPr>
            <p:ph type="title"/>
          </p:nvPr>
        </p:nvSpPr>
        <p:spPr>
          <a:xfrm>
            <a:off x="2716200" y="1168450"/>
            <a:ext cx="3711600" cy="140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2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92" name="Google Shape;292;p34"/>
          <p:cNvSpPr txBox="1">
            <a:spLocks noGrp="1"/>
          </p:cNvSpPr>
          <p:nvPr>
            <p:ph type="title" idx="2" hasCustomPrompt="1"/>
          </p:nvPr>
        </p:nvSpPr>
        <p:spPr>
          <a:xfrm>
            <a:off x="3772050" y="3532125"/>
            <a:ext cx="1599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93" name="Google Shape;293;p34"/>
          <p:cNvSpPr txBox="1">
            <a:spLocks noGrp="1"/>
          </p:cNvSpPr>
          <p:nvPr>
            <p:ph type="subTitle" idx="1"/>
          </p:nvPr>
        </p:nvSpPr>
        <p:spPr>
          <a:xfrm>
            <a:off x="3086700" y="2572100"/>
            <a:ext cx="29706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3">
  <p:cSld name="SECTION_TITLE_AND_DESCRIPTION_1_1_1_1">
    <p:spTree>
      <p:nvGrpSpPr>
        <p:cNvPr id="1" name="Shape 294"/>
        <p:cNvGrpSpPr/>
        <p:nvPr/>
      </p:nvGrpSpPr>
      <p:grpSpPr>
        <a:xfrm>
          <a:off x="0" y="0"/>
          <a:ext cx="0" cy="0"/>
          <a:chOff x="0" y="0"/>
          <a:chExt cx="0" cy="0"/>
        </a:xfrm>
      </p:grpSpPr>
      <p:sp>
        <p:nvSpPr>
          <p:cNvPr id="295" name="Google Shape;295;p35"/>
          <p:cNvSpPr txBox="1">
            <a:spLocks noGrp="1"/>
          </p:cNvSpPr>
          <p:nvPr>
            <p:ph type="title"/>
          </p:nvPr>
        </p:nvSpPr>
        <p:spPr>
          <a:xfrm>
            <a:off x="713225" y="1168450"/>
            <a:ext cx="3858900" cy="14034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42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96" name="Google Shape;296;p35"/>
          <p:cNvSpPr txBox="1">
            <a:spLocks noGrp="1"/>
          </p:cNvSpPr>
          <p:nvPr>
            <p:ph type="title" idx="2" hasCustomPrompt="1"/>
          </p:nvPr>
        </p:nvSpPr>
        <p:spPr>
          <a:xfrm>
            <a:off x="713225" y="3532125"/>
            <a:ext cx="15999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97" name="Google Shape;297;p35"/>
          <p:cNvSpPr txBox="1">
            <a:spLocks noGrp="1"/>
          </p:cNvSpPr>
          <p:nvPr>
            <p:ph type="subTitle" idx="1"/>
          </p:nvPr>
        </p:nvSpPr>
        <p:spPr>
          <a:xfrm>
            <a:off x="713225" y="2572100"/>
            <a:ext cx="2970600" cy="713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header 4">
  <p:cSld name="SECTION_TITLE_AND_DESCRIPTION_1_1_1_1_1">
    <p:spTree>
      <p:nvGrpSpPr>
        <p:cNvPr id="1" name="Shape 298"/>
        <p:cNvGrpSpPr/>
        <p:nvPr/>
      </p:nvGrpSpPr>
      <p:grpSpPr>
        <a:xfrm>
          <a:off x="0" y="0"/>
          <a:ext cx="0" cy="0"/>
          <a:chOff x="0" y="0"/>
          <a:chExt cx="0" cy="0"/>
        </a:xfrm>
      </p:grpSpPr>
      <p:sp>
        <p:nvSpPr>
          <p:cNvPr id="299" name="Google Shape;299;p36"/>
          <p:cNvSpPr txBox="1">
            <a:spLocks noGrp="1"/>
          </p:cNvSpPr>
          <p:nvPr>
            <p:ph type="title"/>
          </p:nvPr>
        </p:nvSpPr>
        <p:spPr>
          <a:xfrm>
            <a:off x="4572000" y="1168450"/>
            <a:ext cx="3858900" cy="14034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42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00" name="Google Shape;300;p36"/>
          <p:cNvSpPr txBox="1">
            <a:spLocks noGrp="1"/>
          </p:cNvSpPr>
          <p:nvPr>
            <p:ph type="title" idx="2" hasCustomPrompt="1"/>
          </p:nvPr>
        </p:nvSpPr>
        <p:spPr>
          <a:xfrm>
            <a:off x="6831000" y="3532125"/>
            <a:ext cx="15999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01" name="Google Shape;301;p36"/>
          <p:cNvSpPr txBox="1">
            <a:spLocks noGrp="1"/>
          </p:cNvSpPr>
          <p:nvPr>
            <p:ph type="subTitle" idx="1"/>
          </p:nvPr>
        </p:nvSpPr>
        <p:spPr>
          <a:xfrm>
            <a:off x="5460300" y="2572100"/>
            <a:ext cx="2970600" cy="713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5">
  <p:cSld name="SECTION_TITLE_AND_DESCRIPTION_1_1_1_1_1_1">
    <p:spTree>
      <p:nvGrpSpPr>
        <p:cNvPr id="1" name="Shape 302"/>
        <p:cNvGrpSpPr/>
        <p:nvPr/>
      </p:nvGrpSpPr>
      <p:grpSpPr>
        <a:xfrm>
          <a:off x="0" y="0"/>
          <a:ext cx="0" cy="0"/>
          <a:chOff x="0" y="0"/>
          <a:chExt cx="0" cy="0"/>
        </a:xfrm>
      </p:grpSpPr>
      <p:sp>
        <p:nvSpPr>
          <p:cNvPr id="303" name="Google Shape;303;p37"/>
          <p:cNvSpPr txBox="1">
            <a:spLocks noGrp="1"/>
          </p:cNvSpPr>
          <p:nvPr>
            <p:ph type="title"/>
          </p:nvPr>
        </p:nvSpPr>
        <p:spPr>
          <a:xfrm>
            <a:off x="2541750" y="1168450"/>
            <a:ext cx="4060500" cy="140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2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04" name="Google Shape;304;p37"/>
          <p:cNvSpPr txBox="1">
            <a:spLocks noGrp="1"/>
          </p:cNvSpPr>
          <p:nvPr>
            <p:ph type="title" idx="2" hasCustomPrompt="1"/>
          </p:nvPr>
        </p:nvSpPr>
        <p:spPr>
          <a:xfrm>
            <a:off x="3772050" y="3532125"/>
            <a:ext cx="1599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05" name="Google Shape;305;p37"/>
          <p:cNvSpPr txBox="1">
            <a:spLocks noGrp="1"/>
          </p:cNvSpPr>
          <p:nvPr>
            <p:ph type="subTitle" idx="1"/>
          </p:nvPr>
        </p:nvSpPr>
        <p:spPr>
          <a:xfrm>
            <a:off x="3086700" y="2572100"/>
            <a:ext cx="29706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rgbClr val="000000"/>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1">
  <p:cSld name="CUSTOM_2">
    <p:spTree>
      <p:nvGrpSpPr>
        <p:cNvPr id="1" name="Shape 306"/>
        <p:cNvGrpSpPr/>
        <p:nvPr/>
      </p:nvGrpSpPr>
      <p:grpSpPr>
        <a:xfrm>
          <a:off x="0" y="0"/>
          <a:ext cx="0" cy="0"/>
          <a:chOff x="0" y="0"/>
          <a:chExt cx="0" cy="0"/>
        </a:xfrm>
      </p:grpSpPr>
      <p:grpSp>
        <p:nvGrpSpPr>
          <p:cNvPr id="307" name="Google Shape;307;p38"/>
          <p:cNvGrpSpPr/>
          <p:nvPr/>
        </p:nvGrpSpPr>
        <p:grpSpPr>
          <a:xfrm flipH="1">
            <a:off x="-1216757" y="-950433"/>
            <a:ext cx="11676113" cy="7161288"/>
            <a:chOff x="-1285495" y="-726333"/>
            <a:chExt cx="11676113" cy="7161288"/>
          </a:xfrm>
        </p:grpSpPr>
        <p:pic>
          <p:nvPicPr>
            <p:cNvPr id="308" name="Google Shape;308;p38"/>
            <p:cNvPicPr preferRelativeResize="0"/>
            <p:nvPr/>
          </p:nvPicPr>
          <p:blipFill rotWithShape="1">
            <a:blip r:embed="rId2">
              <a:alphaModFix/>
            </a:blip>
            <a:srcRect l="7340" r="4538" b="19768"/>
            <a:stretch/>
          </p:blipFill>
          <p:spPr>
            <a:xfrm rot="-9298886" flipH="1">
              <a:off x="-1047270" y="4343254"/>
              <a:ext cx="2406997" cy="1660632"/>
            </a:xfrm>
            <a:prstGeom prst="rect">
              <a:avLst/>
            </a:prstGeom>
            <a:noFill/>
            <a:ln>
              <a:noFill/>
            </a:ln>
          </p:spPr>
        </p:pic>
        <p:pic>
          <p:nvPicPr>
            <p:cNvPr id="309" name="Google Shape;309;p38"/>
            <p:cNvPicPr preferRelativeResize="0"/>
            <p:nvPr/>
          </p:nvPicPr>
          <p:blipFill rotWithShape="1">
            <a:blip r:embed="rId2">
              <a:alphaModFix/>
            </a:blip>
            <a:srcRect l="7340" r="4538" b="19768"/>
            <a:stretch/>
          </p:blipFill>
          <p:spPr>
            <a:xfrm rot="3056069" flipH="1">
              <a:off x="7783994" y="-98945"/>
              <a:ext cx="2406993" cy="1660631"/>
            </a:xfrm>
            <a:prstGeom prst="rect">
              <a:avLst/>
            </a:prstGeom>
            <a:noFill/>
            <a:ln>
              <a:noFill/>
            </a:ln>
          </p:spPr>
        </p:pic>
      </p:grpSp>
      <p:sp>
        <p:nvSpPr>
          <p:cNvPr id="310" name="Google Shape;310;p38"/>
          <p:cNvSpPr/>
          <p:nvPr/>
        </p:nvSpPr>
        <p:spPr>
          <a:xfrm>
            <a:off x="7456575" y="-1623700"/>
            <a:ext cx="3034500" cy="30345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8"/>
          <p:cNvSpPr/>
          <p:nvPr/>
        </p:nvSpPr>
        <p:spPr>
          <a:xfrm>
            <a:off x="-1601950" y="4208800"/>
            <a:ext cx="3034500" cy="3034500"/>
          </a:xfrm>
          <a:prstGeom prst="ellipse">
            <a:avLst/>
          </a:prstGeom>
          <a:solidFill>
            <a:schemeClr val="dk2"/>
          </a:solidFill>
          <a:ln>
            <a:noFill/>
          </a:ln>
          <a:effectLst>
            <a:outerShdw blurRad="57150" dist="19050" dir="1896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8"/>
          <p:cNvSpPr txBox="1">
            <a:spLocks noGrp="1"/>
          </p:cNvSpPr>
          <p:nvPr>
            <p:ph type="body" idx="1"/>
          </p:nvPr>
        </p:nvSpPr>
        <p:spPr>
          <a:xfrm>
            <a:off x="720000" y="1152475"/>
            <a:ext cx="36135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Char char="●"/>
              <a:defRPr sz="1400"/>
            </a:lvl1pPr>
            <a:lvl2pPr marL="914400" lvl="1" indent="-330200" rtl="0">
              <a:lnSpc>
                <a:spcPct val="115000"/>
              </a:lnSpc>
              <a:spcBef>
                <a:spcPts val="0"/>
              </a:spcBef>
              <a:spcAft>
                <a:spcPts val="0"/>
              </a:spcAft>
              <a:buSzPts val="1600"/>
              <a:buFont typeface="Nunito Light"/>
              <a:buChar char="○"/>
              <a:defRPr/>
            </a:lvl2pPr>
            <a:lvl3pPr marL="1371600" lvl="2" indent="-323850" rtl="0">
              <a:lnSpc>
                <a:spcPct val="115000"/>
              </a:lnSpc>
              <a:spcBef>
                <a:spcPts val="0"/>
              </a:spcBef>
              <a:spcAft>
                <a:spcPts val="0"/>
              </a:spcAft>
              <a:buSzPts val="1500"/>
              <a:buFont typeface="Nunito Light"/>
              <a:buChar char="■"/>
              <a:defRPr/>
            </a:lvl3pPr>
            <a:lvl4pPr marL="1828800" lvl="3" indent="-323850" rtl="0">
              <a:lnSpc>
                <a:spcPct val="115000"/>
              </a:lnSpc>
              <a:spcBef>
                <a:spcPts val="0"/>
              </a:spcBef>
              <a:spcAft>
                <a:spcPts val="0"/>
              </a:spcAft>
              <a:buSzPts val="1500"/>
              <a:buFont typeface="Nunito Light"/>
              <a:buChar char="●"/>
              <a:defRPr/>
            </a:lvl4pPr>
            <a:lvl5pPr marL="2286000" lvl="4" indent="-317500" rtl="0">
              <a:lnSpc>
                <a:spcPct val="115000"/>
              </a:lnSpc>
              <a:spcBef>
                <a:spcPts val="0"/>
              </a:spcBef>
              <a:spcAft>
                <a:spcPts val="0"/>
              </a:spcAft>
              <a:buSzPts val="1400"/>
              <a:buFont typeface="Nunito Light"/>
              <a:buChar char="○"/>
              <a:defRPr/>
            </a:lvl5pPr>
            <a:lvl6pPr marL="2743200" lvl="5" indent="-317500" rtl="0">
              <a:lnSpc>
                <a:spcPct val="115000"/>
              </a:lnSpc>
              <a:spcBef>
                <a:spcPts val="0"/>
              </a:spcBef>
              <a:spcAft>
                <a:spcPts val="0"/>
              </a:spcAft>
              <a:buSzPts val="1400"/>
              <a:buFont typeface="Nunito Light"/>
              <a:buChar char="■"/>
              <a:defRPr/>
            </a:lvl6pPr>
            <a:lvl7pPr marL="3200400" lvl="6" indent="-311150" rtl="0">
              <a:lnSpc>
                <a:spcPct val="115000"/>
              </a:lnSpc>
              <a:spcBef>
                <a:spcPts val="0"/>
              </a:spcBef>
              <a:spcAft>
                <a:spcPts val="0"/>
              </a:spcAft>
              <a:buSzPts val="1300"/>
              <a:buFont typeface="Nunito Light"/>
              <a:buChar char="●"/>
              <a:defRPr/>
            </a:lvl7pPr>
            <a:lvl8pPr marL="3657600" lvl="7" indent="-311150" rtl="0">
              <a:lnSpc>
                <a:spcPct val="115000"/>
              </a:lnSpc>
              <a:spcBef>
                <a:spcPts val="0"/>
              </a:spcBef>
              <a:spcAft>
                <a:spcPts val="0"/>
              </a:spcAft>
              <a:buSzPts val="1300"/>
              <a:buFont typeface="Nunito Light"/>
              <a:buChar char="○"/>
              <a:defRPr/>
            </a:lvl8pPr>
            <a:lvl9pPr marL="4114800" lvl="8" indent="-304800" rtl="0">
              <a:lnSpc>
                <a:spcPct val="115000"/>
              </a:lnSpc>
              <a:spcBef>
                <a:spcPts val="0"/>
              </a:spcBef>
              <a:spcAft>
                <a:spcPts val="0"/>
              </a:spcAft>
              <a:buSzPts val="1200"/>
              <a:buFont typeface="Nunito Light"/>
              <a:buChar char="■"/>
              <a:defRPr/>
            </a:lvl9pPr>
          </a:lstStyle>
          <a:p>
            <a:endParaRPr/>
          </a:p>
        </p:txBody>
      </p:sp>
      <p:sp>
        <p:nvSpPr>
          <p:cNvPr id="313" name="Google Shape;313;p38"/>
          <p:cNvSpPr txBox="1">
            <a:spLocks noGrp="1"/>
          </p:cNvSpPr>
          <p:nvPr>
            <p:ph type="body" idx="2"/>
          </p:nvPr>
        </p:nvSpPr>
        <p:spPr>
          <a:xfrm>
            <a:off x="4810500" y="1152475"/>
            <a:ext cx="3613500" cy="3416400"/>
          </a:xfrm>
          <a:prstGeom prst="rect">
            <a:avLst/>
          </a:prstGeom>
        </p:spPr>
        <p:txBody>
          <a:bodyPr spcFirstLastPara="1" wrap="square" lIns="91425" tIns="91425" rIns="91425" bIns="91425" anchor="ctr" anchorCtr="0">
            <a:noAutofit/>
          </a:bodyPr>
          <a:lstStyle>
            <a:lvl1pPr marL="457200" marR="50800" lvl="0" indent="-304800" rtl="0">
              <a:lnSpc>
                <a:spcPct val="100000"/>
              </a:lnSpc>
              <a:spcBef>
                <a:spcPts val="0"/>
              </a:spcBef>
              <a:spcAft>
                <a:spcPts val="0"/>
              </a:spcAft>
              <a:buSzPts val="1200"/>
              <a:buChar char="●"/>
              <a:defRPr sz="1200"/>
            </a:lvl1pPr>
            <a:lvl2pPr marL="914400" lvl="1" indent="-330200" rtl="0">
              <a:lnSpc>
                <a:spcPct val="115000"/>
              </a:lnSpc>
              <a:spcBef>
                <a:spcPts val="0"/>
              </a:spcBef>
              <a:spcAft>
                <a:spcPts val="0"/>
              </a:spcAft>
              <a:buSzPts val="1600"/>
              <a:buFont typeface="Nunito Light"/>
              <a:buChar char="○"/>
              <a:defRPr/>
            </a:lvl2pPr>
            <a:lvl3pPr marL="1371600" lvl="2" indent="-323850" rtl="0">
              <a:lnSpc>
                <a:spcPct val="115000"/>
              </a:lnSpc>
              <a:spcBef>
                <a:spcPts val="0"/>
              </a:spcBef>
              <a:spcAft>
                <a:spcPts val="0"/>
              </a:spcAft>
              <a:buSzPts val="1500"/>
              <a:buFont typeface="Nunito Light"/>
              <a:buChar char="■"/>
              <a:defRPr/>
            </a:lvl3pPr>
            <a:lvl4pPr marL="1828800" lvl="3" indent="-323850" rtl="0">
              <a:lnSpc>
                <a:spcPct val="115000"/>
              </a:lnSpc>
              <a:spcBef>
                <a:spcPts val="0"/>
              </a:spcBef>
              <a:spcAft>
                <a:spcPts val="0"/>
              </a:spcAft>
              <a:buSzPts val="1500"/>
              <a:buFont typeface="Nunito Light"/>
              <a:buChar char="●"/>
              <a:defRPr/>
            </a:lvl4pPr>
            <a:lvl5pPr marL="2286000" lvl="4" indent="-317500" rtl="0">
              <a:lnSpc>
                <a:spcPct val="115000"/>
              </a:lnSpc>
              <a:spcBef>
                <a:spcPts val="0"/>
              </a:spcBef>
              <a:spcAft>
                <a:spcPts val="0"/>
              </a:spcAft>
              <a:buSzPts val="1400"/>
              <a:buFont typeface="Nunito Light"/>
              <a:buChar char="○"/>
              <a:defRPr/>
            </a:lvl5pPr>
            <a:lvl6pPr marL="2743200" lvl="5" indent="-317500" rtl="0">
              <a:lnSpc>
                <a:spcPct val="115000"/>
              </a:lnSpc>
              <a:spcBef>
                <a:spcPts val="0"/>
              </a:spcBef>
              <a:spcAft>
                <a:spcPts val="0"/>
              </a:spcAft>
              <a:buSzPts val="1400"/>
              <a:buFont typeface="Nunito Light"/>
              <a:buChar char="■"/>
              <a:defRPr/>
            </a:lvl6pPr>
            <a:lvl7pPr marL="3200400" lvl="6" indent="-311150" rtl="0">
              <a:lnSpc>
                <a:spcPct val="115000"/>
              </a:lnSpc>
              <a:spcBef>
                <a:spcPts val="0"/>
              </a:spcBef>
              <a:spcAft>
                <a:spcPts val="0"/>
              </a:spcAft>
              <a:buSzPts val="1300"/>
              <a:buFont typeface="Nunito Light"/>
              <a:buChar char="●"/>
              <a:defRPr/>
            </a:lvl7pPr>
            <a:lvl8pPr marL="3657600" lvl="7" indent="-311150" rtl="0">
              <a:lnSpc>
                <a:spcPct val="115000"/>
              </a:lnSpc>
              <a:spcBef>
                <a:spcPts val="0"/>
              </a:spcBef>
              <a:spcAft>
                <a:spcPts val="0"/>
              </a:spcAft>
              <a:buSzPts val="1300"/>
              <a:buFont typeface="Nunito Light"/>
              <a:buChar char="○"/>
              <a:defRPr/>
            </a:lvl8pPr>
            <a:lvl9pPr marL="4114800" lvl="8" indent="-304800" rtl="0">
              <a:lnSpc>
                <a:spcPct val="115000"/>
              </a:lnSpc>
              <a:spcBef>
                <a:spcPts val="0"/>
              </a:spcBef>
              <a:spcAft>
                <a:spcPts val="0"/>
              </a:spcAft>
              <a:buSzPts val="1200"/>
              <a:buFont typeface="Nunito Light"/>
              <a:buChar char="■"/>
              <a:defRPr/>
            </a:lvl9pPr>
          </a:lstStyle>
          <a:p>
            <a:endParaRPr/>
          </a:p>
        </p:txBody>
      </p:sp>
      <p:sp>
        <p:nvSpPr>
          <p:cNvPr id="314" name="Google Shape;314;p3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
    <p:spTree>
      <p:nvGrpSpPr>
        <p:cNvPr id="1" name="Shape 315"/>
        <p:cNvGrpSpPr/>
        <p:nvPr/>
      </p:nvGrpSpPr>
      <p:grpSpPr>
        <a:xfrm>
          <a:off x="0" y="0"/>
          <a:ext cx="0" cy="0"/>
          <a:chOff x="0" y="0"/>
          <a:chExt cx="0" cy="0"/>
        </a:xfrm>
      </p:grpSpPr>
      <p:sp>
        <p:nvSpPr>
          <p:cNvPr id="316" name="Google Shape;316;p39"/>
          <p:cNvSpPr txBox="1">
            <a:spLocks noGrp="1"/>
          </p:cNvSpPr>
          <p:nvPr>
            <p:ph type="subTitle" idx="1"/>
          </p:nvPr>
        </p:nvSpPr>
        <p:spPr>
          <a:xfrm>
            <a:off x="2516193" y="2266784"/>
            <a:ext cx="1845900" cy="46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317" name="Google Shape;317;p39"/>
          <p:cNvSpPr txBox="1">
            <a:spLocks noGrp="1"/>
          </p:cNvSpPr>
          <p:nvPr>
            <p:ph type="subTitle" idx="2"/>
          </p:nvPr>
        </p:nvSpPr>
        <p:spPr>
          <a:xfrm>
            <a:off x="6384038" y="2266784"/>
            <a:ext cx="1845900" cy="46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318" name="Google Shape;318;p39"/>
          <p:cNvSpPr txBox="1">
            <a:spLocks noGrp="1"/>
          </p:cNvSpPr>
          <p:nvPr>
            <p:ph type="subTitle" idx="3"/>
          </p:nvPr>
        </p:nvSpPr>
        <p:spPr>
          <a:xfrm>
            <a:off x="2516200" y="2690362"/>
            <a:ext cx="1845900" cy="57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9" name="Google Shape;319;p39"/>
          <p:cNvSpPr txBox="1">
            <a:spLocks noGrp="1"/>
          </p:cNvSpPr>
          <p:nvPr>
            <p:ph type="subTitle" idx="4"/>
          </p:nvPr>
        </p:nvSpPr>
        <p:spPr>
          <a:xfrm>
            <a:off x="6384049" y="2690362"/>
            <a:ext cx="1845900" cy="57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0" name="Google Shape;320;p3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two columns 3">
  <p:cSld name="TITLE_AND_TWO_COLUMNS_1_1">
    <p:spTree>
      <p:nvGrpSpPr>
        <p:cNvPr id="1" name="Shape 321"/>
        <p:cNvGrpSpPr/>
        <p:nvPr/>
      </p:nvGrpSpPr>
      <p:grpSpPr>
        <a:xfrm>
          <a:off x="0" y="0"/>
          <a:ext cx="0" cy="0"/>
          <a:chOff x="0" y="0"/>
          <a:chExt cx="0" cy="0"/>
        </a:xfrm>
      </p:grpSpPr>
      <p:sp>
        <p:nvSpPr>
          <p:cNvPr id="322" name="Google Shape;322;p40"/>
          <p:cNvSpPr txBox="1">
            <a:spLocks noGrp="1"/>
          </p:cNvSpPr>
          <p:nvPr>
            <p:ph type="subTitle" idx="1"/>
          </p:nvPr>
        </p:nvSpPr>
        <p:spPr>
          <a:xfrm>
            <a:off x="719950" y="2270575"/>
            <a:ext cx="2042700" cy="4680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323" name="Google Shape;323;p40"/>
          <p:cNvSpPr txBox="1">
            <a:spLocks noGrp="1"/>
          </p:cNvSpPr>
          <p:nvPr>
            <p:ph type="subTitle" idx="2"/>
          </p:nvPr>
        </p:nvSpPr>
        <p:spPr>
          <a:xfrm>
            <a:off x="6381300" y="2270575"/>
            <a:ext cx="2042700" cy="46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324" name="Google Shape;324;p40"/>
          <p:cNvSpPr txBox="1">
            <a:spLocks noGrp="1"/>
          </p:cNvSpPr>
          <p:nvPr>
            <p:ph type="subTitle" idx="3"/>
          </p:nvPr>
        </p:nvSpPr>
        <p:spPr>
          <a:xfrm>
            <a:off x="816847" y="2692569"/>
            <a:ext cx="1945800" cy="5727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5" name="Google Shape;325;p40"/>
          <p:cNvSpPr txBox="1">
            <a:spLocks noGrp="1"/>
          </p:cNvSpPr>
          <p:nvPr>
            <p:ph type="subTitle" idx="4"/>
          </p:nvPr>
        </p:nvSpPr>
        <p:spPr>
          <a:xfrm>
            <a:off x="6381298" y="2692569"/>
            <a:ext cx="1945800" cy="57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6" name="Google Shape;326;p4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327"/>
        <p:cNvGrpSpPr/>
        <p:nvPr/>
      </p:nvGrpSpPr>
      <p:grpSpPr>
        <a:xfrm>
          <a:off x="0" y="0"/>
          <a:ext cx="0" cy="0"/>
          <a:chOff x="0" y="0"/>
          <a:chExt cx="0" cy="0"/>
        </a:xfrm>
      </p:grpSpPr>
      <p:sp>
        <p:nvSpPr>
          <p:cNvPr id="328" name="Google Shape;328;p41"/>
          <p:cNvSpPr txBox="1">
            <a:spLocks noGrp="1"/>
          </p:cNvSpPr>
          <p:nvPr>
            <p:ph type="title"/>
          </p:nvPr>
        </p:nvSpPr>
        <p:spPr>
          <a:xfrm>
            <a:off x="780300" y="3151325"/>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29" name="Google Shape;329;p41"/>
          <p:cNvSpPr txBox="1">
            <a:spLocks noGrp="1"/>
          </p:cNvSpPr>
          <p:nvPr>
            <p:ph type="subTitle" idx="1"/>
          </p:nvPr>
        </p:nvSpPr>
        <p:spPr>
          <a:xfrm>
            <a:off x="780300" y="3637431"/>
            <a:ext cx="2215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0" name="Google Shape;330;p41"/>
          <p:cNvSpPr txBox="1">
            <a:spLocks noGrp="1"/>
          </p:cNvSpPr>
          <p:nvPr>
            <p:ph type="title" idx="2"/>
          </p:nvPr>
        </p:nvSpPr>
        <p:spPr>
          <a:xfrm>
            <a:off x="3464100" y="3151325"/>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31" name="Google Shape;331;p41"/>
          <p:cNvSpPr txBox="1">
            <a:spLocks noGrp="1"/>
          </p:cNvSpPr>
          <p:nvPr>
            <p:ph type="subTitle" idx="3"/>
          </p:nvPr>
        </p:nvSpPr>
        <p:spPr>
          <a:xfrm>
            <a:off x="3464100" y="3637431"/>
            <a:ext cx="2215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2" name="Google Shape;332;p41"/>
          <p:cNvSpPr txBox="1">
            <a:spLocks noGrp="1"/>
          </p:cNvSpPr>
          <p:nvPr>
            <p:ph type="title" idx="4"/>
          </p:nvPr>
        </p:nvSpPr>
        <p:spPr>
          <a:xfrm>
            <a:off x="6178050" y="3151325"/>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33" name="Google Shape;333;p41"/>
          <p:cNvSpPr txBox="1">
            <a:spLocks noGrp="1"/>
          </p:cNvSpPr>
          <p:nvPr>
            <p:ph type="subTitle" idx="5"/>
          </p:nvPr>
        </p:nvSpPr>
        <p:spPr>
          <a:xfrm>
            <a:off x="6178050" y="3637431"/>
            <a:ext cx="2215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4" name="Google Shape;334;p4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grpSp>
        <p:nvGrpSpPr>
          <p:cNvPr id="335" name="Google Shape;335;p41"/>
          <p:cNvGrpSpPr/>
          <p:nvPr/>
        </p:nvGrpSpPr>
        <p:grpSpPr>
          <a:xfrm>
            <a:off x="-1729404" y="-96251"/>
            <a:ext cx="12330163" cy="7316165"/>
            <a:chOff x="-1729404" y="-96251"/>
            <a:chExt cx="12330163" cy="7316165"/>
          </a:xfrm>
        </p:grpSpPr>
        <p:pic>
          <p:nvPicPr>
            <p:cNvPr id="336" name="Google Shape;336;p41"/>
            <p:cNvPicPr preferRelativeResize="0"/>
            <p:nvPr/>
          </p:nvPicPr>
          <p:blipFill rotWithShape="1">
            <a:blip r:embed="rId2">
              <a:alphaModFix/>
            </a:blip>
            <a:srcRect l="7340" r="4538" b="19768"/>
            <a:stretch/>
          </p:blipFill>
          <p:spPr>
            <a:xfrm rot="-3692454">
              <a:off x="8093780" y="527170"/>
              <a:ext cx="2406994" cy="1660633"/>
            </a:xfrm>
            <a:prstGeom prst="rect">
              <a:avLst/>
            </a:prstGeom>
            <a:noFill/>
            <a:ln>
              <a:noFill/>
            </a:ln>
          </p:spPr>
        </p:pic>
        <p:pic>
          <p:nvPicPr>
            <p:cNvPr id="337" name="Google Shape;337;p41"/>
            <p:cNvPicPr preferRelativeResize="0"/>
            <p:nvPr/>
          </p:nvPicPr>
          <p:blipFill rotWithShape="1">
            <a:blip r:embed="rId2">
              <a:alphaModFix/>
            </a:blip>
            <a:srcRect l="7340" r="4538" b="19768"/>
            <a:stretch/>
          </p:blipFill>
          <p:spPr>
            <a:xfrm rot="-3692454">
              <a:off x="-1629420" y="812270"/>
              <a:ext cx="2406994" cy="1660633"/>
            </a:xfrm>
            <a:prstGeom prst="rect">
              <a:avLst/>
            </a:prstGeom>
            <a:noFill/>
            <a:ln>
              <a:noFill/>
            </a:ln>
          </p:spPr>
        </p:pic>
        <p:pic>
          <p:nvPicPr>
            <p:cNvPr id="338" name="Google Shape;338;p41"/>
            <p:cNvPicPr preferRelativeResize="0"/>
            <p:nvPr/>
          </p:nvPicPr>
          <p:blipFill rotWithShape="1">
            <a:blip r:embed="rId2">
              <a:alphaModFix/>
            </a:blip>
            <a:srcRect l="7340" r="4538" b="19768"/>
            <a:stretch/>
          </p:blipFill>
          <p:spPr>
            <a:xfrm rot="-3123040">
              <a:off x="7004301" y="4360613"/>
              <a:ext cx="3005448" cy="2073502"/>
            </a:xfrm>
            <a:prstGeom prst="rect">
              <a:avLst/>
            </a:prstGeom>
            <a:noFill/>
            <a:ln>
              <a:noFill/>
            </a:ln>
          </p:spPr>
        </p:pic>
        <p:pic>
          <p:nvPicPr>
            <p:cNvPr id="339" name="Google Shape;339;p41"/>
            <p:cNvPicPr preferRelativeResize="0"/>
            <p:nvPr/>
          </p:nvPicPr>
          <p:blipFill rotWithShape="1">
            <a:blip r:embed="rId2">
              <a:alphaModFix/>
            </a:blip>
            <a:srcRect l="7340" r="4538" b="19768"/>
            <a:stretch/>
          </p:blipFill>
          <p:spPr>
            <a:xfrm rot="-10431586">
              <a:off x="-355674" y="4361689"/>
              <a:ext cx="3005448" cy="2073500"/>
            </a:xfrm>
            <a:prstGeom prst="rect">
              <a:avLst/>
            </a:prstGeom>
            <a:noFill/>
            <a:ln>
              <a:noFill/>
            </a:ln>
          </p:spPr>
        </p:pic>
      </p:grpSp>
      <p:pic>
        <p:nvPicPr>
          <p:cNvPr id="340" name="Google Shape;340;p41"/>
          <p:cNvPicPr preferRelativeResize="0"/>
          <p:nvPr/>
        </p:nvPicPr>
        <p:blipFill>
          <a:blip r:embed="rId3">
            <a:alphaModFix/>
          </a:blip>
          <a:stretch>
            <a:fillRect/>
          </a:stretch>
        </p:blipFill>
        <p:spPr>
          <a:xfrm rot="1799926" flipH="1">
            <a:off x="2668252" y="4464955"/>
            <a:ext cx="709013" cy="537293"/>
          </a:xfrm>
          <a:prstGeom prst="rect">
            <a:avLst/>
          </a:prstGeom>
          <a:noFill/>
          <a:ln>
            <a:noFill/>
          </a:ln>
        </p:spPr>
      </p:pic>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341"/>
        <p:cNvGrpSpPr/>
        <p:nvPr/>
      </p:nvGrpSpPr>
      <p:grpSpPr>
        <a:xfrm>
          <a:off x="0" y="0"/>
          <a:ext cx="0" cy="0"/>
          <a:chOff x="0" y="0"/>
          <a:chExt cx="0" cy="0"/>
        </a:xfrm>
      </p:grpSpPr>
      <p:grpSp>
        <p:nvGrpSpPr>
          <p:cNvPr id="342" name="Google Shape;342;p42"/>
          <p:cNvGrpSpPr/>
          <p:nvPr/>
        </p:nvGrpSpPr>
        <p:grpSpPr>
          <a:xfrm>
            <a:off x="-2189843" y="-2877590"/>
            <a:ext cx="12916773" cy="9519968"/>
            <a:chOff x="-2189843" y="-2877590"/>
            <a:chExt cx="12916773" cy="9519968"/>
          </a:xfrm>
        </p:grpSpPr>
        <p:pic>
          <p:nvPicPr>
            <p:cNvPr id="343" name="Google Shape;343;p42"/>
            <p:cNvPicPr preferRelativeResize="0"/>
            <p:nvPr/>
          </p:nvPicPr>
          <p:blipFill rotWithShape="1">
            <a:blip r:embed="rId2">
              <a:alphaModFix/>
            </a:blip>
            <a:srcRect l="7340" r="4538" b="19768"/>
            <a:stretch/>
          </p:blipFill>
          <p:spPr>
            <a:xfrm rot="-1799987" flipH="1">
              <a:off x="-1661597" y="-1857170"/>
              <a:ext cx="5007392" cy="3454693"/>
            </a:xfrm>
            <a:prstGeom prst="rect">
              <a:avLst/>
            </a:prstGeom>
            <a:noFill/>
            <a:ln>
              <a:noFill/>
            </a:ln>
          </p:spPr>
        </p:pic>
        <p:pic>
          <p:nvPicPr>
            <p:cNvPr id="344" name="Google Shape;344;p42"/>
            <p:cNvPicPr preferRelativeResize="0"/>
            <p:nvPr/>
          </p:nvPicPr>
          <p:blipFill rotWithShape="1">
            <a:blip r:embed="rId2">
              <a:alphaModFix/>
            </a:blip>
            <a:srcRect l="7340" r="4538" b="19768"/>
            <a:stretch/>
          </p:blipFill>
          <p:spPr>
            <a:xfrm rot="-10799984" flipH="1">
              <a:off x="-420974" y="4379682"/>
              <a:ext cx="3279626" cy="2262688"/>
            </a:xfrm>
            <a:prstGeom prst="rect">
              <a:avLst/>
            </a:prstGeom>
            <a:noFill/>
            <a:ln>
              <a:noFill/>
            </a:ln>
          </p:spPr>
        </p:pic>
        <p:pic>
          <p:nvPicPr>
            <p:cNvPr id="345" name="Google Shape;345;p42"/>
            <p:cNvPicPr preferRelativeResize="0"/>
            <p:nvPr/>
          </p:nvPicPr>
          <p:blipFill rotWithShape="1">
            <a:blip r:embed="rId2">
              <a:alphaModFix/>
            </a:blip>
            <a:srcRect l="7340" r="4538" b="19768"/>
            <a:stretch/>
          </p:blipFill>
          <p:spPr>
            <a:xfrm rot="1510776" flipH="1">
              <a:off x="7227583" y="-558145"/>
              <a:ext cx="3183386" cy="2196291"/>
            </a:xfrm>
            <a:prstGeom prst="rect">
              <a:avLst/>
            </a:prstGeom>
            <a:noFill/>
            <a:ln>
              <a:noFill/>
            </a:ln>
          </p:spPr>
        </p:pic>
        <p:pic>
          <p:nvPicPr>
            <p:cNvPr id="346" name="Google Shape;346;p42"/>
            <p:cNvPicPr preferRelativeResize="0"/>
            <p:nvPr/>
          </p:nvPicPr>
          <p:blipFill>
            <a:blip r:embed="rId3">
              <a:alphaModFix/>
            </a:blip>
            <a:stretch>
              <a:fillRect/>
            </a:stretch>
          </p:blipFill>
          <p:spPr>
            <a:xfrm rot="2051224">
              <a:off x="8069493" y="1023379"/>
              <a:ext cx="709013" cy="537293"/>
            </a:xfrm>
            <a:prstGeom prst="rect">
              <a:avLst/>
            </a:prstGeom>
            <a:noFill/>
            <a:ln>
              <a:noFill/>
            </a:ln>
          </p:spPr>
        </p:pic>
      </p:grpSp>
      <p:sp>
        <p:nvSpPr>
          <p:cNvPr id="347" name="Google Shape;347;p42"/>
          <p:cNvSpPr txBox="1">
            <a:spLocks noGrp="1"/>
          </p:cNvSpPr>
          <p:nvPr>
            <p:ph type="title"/>
          </p:nvPr>
        </p:nvSpPr>
        <p:spPr>
          <a:xfrm>
            <a:off x="780300" y="3151325"/>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48" name="Google Shape;348;p42"/>
          <p:cNvSpPr txBox="1">
            <a:spLocks noGrp="1"/>
          </p:cNvSpPr>
          <p:nvPr>
            <p:ph type="subTitle" idx="1"/>
          </p:nvPr>
        </p:nvSpPr>
        <p:spPr>
          <a:xfrm>
            <a:off x="985200" y="3594696"/>
            <a:ext cx="18060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9" name="Google Shape;349;p42"/>
          <p:cNvSpPr txBox="1">
            <a:spLocks noGrp="1"/>
          </p:cNvSpPr>
          <p:nvPr>
            <p:ph type="title" idx="2"/>
          </p:nvPr>
        </p:nvSpPr>
        <p:spPr>
          <a:xfrm>
            <a:off x="3464100" y="3151325"/>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50" name="Google Shape;350;p42"/>
          <p:cNvSpPr txBox="1">
            <a:spLocks noGrp="1"/>
          </p:cNvSpPr>
          <p:nvPr>
            <p:ph type="subTitle" idx="3"/>
          </p:nvPr>
        </p:nvSpPr>
        <p:spPr>
          <a:xfrm>
            <a:off x="3669000" y="3594696"/>
            <a:ext cx="18060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1" name="Google Shape;351;p42"/>
          <p:cNvSpPr txBox="1">
            <a:spLocks noGrp="1"/>
          </p:cNvSpPr>
          <p:nvPr>
            <p:ph type="title" idx="4"/>
          </p:nvPr>
        </p:nvSpPr>
        <p:spPr>
          <a:xfrm>
            <a:off x="6178050" y="3151325"/>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52" name="Google Shape;352;p42"/>
          <p:cNvSpPr txBox="1">
            <a:spLocks noGrp="1"/>
          </p:cNvSpPr>
          <p:nvPr>
            <p:ph type="subTitle" idx="5"/>
          </p:nvPr>
        </p:nvSpPr>
        <p:spPr>
          <a:xfrm>
            <a:off x="6382950" y="3594696"/>
            <a:ext cx="18060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3" name="Google Shape;353;p42"/>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
        <p:nvSpPr>
          <p:cNvPr id="354" name="Google Shape;354;p42"/>
          <p:cNvSpPr/>
          <p:nvPr/>
        </p:nvSpPr>
        <p:spPr>
          <a:xfrm>
            <a:off x="7349325" y="4362725"/>
            <a:ext cx="3043800" cy="30441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three columns 2">
  <p:cSld name="BLANK_1_1_1_2_1_1">
    <p:spTree>
      <p:nvGrpSpPr>
        <p:cNvPr id="1" name="Shape 355"/>
        <p:cNvGrpSpPr/>
        <p:nvPr/>
      </p:nvGrpSpPr>
      <p:grpSpPr>
        <a:xfrm>
          <a:off x="0" y="0"/>
          <a:ext cx="0" cy="0"/>
          <a:chOff x="0" y="0"/>
          <a:chExt cx="0" cy="0"/>
        </a:xfrm>
      </p:grpSpPr>
      <p:sp>
        <p:nvSpPr>
          <p:cNvPr id="356" name="Google Shape;356;p43"/>
          <p:cNvSpPr txBox="1">
            <a:spLocks noGrp="1"/>
          </p:cNvSpPr>
          <p:nvPr>
            <p:ph type="title"/>
          </p:nvPr>
        </p:nvSpPr>
        <p:spPr>
          <a:xfrm>
            <a:off x="780300" y="1920041"/>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57" name="Google Shape;357;p43"/>
          <p:cNvSpPr txBox="1">
            <a:spLocks noGrp="1"/>
          </p:cNvSpPr>
          <p:nvPr>
            <p:ph type="subTitle" idx="1"/>
          </p:nvPr>
        </p:nvSpPr>
        <p:spPr>
          <a:xfrm>
            <a:off x="780300" y="2420170"/>
            <a:ext cx="2215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8" name="Google Shape;358;p43"/>
          <p:cNvSpPr txBox="1">
            <a:spLocks noGrp="1"/>
          </p:cNvSpPr>
          <p:nvPr>
            <p:ph type="title" idx="2"/>
          </p:nvPr>
        </p:nvSpPr>
        <p:spPr>
          <a:xfrm>
            <a:off x="3464100" y="3151325"/>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59" name="Google Shape;359;p43"/>
          <p:cNvSpPr txBox="1">
            <a:spLocks noGrp="1"/>
          </p:cNvSpPr>
          <p:nvPr>
            <p:ph type="subTitle" idx="3"/>
          </p:nvPr>
        </p:nvSpPr>
        <p:spPr>
          <a:xfrm>
            <a:off x="3464100" y="3651454"/>
            <a:ext cx="2215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0" name="Google Shape;360;p43"/>
          <p:cNvSpPr txBox="1">
            <a:spLocks noGrp="1"/>
          </p:cNvSpPr>
          <p:nvPr>
            <p:ph type="title" idx="4"/>
          </p:nvPr>
        </p:nvSpPr>
        <p:spPr>
          <a:xfrm>
            <a:off x="6147900" y="1920041"/>
            <a:ext cx="2215800" cy="431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61" name="Google Shape;361;p43"/>
          <p:cNvSpPr txBox="1">
            <a:spLocks noGrp="1"/>
          </p:cNvSpPr>
          <p:nvPr>
            <p:ph type="subTitle" idx="5"/>
          </p:nvPr>
        </p:nvSpPr>
        <p:spPr>
          <a:xfrm>
            <a:off x="6147900" y="2420170"/>
            <a:ext cx="2215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2" name="Google Shape;362;p43"/>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363"/>
        <p:cNvGrpSpPr/>
        <p:nvPr/>
      </p:nvGrpSpPr>
      <p:grpSpPr>
        <a:xfrm>
          <a:off x="0" y="0"/>
          <a:ext cx="0" cy="0"/>
          <a:chOff x="0" y="0"/>
          <a:chExt cx="0" cy="0"/>
        </a:xfrm>
      </p:grpSpPr>
      <p:sp>
        <p:nvSpPr>
          <p:cNvPr id="364" name="Google Shape;364;p44"/>
          <p:cNvSpPr/>
          <p:nvPr/>
        </p:nvSpPr>
        <p:spPr>
          <a:xfrm rot="10800000">
            <a:off x="869350" y="4278800"/>
            <a:ext cx="3058800" cy="3058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65" name="Google Shape;365;p44"/>
          <p:cNvPicPr preferRelativeResize="0"/>
          <p:nvPr/>
        </p:nvPicPr>
        <p:blipFill rotWithShape="1">
          <a:blip r:embed="rId2">
            <a:alphaModFix/>
          </a:blip>
          <a:srcRect l="7340" r="4538" b="19768"/>
          <a:stretch/>
        </p:blipFill>
        <p:spPr>
          <a:xfrm rot="9027749" flipH="1">
            <a:off x="3275450" y="4307116"/>
            <a:ext cx="3005449" cy="2073497"/>
          </a:xfrm>
          <a:prstGeom prst="rect">
            <a:avLst/>
          </a:prstGeom>
          <a:noFill/>
          <a:ln>
            <a:noFill/>
          </a:ln>
        </p:spPr>
      </p:pic>
      <p:pic>
        <p:nvPicPr>
          <p:cNvPr id="366" name="Google Shape;366;p44"/>
          <p:cNvPicPr preferRelativeResize="0"/>
          <p:nvPr/>
        </p:nvPicPr>
        <p:blipFill rotWithShape="1">
          <a:blip r:embed="rId2">
            <a:alphaModFix/>
          </a:blip>
          <a:srcRect l="7340" r="4538" b="19768"/>
          <a:stretch/>
        </p:blipFill>
        <p:spPr>
          <a:xfrm rot="-431542" flipH="1">
            <a:off x="-806638" y="4315957"/>
            <a:ext cx="2406995" cy="1660632"/>
          </a:xfrm>
          <a:prstGeom prst="rect">
            <a:avLst/>
          </a:prstGeom>
          <a:noFill/>
          <a:ln>
            <a:noFill/>
          </a:ln>
        </p:spPr>
      </p:pic>
      <p:pic>
        <p:nvPicPr>
          <p:cNvPr id="367" name="Google Shape;367;p44"/>
          <p:cNvPicPr preferRelativeResize="0"/>
          <p:nvPr/>
        </p:nvPicPr>
        <p:blipFill rotWithShape="1">
          <a:blip r:embed="rId2">
            <a:alphaModFix/>
          </a:blip>
          <a:srcRect l="7340" r="4538" b="19768"/>
          <a:stretch/>
        </p:blipFill>
        <p:spPr>
          <a:xfrm rot="-2978324" flipH="1">
            <a:off x="-806643" y="-758766"/>
            <a:ext cx="2406999" cy="1660630"/>
          </a:xfrm>
          <a:prstGeom prst="rect">
            <a:avLst/>
          </a:prstGeom>
          <a:noFill/>
          <a:ln>
            <a:noFill/>
          </a:ln>
        </p:spPr>
      </p:pic>
      <p:pic>
        <p:nvPicPr>
          <p:cNvPr id="368" name="Google Shape;368;p44"/>
          <p:cNvPicPr preferRelativeResize="0"/>
          <p:nvPr/>
        </p:nvPicPr>
        <p:blipFill>
          <a:blip r:embed="rId3">
            <a:alphaModFix/>
          </a:blip>
          <a:stretch>
            <a:fillRect/>
          </a:stretch>
        </p:blipFill>
        <p:spPr>
          <a:xfrm rot="2700000">
            <a:off x="218587" y="3912375"/>
            <a:ext cx="356565" cy="270198"/>
          </a:xfrm>
          <a:prstGeom prst="rect">
            <a:avLst/>
          </a:prstGeom>
          <a:noFill/>
          <a:ln>
            <a:noFill/>
          </a:ln>
        </p:spPr>
      </p:pic>
      <p:sp>
        <p:nvSpPr>
          <p:cNvPr id="369" name="Google Shape;369;p44"/>
          <p:cNvSpPr txBox="1">
            <a:spLocks noGrp="1"/>
          </p:cNvSpPr>
          <p:nvPr>
            <p:ph type="title"/>
          </p:nvPr>
        </p:nvSpPr>
        <p:spPr>
          <a:xfrm>
            <a:off x="720000" y="1759050"/>
            <a:ext cx="1858200" cy="3255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0" name="Google Shape;370;p44"/>
          <p:cNvSpPr txBox="1">
            <a:spLocks noGrp="1"/>
          </p:cNvSpPr>
          <p:nvPr>
            <p:ph type="subTitle" idx="1"/>
          </p:nvPr>
        </p:nvSpPr>
        <p:spPr>
          <a:xfrm>
            <a:off x="719996" y="2116975"/>
            <a:ext cx="1858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1" name="Google Shape;371;p44"/>
          <p:cNvSpPr txBox="1">
            <a:spLocks noGrp="1"/>
          </p:cNvSpPr>
          <p:nvPr>
            <p:ph type="title" idx="2"/>
          </p:nvPr>
        </p:nvSpPr>
        <p:spPr>
          <a:xfrm>
            <a:off x="3138449" y="1759050"/>
            <a:ext cx="1858200" cy="3255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2" name="Google Shape;372;p44"/>
          <p:cNvSpPr txBox="1">
            <a:spLocks noGrp="1"/>
          </p:cNvSpPr>
          <p:nvPr>
            <p:ph type="subTitle" idx="3"/>
          </p:nvPr>
        </p:nvSpPr>
        <p:spPr>
          <a:xfrm>
            <a:off x="3138447" y="2116975"/>
            <a:ext cx="1858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3" name="Google Shape;373;p44"/>
          <p:cNvSpPr txBox="1">
            <a:spLocks noGrp="1"/>
          </p:cNvSpPr>
          <p:nvPr>
            <p:ph type="title" idx="4"/>
          </p:nvPr>
        </p:nvSpPr>
        <p:spPr>
          <a:xfrm>
            <a:off x="720000" y="3192450"/>
            <a:ext cx="1858200" cy="3255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4" name="Google Shape;374;p44"/>
          <p:cNvSpPr txBox="1">
            <a:spLocks noGrp="1"/>
          </p:cNvSpPr>
          <p:nvPr>
            <p:ph type="subTitle" idx="5"/>
          </p:nvPr>
        </p:nvSpPr>
        <p:spPr>
          <a:xfrm>
            <a:off x="719996" y="3550375"/>
            <a:ext cx="1858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5" name="Google Shape;375;p44"/>
          <p:cNvSpPr txBox="1">
            <a:spLocks noGrp="1"/>
          </p:cNvSpPr>
          <p:nvPr>
            <p:ph type="title" idx="6"/>
          </p:nvPr>
        </p:nvSpPr>
        <p:spPr>
          <a:xfrm>
            <a:off x="3138449" y="3192450"/>
            <a:ext cx="1858200" cy="3255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6" name="Google Shape;376;p44"/>
          <p:cNvSpPr txBox="1">
            <a:spLocks noGrp="1"/>
          </p:cNvSpPr>
          <p:nvPr>
            <p:ph type="subTitle" idx="7"/>
          </p:nvPr>
        </p:nvSpPr>
        <p:spPr>
          <a:xfrm>
            <a:off x="3138447" y="3550375"/>
            <a:ext cx="1858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7" name="Google Shape;377;p44"/>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four columns 1">
  <p:cSld name="BLANK_1_1_1_1_2">
    <p:spTree>
      <p:nvGrpSpPr>
        <p:cNvPr id="1" name="Shape 378"/>
        <p:cNvGrpSpPr/>
        <p:nvPr/>
      </p:nvGrpSpPr>
      <p:grpSpPr>
        <a:xfrm>
          <a:off x="0" y="0"/>
          <a:ext cx="0" cy="0"/>
          <a:chOff x="0" y="0"/>
          <a:chExt cx="0" cy="0"/>
        </a:xfrm>
      </p:grpSpPr>
      <p:grpSp>
        <p:nvGrpSpPr>
          <p:cNvPr id="379" name="Google Shape;379;p45"/>
          <p:cNvGrpSpPr/>
          <p:nvPr/>
        </p:nvGrpSpPr>
        <p:grpSpPr>
          <a:xfrm>
            <a:off x="-3055525" y="-2928200"/>
            <a:ext cx="14744101" cy="10199190"/>
            <a:chOff x="-3055525" y="-2928200"/>
            <a:chExt cx="14744101" cy="10199190"/>
          </a:xfrm>
        </p:grpSpPr>
        <p:pic>
          <p:nvPicPr>
            <p:cNvPr id="380" name="Google Shape;380;p45"/>
            <p:cNvPicPr preferRelativeResize="0"/>
            <p:nvPr/>
          </p:nvPicPr>
          <p:blipFill rotWithShape="1">
            <a:blip r:embed="rId2">
              <a:alphaModFix/>
            </a:blip>
            <a:srcRect l="7340" r="4538" b="19768"/>
            <a:stretch/>
          </p:blipFill>
          <p:spPr>
            <a:xfrm rot="3872766" flipH="1">
              <a:off x="7352283" y="-440830"/>
              <a:ext cx="4224888" cy="2914849"/>
            </a:xfrm>
            <a:prstGeom prst="rect">
              <a:avLst/>
            </a:prstGeom>
            <a:noFill/>
            <a:ln>
              <a:noFill/>
            </a:ln>
          </p:spPr>
        </p:pic>
        <p:pic>
          <p:nvPicPr>
            <p:cNvPr id="381" name="Google Shape;381;p45"/>
            <p:cNvPicPr preferRelativeResize="0"/>
            <p:nvPr/>
          </p:nvPicPr>
          <p:blipFill rotWithShape="1">
            <a:blip r:embed="rId2">
              <a:alphaModFix/>
            </a:blip>
            <a:srcRect l="7340" r="4538" b="19768"/>
            <a:stretch/>
          </p:blipFill>
          <p:spPr>
            <a:xfrm rot="-8999989" flipH="1">
              <a:off x="-1644479" y="3495172"/>
              <a:ext cx="4224889" cy="2914848"/>
            </a:xfrm>
            <a:prstGeom prst="rect">
              <a:avLst/>
            </a:prstGeom>
            <a:noFill/>
            <a:ln>
              <a:noFill/>
            </a:ln>
          </p:spPr>
        </p:pic>
        <p:sp>
          <p:nvSpPr>
            <p:cNvPr id="382" name="Google Shape;382;p45"/>
            <p:cNvSpPr/>
            <p:nvPr/>
          </p:nvSpPr>
          <p:spPr>
            <a:xfrm>
              <a:off x="-3055525" y="-2928200"/>
              <a:ext cx="4830000" cy="48303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5"/>
            <p:cNvSpPr/>
            <p:nvPr/>
          </p:nvSpPr>
          <p:spPr>
            <a:xfrm rot="10800000">
              <a:off x="8606875" y="3311550"/>
              <a:ext cx="2216700" cy="22167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 name="Google Shape;384;p45"/>
          <p:cNvSpPr txBox="1">
            <a:spLocks noGrp="1"/>
          </p:cNvSpPr>
          <p:nvPr>
            <p:ph type="title"/>
          </p:nvPr>
        </p:nvSpPr>
        <p:spPr>
          <a:xfrm>
            <a:off x="3642899" y="1759050"/>
            <a:ext cx="1858200" cy="325500"/>
          </a:xfrm>
          <a:prstGeom prst="rect">
            <a:avLst/>
          </a:prstGeom>
        </p:spPr>
        <p:txBody>
          <a:bodyPr spcFirstLastPara="1" wrap="square" lIns="91425" tIns="91425" rIns="91425" bIns="91425" anchor="ctr" anchorCtr="0">
            <a:noAutofit/>
          </a:bodyPr>
          <a:lstStyle>
            <a:lvl1pPr lvl="0" algn="r"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85" name="Google Shape;385;p45"/>
          <p:cNvSpPr txBox="1">
            <a:spLocks noGrp="1"/>
          </p:cNvSpPr>
          <p:nvPr>
            <p:ph type="subTitle" idx="1"/>
          </p:nvPr>
        </p:nvSpPr>
        <p:spPr>
          <a:xfrm>
            <a:off x="5566675" y="1759050"/>
            <a:ext cx="2864100" cy="325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6" name="Google Shape;386;p45"/>
          <p:cNvSpPr txBox="1">
            <a:spLocks noGrp="1"/>
          </p:cNvSpPr>
          <p:nvPr>
            <p:ph type="title" idx="2"/>
          </p:nvPr>
        </p:nvSpPr>
        <p:spPr>
          <a:xfrm>
            <a:off x="3642899" y="2480825"/>
            <a:ext cx="1858200" cy="325500"/>
          </a:xfrm>
          <a:prstGeom prst="rect">
            <a:avLst/>
          </a:prstGeom>
        </p:spPr>
        <p:txBody>
          <a:bodyPr spcFirstLastPara="1" wrap="square" lIns="91425" tIns="91425" rIns="91425" bIns="91425" anchor="ctr" anchorCtr="0">
            <a:noAutofit/>
          </a:bodyPr>
          <a:lstStyle>
            <a:lvl1pPr lvl="0" algn="r"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87" name="Google Shape;387;p45"/>
          <p:cNvSpPr txBox="1">
            <a:spLocks noGrp="1"/>
          </p:cNvSpPr>
          <p:nvPr>
            <p:ph type="subTitle" idx="3"/>
          </p:nvPr>
        </p:nvSpPr>
        <p:spPr>
          <a:xfrm>
            <a:off x="5566675" y="2480825"/>
            <a:ext cx="2864100" cy="325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8" name="Google Shape;388;p45"/>
          <p:cNvSpPr txBox="1">
            <a:spLocks noGrp="1"/>
          </p:cNvSpPr>
          <p:nvPr>
            <p:ph type="title" idx="4"/>
          </p:nvPr>
        </p:nvSpPr>
        <p:spPr>
          <a:xfrm>
            <a:off x="3642899" y="3924375"/>
            <a:ext cx="1858200" cy="325500"/>
          </a:xfrm>
          <a:prstGeom prst="rect">
            <a:avLst/>
          </a:prstGeom>
        </p:spPr>
        <p:txBody>
          <a:bodyPr spcFirstLastPara="1" wrap="square" lIns="91425" tIns="91425" rIns="91425" bIns="91425" anchor="ctr" anchorCtr="0">
            <a:noAutofit/>
          </a:bodyPr>
          <a:lstStyle>
            <a:lvl1pPr lvl="0" algn="r"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89" name="Google Shape;389;p45"/>
          <p:cNvSpPr txBox="1">
            <a:spLocks noGrp="1"/>
          </p:cNvSpPr>
          <p:nvPr>
            <p:ph type="subTitle" idx="5"/>
          </p:nvPr>
        </p:nvSpPr>
        <p:spPr>
          <a:xfrm>
            <a:off x="5566675" y="3924375"/>
            <a:ext cx="2864100" cy="325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0" name="Google Shape;390;p45"/>
          <p:cNvSpPr txBox="1">
            <a:spLocks noGrp="1"/>
          </p:cNvSpPr>
          <p:nvPr>
            <p:ph type="title" idx="6"/>
          </p:nvPr>
        </p:nvSpPr>
        <p:spPr>
          <a:xfrm>
            <a:off x="3642899" y="3202600"/>
            <a:ext cx="1858200" cy="325500"/>
          </a:xfrm>
          <a:prstGeom prst="rect">
            <a:avLst/>
          </a:prstGeom>
        </p:spPr>
        <p:txBody>
          <a:bodyPr spcFirstLastPara="1" wrap="square" lIns="91425" tIns="91425" rIns="91425" bIns="91425" anchor="ctr" anchorCtr="0">
            <a:noAutofit/>
          </a:bodyPr>
          <a:lstStyle>
            <a:lvl1pPr lvl="0" algn="r"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91" name="Google Shape;391;p45"/>
          <p:cNvSpPr txBox="1">
            <a:spLocks noGrp="1"/>
          </p:cNvSpPr>
          <p:nvPr>
            <p:ph type="subTitle" idx="7"/>
          </p:nvPr>
        </p:nvSpPr>
        <p:spPr>
          <a:xfrm>
            <a:off x="5566675" y="3202600"/>
            <a:ext cx="2864100" cy="325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2" name="Google Shape;392;p45"/>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grpSp>
        <p:nvGrpSpPr>
          <p:cNvPr id="393" name="Google Shape;393;p45"/>
          <p:cNvGrpSpPr/>
          <p:nvPr/>
        </p:nvGrpSpPr>
        <p:grpSpPr>
          <a:xfrm>
            <a:off x="320361" y="525558"/>
            <a:ext cx="43276" cy="411646"/>
            <a:chOff x="1256711" y="1178908"/>
            <a:chExt cx="43276" cy="411646"/>
          </a:xfrm>
        </p:grpSpPr>
        <p:grpSp>
          <p:nvGrpSpPr>
            <p:cNvPr id="394" name="Google Shape;394;p45"/>
            <p:cNvGrpSpPr/>
            <p:nvPr/>
          </p:nvGrpSpPr>
          <p:grpSpPr>
            <a:xfrm>
              <a:off x="1256711" y="1178908"/>
              <a:ext cx="43276" cy="184846"/>
              <a:chOff x="1256700" y="1103575"/>
              <a:chExt cx="60900" cy="260200"/>
            </a:xfrm>
          </p:grpSpPr>
          <p:sp>
            <p:nvSpPr>
              <p:cNvPr id="395" name="Google Shape;395;p4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 name="Google Shape;398;p45"/>
            <p:cNvGrpSpPr/>
            <p:nvPr/>
          </p:nvGrpSpPr>
          <p:grpSpPr>
            <a:xfrm>
              <a:off x="1256711" y="1405708"/>
              <a:ext cx="43276" cy="184846"/>
              <a:chOff x="1256700" y="1103575"/>
              <a:chExt cx="60900" cy="260200"/>
            </a:xfrm>
          </p:grpSpPr>
          <p:sp>
            <p:nvSpPr>
              <p:cNvPr id="399" name="Google Shape;399;p4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four columns 2">
  <p:cSld name="BLANK_1_1_1_1_2_1">
    <p:spTree>
      <p:nvGrpSpPr>
        <p:cNvPr id="1" name="Shape 402"/>
        <p:cNvGrpSpPr/>
        <p:nvPr/>
      </p:nvGrpSpPr>
      <p:grpSpPr>
        <a:xfrm>
          <a:off x="0" y="0"/>
          <a:ext cx="0" cy="0"/>
          <a:chOff x="0" y="0"/>
          <a:chExt cx="0" cy="0"/>
        </a:xfrm>
      </p:grpSpPr>
      <p:sp>
        <p:nvSpPr>
          <p:cNvPr id="403" name="Google Shape;403;p46"/>
          <p:cNvSpPr txBox="1">
            <a:spLocks noGrp="1"/>
          </p:cNvSpPr>
          <p:nvPr>
            <p:ph type="title"/>
          </p:nvPr>
        </p:nvSpPr>
        <p:spPr>
          <a:xfrm>
            <a:off x="1101000" y="1759050"/>
            <a:ext cx="1858200" cy="325500"/>
          </a:xfrm>
          <a:prstGeom prst="rect">
            <a:avLst/>
          </a:prstGeom>
        </p:spPr>
        <p:txBody>
          <a:bodyPr spcFirstLastPara="1" wrap="square" lIns="91425" tIns="91425" rIns="91425" bIns="91425" anchor="ctr" anchorCtr="0">
            <a:noAutofit/>
          </a:bodyPr>
          <a:lstStyle>
            <a:lvl1pPr lvl="0" algn="r"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04" name="Google Shape;404;p46"/>
          <p:cNvSpPr txBox="1">
            <a:spLocks noGrp="1"/>
          </p:cNvSpPr>
          <p:nvPr>
            <p:ph type="subTitle" idx="1"/>
          </p:nvPr>
        </p:nvSpPr>
        <p:spPr>
          <a:xfrm>
            <a:off x="1101000" y="2116975"/>
            <a:ext cx="1858200" cy="484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05" name="Google Shape;405;p46"/>
          <p:cNvSpPr txBox="1">
            <a:spLocks noGrp="1"/>
          </p:cNvSpPr>
          <p:nvPr>
            <p:ph type="title" idx="2"/>
          </p:nvPr>
        </p:nvSpPr>
        <p:spPr>
          <a:xfrm>
            <a:off x="6184799" y="1759050"/>
            <a:ext cx="1858200" cy="3255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06" name="Google Shape;406;p46"/>
          <p:cNvSpPr txBox="1">
            <a:spLocks noGrp="1"/>
          </p:cNvSpPr>
          <p:nvPr>
            <p:ph type="subTitle" idx="3"/>
          </p:nvPr>
        </p:nvSpPr>
        <p:spPr>
          <a:xfrm>
            <a:off x="6184797" y="2116975"/>
            <a:ext cx="1858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07" name="Google Shape;407;p46"/>
          <p:cNvSpPr txBox="1">
            <a:spLocks noGrp="1"/>
          </p:cNvSpPr>
          <p:nvPr>
            <p:ph type="title" idx="4"/>
          </p:nvPr>
        </p:nvSpPr>
        <p:spPr>
          <a:xfrm>
            <a:off x="1101000" y="3192450"/>
            <a:ext cx="1858200" cy="325500"/>
          </a:xfrm>
          <a:prstGeom prst="rect">
            <a:avLst/>
          </a:prstGeom>
        </p:spPr>
        <p:txBody>
          <a:bodyPr spcFirstLastPara="1" wrap="square" lIns="91425" tIns="91425" rIns="91425" bIns="91425" anchor="ctr" anchorCtr="0">
            <a:noAutofit/>
          </a:bodyPr>
          <a:lstStyle>
            <a:lvl1pPr lvl="0" algn="r"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08" name="Google Shape;408;p46"/>
          <p:cNvSpPr txBox="1">
            <a:spLocks noGrp="1"/>
          </p:cNvSpPr>
          <p:nvPr>
            <p:ph type="subTitle" idx="5"/>
          </p:nvPr>
        </p:nvSpPr>
        <p:spPr>
          <a:xfrm>
            <a:off x="1101000" y="3550375"/>
            <a:ext cx="1858200" cy="484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09" name="Google Shape;409;p46"/>
          <p:cNvSpPr txBox="1">
            <a:spLocks noGrp="1"/>
          </p:cNvSpPr>
          <p:nvPr>
            <p:ph type="title" idx="6"/>
          </p:nvPr>
        </p:nvSpPr>
        <p:spPr>
          <a:xfrm>
            <a:off x="6184799" y="3192450"/>
            <a:ext cx="1858200" cy="3255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10" name="Google Shape;410;p46"/>
          <p:cNvSpPr txBox="1">
            <a:spLocks noGrp="1"/>
          </p:cNvSpPr>
          <p:nvPr>
            <p:ph type="subTitle" idx="7"/>
          </p:nvPr>
        </p:nvSpPr>
        <p:spPr>
          <a:xfrm>
            <a:off x="6184797" y="3550375"/>
            <a:ext cx="1858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11" name="Google Shape;411;p46"/>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412"/>
        <p:cNvGrpSpPr/>
        <p:nvPr/>
      </p:nvGrpSpPr>
      <p:grpSpPr>
        <a:xfrm>
          <a:off x="0" y="0"/>
          <a:ext cx="0" cy="0"/>
          <a:chOff x="0" y="0"/>
          <a:chExt cx="0" cy="0"/>
        </a:xfrm>
      </p:grpSpPr>
      <p:grpSp>
        <p:nvGrpSpPr>
          <p:cNvPr id="413" name="Google Shape;413;p47"/>
          <p:cNvGrpSpPr/>
          <p:nvPr/>
        </p:nvGrpSpPr>
        <p:grpSpPr>
          <a:xfrm>
            <a:off x="-1959721" y="-1274223"/>
            <a:ext cx="12394943" cy="7074744"/>
            <a:chOff x="-1959721" y="-1274223"/>
            <a:chExt cx="12394943" cy="7074744"/>
          </a:xfrm>
        </p:grpSpPr>
        <p:pic>
          <p:nvPicPr>
            <p:cNvPr id="414" name="Google Shape;414;p47"/>
            <p:cNvPicPr preferRelativeResize="0"/>
            <p:nvPr/>
          </p:nvPicPr>
          <p:blipFill rotWithShape="1">
            <a:blip r:embed="rId2">
              <a:alphaModFix/>
            </a:blip>
            <a:srcRect l="7340" r="4538" b="19768"/>
            <a:stretch/>
          </p:blipFill>
          <p:spPr>
            <a:xfrm rot="-3692448">
              <a:off x="-1819005" y="-396878"/>
              <a:ext cx="3387391" cy="2337035"/>
            </a:xfrm>
            <a:prstGeom prst="rect">
              <a:avLst/>
            </a:prstGeom>
            <a:noFill/>
            <a:ln>
              <a:noFill/>
            </a:ln>
          </p:spPr>
        </p:pic>
        <p:pic>
          <p:nvPicPr>
            <p:cNvPr id="415" name="Google Shape;415;p47"/>
            <p:cNvPicPr preferRelativeResize="0"/>
            <p:nvPr/>
          </p:nvPicPr>
          <p:blipFill rotWithShape="1">
            <a:blip r:embed="rId2">
              <a:alphaModFix/>
            </a:blip>
            <a:srcRect l="7340" r="4538" b="19768"/>
            <a:stretch/>
          </p:blipFill>
          <p:spPr>
            <a:xfrm rot="5805905" flipH="1">
              <a:off x="7725949" y="3149387"/>
              <a:ext cx="3005445" cy="2073501"/>
            </a:xfrm>
            <a:prstGeom prst="rect">
              <a:avLst/>
            </a:prstGeom>
            <a:noFill/>
            <a:ln>
              <a:noFill/>
            </a:ln>
          </p:spPr>
        </p:pic>
        <p:pic>
          <p:nvPicPr>
            <p:cNvPr id="416" name="Google Shape;416;p47"/>
            <p:cNvPicPr preferRelativeResize="0"/>
            <p:nvPr/>
          </p:nvPicPr>
          <p:blipFill>
            <a:blip r:embed="rId3">
              <a:alphaModFix/>
            </a:blip>
            <a:stretch>
              <a:fillRect/>
            </a:stretch>
          </p:blipFill>
          <p:spPr>
            <a:xfrm rot="-5786570">
              <a:off x="216039" y="4390301"/>
              <a:ext cx="540373" cy="409502"/>
            </a:xfrm>
            <a:prstGeom prst="rect">
              <a:avLst/>
            </a:prstGeom>
            <a:noFill/>
            <a:ln>
              <a:noFill/>
            </a:ln>
          </p:spPr>
        </p:pic>
      </p:grpSp>
      <p:sp>
        <p:nvSpPr>
          <p:cNvPr id="417" name="Google Shape;417;p47"/>
          <p:cNvSpPr txBox="1">
            <a:spLocks noGrp="1"/>
          </p:cNvSpPr>
          <p:nvPr>
            <p:ph type="title"/>
          </p:nvPr>
        </p:nvSpPr>
        <p:spPr>
          <a:xfrm>
            <a:off x="720000" y="2003094"/>
            <a:ext cx="2305500" cy="34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18" name="Google Shape;418;p47"/>
          <p:cNvSpPr txBox="1">
            <a:spLocks noGrp="1"/>
          </p:cNvSpPr>
          <p:nvPr>
            <p:ph type="subTitle" idx="1"/>
          </p:nvPr>
        </p:nvSpPr>
        <p:spPr>
          <a:xfrm>
            <a:off x="961500" y="2361019"/>
            <a:ext cx="1822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19" name="Google Shape;419;p47"/>
          <p:cNvSpPr txBox="1">
            <a:spLocks noGrp="1"/>
          </p:cNvSpPr>
          <p:nvPr>
            <p:ph type="title" idx="2"/>
          </p:nvPr>
        </p:nvSpPr>
        <p:spPr>
          <a:xfrm>
            <a:off x="3419268" y="2003094"/>
            <a:ext cx="2305500" cy="34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20" name="Google Shape;420;p47"/>
          <p:cNvSpPr txBox="1">
            <a:spLocks noGrp="1"/>
          </p:cNvSpPr>
          <p:nvPr>
            <p:ph type="subTitle" idx="3"/>
          </p:nvPr>
        </p:nvSpPr>
        <p:spPr>
          <a:xfrm>
            <a:off x="3660768" y="2361019"/>
            <a:ext cx="1822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1" name="Google Shape;421;p47"/>
          <p:cNvSpPr txBox="1">
            <a:spLocks noGrp="1"/>
          </p:cNvSpPr>
          <p:nvPr>
            <p:ph type="title" idx="4"/>
          </p:nvPr>
        </p:nvSpPr>
        <p:spPr>
          <a:xfrm>
            <a:off x="720000" y="3821069"/>
            <a:ext cx="2305500" cy="34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22" name="Google Shape;422;p47"/>
          <p:cNvSpPr txBox="1">
            <a:spLocks noGrp="1"/>
          </p:cNvSpPr>
          <p:nvPr>
            <p:ph type="subTitle" idx="5"/>
          </p:nvPr>
        </p:nvSpPr>
        <p:spPr>
          <a:xfrm>
            <a:off x="961500" y="4178994"/>
            <a:ext cx="1822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3" name="Google Shape;423;p47"/>
          <p:cNvSpPr txBox="1">
            <a:spLocks noGrp="1"/>
          </p:cNvSpPr>
          <p:nvPr>
            <p:ph type="title" idx="6"/>
          </p:nvPr>
        </p:nvSpPr>
        <p:spPr>
          <a:xfrm>
            <a:off x="3419268" y="3821069"/>
            <a:ext cx="2305500" cy="34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24" name="Google Shape;424;p47"/>
          <p:cNvSpPr txBox="1">
            <a:spLocks noGrp="1"/>
          </p:cNvSpPr>
          <p:nvPr>
            <p:ph type="subTitle" idx="7"/>
          </p:nvPr>
        </p:nvSpPr>
        <p:spPr>
          <a:xfrm>
            <a:off x="3660768" y="4178994"/>
            <a:ext cx="1822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5" name="Google Shape;425;p47"/>
          <p:cNvSpPr txBox="1">
            <a:spLocks noGrp="1"/>
          </p:cNvSpPr>
          <p:nvPr>
            <p:ph type="title" idx="8"/>
          </p:nvPr>
        </p:nvSpPr>
        <p:spPr>
          <a:xfrm>
            <a:off x="6118578" y="2003094"/>
            <a:ext cx="2305500" cy="34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26" name="Google Shape;426;p47"/>
          <p:cNvSpPr txBox="1">
            <a:spLocks noGrp="1"/>
          </p:cNvSpPr>
          <p:nvPr>
            <p:ph type="subTitle" idx="9"/>
          </p:nvPr>
        </p:nvSpPr>
        <p:spPr>
          <a:xfrm>
            <a:off x="6360078" y="2361019"/>
            <a:ext cx="1822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7" name="Google Shape;427;p47"/>
          <p:cNvSpPr txBox="1">
            <a:spLocks noGrp="1"/>
          </p:cNvSpPr>
          <p:nvPr>
            <p:ph type="title" idx="13"/>
          </p:nvPr>
        </p:nvSpPr>
        <p:spPr>
          <a:xfrm>
            <a:off x="6118578" y="3821069"/>
            <a:ext cx="2305500" cy="34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28" name="Google Shape;428;p47"/>
          <p:cNvSpPr txBox="1">
            <a:spLocks noGrp="1"/>
          </p:cNvSpPr>
          <p:nvPr>
            <p:ph type="subTitle" idx="14"/>
          </p:nvPr>
        </p:nvSpPr>
        <p:spPr>
          <a:xfrm>
            <a:off x="6360078" y="4178994"/>
            <a:ext cx="1822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9" name="Google Shape;429;p47"/>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six columns 1">
  <p:cSld name="BLANK_1_1_1_1_1_2_1">
    <p:spTree>
      <p:nvGrpSpPr>
        <p:cNvPr id="1" name="Shape 430"/>
        <p:cNvGrpSpPr/>
        <p:nvPr/>
      </p:nvGrpSpPr>
      <p:grpSpPr>
        <a:xfrm>
          <a:off x="0" y="0"/>
          <a:ext cx="0" cy="0"/>
          <a:chOff x="0" y="0"/>
          <a:chExt cx="0" cy="0"/>
        </a:xfrm>
      </p:grpSpPr>
      <p:sp>
        <p:nvSpPr>
          <p:cNvPr id="431" name="Google Shape;431;p48"/>
          <p:cNvSpPr txBox="1">
            <a:spLocks noGrp="1"/>
          </p:cNvSpPr>
          <p:nvPr>
            <p:ph type="title"/>
          </p:nvPr>
        </p:nvSpPr>
        <p:spPr>
          <a:xfrm>
            <a:off x="1063722" y="1678175"/>
            <a:ext cx="1822500" cy="344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2" name="Google Shape;432;p48"/>
          <p:cNvSpPr txBox="1">
            <a:spLocks noGrp="1"/>
          </p:cNvSpPr>
          <p:nvPr>
            <p:ph type="subTitle" idx="1"/>
          </p:nvPr>
        </p:nvSpPr>
        <p:spPr>
          <a:xfrm>
            <a:off x="1063718" y="2036100"/>
            <a:ext cx="1822500" cy="484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33" name="Google Shape;433;p48"/>
          <p:cNvSpPr txBox="1">
            <a:spLocks noGrp="1"/>
          </p:cNvSpPr>
          <p:nvPr>
            <p:ph type="title" idx="2"/>
          </p:nvPr>
        </p:nvSpPr>
        <p:spPr>
          <a:xfrm>
            <a:off x="6262232" y="1678175"/>
            <a:ext cx="18225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4" name="Google Shape;434;p48"/>
          <p:cNvSpPr txBox="1">
            <a:spLocks noGrp="1"/>
          </p:cNvSpPr>
          <p:nvPr>
            <p:ph type="subTitle" idx="3"/>
          </p:nvPr>
        </p:nvSpPr>
        <p:spPr>
          <a:xfrm>
            <a:off x="6262211" y="2036094"/>
            <a:ext cx="18225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35" name="Google Shape;435;p48"/>
          <p:cNvSpPr txBox="1">
            <a:spLocks noGrp="1"/>
          </p:cNvSpPr>
          <p:nvPr>
            <p:ph type="title" idx="4"/>
          </p:nvPr>
        </p:nvSpPr>
        <p:spPr>
          <a:xfrm>
            <a:off x="682697" y="2719725"/>
            <a:ext cx="1822500" cy="344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6" name="Google Shape;436;p48"/>
          <p:cNvSpPr txBox="1">
            <a:spLocks noGrp="1"/>
          </p:cNvSpPr>
          <p:nvPr>
            <p:ph type="subTitle" idx="5"/>
          </p:nvPr>
        </p:nvSpPr>
        <p:spPr>
          <a:xfrm>
            <a:off x="682693" y="3077647"/>
            <a:ext cx="1822500" cy="484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37" name="Google Shape;437;p48"/>
          <p:cNvSpPr txBox="1">
            <a:spLocks noGrp="1"/>
          </p:cNvSpPr>
          <p:nvPr>
            <p:ph type="title" idx="6"/>
          </p:nvPr>
        </p:nvSpPr>
        <p:spPr>
          <a:xfrm>
            <a:off x="1063720" y="3761275"/>
            <a:ext cx="1822500" cy="344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8" name="Google Shape;438;p48"/>
          <p:cNvSpPr txBox="1">
            <a:spLocks noGrp="1"/>
          </p:cNvSpPr>
          <p:nvPr>
            <p:ph type="subTitle" idx="7"/>
          </p:nvPr>
        </p:nvSpPr>
        <p:spPr>
          <a:xfrm>
            <a:off x="1063699" y="4119197"/>
            <a:ext cx="1822500" cy="484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39" name="Google Shape;439;p48"/>
          <p:cNvSpPr txBox="1">
            <a:spLocks noGrp="1"/>
          </p:cNvSpPr>
          <p:nvPr>
            <p:ph type="title" idx="8"/>
          </p:nvPr>
        </p:nvSpPr>
        <p:spPr>
          <a:xfrm>
            <a:off x="6643209" y="2719725"/>
            <a:ext cx="18225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40" name="Google Shape;440;p48"/>
          <p:cNvSpPr txBox="1">
            <a:spLocks noGrp="1"/>
          </p:cNvSpPr>
          <p:nvPr>
            <p:ph type="subTitle" idx="9"/>
          </p:nvPr>
        </p:nvSpPr>
        <p:spPr>
          <a:xfrm>
            <a:off x="6643209" y="3077645"/>
            <a:ext cx="18225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1" name="Google Shape;441;p48"/>
          <p:cNvSpPr txBox="1">
            <a:spLocks noGrp="1"/>
          </p:cNvSpPr>
          <p:nvPr>
            <p:ph type="title" idx="13"/>
          </p:nvPr>
        </p:nvSpPr>
        <p:spPr>
          <a:xfrm>
            <a:off x="6262209" y="3761275"/>
            <a:ext cx="18225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42" name="Google Shape;442;p48"/>
          <p:cNvSpPr txBox="1">
            <a:spLocks noGrp="1"/>
          </p:cNvSpPr>
          <p:nvPr>
            <p:ph type="subTitle" idx="14"/>
          </p:nvPr>
        </p:nvSpPr>
        <p:spPr>
          <a:xfrm>
            <a:off x="6262209" y="4119197"/>
            <a:ext cx="18225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3" name="Google Shape;443;p48"/>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six columns 2">
  <p:cSld name="BLANK_1_1_1_1_1_2_1_1">
    <p:spTree>
      <p:nvGrpSpPr>
        <p:cNvPr id="1" name="Shape 444"/>
        <p:cNvGrpSpPr/>
        <p:nvPr/>
      </p:nvGrpSpPr>
      <p:grpSpPr>
        <a:xfrm>
          <a:off x="0" y="0"/>
          <a:ext cx="0" cy="0"/>
          <a:chOff x="0" y="0"/>
          <a:chExt cx="0" cy="0"/>
        </a:xfrm>
      </p:grpSpPr>
      <p:sp>
        <p:nvSpPr>
          <p:cNvPr id="445" name="Google Shape;445;p49"/>
          <p:cNvSpPr txBox="1">
            <a:spLocks noGrp="1"/>
          </p:cNvSpPr>
          <p:nvPr>
            <p:ph type="title"/>
          </p:nvPr>
        </p:nvSpPr>
        <p:spPr>
          <a:xfrm>
            <a:off x="1980827" y="1678175"/>
            <a:ext cx="23898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46" name="Google Shape;446;p49"/>
          <p:cNvSpPr txBox="1">
            <a:spLocks noGrp="1"/>
          </p:cNvSpPr>
          <p:nvPr>
            <p:ph type="subTitle" idx="1"/>
          </p:nvPr>
        </p:nvSpPr>
        <p:spPr>
          <a:xfrm>
            <a:off x="1980827" y="2036100"/>
            <a:ext cx="23898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7" name="Google Shape;447;p49"/>
          <p:cNvSpPr txBox="1">
            <a:spLocks noGrp="1"/>
          </p:cNvSpPr>
          <p:nvPr>
            <p:ph type="title" idx="2"/>
          </p:nvPr>
        </p:nvSpPr>
        <p:spPr>
          <a:xfrm>
            <a:off x="5832822" y="1678175"/>
            <a:ext cx="23898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48" name="Google Shape;448;p49"/>
          <p:cNvSpPr txBox="1">
            <a:spLocks noGrp="1"/>
          </p:cNvSpPr>
          <p:nvPr>
            <p:ph type="subTitle" idx="3"/>
          </p:nvPr>
        </p:nvSpPr>
        <p:spPr>
          <a:xfrm>
            <a:off x="5832822" y="2036094"/>
            <a:ext cx="23898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9" name="Google Shape;449;p49"/>
          <p:cNvSpPr txBox="1">
            <a:spLocks noGrp="1"/>
          </p:cNvSpPr>
          <p:nvPr>
            <p:ph type="title" idx="4"/>
          </p:nvPr>
        </p:nvSpPr>
        <p:spPr>
          <a:xfrm>
            <a:off x="1980827" y="2719726"/>
            <a:ext cx="23898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0" name="Google Shape;450;p49"/>
          <p:cNvSpPr txBox="1">
            <a:spLocks noGrp="1"/>
          </p:cNvSpPr>
          <p:nvPr>
            <p:ph type="subTitle" idx="5"/>
          </p:nvPr>
        </p:nvSpPr>
        <p:spPr>
          <a:xfrm>
            <a:off x="1980827" y="3077648"/>
            <a:ext cx="23898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51" name="Google Shape;451;p49"/>
          <p:cNvSpPr txBox="1">
            <a:spLocks noGrp="1"/>
          </p:cNvSpPr>
          <p:nvPr>
            <p:ph type="title" idx="6"/>
          </p:nvPr>
        </p:nvSpPr>
        <p:spPr>
          <a:xfrm>
            <a:off x="1980827" y="3761277"/>
            <a:ext cx="23898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2" name="Google Shape;452;p49"/>
          <p:cNvSpPr txBox="1">
            <a:spLocks noGrp="1"/>
          </p:cNvSpPr>
          <p:nvPr>
            <p:ph type="subTitle" idx="7"/>
          </p:nvPr>
        </p:nvSpPr>
        <p:spPr>
          <a:xfrm>
            <a:off x="1980827" y="4119199"/>
            <a:ext cx="23898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53" name="Google Shape;453;p49"/>
          <p:cNvSpPr txBox="1">
            <a:spLocks noGrp="1"/>
          </p:cNvSpPr>
          <p:nvPr>
            <p:ph type="title" idx="8"/>
          </p:nvPr>
        </p:nvSpPr>
        <p:spPr>
          <a:xfrm>
            <a:off x="5832822" y="2719726"/>
            <a:ext cx="23898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4" name="Google Shape;454;p49"/>
          <p:cNvSpPr txBox="1">
            <a:spLocks noGrp="1"/>
          </p:cNvSpPr>
          <p:nvPr>
            <p:ph type="subTitle" idx="9"/>
          </p:nvPr>
        </p:nvSpPr>
        <p:spPr>
          <a:xfrm>
            <a:off x="5832822" y="3077647"/>
            <a:ext cx="23898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55" name="Google Shape;455;p49"/>
          <p:cNvSpPr txBox="1">
            <a:spLocks noGrp="1"/>
          </p:cNvSpPr>
          <p:nvPr>
            <p:ph type="title" idx="13"/>
          </p:nvPr>
        </p:nvSpPr>
        <p:spPr>
          <a:xfrm>
            <a:off x="5832822" y="3761277"/>
            <a:ext cx="2389800" cy="344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8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6" name="Google Shape;456;p49"/>
          <p:cNvSpPr txBox="1">
            <a:spLocks noGrp="1"/>
          </p:cNvSpPr>
          <p:nvPr>
            <p:ph type="subTitle" idx="14"/>
          </p:nvPr>
        </p:nvSpPr>
        <p:spPr>
          <a:xfrm>
            <a:off x="5832822" y="4119199"/>
            <a:ext cx="23898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57" name="Google Shape;457;p49"/>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458"/>
        <p:cNvGrpSpPr/>
        <p:nvPr/>
      </p:nvGrpSpPr>
      <p:grpSpPr>
        <a:xfrm>
          <a:off x="0" y="0"/>
          <a:ext cx="0" cy="0"/>
          <a:chOff x="0" y="0"/>
          <a:chExt cx="0" cy="0"/>
        </a:xfrm>
      </p:grpSpPr>
      <p:grpSp>
        <p:nvGrpSpPr>
          <p:cNvPr id="459" name="Google Shape;459;p50"/>
          <p:cNvGrpSpPr/>
          <p:nvPr/>
        </p:nvGrpSpPr>
        <p:grpSpPr>
          <a:xfrm>
            <a:off x="-2449048" y="-2354000"/>
            <a:ext cx="13838148" cy="10556065"/>
            <a:chOff x="-2449048" y="-2354000"/>
            <a:chExt cx="13838148" cy="10556065"/>
          </a:xfrm>
        </p:grpSpPr>
        <p:sp>
          <p:nvSpPr>
            <p:cNvPr id="460" name="Google Shape;460;p50"/>
            <p:cNvSpPr/>
            <p:nvPr/>
          </p:nvSpPr>
          <p:spPr>
            <a:xfrm>
              <a:off x="3801950" y="-2354000"/>
              <a:ext cx="3058800" cy="3058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50"/>
            <p:cNvSpPr/>
            <p:nvPr/>
          </p:nvSpPr>
          <p:spPr>
            <a:xfrm>
              <a:off x="8330300" y="2781350"/>
              <a:ext cx="3058800" cy="3058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62" name="Google Shape;462;p50"/>
            <p:cNvPicPr preferRelativeResize="0"/>
            <p:nvPr/>
          </p:nvPicPr>
          <p:blipFill rotWithShape="1">
            <a:blip r:embed="rId2">
              <a:alphaModFix/>
            </a:blip>
            <a:srcRect l="7340" r="4538" b="19768"/>
            <a:stretch/>
          </p:blipFill>
          <p:spPr>
            <a:xfrm rot="-2699997" flipH="1">
              <a:off x="6410540" y="3926846"/>
              <a:ext cx="4536370" cy="3129710"/>
            </a:xfrm>
            <a:prstGeom prst="rect">
              <a:avLst/>
            </a:prstGeom>
            <a:noFill/>
            <a:ln>
              <a:noFill/>
            </a:ln>
          </p:spPr>
        </p:pic>
        <p:pic>
          <p:nvPicPr>
            <p:cNvPr id="463" name="Google Shape;463;p50"/>
            <p:cNvPicPr preferRelativeResize="0"/>
            <p:nvPr/>
          </p:nvPicPr>
          <p:blipFill rotWithShape="1">
            <a:blip r:embed="rId2">
              <a:alphaModFix/>
            </a:blip>
            <a:srcRect l="7340" r="4538" b="19768"/>
            <a:stretch/>
          </p:blipFill>
          <p:spPr>
            <a:xfrm rot="-2699997" flipH="1">
              <a:off x="-2006860" y="-1208492"/>
              <a:ext cx="4536370" cy="3129710"/>
            </a:xfrm>
            <a:prstGeom prst="rect">
              <a:avLst/>
            </a:prstGeom>
            <a:noFill/>
            <a:ln>
              <a:noFill/>
            </a:ln>
          </p:spPr>
        </p:pic>
        <p:pic>
          <p:nvPicPr>
            <p:cNvPr id="464" name="Google Shape;464;p50"/>
            <p:cNvPicPr preferRelativeResize="0"/>
            <p:nvPr/>
          </p:nvPicPr>
          <p:blipFill>
            <a:blip r:embed="rId3">
              <a:alphaModFix/>
            </a:blip>
            <a:stretch>
              <a:fillRect/>
            </a:stretch>
          </p:blipFill>
          <p:spPr>
            <a:xfrm rot="2051224">
              <a:off x="8181543" y="458729"/>
              <a:ext cx="709013" cy="537293"/>
            </a:xfrm>
            <a:prstGeom prst="rect">
              <a:avLst/>
            </a:prstGeom>
            <a:noFill/>
            <a:ln>
              <a:noFill/>
            </a:ln>
          </p:spPr>
        </p:pic>
      </p:grpSp>
      <p:sp>
        <p:nvSpPr>
          <p:cNvPr id="465" name="Google Shape;465;p50"/>
          <p:cNvSpPr txBox="1">
            <a:spLocks noGrp="1"/>
          </p:cNvSpPr>
          <p:nvPr>
            <p:ph type="title" hasCustomPrompt="1"/>
          </p:nvPr>
        </p:nvSpPr>
        <p:spPr>
          <a:xfrm>
            <a:off x="720000" y="901525"/>
            <a:ext cx="3852000" cy="8283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36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66" name="Google Shape;466;p50"/>
          <p:cNvSpPr txBox="1">
            <a:spLocks noGrp="1"/>
          </p:cNvSpPr>
          <p:nvPr>
            <p:ph type="subTitle" idx="1"/>
          </p:nvPr>
        </p:nvSpPr>
        <p:spPr>
          <a:xfrm>
            <a:off x="720000" y="1607552"/>
            <a:ext cx="38520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7" name="Google Shape;467;p50"/>
          <p:cNvSpPr txBox="1">
            <a:spLocks noGrp="1"/>
          </p:cNvSpPr>
          <p:nvPr>
            <p:ph type="title" idx="2" hasCustomPrompt="1"/>
          </p:nvPr>
        </p:nvSpPr>
        <p:spPr>
          <a:xfrm>
            <a:off x="720000" y="2075311"/>
            <a:ext cx="3852000" cy="8283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36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68" name="Google Shape;468;p50"/>
          <p:cNvSpPr txBox="1">
            <a:spLocks noGrp="1"/>
          </p:cNvSpPr>
          <p:nvPr>
            <p:ph type="subTitle" idx="3"/>
          </p:nvPr>
        </p:nvSpPr>
        <p:spPr>
          <a:xfrm>
            <a:off x="720000" y="2781338"/>
            <a:ext cx="38520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9" name="Google Shape;469;p50"/>
          <p:cNvSpPr txBox="1">
            <a:spLocks noGrp="1"/>
          </p:cNvSpPr>
          <p:nvPr>
            <p:ph type="title" idx="4" hasCustomPrompt="1"/>
          </p:nvPr>
        </p:nvSpPr>
        <p:spPr>
          <a:xfrm>
            <a:off x="720000" y="3249096"/>
            <a:ext cx="3852000" cy="8283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36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70" name="Google Shape;470;p50"/>
          <p:cNvSpPr txBox="1">
            <a:spLocks noGrp="1"/>
          </p:cNvSpPr>
          <p:nvPr>
            <p:ph type="subTitle" idx="5"/>
          </p:nvPr>
        </p:nvSpPr>
        <p:spPr>
          <a:xfrm>
            <a:off x="720000" y="3955124"/>
            <a:ext cx="38520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Numbers and text 1">
  <p:cSld name="BLANK_1_1_1_1_1_1_3">
    <p:spTree>
      <p:nvGrpSpPr>
        <p:cNvPr id="1" name="Shape 471"/>
        <p:cNvGrpSpPr/>
        <p:nvPr/>
      </p:nvGrpSpPr>
      <p:grpSpPr>
        <a:xfrm>
          <a:off x="0" y="0"/>
          <a:ext cx="0" cy="0"/>
          <a:chOff x="0" y="0"/>
          <a:chExt cx="0" cy="0"/>
        </a:xfrm>
      </p:grpSpPr>
      <p:grpSp>
        <p:nvGrpSpPr>
          <p:cNvPr id="472" name="Google Shape;472;p51"/>
          <p:cNvGrpSpPr/>
          <p:nvPr/>
        </p:nvGrpSpPr>
        <p:grpSpPr>
          <a:xfrm>
            <a:off x="-2425150" y="-1023875"/>
            <a:ext cx="13825430" cy="7993425"/>
            <a:chOff x="-2425150" y="-1023875"/>
            <a:chExt cx="13825430" cy="7993425"/>
          </a:xfrm>
        </p:grpSpPr>
        <p:sp>
          <p:nvSpPr>
            <p:cNvPr id="473" name="Google Shape;473;p51"/>
            <p:cNvSpPr/>
            <p:nvPr/>
          </p:nvSpPr>
          <p:spPr>
            <a:xfrm>
              <a:off x="-2425150" y="-1023875"/>
              <a:ext cx="3734700" cy="37347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51"/>
            <p:cNvSpPr/>
            <p:nvPr/>
          </p:nvSpPr>
          <p:spPr>
            <a:xfrm>
              <a:off x="8040225" y="3583400"/>
              <a:ext cx="3058800" cy="3058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75" name="Google Shape;475;p51"/>
            <p:cNvPicPr preferRelativeResize="0"/>
            <p:nvPr/>
          </p:nvPicPr>
          <p:blipFill rotWithShape="1">
            <a:blip r:embed="rId2">
              <a:alphaModFix/>
            </a:blip>
            <a:srcRect l="7340" r="4538" b="19768"/>
            <a:stretch/>
          </p:blipFill>
          <p:spPr>
            <a:xfrm rot="5255970">
              <a:off x="7585331" y="887914"/>
              <a:ext cx="4407293" cy="3040678"/>
            </a:xfrm>
            <a:prstGeom prst="rect">
              <a:avLst/>
            </a:prstGeom>
            <a:noFill/>
            <a:ln>
              <a:noFill/>
            </a:ln>
          </p:spPr>
        </p:pic>
        <p:pic>
          <p:nvPicPr>
            <p:cNvPr id="476" name="Google Shape;476;p51"/>
            <p:cNvPicPr preferRelativeResize="0"/>
            <p:nvPr/>
          </p:nvPicPr>
          <p:blipFill rotWithShape="1">
            <a:blip r:embed="rId2">
              <a:alphaModFix/>
            </a:blip>
            <a:srcRect l="7340" r="4538" b="19768"/>
            <a:stretch/>
          </p:blipFill>
          <p:spPr>
            <a:xfrm rot="-5919143">
              <a:off x="-2423341" y="2718234"/>
              <a:ext cx="4407289" cy="3040679"/>
            </a:xfrm>
            <a:prstGeom prst="rect">
              <a:avLst/>
            </a:prstGeom>
            <a:noFill/>
            <a:ln>
              <a:noFill/>
            </a:ln>
          </p:spPr>
        </p:pic>
        <p:pic>
          <p:nvPicPr>
            <p:cNvPr id="477" name="Google Shape;477;p51"/>
            <p:cNvPicPr preferRelativeResize="0"/>
            <p:nvPr/>
          </p:nvPicPr>
          <p:blipFill>
            <a:blip r:embed="rId3">
              <a:alphaModFix/>
            </a:blip>
            <a:stretch>
              <a:fillRect/>
            </a:stretch>
          </p:blipFill>
          <p:spPr>
            <a:xfrm rot="2051224">
              <a:off x="8267343" y="1984054"/>
              <a:ext cx="709013" cy="537293"/>
            </a:xfrm>
            <a:prstGeom prst="rect">
              <a:avLst/>
            </a:prstGeom>
            <a:noFill/>
            <a:ln>
              <a:noFill/>
            </a:ln>
          </p:spPr>
        </p:pic>
        <p:sp>
          <p:nvSpPr>
            <p:cNvPr id="478" name="Google Shape;478;p51"/>
            <p:cNvSpPr/>
            <p:nvPr/>
          </p:nvSpPr>
          <p:spPr>
            <a:xfrm>
              <a:off x="3356050" y="459505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 name="Google Shape;479;p51"/>
          <p:cNvSpPr txBox="1">
            <a:spLocks noGrp="1"/>
          </p:cNvSpPr>
          <p:nvPr>
            <p:ph type="title" hasCustomPrompt="1"/>
          </p:nvPr>
        </p:nvSpPr>
        <p:spPr>
          <a:xfrm>
            <a:off x="1224050" y="3517711"/>
            <a:ext cx="1983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3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80" name="Google Shape;480;p51"/>
          <p:cNvSpPr txBox="1">
            <a:spLocks noGrp="1"/>
          </p:cNvSpPr>
          <p:nvPr>
            <p:ph type="subTitle" idx="1"/>
          </p:nvPr>
        </p:nvSpPr>
        <p:spPr>
          <a:xfrm>
            <a:off x="1224050" y="4157073"/>
            <a:ext cx="19836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1" name="Google Shape;481;p51"/>
          <p:cNvSpPr txBox="1">
            <a:spLocks noGrp="1"/>
          </p:cNvSpPr>
          <p:nvPr>
            <p:ph type="title" idx="2" hasCustomPrompt="1"/>
          </p:nvPr>
        </p:nvSpPr>
        <p:spPr>
          <a:xfrm>
            <a:off x="3580200" y="2432175"/>
            <a:ext cx="1983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3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82" name="Google Shape;482;p51"/>
          <p:cNvSpPr txBox="1">
            <a:spLocks noGrp="1"/>
          </p:cNvSpPr>
          <p:nvPr>
            <p:ph type="subTitle" idx="3"/>
          </p:nvPr>
        </p:nvSpPr>
        <p:spPr>
          <a:xfrm>
            <a:off x="3580200" y="3138201"/>
            <a:ext cx="19836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3" name="Google Shape;483;p51"/>
          <p:cNvSpPr txBox="1">
            <a:spLocks noGrp="1"/>
          </p:cNvSpPr>
          <p:nvPr>
            <p:ph type="title" idx="4" hasCustomPrompt="1"/>
          </p:nvPr>
        </p:nvSpPr>
        <p:spPr>
          <a:xfrm>
            <a:off x="5878938" y="3517711"/>
            <a:ext cx="1983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3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84" name="Google Shape;484;p51"/>
          <p:cNvSpPr txBox="1">
            <a:spLocks noGrp="1"/>
          </p:cNvSpPr>
          <p:nvPr>
            <p:ph type="subTitle" idx="5"/>
          </p:nvPr>
        </p:nvSpPr>
        <p:spPr>
          <a:xfrm>
            <a:off x="5878938" y="4157073"/>
            <a:ext cx="19836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5" name="Google Shape;485;p5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Numbers and text 2">
  <p:cSld name="BLANK_1_1_1_1_1_1_4">
    <p:spTree>
      <p:nvGrpSpPr>
        <p:cNvPr id="1" name="Shape 486"/>
        <p:cNvGrpSpPr/>
        <p:nvPr/>
      </p:nvGrpSpPr>
      <p:grpSpPr>
        <a:xfrm>
          <a:off x="0" y="0"/>
          <a:ext cx="0" cy="0"/>
          <a:chOff x="0" y="0"/>
          <a:chExt cx="0" cy="0"/>
        </a:xfrm>
      </p:grpSpPr>
      <p:sp>
        <p:nvSpPr>
          <p:cNvPr id="487" name="Google Shape;487;p52"/>
          <p:cNvSpPr txBox="1">
            <a:spLocks noGrp="1"/>
          </p:cNvSpPr>
          <p:nvPr>
            <p:ph type="title" hasCustomPrompt="1"/>
          </p:nvPr>
        </p:nvSpPr>
        <p:spPr>
          <a:xfrm>
            <a:off x="720000" y="1256575"/>
            <a:ext cx="2547000" cy="530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1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88" name="Google Shape;488;p52"/>
          <p:cNvSpPr txBox="1">
            <a:spLocks noGrp="1"/>
          </p:cNvSpPr>
          <p:nvPr>
            <p:ph type="subTitle" idx="1"/>
          </p:nvPr>
        </p:nvSpPr>
        <p:spPr>
          <a:xfrm>
            <a:off x="933900" y="1847508"/>
            <a:ext cx="21192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9" name="Google Shape;489;p52"/>
          <p:cNvSpPr txBox="1">
            <a:spLocks noGrp="1"/>
          </p:cNvSpPr>
          <p:nvPr>
            <p:ph type="title" idx="2" hasCustomPrompt="1"/>
          </p:nvPr>
        </p:nvSpPr>
        <p:spPr>
          <a:xfrm>
            <a:off x="3298500" y="1256575"/>
            <a:ext cx="2547000" cy="530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1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90" name="Google Shape;490;p52"/>
          <p:cNvSpPr txBox="1">
            <a:spLocks noGrp="1"/>
          </p:cNvSpPr>
          <p:nvPr>
            <p:ph type="subTitle" idx="3"/>
          </p:nvPr>
        </p:nvSpPr>
        <p:spPr>
          <a:xfrm>
            <a:off x="3512400" y="1847533"/>
            <a:ext cx="21192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1" name="Google Shape;491;p52"/>
          <p:cNvSpPr txBox="1">
            <a:spLocks noGrp="1"/>
          </p:cNvSpPr>
          <p:nvPr>
            <p:ph type="title" idx="4" hasCustomPrompt="1"/>
          </p:nvPr>
        </p:nvSpPr>
        <p:spPr>
          <a:xfrm>
            <a:off x="5883775" y="1256575"/>
            <a:ext cx="2547000" cy="530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1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92" name="Google Shape;492;p52"/>
          <p:cNvSpPr txBox="1">
            <a:spLocks noGrp="1"/>
          </p:cNvSpPr>
          <p:nvPr>
            <p:ph type="subTitle" idx="5"/>
          </p:nvPr>
        </p:nvSpPr>
        <p:spPr>
          <a:xfrm>
            <a:off x="6097675" y="1847508"/>
            <a:ext cx="21192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3" name="Google Shape;493;p52"/>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494"/>
        <p:cNvGrpSpPr/>
        <p:nvPr/>
      </p:nvGrpSpPr>
      <p:grpSpPr>
        <a:xfrm>
          <a:off x="0" y="0"/>
          <a:ext cx="0" cy="0"/>
          <a:chOff x="0" y="0"/>
          <a:chExt cx="0" cy="0"/>
        </a:xfrm>
      </p:grpSpPr>
      <p:pic>
        <p:nvPicPr>
          <p:cNvPr id="495" name="Google Shape;495;p53"/>
          <p:cNvPicPr preferRelativeResize="0"/>
          <p:nvPr/>
        </p:nvPicPr>
        <p:blipFill rotWithShape="1">
          <a:blip r:embed="rId2">
            <a:alphaModFix/>
          </a:blip>
          <a:srcRect l="7340" r="4538" b="19768"/>
          <a:stretch/>
        </p:blipFill>
        <p:spPr>
          <a:xfrm rot="-8099992">
            <a:off x="-1888368" y="3524285"/>
            <a:ext cx="4407289" cy="3040676"/>
          </a:xfrm>
          <a:prstGeom prst="rect">
            <a:avLst/>
          </a:prstGeom>
          <a:noFill/>
          <a:ln>
            <a:noFill/>
          </a:ln>
        </p:spPr>
      </p:pic>
      <p:sp>
        <p:nvSpPr>
          <p:cNvPr id="496" name="Google Shape;496;p53"/>
          <p:cNvSpPr txBox="1">
            <a:spLocks noGrp="1"/>
          </p:cNvSpPr>
          <p:nvPr>
            <p:ph type="ctrTitle"/>
          </p:nvPr>
        </p:nvSpPr>
        <p:spPr>
          <a:xfrm>
            <a:off x="720000" y="540000"/>
            <a:ext cx="4284000" cy="811800"/>
          </a:xfrm>
          <a:prstGeom prst="rect">
            <a:avLst/>
          </a:prstGeom>
        </p:spPr>
        <p:txBody>
          <a:bodyPr spcFirstLastPara="1" wrap="square" lIns="91425" tIns="91425" rIns="91425" bIns="91425" anchor="ctr" anchorCtr="0">
            <a:noAutofit/>
          </a:bodyPr>
          <a:lstStyle>
            <a:lvl1pPr lvl="0" rtl="0">
              <a:spcBef>
                <a:spcPts val="0"/>
              </a:spcBef>
              <a:spcAft>
                <a:spcPts val="0"/>
              </a:spcAft>
              <a:buSzPts val="5200"/>
              <a:buNone/>
              <a:defRPr sz="6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497" name="Google Shape;497;p53"/>
          <p:cNvSpPr txBox="1">
            <a:spLocks noGrp="1"/>
          </p:cNvSpPr>
          <p:nvPr>
            <p:ph type="subTitle" idx="1"/>
          </p:nvPr>
        </p:nvSpPr>
        <p:spPr>
          <a:xfrm>
            <a:off x="720000" y="1486900"/>
            <a:ext cx="4293900" cy="10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Darker Grotesque"/>
                <a:ea typeface="Darker Grotesque"/>
                <a:cs typeface="Darker Grotesque"/>
                <a:sym typeface="Darker Grotesqu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498" name="Google Shape;498;p53"/>
          <p:cNvSpPr txBox="1"/>
          <p:nvPr/>
        </p:nvSpPr>
        <p:spPr>
          <a:xfrm>
            <a:off x="720000" y="3632500"/>
            <a:ext cx="3852000" cy="9243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1000"/>
              </a:spcBef>
              <a:spcAft>
                <a:spcPts val="0"/>
              </a:spcAft>
              <a:buNone/>
            </a:pPr>
            <a:r>
              <a:rPr lang="en" sz="1000" b="1">
                <a:solidFill>
                  <a:schemeClr val="dk1"/>
                </a:solidFill>
                <a:latin typeface="Darker Grotesque"/>
                <a:ea typeface="Darker Grotesque"/>
                <a:cs typeface="Darker Grotesque"/>
                <a:sym typeface="Darker Grotesque"/>
              </a:rPr>
              <a:t>CREDITS: </a:t>
            </a:r>
            <a:r>
              <a:rPr lang="en" sz="1000">
                <a:solidFill>
                  <a:schemeClr val="dk1"/>
                </a:solidFill>
                <a:latin typeface="Darker Grotesque Medium"/>
                <a:ea typeface="Darker Grotesque Medium"/>
                <a:cs typeface="Darker Grotesque Medium"/>
                <a:sym typeface="Darker Grotesque Medium"/>
              </a:rPr>
              <a:t>This presentation template was created by </a:t>
            </a:r>
            <a:r>
              <a:rPr lang="en" sz="1000" b="1">
                <a:solidFill>
                  <a:schemeClr val="dk1"/>
                </a:solidFill>
                <a:uFill>
                  <a:noFill/>
                </a:uFill>
                <a:latin typeface="Darker Grotesque"/>
                <a:ea typeface="Darker Grotesque"/>
                <a:cs typeface="Darker Grotesque"/>
                <a:sym typeface="Darker Grotesque"/>
                <a:hlinkClick r:id="rId3">
                  <a:extLst>
                    <a:ext uri="{A12FA001-AC4F-418D-AE19-62706E023703}">
                      <ahyp:hlinkClr xmlns:ahyp="http://schemas.microsoft.com/office/drawing/2018/hyperlinkcolor" val="tx"/>
                    </a:ext>
                  </a:extLst>
                </a:hlinkClick>
              </a:rPr>
              <a:t>Slidesgo</a:t>
            </a:r>
            <a:r>
              <a:rPr lang="en" sz="1000">
                <a:solidFill>
                  <a:schemeClr val="dk1"/>
                </a:solidFill>
                <a:latin typeface="Darker Grotesque Medium"/>
                <a:ea typeface="Darker Grotesque Medium"/>
                <a:cs typeface="Darker Grotesque Medium"/>
                <a:sym typeface="Darker Grotesque Medium"/>
              </a:rPr>
              <a:t>, including icons by </a:t>
            </a:r>
            <a:r>
              <a:rPr lang="en" sz="1000" b="1">
                <a:solidFill>
                  <a:schemeClr val="dk1"/>
                </a:solidFill>
                <a:uFill>
                  <a:noFill/>
                </a:uFill>
                <a:latin typeface="Darker Grotesque"/>
                <a:ea typeface="Darker Grotesque"/>
                <a:cs typeface="Darker Grotesque"/>
                <a:sym typeface="Darker Grotesque"/>
                <a:hlinkClick r:id="rId4">
                  <a:extLst>
                    <a:ext uri="{A12FA001-AC4F-418D-AE19-62706E023703}">
                      <ahyp:hlinkClr xmlns:ahyp="http://schemas.microsoft.com/office/drawing/2018/hyperlinkcolor" val="tx"/>
                    </a:ext>
                  </a:extLst>
                </a:hlinkClick>
              </a:rPr>
              <a:t>Flaticon</a:t>
            </a:r>
            <a:r>
              <a:rPr lang="en" sz="1000">
                <a:solidFill>
                  <a:schemeClr val="dk1"/>
                </a:solidFill>
                <a:latin typeface="Darker Grotesque Medium"/>
                <a:ea typeface="Darker Grotesque Medium"/>
                <a:cs typeface="Darker Grotesque Medium"/>
                <a:sym typeface="Darker Grotesque Medium"/>
              </a:rPr>
              <a:t>, and infographics &amp; images by </a:t>
            </a:r>
            <a:r>
              <a:rPr lang="en" sz="1000" b="1">
                <a:solidFill>
                  <a:schemeClr val="dk1"/>
                </a:solidFill>
                <a:uFill>
                  <a:noFill/>
                </a:uFill>
                <a:latin typeface="Darker Grotesque"/>
                <a:ea typeface="Darker Grotesque"/>
                <a:cs typeface="Darker Grotesque"/>
                <a:sym typeface="Darker Grotesque"/>
                <a:hlinkClick r:id="rId5">
                  <a:extLst>
                    <a:ext uri="{A12FA001-AC4F-418D-AE19-62706E023703}">
                      <ahyp:hlinkClr xmlns:ahyp="http://schemas.microsoft.com/office/drawing/2018/hyperlinkcolor" val="tx"/>
                    </a:ext>
                  </a:extLst>
                </a:hlinkClick>
              </a:rPr>
              <a:t>Freepik</a:t>
            </a:r>
            <a:r>
              <a:rPr lang="en" sz="1000" b="1">
                <a:solidFill>
                  <a:schemeClr val="dk1"/>
                </a:solidFill>
                <a:latin typeface="Darker Grotesque"/>
                <a:ea typeface="Darker Grotesque"/>
                <a:cs typeface="Darker Grotesque"/>
                <a:sym typeface="Darker Grotesque"/>
              </a:rPr>
              <a:t> </a:t>
            </a:r>
            <a:endParaRPr sz="1000" b="1">
              <a:solidFill>
                <a:schemeClr val="dk1"/>
              </a:solidFill>
              <a:latin typeface="Darker Grotesque"/>
              <a:ea typeface="Darker Grotesque"/>
              <a:cs typeface="Darker Grotesque"/>
              <a:sym typeface="Darker Grotesque"/>
            </a:endParaRPr>
          </a:p>
        </p:txBody>
      </p:sp>
      <p:grpSp>
        <p:nvGrpSpPr>
          <p:cNvPr id="499" name="Google Shape;499;p53"/>
          <p:cNvGrpSpPr/>
          <p:nvPr/>
        </p:nvGrpSpPr>
        <p:grpSpPr>
          <a:xfrm>
            <a:off x="320361" y="754158"/>
            <a:ext cx="43276" cy="411646"/>
            <a:chOff x="1256711" y="1178908"/>
            <a:chExt cx="43276" cy="411646"/>
          </a:xfrm>
        </p:grpSpPr>
        <p:grpSp>
          <p:nvGrpSpPr>
            <p:cNvPr id="500" name="Google Shape;500;p53"/>
            <p:cNvGrpSpPr/>
            <p:nvPr/>
          </p:nvGrpSpPr>
          <p:grpSpPr>
            <a:xfrm>
              <a:off x="1256711" y="1178908"/>
              <a:ext cx="43276" cy="184846"/>
              <a:chOff x="1256700" y="1103575"/>
              <a:chExt cx="60900" cy="260200"/>
            </a:xfrm>
          </p:grpSpPr>
          <p:sp>
            <p:nvSpPr>
              <p:cNvPr id="501" name="Google Shape;501;p5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5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5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53"/>
            <p:cNvGrpSpPr/>
            <p:nvPr/>
          </p:nvGrpSpPr>
          <p:grpSpPr>
            <a:xfrm>
              <a:off x="1256711" y="1405708"/>
              <a:ext cx="43276" cy="184846"/>
              <a:chOff x="1256700" y="1103575"/>
              <a:chExt cx="60900" cy="260200"/>
            </a:xfrm>
          </p:grpSpPr>
          <p:sp>
            <p:nvSpPr>
              <p:cNvPr id="505" name="Google Shape;505;p5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5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5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508"/>
        <p:cNvGrpSpPr/>
        <p:nvPr/>
      </p:nvGrpSpPr>
      <p:grpSpPr>
        <a:xfrm>
          <a:off x="0" y="0"/>
          <a:ext cx="0" cy="0"/>
          <a:chOff x="0" y="0"/>
          <a:chExt cx="0" cy="0"/>
        </a:xfrm>
      </p:grpSpPr>
      <p:grpSp>
        <p:nvGrpSpPr>
          <p:cNvPr id="509" name="Google Shape;509;p54"/>
          <p:cNvGrpSpPr/>
          <p:nvPr/>
        </p:nvGrpSpPr>
        <p:grpSpPr>
          <a:xfrm>
            <a:off x="-1648646" y="-1233751"/>
            <a:ext cx="12569250" cy="7898248"/>
            <a:chOff x="-1648646" y="-1233751"/>
            <a:chExt cx="12569250" cy="7898248"/>
          </a:xfrm>
        </p:grpSpPr>
        <p:pic>
          <p:nvPicPr>
            <p:cNvPr id="510" name="Google Shape;510;p54"/>
            <p:cNvPicPr preferRelativeResize="0"/>
            <p:nvPr/>
          </p:nvPicPr>
          <p:blipFill rotWithShape="1">
            <a:blip r:embed="rId2">
              <a:alphaModFix/>
            </a:blip>
            <a:srcRect l="7340" r="4538" b="19768"/>
            <a:stretch/>
          </p:blipFill>
          <p:spPr>
            <a:xfrm rot="-8830939">
              <a:off x="-928451" y="3942039"/>
              <a:ext cx="3005450" cy="2073498"/>
            </a:xfrm>
            <a:prstGeom prst="rect">
              <a:avLst/>
            </a:prstGeom>
            <a:noFill/>
            <a:ln>
              <a:noFill/>
            </a:ln>
          </p:spPr>
        </p:pic>
        <p:pic>
          <p:nvPicPr>
            <p:cNvPr id="511" name="Google Shape;511;p54"/>
            <p:cNvPicPr preferRelativeResize="0"/>
            <p:nvPr/>
          </p:nvPicPr>
          <p:blipFill rotWithShape="1">
            <a:blip r:embed="rId2">
              <a:alphaModFix/>
            </a:blip>
            <a:srcRect l="7340" r="4538" b="19768"/>
            <a:stretch/>
          </p:blipFill>
          <p:spPr>
            <a:xfrm rot="-3692456">
              <a:off x="7666315" y="-424490"/>
              <a:ext cx="3124503" cy="2155654"/>
            </a:xfrm>
            <a:prstGeom prst="rect">
              <a:avLst/>
            </a:prstGeom>
            <a:noFill/>
            <a:ln>
              <a:noFill/>
            </a:ln>
          </p:spPr>
        </p:pic>
        <p:pic>
          <p:nvPicPr>
            <p:cNvPr id="512" name="Google Shape;512;p54"/>
            <p:cNvPicPr preferRelativeResize="0"/>
            <p:nvPr/>
          </p:nvPicPr>
          <p:blipFill rotWithShape="1">
            <a:blip r:embed="rId2">
              <a:alphaModFix/>
            </a:blip>
            <a:srcRect l="7340" r="4538" b="19768"/>
            <a:stretch/>
          </p:blipFill>
          <p:spPr>
            <a:xfrm rot="-3692448">
              <a:off x="-1507930" y="-292453"/>
              <a:ext cx="3387391" cy="2337035"/>
            </a:xfrm>
            <a:prstGeom prst="rect">
              <a:avLst/>
            </a:prstGeom>
            <a:noFill/>
            <a:ln>
              <a:noFill/>
            </a:ln>
          </p:spPr>
        </p:pic>
        <p:pic>
          <p:nvPicPr>
            <p:cNvPr id="513" name="Google Shape;513;p54"/>
            <p:cNvPicPr preferRelativeResize="0"/>
            <p:nvPr/>
          </p:nvPicPr>
          <p:blipFill rotWithShape="1">
            <a:blip r:embed="rId2">
              <a:alphaModFix/>
            </a:blip>
            <a:srcRect l="7340" r="4538" b="19768"/>
            <a:stretch/>
          </p:blipFill>
          <p:spPr>
            <a:xfrm rot="8100021" flipH="1">
              <a:off x="7267750" y="3694063"/>
              <a:ext cx="3005446" cy="2073500"/>
            </a:xfrm>
            <a:prstGeom prst="rect">
              <a:avLst/>
            </a:prstGeom>
            <a:noFill/>
            <a:ln>
              <a:noFill/>
            </a:ln>
          </p:spPr>
        </p:pic>
        <p:pic>
          <p:nvPicPr>
            <p:cNvPr id="514" name="Google Shape;514;p54"/>
            <p:cNvPicPr preferRelativeResize="0"/>
            <p:nvPr/>
          </p:nvPicPr>
          <p:blipFill>
            <a:blip r:embed="rId3">
              <a:alphaModFix/>
            </a:blip>
            <a:stretch>
              <a:fillRect/>
            </a:stretch>
          </p:blipFill>
          <p:spPr>
            <a:xfrm rot="9900052">
              <a:off x="7263844" y="271354"/>
              <a:ext cx="709013" cy="537293"/>
            </a:xfrm>
            <a:prstGeom prst="rect">
              <a:avLst/>
            </a:prstGeom>
            <a:noFill/>
            <a:ln>
              <a:noFill/>
            </a:ln>
          </p:spPr>
        </p:pic>
      </p:gr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515"/>
        <p:cNvGrpSpPr/>
        <p:nvPr/>
      </p:nvGrpSpPr>
      <p:grpSpPr>
        <a:xfrm>
          <a:off x="0" y="0"/>
          <a:ext cx="0" cy="0"/>
          <a:chOff x="0" y="0"/>
          <a:chExt cx="0" cy="0"/>
        </a:xfrm>
      </p:grpSpPr>
      <p:sp>
        <p:nvSpPr>
          <p:cNvPr id="516" name="Google Shape;516;p55"/>
          <p:cNvSpPr/>
          <p:nvPr/>
        </p:nvSpPr>
        <p:spPr>
          <a:xfrm>
            <a:off x="1181400" y="4001050"/>
            <a:ext cx="3029400" cy="30294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17" name="Google Shape;517;p55"/>
          <p:cNvPicPr preferRelativeResize="0"/>
          <p:nvPr/>
        </p:nvPicPr>
        <p:blipFill rotWithShape="1">
          <a:blip r:embed="rId2">
            <a:alphaModFix/>
          </a:blip>
          <a:srcRect l="7340" r="4538" b="19768"/>
          <a:stretch/>
        </p:blipFill>
        <p:spPr>
          <a:xfrm rot="9000006">
            <a:off x="6631531" y="3074710"/>
            <a:ext cx="4407288" cy="3040679"/>
          </a:xfrm>
          <a:prstGeom prst="rect">
            <a:avLst/>
          </a:prstGeom>
          <a:noFill/>
          <a:ln>
            <a:noFill/>
          </a:ln>
        </p:spPr>
      </p:pic>
      <p:pic>
        <p:nvPicPr>
          <p:cNvPr id="518" name="Google Shape;518;p55"/>
          <p:cNvPicPr preferRelativeResize="0"/>
          <p:nvPr/>
        </p:nvPicPr>
        <p:blipFill rotWithShape="1">
          <a:blip r:embed="rId2">
            <a:alphaModFix/>
          </a:blip>
          <a:srcRect l="7340" r="4538" b="19768"/>
          <a:stretch/>
        </p:blipFill>
        <p:spPr>
          <a:xfrm rot="10078522">
            <a:off x="2368356" y="-2528990"/>
            <a:ext cx="4407288" cy="3040677"/>
          </a:xfrm>
          <a:prstGeom prst="rect">
            <a:avLst/>
          </a:prstGeom>
          <a:noFill/>
          <a:ln>
            <a:noFill/>
          </a:ln>
        </p:spPr>
      </p:pic>
      <p:pic>
        <p:nvPicPr>
          <p:cNvPr id="519" name="Google Shape;519;p55"/>
          <p:cNvPicPr preferRelativeResize="0"/>
          <p:nvPr/>
        </p:nvPicPr>
        <p:blipFill rotWithShape="1">
          <a:blip r:embed="rId2">
            <a:alphaModFix/>
          </a:blip>
          <a:srcRect l="7340" r="4538" b="19768"/>
          <a:stretch/>
        </p:blipFill>
        <p:spPr>
          <a:xfrm rot="-8099992">
            <a:off x="-1888368" y="3524285"/>
            <a:ext cx="4407289" cy="3040676"/>
          </a:xfrm>
          <a:prstGeom prst="rect">
            <a:avLst/>
          </a:prstGeom>
          <a:noFill/>
          <a:ln>
            <a:noFill/>
          </a:ln>
        </p:spPr>
      </p:pic>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Background 2">
  <p:cSld name="BLANK_1_1_1_1_1_1_1_1_1">
    <p:spTree>
      <p:nvGrpSpPr>
        <p:cNvPr id="1" name="Shape 520"/>
        <p:cNvGrpSpPr/>
        <p:nvPr/>
      </p:nvGrpSpPr>
      <p:grpSpPr>
        <a:xfrm>
          <a:off x="0" y="0"/>
          <a:ext cx="0" cy="0"/>
          <a:chOff x="0" y="0"/>
          <a:chExt cx="0" cy="0"/>
        </a:xfrm>
      </p:grpSpPr>
      <p:sp>
        <p:nvSpPr>
          <p:cNvPr id="521" name="Google Shape;521;p56"/>
          <p:cNvSpPr/>
          <p:nvPr/>
        </p:nvSpPr>
        <p:spPr>
          <a:xfrm>
            <a:off x="6982463" y="3599050"/>
            <a:ext cx="3058800" cy="3058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22" name="Google Shape;522;p56"/>
          <p:cNvPicPr preferRelativeResize="0"/>
          <p:nvPr/>
        </p:nvPicPr>
        <p:blipFill rotWithShape="1">
          <a:blip r:embed="rId2">
            <a:alphaModFix/>
          </a:blip>
          <a:srcRect l="7340" r="4538" b="19768"/>
          <a:stretch/>
        </p:blipFill>
        <p:spPr>
          <a:xfrm rot="9134656">
            <a:off x="6293780" y="3644943"/>
            <a:ext cx="4436165" cy="3060612"/>
          </a:xfrm>
          <a:prstGeom prst="rect">
            <a:avLst/>
          </a:prstGeom>
          <a:noFill/>
          <a:ln>
            <a:noFill/>
          </a:ln>
        </p:spPr>
      </p:pic>
      <p:pic>
        <p:nvPicPr>
          <p:cNvPr id="523" name="Google Shape;523;p56"/>
          <p:cNvPicPr preferRelativeResize="0"/>
          <p:nvPr/>
        </p:nvPicPr>
        <p:blipFill rotWithShape="1">
          <a:blip r:embed="rId2">
            <a:alphaModFix/>
          </a:blip>
          <a:srcRect l="7340" r="4538" b="19768"/>
          <a:stretch/>
        </p:blipFill>
        <p:spPr>
          <a:xfrm rot="-2359540">
            <a:off x="-1115599" y="-633789"/>
            <a:ext cx="3498423" cy="2413614"/>
          </a:xfrm>
          <a:prstGeom prst="rect">
            <a:avLst/>
          </a:prstGeom>
          <a:noFill/>
          <a:ln>
            <a:noFill/>
          </a:ln>
        </p:spPr>
      </p:pic>
      <p:pic>
        <p:nvPicPr>
          <p:cNvPr id="524" name="Google Shape;524;p56"/>
          <p:cNvPicPr preferRelativeResize="0"/>
          <p:nvPr/>
        </p:nvPicPr>
        <p:blipFill rotWithShape="1">
          <a:blip r:embed="rId2">
            <a:alphaModFix/>
          </a:blip>
          <a:srcRect l="7340" r="4538" b="19768"/>
          <a:stretch/>
        </p:blipFill>
        <p:spPr>
          <a:xfrm rot="8382963">
            <a:off x="7473048" y="-1903224"/>
            <a:ext cx="3498429" cy="2413614"/>
          </a:xfrm>
          <a:prstGeom prst="rect">
            <a:avLst/>
          </a:prstGeom>
          <a:noFill/>
          <a:ln>
            <a:noFill/>
          </a:ln>
        </p:spPr>
      </p:pic>
      <p:sp>
        <p:nvSpPr>
          <p:cNvPr id="525" name="Google Shape;525;p56"/>
          <p:cNvSpPr/>
          <p:nvPr/>
        </p:nvSpPr>
        <p:spPr>
          <a:xfrm>
            <a:off x="-1677013" y="3486525"/>
            <a:ext cx="3352800" cy="33528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52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300"/>
              <a:buFont typeface="Orbitron Black"/>
              <a:buNone/>
              <a:defRPr sz="2300">
                <a:solidFill>
                  <a:schemeClr val="dk1"/>
                </a:solidFill>
                <a:latin typeface="Orbitron Black"/>
                <a:ea typeface="Orbitron Black"/>
                <a:cs typeface="Orbitron Black"/>
                <a:sym typeface="Orbitron Black"/>
              </a:defRPr>
            </a:lvl1pPr>
            <a:lvl2pPr lvl="1"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2pPr>
            <a:lvl3pPr lvl="2"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3pPr>
            <a:lvl4pPr lvl="3"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4pPr>
            <a:lvl5pPr lvl="4"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5pPr>
            <a:lvl6pPr lvl="5"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6pPr>
            <a:lvl7pPr lvl="6"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7pPr>
            <a:lvl8pPr lvl="7"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8pPr>
            <a:lvl9pPr lvl="8"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1pPr>
            <a:lvl2pPr marL="914400" lvl="1" indent="-3175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2pPr>
            <a:lvl3pPr marL="1371600" lvl="2" indent="-3175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3pPr>
            <a:lvl4pPr marL="1828800" lvl="3" indent="-3175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4pPr>
            <a:lvl5pPr marL="2286000" lvl="4" indent="-3175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5pPr>
            <a:lvl6pPr marL="2743200" lvl="5" indent="-3175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6pPr>
            <a:lvl7pPr marL="3200400" lvl="6" indent="-3175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7pPr>
            <a:lvl8pPr marL="3657600" lvl="7" indent="-3175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8pPr>
            <a:lvl9pPr marL="4114800" lvl="8" indent="-317500">
              <a:lnSpc>
                <a:spcPct val="115000"/>
              </a:lnSpc>
              <a:spcBef>
                <a:spcPts val="1600"/>
              </a:spcBef>
              <a:spcAft>
                <a:spcPts val="160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70" r:id="rId21"/>
    <p:sldLayoutId id="2147483671" r:id="rId22"/>
    <p:sldLayoutId id="2147483672" r:id="rId23"/>
    <p:sldLayoutId id="2147483674" r:id="rId24"/>
    <p:sldLayoutId id="2147483675" r:id="rId25"/>
    <p:sldLayoutId id="2147483676" r:id="rId26"/>
    <p:sldLayoutId id="2147483677" r:id="rId27"/>
    <p:sldLayoutId id="2147483678" r:id="rId28"/>
    <p:sldLayoutId id="2147483679" r:id="rId29"/>
    <p:sldLayoutId id="2147483680" r:id="rId30"/>
    <p:sldLayoutId id="2147483681" r:id="rId31"/>
    <p:sldLayoutId id="2147483682" r:id="rId32"/>
    <p:sldLayoutId id="2147483683" r:id="rId33"/>
    <p:sldLayoutId id="2147483684" r:id="rId34"/>
    <p:sldLayoutId id="2147483685" r:id="rId35"/>
    <p:sldLayoutId id="2147483686" r:id="rId36"/>
    <p:sldLayoutId id="2147483687" r:id="rId37"/>
    <p:sldLayoutId id="2147483688" r:id="rId38"/>
    <p:sldLayoutId id="2147483689" r:id="rId39"/>
    <p:sldLayoutId id="2147483690" r:id="rId40"/>
    <p:sldLayoutId id="2147483691" r:id="rId41"/>
    <p:sldLayoutId id="2147483692" r:id="rId42"/>
    <p:sldLayoutId id="2147483693" r:id="rId43"/>
    <p:sldLayoutId id="2147483694" r:id="rId44"/>
    <p:sldLayoutId id="2147483695" r:id="rId45"/>
    <p:sldLayoutId id="2147483696" r:id="rId46"/>
    <p:sldLayoutId id="2147483697" r:id="rId47"/>
    <p:sldLayoutId id="2147483698" r:id="rId48"/>
    <p:sldLayoutId id="2147483699" r:id="rId49"/>
    <p:sldLayoutId id="2147483700" r:id="rId50"/>
    <p:sldLayoutId id="2147483701" r:id="rId51"/>
    <p:sldLayoutId id="2147483702" r:id="rId5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526"/>
        <p:cNvGrpSpPr/>
        <p:nvPr/>
      </p:nvGrpSpPr>
      <p:grpSpPr>
        <a:xfrm>
          <a:off x="0" y="0"/>
          <a:ext cx="0" cy="0"/>
          <a:chOff x="0" y="0"/>
          <a:chExt cx="0" cy="0"/>
        </a:xfrm>
      </p:grpSpPr>
      <p:sp>
        <p:nvSpPr>
          <p:cNvPr id="527" name="Google Shape;527;p5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528" name="Google Shape;528;p5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703"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8" Type="http://schemas.openxmlformats.org/officeDocument/2006/relationships/slide" Target="slide71.xml"/><Relationship Id="rId3" Type="http://schemas.openxmlformats.org/officeDocument/2006/relationships/slide" Target="slide3.xml"/><Relationship Id="rId7" Type="http://schemas.openxmlformats.org/officeDocument/2006/relationships/slide" Target="slide62.xml"/><Relationship Id="rId2" Type="http://schemas.openxmlformats.org/officeDocument/2006/relationships/notesSlide" Target="../notesSlides/notesSlide2.xml"/><Relationship Id="rId1" Type="http://schemas.openxmlformats.org/officeDocument/2006/relationships/slideLayout" Target="../slideLayouts/slideLayout11.xml"/><Relationship Id="rId6" Type="http://schemas.openxmlformats.org/officeDocument/2006/relationships/slide" Target="slide56.xml"/><Relationship Id="rId5" Type="http://schemas.openxmlformats.org/officeDocument/2006/relationships/slide" Target="slide52.xml"/><Relationship Id="rId4" Type="http://schemas.openxmlformats.org/officeDocument/2006/relationships/slide" Target="slide48.xml"/><Relationship Id="rId9" Type="http://schemas.openxmlformats.org/officeDocument/2006/relationships/slide" Target="slide2.xml"/></Relationships>
</file>

<file path=ppt/slides/_rels/slide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slide" Target="slide2.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35.xml"/></Relationships>
</file>

<file path=ppt/slides/_rels/slide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slide" Target="slide2.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36.xml"/></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3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45.xml"/><Relationship Id="rId4" Type="http://schemas.openxmlformats.org/officeDocument/2006/relationships/image" Target="../media/image1.png"/></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39.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2.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slide" Target="slide2.xm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xml"/><Relationship Id="rId1" Type="http://schemas.openxmlformats.org/officeDocument/2006/relationships/slideLayout" Target="../slideLayouts/slideLayout39.xml"/><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xml"/><Relationship Id="rId1" Type="http://schemas.openxmlformats.org/officeDocument/2006/relationships/slideLayout" Target="../slideLayouts/slideLayout3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slide" Target="slide2.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45.xml"/><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slide" Target="slide2.xml"/></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xml"/><Relationship Id="rId1" Type="http://schemas.openxmlformats.org/officeDocument/2006/relationships/slideLayout" Target="../slideLayouts/slideLayout39.xml"/><Relationship Id="rId4" Type="http://schemas.openxmlformats.org/officeDocument/2006/relationships/image" Target="../media/image2.png"/></Relationships>
</file>

<file path=ppt/slides/_rels/slide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xml"/><Relationship Id="rId1" Type="http://schemas.openxmlformats.org/officeDocument/2006/relationships/slideLayout" Target="../slideLayouts/slideLayout36.xml"/></Relationships>
</file>

<file path=ppt/slides/_rels/slide2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2.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slide" Target="slide2.xml"/></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xml"/><Relationship Id="rId1" Type="http://schemas.openxmlformats.org/officeDocument/2006/relationships/slideLayout" Target="../slideLayouts/slideLayout45.xml"/><Relationship Id="rId4" Type="http://schemas.openxmlformats.org/officeDocument/2006/relationships/image" Target="../media/image1.png"/></Relationships>
</file>

<file path=ppt/slides/_rels/slide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33.xml"/><Relationship Id="rId5" Type="http://schemas.openxmlformats.org/officeDocument/2006/relationships/slide" Target="slide2.xml"/><Relationship Id="rId4" Type="http://schemas.openxmlformats.org/officeDocument/2006/relationships/image" Target="../media/image2.png"/></Relationships>
</file>

<file path=ppt/slides/_rels/slide2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5.xml"/><Relationship Id="rId1" Type="http://schemas.openxmlformats.org/officeDocument/2006/relationships/slideLayout" Target="../slideLayouts/slideLayout7.xml"/><Relationship Id="rId4" Type="http://schemas.openxmlformats.org/officeDocument/2006/relationships/slide" Target="slide2.xml"/></Relationships>
</file>

<file path=ppt/slides/_rels/slide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xml"/><Relationship Id="rId1" Type="http://schemas.openxmlformats.org/officeDocument/2006/relationships/slideLayout" Target="../slideLayouts/slideLayout13.xml"/><Relationship Id="rId4" Type="http://schemas.openxmlformats.org/officeDocument/2006/relationships/slide" Target="slide2.xml"/></Relationships>
</file>

<file path=ppt/slides/_rels/slide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xml"/><Relationship Id="rId1" Type="http://schemas.openxmlformats.org/officeDocument/2006/relationships/slideLayout" Target="../slideLayouts/slideLayout5.xml"/><Relationship Id="rId5" Type="http://schemas.openxmlformats.org/officeDocument/2006/relationships/slide" Target="slide3.xml"/><Relationship Id="rId4" Type="http://schemas.openxmlformats.org/officeDocument/2006/relationships/slide" Target="slide2.xml"/></Relationships>
</file>

<file path=ppt/slides/_rels/slide29.xml.rels><?xml version="1.0" encoding="UTF-8" standalone="yes"?>
<Relationships xmlns="http://schemas.openxmlformats.org/package/2006/relationships"><Relationship Id="rId3" Type="http://schemas.openxmlformats.org/officeDocument/2006/relationships/image" Target="../media/image6.jpg"/><Relationship Id="rId7" Type="http://schemas.openxmlformats.org/officeDocument/2006/relationships/slide" Target="slide3.xml"/><Relationship Id="rId2" Type="http://schemas.openxmlformats.org/officeDocument/2006/relationships/notesSlide" Target="../notesSlides/notesSlide29.xml"/><Relationship Id="rId1" Type="http://schemas.openxmlformats.org/officeDocument/2006/relationships/slideLayout" Target="../slideLayouts/slideLayout24.xml"/><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image" Target="../media/image1.png"/></Relationships>
</file>

<file path=ppt/slides/_rels/slide3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30.xml"/><Relationship Id="rId1" Type="http://schemas.openxmlformats.org/officeDocument/2006/relationships/slideLayout" Target="../slideLayouts/slideLayout3.xml"/><Relationship Id="rId6" Type="http://schemas.openxmlformats.org/officeDocument/2006/relationships/slide" Target="slide3.xml"/><Relationship Id="rId5" Type="http://schemas.openxmlformats.org/officeDocument/2006/relationships/slide" Target="slide2.xml"/><Relationship Id="rId4" Type="http://schemas.openxmlformats.org/officeDocument/2006/relationships/image" Target="../media/image8.jpg"/></Relationships>
</file>

<file path=ppt/slides/_rels/slide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1.xml"/><Relationship Id="rId1" Type="http://schemas.openxmlformats.org/officeDocument/2006/relationships/slideLayout" Target="../slideLayouts/slideLayout35.xml"/><Relationship Id="rId5" Type="http://schemas.openxmlformats.org/officeDocument/2006/relationships/slide" Target="slide3.xml"/><Relationship Id="rId4" Type="http://schemas.openxmlformats.org/officeDocument/2006/relationships/slide" Target="slide2.xml"/></Relationships>
</file>

<file path=ppt/slides/_rels/slide32.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slide" Target="slide3.xml"/><Relationship Id="rId2" Type="http://schemas.openxmlformats.org/officeDocument/2006/relationships/notesSlide" Target="../notesSlides/notesSlide32.xml"/><Relationship Id="rId1" Type="http://schemas.openxmlformats.org/officeDocument/2006/relationships/slideLayout" Target="../slideLayouts/slideLayout36.xml"/><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image" Target="../media/image9.jpg"/></Relationships>
</file>

<file path=ppt/slides/_rels/slide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37.xml"/><Relationship Id="rId5" Type="http://schemas.openxmlformats.org/officeDocument/2006/relationships/slide" Target="slide3.xml"/><Relationship Id="rId4" Type="http://schemas.openxmlformats.org/officeDocument/2006/relationships/slide" Target="slide2.xml"/></Relationships>
</file>

<file path=ppt/slides/_rels/slide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39.xml"/><Relationship Id="rId6" Type="http://schemas.openxmlformats.org/officeDocument/2006/relationships/slide" Target="slide3.xml"/><Relationship Id="rId5" Type="http://schemas.openxmlformats.org/officeDocument/2006/relationships/slide" Target="slide2.xml"/><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35.xml"/><Relationship Id="rId1" Type="http://schemas.openxmlformats.org/officeDocument/2006/relationships/slideLayout" Target="../slideLayouts/slideLayout20.xml"/><Relationship Id="rId5" Type="http://schemas.openxmlformats.org/officeDocument/2006/relationships/slide" Target="slide3.xml"/><Relationship Id="rId4" Type="http://schemas.openxmlformats.org/officeDocument/2006/relationships/slide" Target="slide2.xml"/></Relationships>
</file>

<file path=ppt/slides/_rels/slide36.xml.rels><?xml version="1.0" encoding="UTF-8" standalone="yes"?>
<Relationships xmlns="http://schemas.openxmlformats.org/package/2006/relationships"><Relationship Id="rId3" Type="http://schemas.openxmlformats.org/officeDocument/2006/relationships/image" Target="../media/image11.jpg"/><Relationship Id="rId7" Type="http://schemas.openxmlformats.org/officeDocument/2006/relationships/slide" Target="slide3.xml"/><Relationship Id="rId2" Type="http://schemas.openxmlformats.org/officeDocument/2006/relationships/notesSlide" Target="../notesSlides/notesSlide36.xml"/><Relationship Id="rId1" Type="http://schemas.openxmlformats.org/officeDocument/2006/relationships/slideLayout" Target="../slideLayouts/slideLayout25.xml"/><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image" Target="../media/image1.png"/></Relationships>
</file>

<file path=ppt/slides/_rels/slide37.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37.xml"/><Relationship Id="rId1" Type="http://schemas.openxmlformats.org/officeDocument/2006/relationships/slideLayout" Target="../slideLayouts/slideLayout8.xml"/><Relationship Id="rId5" Type="http://schemas.openxmlformats.org/officeDocument/2006/relationships/slide" Target="slide3.xml"/><Relationship Id="rId4" Type="http://schemas.openxmlformats.org/officeDocument/2006/relationships/slide" Target="slide2.xml"/></Relationships>
</file>

<file path=ppt/slides/_rels/slide38.xml.rels><?xml version="1.0" encoding="UTF-8" standalone="yes"?>
<Relationships xmlns="http://schemas.openxmlformats.org/package/2006/relationships"><Relationship Id="rId3" Type="http://schemas.openxmlformats.org/officeDocument/2006/relationships/image" Target="../media/image13.jpg"/><Relationship Id="rId7" Type="http://schemas.openxmlformats.org/officeDocument/2006/relationships/slide" Target="slide3.xml"/><Relationship Id="rId2" Type="http://schemas.openxmlformats.org/officeDocument/2006/relationships/notesSlide" Target="../notesSlides/notesSlide38.xml"/><Relationship Id="rId1" Type="http://schemas.openxmlformats.org/officeDocument/2006/relationships/slideLayout" Target="../slideLayouts/slideLayout27.xml"/><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image" Target="../media/image1.png"/></Relationships>
</file>

<file path=ppt/slides/_rels/slide3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39.xml"/><Relationship Id="rId1" Type="http://schemas.openxmlformats.org/officeDocument/2006/relationships/slideLayout" Target="../slideLayouts/slideLayout6.xml"/><Relationship Id="rId4" Type="http://schemas.openxmlformats.org/officeDocument/2006/relationships/slide" Target="slide3.xml"/></Relationships>
</file>

<file path=ppt/slides/_rels/slide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0.xml"/><Relationship Id="rId1" Type="http://schemas.openxmlformats.org/officeDocument/2006/relationships/slideLayout" Target="../slideLayouts/slideLayout28.xml"/><Relationship Id="rId6" Type="http://schemas.openxmlformats.org/officeDocument/2006/relationships/slide" Target="slide3.xml"/><Relationship Id="rId5" Type="http://schemas.openxmlformats.org/officeDocument/2006/relationships/slide" Target="slide2.xml"/><Relationship Id="rId4" Type="http://schemas.openxmlformats.org/officeDocument/2006/relationships/image" Target="../media/image2.png"/></Relationships>
</file>

<file path=ppt/slides/_rels/slide41.xml.rels><?xml version="1.0" encoding="UTF-8" standalone="yes"?>
<Relationships xmlns="http://schemas.openxmlformats.org/package/2006/relationships"><Relationship Id="rId3" Type="http://schemas.openxmlformats.org/officeDocument/2006/relationships/hyperlink" Target="https://docs.google.com/spreadsheets/d/1dsoyhTwjpdyrSU2FDEMiVh0qhtLUplkh2wAkKokSAsc/copy" TargetMode="External"/><Relationship Id="rId7" Type="http://schemas.openxmlformats.org/officeDocument/2006/relationships/slide" Target="slide3.xml"/><Relationship Id="rId2" Type="http://schemas.openxmlformats.org/officeDocument/2006/relationships/notesSlide" Target="../notesSlides/notesSlide41.xml"/><Relationship Id="rId1" Type="http://schemas.openxmlformats.org/officeDocument/2006/relationships/slideLayout" Target="../slideLayouts/slideLayout4.xml"/><Relationship Id="rId6" Type="http://schemas.openxmlformats.org/officeDocument/2006/relationships/slide" Target="slide2.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4.png"/></Relationships>
</file>

<file path=ppt/slides/_rels/slide4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7" Type="http://schemas.openxmlformats.org/officeDocument/2006/relationships/slide" Target="slide3.xml"/><Relationship Id="rId2" Type="http://schemas.openxmlformats.org/officeDocument/2006/relationships/notesSlide" Target="../notesSlides/notesSlide42.xml"/><Relationship Id="rId1" Type="http://schemas.openxmlformats.org/officeDocument/2006/relationships/slideLayout" Target="../slideLayouts/slideLayout14.xml"/><Relationship Id="rId6" Type="http://schemas.openxmlformats.org/officeDocument/2006/relationships/slide" Target="slide2.xml"/><Relationship Id="rId5" Type="http://schemas.openxmlformats.org/officeDocument/2006/relationships/image" Target="../media/image15.png"/><Relationship Id="rId4" Type="http://schemas.openxmlformats.org/officeDocument/2006/relationships/hyperlink" Target="https://docs.google.com/spreadsheets/d/1dsoyhTwjpdyrSU2FDEMiVh0qhtLUplkh2wAkKokSAsc/copy" TargetMode="External"/></Relationships>
</file>

<file path=ppt/slides/_rels/slide4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3.xml"/><Relationship Id="rId1" Type="http://schemas.openxmlformats.org/officeDocument/2006/relationships/slideLayout" Target="../slideLayouts/slideLayout43.xml"/><Relationship Id="rId4" Type="http://schemas.openxmlformats.org/officeDocument/2006/relationships/slide" Target="slide3.xml"/></Relationships>
</file>

<file path=ppt/slides/_rels/slide44.xml.rels><?xml version="1.0" encoding="UTF-8" standalone="yes"?>
<Relationships xmlns="http://schemas.openxmlformats.org/package/2006/relationships"><Relationship Id="rId3" Type="http://schemas.openxmlformats.org/officeDocument/2006/relationships/image" Target="../media/image16.jpg"/><Relationship Id="rId7" Type="http://schemas.openxmlformats.org/officeDocument/2006/relationships/slide" Target="slide3.xml"/><Relationship Id="rId2" Type="http://schemas.openxmlformats.org/officeDocument/2006/relationships/notesSlide" Target="../notesSlides/notesSlide44.xml"/><Relationship Id="rId1" Type="http://schemas.openxmlformats.org/officeDocument/2006/relationships/slideLayout" Target="../slideLayouts/slideLayout44.xml"/><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image" Target="../media/image1.png"/></Relationships>
</file>

<file path=ppt/slides/_rels/slide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xml"/><Relationship Id="rId1" Type="http://schemas.openxmlformats.org/officeDocument/2006/relationships/slideLayout" Target="../slideLayouts/slideLayout45.xml"/><Relationship Id="rId6" Type="http://schemas.openxmlformats.org/officeDocument/2006/relationships/slide" Target="slide3.xml"/><Relationship Id="rId5" Type="http://schemas.openxmlformats.org/officeDocument/2006/relationships/slide" Target="slide2.xml"/><Relationship Id="rId4" Type="http://schemas.openxmlformats.org/officeDocument/2006/relationships/image" Target="../media/image1.png"/></Relationships>
</file>

<file path=ppt/slides/_rels/slide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6.xml"/><Relationship Id="rId1" Type="http://schemas.openxmlformats.org/officeDocument/2006/relationships/slideLayout" Target="../slideLayouts/slideLayout50.xml"/><Relationship Id="rId4" Type="http://schemas.openxmlformats.org/officeDocument/2006/relationships/slide" Target="slide3.xml"/></Relationships>
</file>

<file path=ppt/slides/_rels/slide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7.xml"/><Relationship Id="rId1" Type="http://schemas.openxmlformats.org/officeDocument/2006/relationships/slideLayout" Target="../slideLayouts/slideLayout18.xml"/><Relationship Id="rId5" Type="http://schemas.openxmlformats.org/officeDocument/2006/relationships/slide" Target="slide3.xml"/><Relationship Id="rId4" Type="http://schemas.openxmlformats.org/officeDocument/2006/relationships/slide" Target="slide2.xml"/></Relationships>
</file>

<file path=ppt/slides/_rels/slide48.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48.xml"/><Relationship Id="rId1" Type="http://schemas.openxmlformats.org/officeDocument/2006/relationships/slideLayout" Target="../slideLayouts/slideLayout29.xml"/><Relationship Id="rId5" Type="http://schemas.openxmlformats.org/officeDocument/2006/relationships/image" Target="../media/image1.png"/><Relationship Id="rId4" Type="http://schemas.openxmlformats.org/officeDocument/2006/relationships/slide" Target="slide2.xml"/></Relationships>
</file>

<file path=ppt/slides/_rels/slide4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9.xml"/><Relationship Id="rId1" Type="http://schemas.openxmlformats.org/officeDocument/2006/relationships/slideLayout" Target="../slideLayouts/slideLayout14.xml"/><Relationship Id="rId4" Type="http://schemas.openxmlformats.org/officeDocument/2006/relationships/slide" Target="slide48.xml"/></Relationships>
</file>

<file path=ppt/slides/_rels/slide5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0.xml"/><Relationship Id="rId1" Type="http://schemas.openxmlformats.org/officeDocument/2006/relationships/slideLayout" Target="../slideLayouts/slideLayout16.xml"/><Relationship Id="rId4" Type="http://schemas.openxmlformats.org/officeDocument/2006/relationships/slide" Target="slide48.xml"/></Relationships>
</file>

<file path=ppt/slides/_rels/slide5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1.xml"/><Relationship Id="rId1" Type="http://schemas.openxmlformats.org/officeDocument/2006/relationships/slideLayout" Target="../slideLayouts/slideLayout15.xml"/><Relationship Id="rId4" Type="http://schemas.openxmlformats.org/officeDocument/2006/relationships/slide" Target="slide48.xml"/></Relationships>
</file>

<file path=ppt/slides/_rels/slide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2.xml"/><Relationship Id="rId1" Type="http://schemas.openxmlformats.org/officeDocument/2006/relationships/slideLayout" Target="../slideLayouts/slideLayout30.xml"/><Relationship Id="rId5" Type="http://schemas.openxmlformats.org/officeDocument/2006/relationships/slide" Target="slide2.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3.xml"/><Relationship Id="rId1" Type="http://schemas.openxmlformats.org/officeDocument/2006/relationships/slideLayout" Target="../slideLayouts/slideLayout16.xml"/><Relationship Id="rId4" Type="http://schemas.openxmlformats.org/officeDocument/2006/relationships/slide" Target="slide52.xml"/></Relationships>
</file>

<file path=ppt/slides/_rels/slide5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4.xml"/><Relationship Id="rId1" Type="http://schemas.openxmlformats.org/officeDocument/2006/relationships/slideLayout" Target="../slideLayouts/slideLayout16.xml"/><Relationship Id="rId4" Type="http://schemas.openxmlformats.org/officeDocument/2006/relationships/slide" Target="slide52.xml"/></Relationships>
</file>

<file path=ppt/slides/_rels/slide5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5.xml"/><Relationship Id="rId1" Type="http://schemas.openxmlformats.org/officeDocument/2006/relationships/slideLayout" Target="../slideLayouts/slideLayout17.xml"/><Relationship Id="rId4" Type="http://schemas.openxmlformats.org/officeDocument/2006/relationships/slide" Target="slide52.xml"/></Relationships>
</file>

<file path=ppt/slides/_rels/slide56.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56.xml"/><Relationship Id="rId1" Type="http://schemas.openxmlformats.org/officeDocument/2006/relationships/slideLayout" Target="../slideLayouts/slideLayout31.xml"/><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image" Target="../media/image1.png"/></Relationships>
</file>

<file path=ppt/slides/_rels/slide57.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57.xml"/><Relationship Id="rId1" Type="http://schemas.openxmlformats.org/officeDocument/2006/relationships/slideLayout" Target="../slideLayouts/slideLayout19.xml"/><Relationship Id="rId5" Type="http://schemas.openxmlformats.org/officeDocument/2006/relationships/slide" Target="slide57.xml"/><Relationship Id="rId4" Type="http://schemas.openxmlformats.org/officeDocument/2006/relationships/slide" Target="slide2.xml"/></Relationships>
</file>

<file path=ppt/slides/_rels/slide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8.xml"/><Relationship Id="rId1" Type="http://schemas.openxmlformats.org/officeDocument/2006/relationships/slideLayout" Target="../slideLayouts/slideLayout15.xml"/><Relationship Id="rId4" Type="http://schemas.openxmlformats.org/officeDocument/2006/relationships/slide" Target="slide58.xml"/></Relationships>
</file>

<file path=ppt/slides/_rels/slide5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9.xml"/><Relationship Id="rId1" Type="http://schemas.openxmlformats.org/officeDocument/2006/relationships/slideLayout" Target="../slideLayouts/slideLayout17.xml"/><Relationship Id="rId4" Type="http://schemas.openxmlformats.org/officeDocument/2006/relationships/slide" Target="slide59.xml"/></Relationships>
</file>

<file path=ppt/slides/_rels/slide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0.xml"/><Relationship Id="rId1" Type="http://schemas.openxmlformats.org/officeDocument/2006/relationships/slideLayout" Target="../slideLayouts/slideLayout4.xml"/><Relationship Id="rId5" Type="http://schemas.openxmlformats.org/officeDocument/2006/relationships/slide" Target="slide60.xml"/><Relationship Id="rId4" Type="http://schemas.openxmlformats.org/officeDocument/2006/relationships/slide" Target="slide2.xml"/></Relationships>
</file>

<file path=ppt/slides/_rels/slide61.xml.rels><?xml version="1.0" encoding="UTF-8" standalone="yes"?>
<Relationships xmlns="http://schemas.openxmlformats.org/package/2006/relationships"><Relationship Id="rId3" Type="http://schemas.openxmlformats.org/officeDocument/2006/relationships/hyperlink" Target="https://docs.google.com/spreadsheets/d/1dsoyhTwjpdyrSU2FDEMiVh0qhtLUplkh2wAkKokSAsc/copy" TargetMode="External"/><Relationship Id="rId7" Type="http://schemas.openxmlformats.org/officeDocument/2006/relationships/slide" Target="slide61.xml"/><Relationship Id="rId2" Type="http://schemas.openxmlformats.org/officeDocument/2006/relationships/notesSlide" Target="../notesSlides/notesSlide61.xml"/><Relationship Id="rId1" Type="http://schemas.openxmlformats.org/officeDocument/2006/relationships/slideLayout" Target="../slideLayouts/slideLayout16.xml"/><Relationship Id="rId6" Type="http://schemas.openxmlformats.org/officeDocument/2006/relationships/slide" Target="slide2.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9.png"/></Relationships>
</file>

<file path=ppt/slides/_rels/slide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2.xml"/><Relationship Id="rId1" Type="http://schemas.openxmlformats.org/officeDocument/2006/relationships/slideLayout" Target="../slideLayouts/slideLayout32.xml"/><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image" Target="../media/image20.jpg"/></Relationships>
</file>

<file path=ppt/slides/_rels/slide63.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63.xml"/><Relationship Id="rId1" Type="http://schemas.openxmlformats.org/officeDocument/2006/relationships/slideLayout" Target="../slideLayouts/slideLayout40.xml"/><Relationship Id="rId5" Type="http://schemas.openxmlformats.org/officeDocument/2006/relationships/slide" Target="slide62.xml"/><Relationship Id="rId4" Type="http://schemas.openxmlformats.org/officeDocument/2006/relationships/slide" Target="slide2.xml"/></Relationships>
</file>

<file path=ppt/slides/_rels/slide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4.xml"/><Relationship Id="rId1" Type="http://schemas.openxmlformats.org/officeDocument/2006/relationships/slideLayout" Target="../slideLayouts/slideLayout42.xml"/><Relationship Id="rId6" Type="http://schemas.openxmlformats.org/officeDocument/2006/relationships/slide" Target="slide62.xml"/><Relationship Id="rId5" Type="http://schemas.openxmlformats.org/officeDocument/2006/relationships/slide" Target="slide2.xml"/><Relationship Id="rId4" Type="http://schemas.openxmlformats.org/officeDocument/2006/relationships/image" Target="../media/image2.png"/></Relationships>
</file>

<file path=ppt/slides/_rels/slide6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5.xml"/><Relationship Id="rId1" Type="http://schemas.openxmlformats.org/officeDocument/2006/relationships/slideLayout" Target="../slideLayouts/slideLayout9.xml"/><Relationship Id="rId5" Type="http://schemas.openxmlformats.org/officeDocument/2006/relationships/slide" Target="slide62.xml"/><Relationship Id="rId4" Type="http://schemas.openxmlformats.org/officeDocument/2006/relationships/slide" Target="slide2.xml"/></Relationships>
</file>

<file path=ppt/slides/_rels/slide66.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66.xml"/><Relationship Id="rId1" Type="http://schemas.openxmlformats.org/officeDocument/2006/relationships/slideLayout" Target="../slideLayouts/slideLayout41.xml"/><Relationship Id="rId5" Type="http://schemas.openxmlformats.org/officeDocument/2006/relationships/slide" Target="slide62.xml"/><Relationship Id="rId4" Type="http://schemas.openxmlformats.org/officeDocument/2006/relationships/slide" Target="slide2.xml"/></Relationships>
</file>

<file path=ppt/slides/_rels/slide67.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67.xml"/><Relationship Id="rId1" Type="http://schemas.openxmlformats.org/officeDocument/2006/relationships/slideLayout" Target="../slideLayouts/slideLayout46.xml"/><Relationship Id="rId5" Type="http://schemas.openxmlformats.org/officeDocument/2006/relationships/slide" Target="slide62.xml"/><Relationship Id="rId4" Type="http://schemas.openxmlformats.org/officeDocument/2006/relationships/slide" Target="slide2.xml"/></Relationships>
</file>

<file path=ppt/slides/_rels/slide68.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68.xml"/><Relationship Id="rId1" Type="http://schemas.openxmlformats.org/officeDocument/2006/relationships/slideLayout" Target="../slideLayouts/slideLayout18.xml"/><Relationship Id="rId6" Type="http://schemas.openxmlformats.org/officeDocument/2006/relationships/slide" Target="slide62.xml"/><Relationship Id="rId5" Type="http://schemas.openxmlformats.org/officeDocument/2006/relationships/slide" Target="slide2.xml"/><Relationship Id="rId4" Type="http://schemas.openxmlformats.org/officeDocument/2006/relationships/image" Target="../media/image1.png"/></Relationships>
</file>

<file path=ppt/slides/_rels/slide6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69.xml"/><Relationship Id="rId1" Type="http://schemas.openxmlformats.org/officeDocument/2006/relationships/slideLayout" Target="../slideLayouts/slideLayout14.xml"/><Relationship Id="rId4" Type="http://schemas.openxmlformats.org/officeDocument/2006/relationships/slide" Target="slide62.xml"/></Relationships>
</file>

<file path=ppt/slides/_rels/slide7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0.xml"/><Relationship Id="rId1" Type="http://schemas.openxmlformats.org/officeDocument/2006/relationships/slideLayout" Target="../slideLayouts/slideLayout47.xml"/><Relationship Id="rId4" Type="http://schemas.openxmlformats.org/officeDocument/2006/relationships/slide" Target="slide62.xml"/></Relationships>
</file>

<file path=ppt/slides/_rels/slide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1.xml"/><Relationship Id="rId1" Type="http://schemas.openxmlformats.org/officeDocument/2006/relationships/slideLayout" Target="../slideLayouts/slideLayout33.xml"/><Relationship Id="rId5" Type="http://schemas.openxmlformats.org/officeDocument/2006/relationships/slide" Target="slide2.xml"/><Relationship Id="rId4" Type="http://schemas.openxmlformats.org/officeDocument/2006/relationships/image" Target="../media/image2.png"/></Relationships>
</file>

<file path=ppt/slides/_rels/slide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2.xml"/><Relationship Id="rId1" Type="http://schemas.openxmlformats.org/officeDocument/2006/relationships/slideLayout" Target="../slideLayouts/slideLayout48.xml"/><Relationship Id="rId6" Type="http://schemas.openxmlformats.org/officeDocument/2006/relationships/slide" Target="slide71.xml"/><Relationship Id="rId5" Type="http://schemas.openxmlformats.org/officeDocument/2006/relationships/slide" Target="slide2.xml"/><Relationship Id="rId4" Type="http://schemas.openxmlformats.org/officeDocument/2006/relationships/image" Target="../media/image25.jpg"/></Relationships>
</file>

<file path=ppt/slides/_rels/slide73.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73.xml"/><Relationship Id="rId1" Type="http://schemas.openxmlformats.org/officeDocument/2006/relationships/slideLayout" Target="../slideLayouts/slideLayout22.xml"/><Relationship Id="rId5" Type="http://schemas.openxmlformats.org/officeDocument/2006/relationships/slide" Target="slide71.xml"/><Relationship Id="rId4" Type="http://schemas.openxmlformats.org/officeDocument/2006/relationships/slide" Target="slide2.xml"/></Relationships>
</file>

<file path=ppt/slides/_rels/slide74.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74.xml"/><Relationship Id="rId1" Type="http://schemas.openxmlformats.org/officeDocument/2006/relationships/slideLayout" Target="../slideLayouts/slideLayout23.xml"/><Relationship Id="rId5" Type="http://schemas.openxmlformats.org/officeDocument/2006/relationships/slide" Target="slide71.xml"/><Relationship Id="rId4" Type="http://schemas.openxmlformats.org/officeDocument/2006/relationships/slide" Target="slide2.xml"/></Relationships>
</file>

<file path=ppt/slides/_rels/slide75.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75.xml"/><Relationship Id="rId1" Type="http://schemas.openxmlformats.org/officeDocument/2006/relationships/slideLayout" Target="../slideLayouts/slideLayout21.xml"/><Relationship Id="rId5" Type="http://schemas.openxmlformats.org/officeDocument/2006/relationships/slide" Target="slide71.xml"/><Relationship Id="rId4" Type="http://schemas.openxmlformats.org/officeDocument/2006/relationships/slide" Target="slide2.xml"/></Relationships>
</file>

<file path=ppt/slides/_rels/slide76.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slide" Target="slide71.xml"/><Relationship Id="rId2" Type="http://schemas.openxmlformats.org/officeDocument/2006/relationships/notesSlide" Target="../notesSlides/notesSlide76.xml"/><Relationship Id="rId1" Type="http://schemas.openxmlformats.org/officeDocument/2006/relationships/slideLayout" Target="../slideLayouts/slideLayout26.xml"/><Relationship Id="rId6" Type="http://schemas.openxmlformats.org/officeDocument/2006/relationships/slide" Target="slide2.xml"/><Relationship Id="rId5" Type="http://schemas.openxmlformats.org/officeDocument/2006/relationships/image" Target="../media/image29.jpg"/><Relationship Id="rId4" Type="http://schemas.openxmlformats.org/officeDocument/2006/relationships/image" Target="../media/image2.png"/></Relationships>
</file>

<file path=ppt/slides/_rels/slide77.xml.rels><?xml version="1.0" encoding="UTF-8" standalone="yes"?>
<Relationships xmlns="http://schemas.openxmlformats.org/package/2006/relationships"><Relationship Id="rId8" Type="http://schemas.openxmlformats.org/officeDocument/2006/relationships/slide" Target="slide71.xml"/><Relationship Id="rId3" Type="http://schemas.openxmlformats.org/officeDocument/2006/relationships/image" Target="../media/image22.jpg"/><Relationship Id="rId7" Type="http://schemas.openxmlformats.org/officeDocument/2006/relationships/slide" Target="slide2.xml"/><Relationship Id="rId2" Type="http://schemas.openxmlformats.org/officeDocument/2006/relationships/notesSlide" Target="../notesSlides/notesSlide77.xml"/><Relationship Id="rId1" Type="http://schemas.openxmlformats.org/officeDocument/2006/relationships/slideLayout" Target="../slideLayouts/slideLayout38.xml"/><Relationship Id="rId6" Type="http://schemas.openxmlformats.org/officeDocument/2006/relationships/image" Target="../media/image2.png"/><Relationship Id="rId5" Type="http://schemas.openxmlformats.org/officeDocument/2006/relationships/image" Target="../media/image7.jpg"/><Relationship Id="rId4" Type="http://schemas.openxmlformats.org/officeDocument/2006/relationships/image" Target="../media/image17.jpg"/></Relationships>
</file>

<file path=ppt/slides/_rels/slide78.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78.xml"/><Relationship Id="rId1" Type="http://schemas.openxmlformats.org/officeDocument/2006/relationships/slideLayout" Target="../slideLayouts/slideLayout49.xml"/><Relationship Id="rId4" Type="http://schemas.openxmlformats.org/officeDocument/2006/relationships/slide" Target="slide2.xml"/></Relationships>
</file>

<file path=ppt/slides/_rels/slide7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81.xml"/><Relationship Id="rId1" Type="http://schemas.openxmlformats.org/officeDocument/2006/relationships/slideLayout" Target="../slideLayouts/slideLayout19.xml"/><Relationship Id="rId5" Type="http://schemas.openxmlformats.org/officeDocument/2006/relationships/slide" Target="slide2.xml"/><Relationship Id="rId4" Type="http://schemas.openxmlformats.org/officeDocument/2006/relationships/image" Target="../media/image31.png"/></Relationships>
</file>

<file path=ppt/slides/_rels/slide82.xml.rels><?xml version="1.0" encoding="UTF-8" standalone="yes"?>
<Relationships xmlns="http://schemas.openxmlformats.org/package/2006/relationships"><Relationship Id="rId3" Type="http://schemas.openxmlformats.org/officeDocument/2006/relationships/slide" Target="slide2.xml"/><Relationship Id="rId7" Type="http://schemas.openxmlformats.org/officeDocument/2006/relationships/image" Target="../media/image35.png"/><Relationship Id="rId2" Type="http://schemas.openxmlformats.org/officeDocument/2006/relationships/notesSlide" Target="../notesSlides/notesSlide82.xml"/><Relationship Id="rId1" Type="http://schemas.openxmlformats.org/officeDocument/2006/relationships/slideLayout" Target="../slideLayouts/slideLayout19.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6.xml"/></Relationships>
</file>

<file path=ppt/slides/_rels/slide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4.xml"/><Relationship Id="rId1" Type="http://schemas.openxmlformats.org/officeDocument/2006/relationships/slideLayout" Target="../slideLayouts/slideLayout17.xml"/></Relationships>
</file>

<file path=ppt/slides/_rels/slide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5.xml"/><Relationship Id="rId1" Type="http://schemas.openxmlformats.org/officeDocument/2006/relationships/slideLayout" Target="../slideLayouts/slideLayout14.xml"/></Relationships>
</file>

<file path=ppt/slides/_rels/slide86.xml.rels><?xml version="1.0" encoding="UTF-8" standalone="yes"?>
<Relationships xmlns="http://schemas.openxmlformats.org/package/2006/relationships"><Relationship Id="rId8" Type="http://schemas.openxmlformats.org/officeDocument/2006/relationships/hyperlink" Target="https://www.freepik.com/free-photo/young-man-wearing-white-clothes-using-tablet_13327651.htm/?utm_source=slidesgo_template&amp;utm_medium=referral-link&amp;utm_campaign=sg_resources&amp;utm_content=freepik" TargetMode="External"/><Relationship Id="rId13" Type="http://schemas.openxmlformats.org/officeDocument/2006/relationships/hyperlink" Target="https://www.freepik.com/free-photo/medium-shot-man-with-vr-glasses_12975863.htm/?utm_source=slidesgo_template&amp;utm_medium=referral-link&amp;utm_campaign=sg_resources&amp;utm_content=freepik" TargetMode="External"/><Relationship Id="rId3" Type="http://schemas.openxmlformats.org/officeDocument/2006/relationships/hyperlink" Target="https://www.freepik.com/free-photo/woman-wearing-virtual-reality-simulator_13327660.htm/?utm_source=slidesgo_template&amp;utm_medium=referral-link&amp;utm_campaign=sg_resources&amp;utm_content=freepik" TargetMode="External"/><Relationship Id="rId7" Type="http://schemas.openxmlformats.org/officeDocument/2006/relationships/hyperlink" Target="https://www.freepik.com/free-photo/woman-wearing-digital-glasses_13327662.htm/?utm_source=slidesgo_template&amp;utm_medium=referral-link&amp;utm_campaign=sg_resources&amp;utm_content=freepik" TargetMode="External"/><Relationship Id="rId12" Type="http://schemas.openxmlformats.org/officeDocument/2006/relationships/hyperlink" Target="https://www.freepik.com/free-photo/top-view-virtual-reality-headset-white-headphones_13379326.htm/?utm_source=slidesgo_template&amp;utm_medium=referral-link&amp;utm_campaign=sg_resources&amp;utm_content=freepik" TargetMode="External"/><Relationship Id="rId17" Type="http://schemas.openxmlformats.org/officeDocument/2006/relationships/slide" Target="slide2.xml"/><Relationship Id="rId2" Type="http://schemas.openxmlformats.org/officeDocument/2006/relationships/notesSlide" Target="../notesSlides/notesSlide86.xml"/><Relationship Id="rId16" Type="http://schemas.openxmlformats.org/officeDocument/2006/relationships/hyperlink" Target="https://www.freepik.com/free-photo/young-woman-man-wearing-white-clothes_13327853.htm/?utm_source=slidesgo_template&amp;utm_medium=referral-link&amp;utm_campaign=sg_resources&amp;utm_content=freepik" TargetMode="External"/><Relationship Id="rId1" Type="http://schemas.openxmlformats.org/officeDocument/2006/relationships/slideLayout" Target="../slideLayouts/slideLayout34.xml"/><Relationship Id="rId6" Type="http://schemas.openxmlformats.org/officeDocument/2006/relationships/hyperlink" Target="https://www.freepik.com/free-photo/close-up-woman-with-hand-prototype_13327649.htm/?utm_source=slidesgo_template&amp;utm_medium=referral-link&amp;utm_campaign=sg_resources&amp;utm_content=freepik" TargetMode="External"/><Relationship Id="rId11" Type="http://schemas.openxmlformats.org/officeDocument/2006/relationships/hyperlink" Target="https://www.freepik.com/free-photo/woman-wearing-vr-glasses-with-copy-space_12688344.htm/?utm_source=slidesgo_template&amp;utm_medium=referral-link&amp;utm_campaign=sg_resources&amp;utm_content=freepik" TargetMode="External"/><Relationship Id="rId5" Type="http://schemas.openxmlformats.org/officeDocument/2006/relationships/hyperlink" Target="https://www.freepik.com/free-photo/young-man-wearing-white-clothes-using-tablet-close-up_13327643.htm/?utm_source=slidesgo_template&amp;utm_medium=referral-link&amp;utm_campaign=sg_resources&amp;utm_content=freepik" TargetMode="External"/><Relationship Id="rId15" Type="http://schemas.openxmlformats.org/officeDocument/2006/relationships/hyperlink" Target="https://www.freepik.com/free-photo/woman-wearing-virtual-reality-simulator_13327673.htm/?utm_source=slidesgo_template&amp;utm_medium=referral-link&amp;utm_campaign=sg_resources&amp;utm_content=freepik" TargetMode="External"/><Relationship Id="rId10" Type="http://schemas.openxmlformats.org/officeDocument/2006/relationships/hyperlink" Target="https://www.freepik.com/free-photo/man-with-futuristic-device-copy-space_12688368.htm/?utm_source=slidesgo_template&amp;utm_medium=referral-link&amp;utm_campaign=sg_resources&amp;utm_content=freepik" TargetMode="External"/><Relationship Id="rId4" Type="http://schemas.openxmlformats.org/officeDocument/2006/relationships/hyperlink" Target="https://www.freepik.com/free-photo/close-up-woman-working-digital-monitors_13327669.htm/?utm_source=slidesgo_template&amp;utm_medium=referral-link&amp;utm_campaign=sg_resources&amp;utm_content=freepik" TargetMode="External"/><Relationship Id="rId9" Type="http://schemas.openxmlformats.org/officeDocument/2006/relationships/hyperlink" Target="https://www.freepik.com/free-photo/technology-man-using-virtual-reality-headset-device_11234654.htm/?utm_source=slidesgo_template&amp;utm_medium=referral-link&amp;utm_campaign=sg_resources&amp;utm_content=freepik" TargetMode="External"/><Relationship Id="rId14" Type="http://schemas.openxmlformats.org/officeDocument/2006/relationships/hyperlink" Target="https://www.freepik.com/free-photo/medium-shot-smiley-woman-with-vr-glasses_12975838.htm/?utm_source=slidesgo_template&amp;utm_medium=referral-link&amp;utm_campaign=sg_resources&amp;utm_content=freepik" TargetMode="External"/></Relationships>
</file>

<file path=ppt/slides/_rels/slide87.xml.rels><?xml version="1.0" encoding="UTF-8" standalone="yes"?>
<Relationships xmlns="http://schemas.openxmlformats.org/package/2006/relationships"><Relationship Id="rId8" Type="http://schemas.openxmlformats.org/officeDocument/2006/relationships/hyperlink" Target="https://www.freepik.com/free-photo/young-woman-man-with-vr-glasses_13611691.htm/?utm_source=slidesgo_template&amp;utm_medium=referral-link&amp;utm_campaign=sg_resources&amp;utm_content=freepik" TargetMode="External"/><Relationship Id="rId13" Type="http://schemas.openxmlformats.org/officeDocument/2006/relationships/hyperlink" Target="https://www.freepik.com/free-photo/medium-shot-man-with-vr-glasses_12975863.htm/?utm_source=slidesgo_template&amp;utm_medium=referral-link&amp;utm_campaign=sg_resources&amp;utm_content=freepik" TargetMode="External"/><Relationship Id="rId18" Type="http://schemas.openxmlformats.org/officeDocument/2006/relationships/hyperlink" Target="https://www.freepik.com/premium-photo/man-with-plastic-board_13327774.htm#page=1&amp;query=man%20with%20plastic%20board&amp;position=39/?utm_source=slidesgo_template&amp;utm_medium=referral-link&amp;utm_campaign=sg_resources&amp;utm_content=freepik" TargetMode="External"/><Relationship Id="rId3" Type="http://schemas.openxmlformats.org/officeDocument/2006/relationships/hyperlink" Target="https://www.freepik.com/free-photo/virtual-reality-headset-used-by-business-man_11234987.htm/?utm_source=slidesgo_template&amp;utm_medium=referral-link&amp;utm_campaign=sg_resources&amp;utm_content=freepik" TargetMode="External"/><Relationship Id="rId7" Type="http://schemas.openxmlformats.org/officeDocument/2006/relationships/hyperlink" Target="https://www.freepik.com/free-photo/medium-shot-woman-with-vr-glasses_12975837.htm/?utm_source=slidesgo_template&amp;utm_medium=referral-link&amp;utm_campaign=sg_resources&amp;utm_content=freepik" TargetMode="External"/><Relationship Id="rId12" Type="http://schemas.openxmlformats.org/officeDocument/2006/relationships/hyperlink" Target="https://www.freepik.com/free-photo/portrait-young-african-american-man-with-vr-glasses_13611687.htm/?utm_source=slidesgo_template&amp;utm_medium=referral-link&amp;utm_campaign=sg_resources&amp;utm_content=freepik" TargetMode="External"/><Relationship Id="rId17" Type="http://schemas.openxmlformats.org/officeDocument/2006/relationships/hyperlink" Target="https://www.freepik.com/free-photo/medium-shot-couple-with-vr-glasses_12688308.htm/?utm_source=slidesgo_template&amp;utm_medium=referral-link&amp;utm_campaign=sg_resources&amp;utm_content=freepik" TargetMode="External"/><Relationship Id="rId2" Type="http://schemas.openxmlformats.org/officeDocument/2006/relationships/notesSlide" Target="../notesSlides/notesSlide87.xml"/><Relationship Id="rId16" Type="http://schemas.openxmlformats.org/officeDocument/2006/relationships/hyperlink" Target="https://www.freepik.com/free-photo/virtual-reality-headset-close-up_13379382.htm/?utm_source=slidesgo_template&amp;utm_medium=referral-link&amp;utm_campaign=sg_resources&amp;utm_content=freepik" TargetMode="External"/><Relationship Id="rId1" Type="http://schemas.openxmlformats.org/officeDocument/2006/relationships/slideLayout" Target="../slideLayouts/slideLayout34.xml"/><Relationship Id="rId6" Type="http://schemas.openxmlformats.org/officeDocument/2006/relationships/hyperlink" Target="https://www.freepik.com/free-photo/young-woman-man-with-vr-glasses_13611705.htm/?utm_source=slidesgo_template&amp;utm_medium=referral-link&amp;utm_campaign=sg_resources&amp;utm_content=freepik" TargetMode="External"/><Relationship Id="rId11" Type="http://schemas.openxmlformats.org/officeDocument/2006/relationships/hyperlink" Target="https://www.freepik.com/free-photo/man-wearing-vr-glasses-with-gradient-background_12688340.htm/?utm_source=slidesgo_template&amp;utm_medium=referral-link&amp;utm_campaign=sg_resources&amp;utm_content=freepik" TargetMode="External"/><Relationship Id="rId5" Type="http://schemas.openxmlformats.org/officeDocument/2006/relationships/hyperlink" Target="https://www.freepik.com/free-photo/minimalist-office-laptop-mobile-phone_11234088.htm/?utm_source=slidesgo_template&amp;utm_medium=referral-link&amp;utm_campaign=sg_resources&amp;utm_content=freepik" TargetMode="External"/><Relationship Id="rId15" Type="http://schemas.openxmlformats.org/officeDocument/2006/relationships/hyperlink" Target="https://www.freepik.com/free-photo/woman-holding-virtual-reality-headset_11333232.htm/?utm_source=slidesgo_template&amp;utm_medium=referral-link&amp;utm_campaign=sg_resources&amp;utm_content=freepik" TargetMode="External"/><Relationship Id="rId10" Type="http://schemas.openxmlformats.org/officeDocument/2006/relationships/hyperlink" Target="https://www.freepik.com/free-photo/young-woman-wearing-white-clothes_13327646.htm/?utm_source=slidesgo_template&amp;utm_medium=referral-link&amp;utm_campaign=sg_resources&amp;utm_content=freepik" TargetMode="External"/><Relationship Id="rId19" Type="http://schemas.openxmlformats.org/officeDocument/2006/relationships/slide" Target="slide2.xml"/><Relationship Id="rId4" Type="http://schemas.openxmlformats.org/officeDocument/2006/relationships/hyperlink" Target="https://www.freepik.com/free-photo/close-up-person-standing-using-laptop_11233574.htm/?utm_source=slidesgo_template&amp;utm_medium=referral-link&amp;utm_campaign=sg_resources&amp;utm_content=freepik" TargetMode="External"/><Relationship Id="rId9" Type="http://schemas.openxmlformats.org/officeDocument/2006/relationships/hyperlink" Target="https://www.freepik.com/free-photo/young-woman-man-with-vr-glasses_13611686.htm/?utm_source=slidesgo_template&amp;utm_medium=referral-link&amp;utm_campaign=sg_resources&amp;utm_content=freepik" TargetMode="External"/><Relationship Id="rId14" Type="http://schemas.openxmlformats.org/officeDocument/2006/relationships/hyperlink" Target="https://www.freepik.com/free-photo/top-view-virtual-reality-headset_13379312.htm/?utm_source=slidesgo_template&amp;utm_medium=referral-link&amp;utm_campaign=sg_resources&amp;utm_content=freepik" TargetMode="External"/></Relationships>
</file>

<file path=ppt/slides/_rels/slide88.xml.rels><?xml version="1.0" encoding="UTF-8" standalone="yes"?>
<Relationships xmlns="http://schemas.openxmlformats.org/package/2006/relationships"><Relationship Id="rId8" Type="http://schemas.openxmlformats.org/officeDocument/2006/relationships/hyperlink" Target="https://www.freepik.com/free-photo/young-man-with-hand-prototype-activating-bluetooth-headphone_13327621.htm/?utm_source=slidesgo_template&amp;utm_medium=referral-link&amp;utm_campaign=sg_resources&amp;utm_content=freepik" TargetMode="External"/><Relationship Id="rId13" Type="http://schemas.openxmlformats.org/officeDocument/2006/relationships/hyperlink" Target="https://www.freepik.com/free-photo/young-man-with-virtual-reality-simulator-woman-testing_13327627.htm/?utm_source=slidesgo_template&amp;utm_medium=referral-link&amp;utm_campaign=sg_resources&amp;utm_content=freepik" TargetMode="External"/><Relationship Id="rId18" Type="http://schemas.openxmlformats.org/officeDocument/2006/relationships/hyperlink" Target="https://www.freepik.com/free-vector/abstract-tridimensional-fluid-shape-background_4831549.htm/?utm_source=slidesgo_template&amp;utm_medium=referral-link&amp;utm_campaign=sg_resources&amp;utm_content=freepik" TargetMode="External"/><Relationship Id="rId3" Type="http://schemas.openxmlformats.org/officeDocument/2006/relationships/hyperlink" Target="https://www.freepik.com/free-photo/woman-wearing-digital-glasses_13327675.htm/?utm_source=slidesgo_template&amp;utm_medium=referral-link&amp;utm_campaign=sg_resources&amp;utm_content=freepik" TargetMode="External"/><Relationship Id="rId7" Type="http://schemas.openxmlformats.org/officeDocument/2006/relationships/hyperlink" Target="https://www.freepik.com/free-photo/young-man-with-virtual-reality-simulator_13327639.htm/?utm_source=slidesgo_template&amp;utm_medium=referral-link&amp;utm_campaign=sg_resources&amp;utm_content=freepik" TargetMode="External"/><Relationship Id="rId12" Type="http://schemas.openxmlformats.org/officeDocument/2006/relationships/hyperlink" Target="https://www.freepik.com/free-photo/woman-wearing-virtual-reality-simulator_13327657.htm/?utm_source=slidesgo_template&amp;utm_medium=referral-link&amp;utm_campaign=sg_resources&amp;utm_content=freepik" TargetMode="External"/><Relationship Id="rId17" Type="http://schemas.openxmlformats.org/officeDocument/2006/relationships/hyperlink" Target="https://www.flaticon.com/packs/artificial-intelligence-167?word=ai/?utm_source=slidesgo_template&amp;utm_medium=referral-link&amp;utm_campaign=sg_resources&amp;utm_content=flaticon" TargetMode="External"/><Relationship Id="rId2" Type="http://schemas.openxmlformats.org/officeDocument/2006/relationships/notesSlide" Target="../notesSlides/notesSlide88.xml"/><Relationship Id="rId16" Type="http://schemas.openxmlformats.org/officeDocument/2006/relationships/hyperlink" Target="https://www.freepik.com/free-photo/young-woman-with-digital-glasses_13327636.htm/?utm_source=slidesgo_template&amp;utm_medium=referral-link&amp;utm_campaign=sg_resources&amp;utm_content=freepik" TargetMode="External"/><Relationship Id="rId20" Type="http://schemas.openxmlformats.org/officeDocument/2006/relationships/slide" Target="slide2.xml"/><Relationship Id="rId1" Type="http://schemas.openxmlformats.org/officeDocument/2006/relationships/slideLayout" Target="../slideLayouts/slideLayout34.xml"/><Relationship Id="rId6" Type="http://schemas.openxmlformats.org/officeDocument/2006/relationships/hyperlink" Target="https://www.freepik.com/free-photo/close-up-man-with-hand-prototype_13327637.htm/?utm_source=slidesgo_template&amp;utm_medium=referral-link&amp;utm_campaign=sg_resources&amp;utm_content=freepik" TargetMode="External"/><Relationship Id="rId11" Type="http://schemas.openxmlformats.org/officeDocument/2006/relationships/hyperlink" Target="https://www.freepik.com/free-photo/woman-wearing-virtual-reality-simulator_13327676.htm/?utm_source=slidesgo_template&amp;utm_medium=referral-link&amp;utm_campaign=sg_resources&amp;utm_content=freepik" TargetMode="External"/><Relationship Id="rId5" Type="http://schemas.openxmlformats.org/officeDocument/2006/relationships/hyperlink" Target="https://www.freepik.com/free-photo/young-man-with-virtual-reality-simulator_13327656.htm/?utm_source=slidesgo_template&amp;utm_medium=referral-link&amp;utm_campaign=sg_resources&amp;utm_content=freepik" TargetMode="External"/><Relationship Id="rId15" Type="http://schemas.openxmlformats.org/officeDocument/2006/relationships/hyperlink" Target="https://www.freepik.com/free-photo/close-up-woman-working-digital-monitors_13327671.htm/?utm_source=slidesgo_template&amp;utm_medium=referral-link&amp;utm_campaign=sg_resources&amp;utm_content=freepik" TargetMode="External"/><Relationship Id="rId10" Type="http://schemas.openxmlformats.org/officeDocument/2006/relationships/hyperlink" Target="https://www.freepik.com/free-photo/young-man-with-virtual-reality-simulator-woman-testing_13327645.htm/?utm_source=slidesgo_template&amp;utm_medium=referral-link&amp;utm_campaign=sg_resources&amp;utm_content=freepik" TargetMode="External"/><Relationship Id="rId19" Type="http://schemas.openxmlformats.org/officeDocument/2006/relationships/hyperlink" Target="https://www.freepik.com/premium-vector/timeline-infographic-template-with-circles-steps_10143554.htm/?utm_source=slidesgo_template&amp;utm_medium=referral-link&amp;utm_campaign=sg_resources&amp;utm_content=freepik" TargetMode="External"/><Relationship Id="rId4" Type="http://schemas.openxmlformats.org/officeDocument/2006/relationships/hyperlink" Target="https://www.freepik.com/free-photo/young-man-with-bluetooth-headphone_13327672.htm/?utm_source=slidesgo_template&amp;utm_medium=referral-link&amp;utm_campaign=sg_resources&amp;utm_content=freepik" TargetMode="External"/><Relationship Id="rId9" Type="http://schemas.openxmlformats.org/officeDocument/2006/relationships/hyperlink" Target="https://www.freepik.com/free-photo/side-view-woman-working-digital-monitors_13327620.htm/?utm_source=slidesgo_template&amp;utm_medium=referral-link&amp;utm_campaign=sg_resources&amp;utm_content=freepik" TargetMode="External"/><Relationship Id="rId14" Type="http://schemas.openxmlformats.org/officeDocument/2006/relationships/hyperlink" Target="https://www.freepik.com/free-photo/young-man-wearing-digital-glasses_13327855.htm/?utm_source=slidesgo_template&amp;utm_medium=referral-link&amp;utm_campaign=sg_resources&amp;utm_content=freepik" TargetMode="External"/></Relationships>
</file>

<file path=ppt/slides/_rels/slide89.xml.rels><?xml version="1.0" encoding="UTF-8" standalone="yes"?>
<Relationships xmlns="http://schemas.openxmlformats.org/package/2006/relationships"><Relationship Id="rId8" Type="http://schemas.openxmlformats.org/officeDocument/2006/relationships/hyperlink" Target="https://www.freepik.com/premium-photo/portrait-young-serious-man_13327619.htm?query=man%20with%20plastic%20board/?utm_source=slidesgo_template&amp;utm_medium=referral-link&amp;utm_campaign=sg_resources&amp;utm_content=freepik" TargetMode="External"/><Relationship Id="rId13" Type="http://schemas.openxmlformats.org/officeDocument/2006/relationships/hyperlink" Target="https://www.flaticon.com/packs/artificial-intelligence-104/?utm_source=slidesgo_template&amp;utm_medium=referral-link&amp;utm_campaign=sg_resources&amp;utm_content=flaticon" TargetMode="External"/><Relationship Id="rId3" Type="http://schemas.openxmlformats.org/officeDocument/2006/relationships/hyperlink" Target="https://www.freepik.com/free-photo/young-man-wearing-white-clothes-using-tablet_13327654.htm/?utm_source=slidesgo_template&amp;utm_medium=referral-link&amp;utm_campaign=sg_resources&amp;utm_content=freepik" TargetMode="External"/><Relationship Id="rId7" Type="http://schemas.openxmlformats.org/officeDocument/2006/relationships/hyperlink" Target="https://www.freepik.com/premium-photo/portrait-young-serious-man-introducing-code_13327628.htm/?utm_source=slidesgo_template&amp;utm_medium=referral-link&amp;utm_campaign=sg_resources&amp;utm_content=freepik" TargetMode="External"/><Relationship Id="rId12" Type="http://schemas.openxmlformats.org/officeDocument/2006/relationships/hyperlink" Target="https://www.freepik.com/premium-photo/young-woman-man-wearing-white-clothes_13327626.htm?query=man%20with%20plastic%20board/?utm_source=slidesgo_template&amp;utm_medium=referral-link&amp;utm_campaign=sg_resources&amp;utm_content=freepik" TargetMode="External"/><Relationship Id="rId2" Type="http://schemas.openxmlformats.org/officeDocument/2006/relationships/notesSlide" Target="../notesSlides/notesSlide89.xml"/><Relationship Id="rId1" Type="http://schemas.openxmlformats.org/officeDocument/2006/relationships/slideLayout" Target="../slideLayouts/slideLayout34.xml"/><Relationship Id="rId6" Type="http://schemas.openxmlformats.org/officeDocument/2006/relationships/hyperlink" Target="https://www.freepik.com/premium-photo/portrait-woman-with-digital-tablet_13327633.htm#page=2&amp;query=artificial%20intelligence%20freepik&amp;position=19/?utm_source=slidesgo_template&amp;utm_medium=referral-link&amp;utm_campaign=sg_resources&amp;utm_content=freepik" TargetMode="External"/><Relationship Id="rId11" Type="http://schemas.openxmlformats.org/officeDocument/2006/relationships/hyperlink" Target="https://www.freepik.com/premium-photo/young-woman-man-standing-with-back-wall_13327625.htm?query=man%20with%20plastic%20board/?utm_source=slidesgo_template&amp;utm_medium=referral-link&amp;utm_campaign=sg_resources&amp;utm_content=freepik" TargetMode="External"/><Relationship Id="rId5" Type="http://schemas.openxmlformats.org/officeDocument/2006/relationships/hyperlink" Target="https://www.freepik.com/premium-photo/portrait-woman-with-digital-tablet_13327630.htm#query=man%20with%20plastic%20board&amp;position=32/?utm_source=slidesgo_template&amp;utm_medium=referral-link&amp;utm_campaign=sg_resources&amp;utm_content=freepik" TargetMode="External"/><Relationship Id="rId15" Type="http://schemas.openxmlformats.org/officeDocument/2006/relationships/slide" Target="slide2.xml"/><Relationship Id="rId10" Type="http://schemas.openxmlformats.org/officeDocument/2006/relationships/hyperlink" Target="https://www.freepik.com/premium-photo/portrait-young-serious-woman_13327614.htm/?utm_source=slidesgo_template&amp;utm_medium=referral-link&amp;utm_campaign=sg_resources&amp;utm_content=freepik" TargetMode="External"/><Relationship Id="rId4" Type="http://schemas.openxmlformats.org/officeDocument/2006/relationships/hyperlink" Target="https://www.freepik.com/premium-photo/man-woman-with-plastic-board_13327771.htm/?utm_source=slidesgo_template&amp;utm_medium=referral-link&amp;utm_campaign=sg_resources&amp;utm_content=freepik" TargetMode="External"/><Relationship Id="rId9" Type="http://schemas.openxmlformats.org/officeDocument/2006/relationships/hyperlink" Target="https://www.freepik.com/premium-photo/portrait-young-serious-woman_13327615.htm/?utm_source=slidesgo_template&amp;utm_medium=referral-link&amp;utm_campaign=sg_resources&amp;utm_content=freepik" TargetMode="External"/><Relationship Id="rId14" Type="http://schemas.openxmlformats.org/officeDocument/2006/relationships/hyperlink" Target="https://www.freepik.com/premium-vector/gradient-liquid-abstract-background_13295346.htm/?utm_source=slidesgo_template&amp;utm_medium=referral-link&amp;utm_campaign=sg_resources&amp;utm_content=freepik" TargetMode="External"/></Relationships>
</file>

<file path=ppt/slides/_rels/slide9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0.xml"/><Relationship Id="rId1" Type="http://schemas.openxmlformats.org/officeDocument/2006/relationships/slideLayout" Target="../slideLayouts/slideLayout53.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9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1.xml"/><Relationship Id="rId1" Type="http://schemas.openxmlformats.org/officeDocument/2006/relationships/slideLayout" Target="../slideLayouts/slideLayout53.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92.xml.rels><?xml version="1.0" encoding="UTF-8" standalone="yes"?>
<Relationships xmlns="http://schemas.openxmlformats.org/package/2006/relationships"><Relationship Id="rId3" Type="http://schemas.openxmlformats.org/officeDocument/2006/relationships/hyperlink" Target="https://fonts.google.com/specimen/Orbitron)" TargetMode="External"/><Relationship Id="rId2" Type="http://schemas.openxmlformats.org/officeDocument/2006/relationships/notesSlide" Target="../notesSlides/notesSlide92.xml"/><Relationship Id="rId1" Type="http://schemas.openxmlformats.org/officeDocument/2006/relationships/slideLayout" Target="../slideLayouts/slideLayout53.xml"/><Relationship Id="rId4" Type="http://schemas.openxmlformats.org/officeDocument/2006/relationships/hyperlink" Target="https://fonts.google.com/specimen/Darker+Grotesque)" TargetMode="External"/></Relationships>
</file>

<file path=ppt/slides/_rels/slide9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0.gif"/><Relationship Id="rId2" Type="http://schemas.openxmlformats.org/officeDocument/2006/relationships/notesSlide" Target="../notesSlides/notesSlide93.xml"/><Relationship Id="rId1" Type="http://schemas.openxmlformats.org/officeDocument/2006/relationships/slideLayout" Target="../slideLayouts/slideLayout5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9.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8.gif"/><Relationship Id="rId4" Type="http://schemas.openxmlformats.org/officeDocument/2006/relationships/image" Target="../media/image36.gif"/><Relationship Id="rId9" Type="http://schemas.openxmlformats.org/officeDocument/2006/relationships/image" Target="../media/image37.gif"/></Relationships>
</file>

<file path=ppt/slides/_rels/slide9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94.xml"/><Relationship Id="rId1" Type="http://schemas.openxmlformats.org/officeDocument/2006/relationships/slideLayout" Target="../slideLayouts/slideLayout5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5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5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5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5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53.xml"/></Relationships>
</file>

<file path=ppt/slides/_rels/slide10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100.xml"/><Relationship Id="rId1" Type="http://schemas.openxmlformats.org/officeDocument/2006/relationships/slideLayout" Target="../slideLayouts/slideLayout5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5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5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5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5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5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53.xml"/></Relationships>
</file>

<file path=ppt/slides/_rels/slide10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07.xml"/><Relationship Id="rId1" Type="http://schemas.openxmlformats.org/officeDocument/2006/relationships/slideLayout" Target="../slideLayouts/slideLayout53.xml"/><Relationship Id="rId4" Type="http://schemas.openxmlformats.org/officeDocument/2006/relationships/image" Target="../media/image41.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33"/>
        <p:cNvGrpSpPr/>
        <p:nvPr/>
      </p:nvGrpSpPr>
      <p:grpSpPr>
        <a:xfrm>
          <a:off x="0" y="0"/>
          <a:ext cx="0" cy="0"/>
          <a:chOff x="0" y="0"/>
          <a:chExt cx="0" cy="0"/>
        </a:xfrm>
      </p:grpSpPr>
      <p:grpSp>
        <p:nvGrpSpPr>
          <p:cNvPr id="538" name="Google Shape;538;p59"/>
          <p:cNvGrpSpPr/>
          <p:nvPr/>
        </p:nvGrpSpPr>
        <p:grpSpPr>
          <a:xfrm>
            <a:off x="1213874" y="751483"/>
            <a:ext cx="43276" cy="411646"/>
            <a:chOff x="1256711" y="1178908"/>
            <a:chExt cx="43276" cy="411646"/>
          </a:xfrm>
        </p:grpSpPr>
        <p:grpSp>
          <p:nvGrpSpPr>
            <p:cNvPr id="539" name="Google Shape;539;p59"/>
            <p:cNvGrpSpPr/>
            <p:nvPr/>
          </p:nvGrpSpPr>
          <p:grpSpPr>
            <a:xfrm>
              <a:off x="1256711" y="1178908"/>
              <a:ext cx="43276" cy="184846"/>
              <a:chOff x="1256700" y="1103575"/>
              <a:chExt cx="60900" cy="260200"/>
            </a:xfrm>
          </p:grpSpPr>
          <p:sp>
            <p:nvSpPr>
              <p:cNvPr id="540" name="Google Shape;540;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 name="Google Shape;543;p59"/>
            <p:cNvGrpSpPr/>
            <p:nvPr/>
          </p:nvGrpSpPr>
          <p:grpSpPr>
            <a:xfrm>
              <a:off x="1256711" y="1405708"/>
              <a:ext cx="43276" cy="184846"/>
              <a:chOff x="1256700" y="1103575"/>
              <a:chExt cx="60900" cy="260200"/>
            </a:xfrm>
          </p:grpSpPr>
          <p:sp>
            <p:nvSpPr>
              <p:cNvPr id="544" name="Google Shape;544;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 name="Google Shape;547;p59"/>
          <p:cNvGrpSpPr/>
          <p:nvPr/>
        </p:nvGrpSpPr>
        <p:grpSpPr>
          <a:xfrm>
            <a:off x="6947274" y="3898783"/>
            <a:ext cx="43276" cy="411646"/>
            <a:chOff x="1256711" y="1178908"/>
            <a:chExt cx="43276" cy="411646"/>
          </a:xfrm>
        </p:grpSpPr>
        <p:grpSp>
          <p:nvGrpSpPr>
            <p:cNvPr id="548" name="Google Shape;548;p59"/>
            <p:cNvGrpSpPr/>
            <p:nvPr/>
          </p:nvGrpSpPr>
          <p:grpSpPr>
            <a:xfrm>
              <a:off x="1256711" y="1178908"/>
              <a:ext cx="43276" cy="184846"/>
              <a:chOff x="1256700" y="1103575"/>
              <a:chExt cx="60900" cy="260200"/>
            </a:xfrm>
          </p:grpSpPr>
          <p:sp>
            <p:nvSpPr>
              <p:cNvPr id="549" name="Google Shape;549;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59"/>
            <p:cNvGrpSpPr/>
            <p:nvPr/>
          </p:nvGrpSpPr>
          <p:grpSpPr>
            <a:xfrm>
              <a:off x="1256711" y="1405708"/>
              <a:ext cx="43276" cy="184846"/>
              <a:chOff x="1256700" y="1103575"/>
              <a:chExt cx="60900" cy="260200"/>
            </a:xfrm>
          </p:grpSpPr>
          <p:sp>
            <p:nvSpPr>
              <p:cNvPr id="553" name="Google Shape;553;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6" name="Google Shape;556;p59"/>
          <p:cNvSpPr/>
          <p:nvPr/>
        </p:nvSpPr>
        <p:spPr>
          <a:xfrm>
            <a:off x="2509175" y="-3861800"/>
            <a:ext cx="4830000" cy="4830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59"/>
          <p:cNvSpPr/>
          <p:nvPr/>
        </p:nvSpPr>
        <p:spPr>
          <a:xfrm>
            <a:off x="7446650" y="3964738"/>
            <a:ext cx="1260600" cy="12606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7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9"/>
          <p:cNvSpPr/>
          <p:nvPr/>
        </p:nvSpPr>
        <p:spPr>
          <a:xfrm>
            <a:off x="-1777700" y="181680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59"/>
          <p:cNvSpPr/>
          <p:nvPr/>
        </p:nvSpPr>
        <p:spPr>
          <a:xfrm>
            <a:off x="7111775" y="-156985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60" name="Google Shape;560;p59"/>
          <p:cNvPicPr preferRelativeResize="0"/>
          <p:nvPr/>
        </p:nvPicPr>
        <p:blipFill rotWithShape="1">
          <a:blip r:embed="rId3">
            <a:alphaModFix/>
          </a:blip>
          <a:srcRect l="7340" r="4538" b="19768"/>
          <a:stretch/>
        </p:blipFill>
        <p:spPr>
          <a:xfrm rot="-9134663" flipH="1">
            <a:off x="-1755148" y="3031026"/>
            <a:ext cx="5981304" cy="4126625"/>
          </a:xfrm>
          <a:prstGeom prst="rect">
            <a:avLst/>
          </a:prstGeom>
          <a:noFill/>
          <a:ln>
            <a:noFill/>
          </a:ln>
        </p:spPr>
      </p:pic>
      <p:pic>
        <p:nvPicPr>
          <p:cNvPr id="561" name="Google Shape;561;p59"/>
          <p:cNvPicPr preferRelativeResize="0"/>
          <p:nvPr/>
        </p:nvPicPr>
        <p:blipFill rotWithShape="1">
          <a:blip r:embed="rId3">
            <a:alphaModFix/>
          </a:blip>
          <a:srcRect l="7340" r="4538" b="19768"/>
          <a:stretch/>
        </p:blipFill>
        <p:spPr>
          <a:xfrm rot="2359540" flipH="1">
            <a:off x="6573591" y="-1878314"/>
            <a:ext cx="3498423" cy="2413614"/>
          </a:xfrm>
          <a:prstGeom prst="rect">
            <a:avLst/>
          </a:prstGeom>
          <a:noFill/>
          <a:ln>
            <a:noFill/>
          </a:ln>
        </p:spPr>
      </p:pic>
      <p:pic>
        <p:nvPicPr>
          <p:cNvPr id="562" name="Google Shape;562;p59"/>
          <p:cNvPicPr preferRelativeResize="0"/>
          <p:nvPr/>
        </p:nvPicPr>
        <p:blipFill rotWithShape="1">
          <a:blip r:embed="rId3">
            <a:alphaModFix/>
          </a:blip>
          <a:srcRect l="7340" r="4538" b="19768"/>
          <a:stretch/>
        </p:blipFill>
        <p:spPr>
          <a:xfrm rot="8099997" flipH="1">
            <a:off x="906367" y="-2284251"/>
            <a:ext cx="4111489" cy="2836579"/>
          </a:xfrm>
          <a:prstGeom prst="rect">
            <a:avLst/>
          </a:prstGeom>
          <a:noFill/>
          <a:ln>
            <a:noFill/>
          </a:ln>
        </p:spPr>
      </p:pic>
      <p:pic>
        <p:nvPicPr>
          <p:cNvPr id="563" name="Google Shape;563;p59"/>
          <p:cNvPicPr preferRelativeResize="0"/>
          <p:nvPr/>
        </p:nvPicPr>
        <p:blipFill rotWithShape="1">
          <a:blip r:embed="rId3">
            <a:alphaModFix/>
          </a:blip>
          <a:srcRect l="7340" r="4538" b="19768"/>
          <a:stretch/>
        </p:blipFill>
        <p:spPr>
          <a:xfrm rot="7200074" flipH="1">
            <a:off x="6735534" y="2930973"/>
            <a:ext cx="4276576" cy="2950509"/>
          </a:xfrm>
          <a:prstGeom prst="rect">
            <a:avLst/>
          </a:prstGeom>
          <a:noFill/>
          <a:ln>
            <a:noFill/>
          </a:ln>
        </p:spPr>
      </p:pic>
      <p:pic>
        <p:nvPicPr>
          <p:cNvPr id="564" name="Google Shape;564;p59"/>
          <p:cNvPicPr preferRelativeResize="0"/>
          <p:nvPr/>
        </p:nvPicPr>
        <p:blipFill>
          <a:blip r:embed="rId4">
            <a:alphaModFix/>
          </a:blip>
          <a:stretch>
            <a:fillRect/>
          </a:stretch>
        </p:blipFill>
        <p:spPr>
          <a:xfrm rot="2051224">
            <a:off x="7536343" y="152779"/>
            <a:ext cx="709013" cy="537293"/>
          </a:xfrm>
          <a:prstGeom prst="rect">
            <a:avLst/>
          </a:prstGeom>
          <a:noFill/>
          <a:ln>
            <a:noFill/>
          </a:ln>
        </p:spPr>
      </p:pic>
      <p:sp>
        <p:nvSpPr>
          <p:cNvPr id="565" name="Google Shape;565;p59"/>
          <p:cNvSpPr/>
          <p:nvPr/>
        </p:nvSpPr>
        <p:spPr>
          <a:xfrm>
            <a:off x="-680625" y="-262950"/>
            <a:ext cx="1633500" cy="1633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536;p59">
            <a:extLst>
              <a:ext uri="{FF2B5EF4-FFF2-40B4-BE49-F238E27FC236}">
                <a16:creationId xmlns:a16="http://schemas.microsoft.com/office/drawing/2014/main" id="{2441C9A3-FA7D-ED92-AFAA-C16287FEB627}"/>
              </a:ext>
            </a:extLst>
          </p:cNvPr>
          <p:cNvSpPr txBox="1">
            <a:spLocks/>
          </p:cNvSpPr>
          <p:nvPr/>
        </p:nvSpPr>
        <p:spPr>
          <a:xfrm>
            <a:off x="1684218" y="2125769"/>
            <a:ext cx="5804400" cy="12213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90000"/>
              </a:lnSpc>
              <a:spcBef>
                <a:spcPts val="0"/>
              </a:spcBef>
              <a:spcAft>
                <a:spcPts val="0"/>
              </a:spcAft>
              <a:buClr>
                <a:srgbClr val="191919"/>
              </a:buClr>
              <a:buSzPts val="5200"/>
              <a:buFont typeface="Orbitron Black"/>
              <a:buNone/>
              <a:defRPr sz="4800" b="0" i="0" u="none" strike="noStrike" cap="none">
                <a:solidFill>
                  <a:schemeClr val="dk1"/>
                </a:solidFill>
                <a:latin typeface="Orbitron Black"/>
                <a:ea typeface="Orbitron Black"/>
                <a:cs typeface="Orbitron Black"/>
                <a:sym typeface="Orbitron Black"/>
              </a:defRPr>
            </a:lvl1pPr>
            <a:lvl2pPr marR="0" lvl="1"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2pPr>
            <a:lvl3pPr marR="0" lvl="2"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3pPr>
            <a:lvl4pPr marR="0" lvl="3"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4pPr>
            <a:lvl5pPr marR="0" lvl="4"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5pPr>
            <a:lvl6pPr marR="0" lvl="5"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6pPr>
            <a:lvl7pPr marR="0" lvl="6"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7pPr>
            <a:lvl8pPr marR="0" lvl="7"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8pPr>
            <a:lvl9pPr marR="0" lvl="8" algn="ctr" rtl="0">
              <a:lnSpc>
                <a:spcPct val="100000"/>
              </a:lnSpc>
              <a:spcBef>
                <a:spcPts val="0"/>
              </a:spcBef>
              <a:spcAft>
                <a:spcPts val="0"/>
              </a:spcAft>
              <a:buClr>
                <a:schemeClr val="dk1"/>
              </a:buClr>
              <a:buSzPts val="5200"/>
              <a:buFont typeface="Orbitron Black"/>
              <a:buNone/>
              <a:defRPr sz="5200" b="0" i="0" u="none" strike="noStrike" cap="none">
                <a:solidFill>
                  <a:schemeClr val="dk1"/>
                </a:solidFill>
                <a:latin typeface="Orbitron Black"/>
                <a:ea typeface="Orbitron Black"/>
                <a:cs typeface="Orbitron Black"/>
                <a:sym typeface="Orbitron Black"/>
              </a:defRPr>
            </a:lvl9pPr>
          </a:lstStyle>
          <a:p>
            <a:r>
              <a:rPr lang="en-US" sz="4000" dirty="0">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Pr>
              <a:t>Cryptocurrency Sentiment &amp; Market Visualization</a:t>
            </a:r>
          </a:p>
        </p:txBody>
      </p:sp>
      <p:sp>
        <p:nvSpPr>
          <p:cNvPr id="536" name="Google Shape;536;p59"/>
          <p:cNvSpPr txBox="1">
            <a:spLocks noGrp="1"/>
          </p:cNvSpPr>
          <p:nvPr>
            <p:ph type="ctrTitle"/>
          </p:nvPr>
        </p:nvSpPr>
        <p:spPr>
          <a:xfrm>
            <a:off x="1621465" y="2082628"/>
            <a:ext cx="5804400" cy="1221300"/>
          </a:xfrm>
          <a:prstGeom prst="rect">
            <a:avLst/>
          </a:prstGeom>
        </p:spPr>
        <p:txBody>
          <a:bodyPr spcFirstLastPara="1" wrap="square" lIns="91425" tIns="91425" rIns="91425" bIns="91425" anchor="ctr" anchorCtr="0">
            <a:noAutofit/>
          </a:bodyPr>
          <a:lstStyle/>
          <a:p>
            <a:pPr lvl="0"/>
            <a:r>
              <a:rPr lang="en-US" sz="4000" dirty="0"/>
              <a:t>Cryptocurrency Sentiment &amp; Market Visualization</a:t>
            </a:r>
            <a:endParaRPr sz="40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56"/>
                                        </p:tgtEl>
                                        <p:attrNameLst>
                                          <p:attrName>style.visibility</p:attrName>
                                        </p:attrNameLst>
                                      </p:cBhvr>
                                      <p:to>
                                        <p:strVal val="visible"/>
                                      </p:to>
                                    </p:set>
                                    <p:animEffect transition="in" filter="fade">
                                      <p:cBhvr>
                                        <p:cTn id="7" dur="1000"/>
                                        <p:tgtEl>
                                          <p:spTgt spid="556"/>
                                        </p:tgtEl>
                                      </p:cBhvr>
                                    </p:animEffect>
                                  </p:childTnLst>
                                </p:cTn>
                              </p:par>
                              <p:par>
                                <p:cTn id="8" presetID="10" presetClass="entr" presetSubtype="0" fill="hold" nodeType="withEffect">
                                  <p:stCondLst>
                                    <p:cond delay="0"/>
                                  </p:stCondLst>
                                  <p:childTnLst>
                                    <p:set>
                                      <p:cBhvr>
                                        <p:cTn id="9" dur="1" fill="hold">
                                          <p:stCondLst>
                                            <p:cond delay="0"/>
                                          </p:stCondLst>
                                        </p:cTn>
                                        <p:tgtEl>
                                          <p:spTgt spid="558"/>
                                        </p:tgtEl>
                                        <p:attrNameLst>
                                          <p:attrName>style.visibility</p:attrName>
                                        </p:attrNameLst>
                                      </p:cBhvr>
                                      <p:to>
                                        <p:strVal val="visible"/>
                                      </p:to>
                                    </p:set>
                                    <p:animEffect transition="in" filter="fade">
                                      <p:cBhvr>
                                        <p:cTn id="10" dur="1000"/>
                                        <p:tgtEl>
                                          <p:spTgt spid="558"/>
                                        </p:tgtEl>
                                      </p:cBhvr>
                                    </p:animEffect>
                                  </p:childTnLst>
                                </p:cTn>
                              </p:par>
                              <p:par>
                                <p:cTn id="11" presetID="10" presetClass="entr" presetSubtype="0" fill="hold" nodeType="withEffect">
                                  <p:stCondLst>
                                    <p:cond delay="0"/>
                                  </p:stCondLst>
                                  <p:childTnLst>
                                    <p:set>
                                      <p:cBhvr>
                                        <p:cTn id="12" dur="1" fill="hold">
                                          <p:stCondLst>
                                            <p:cond delay="0"/>
                                          </p:stCondLst>
                                        </p:cTn>
                                        <p:tgtEl>
                                          <p:spTgt spid="559"/>
                                        </p:tgtEl>
                                        <p:attrNameLst>
                                          <p:attrName>style.visibility</p:attrName>
                                        </p:attrNameLst>
                                      </p:cBhvr>
                                      <p:to>
                                        <p:strVal val="visible"/>
                                      </p:to>
                                    </p:set>
                                    <p:animEffect transition="in" filter="fade">
                                      <p:cBhvr>
                                        <p:cTn id="13" dur="1000"/>
                                        <p:tgtEl>
                                          <p:spTgt spid="559"/>
                                        </p:tgtEl>
                                      </p:cBhvr>
                                    </p:animEffect>
                                  </p:childTnLst>
                                </p:cTn>
                              </p:par>
                              <p:par>
                                <p:cTn id="14" presetID="10" presetClass="entr" presetSubtype="0" fill="hold" nodeType="withEffect">
                                  <p:stCondLst>
                                    <p:cond delay="0"/>
                                  </p:stCondLst>
                                  <p:childTnLst>
                                    <p:set>
                                      <p:cBhvr>
                                        <p:cTn id="15" dur="1" fill="hold">
                                          <p:stCondLst>
                                            <p:cond delay="0"/>
                                          </p:stCondLst>
                                        </p:cTn>
                                        <p:tgtEl>
                                          <p:spTgt spid="565"/>
                                        </p:tgtEl>
                                        <p:attrNameLst>
                                          <p:attrName>style.visibility</p:attrName>
                                        </p:attrNameLst>
                                      </p:cBhvr>
                                      <p:to>
                                        <p:strVal val="visible"/>
                                      </p:to>
                                    </p:set>
                                    <p:animEffect transition="in" filter="fade">
                                      <p:cBhvr>
                                        <p:cTn id="16" dur="1000"/>
                                        <p:tgtEl>
                                          <p:spTgt spid="565"/>
                                        </p:tgtEl>
                                      </p:cBhvr>
                                    </p:animEffect>
                                  </p:childTnLst>
                                </p:cTn>
                              </p:par>
                            </p:childTnLst>
                          </p:cTn>
                        </p:par>
                        <p:par>
                          <p:cTn id="17" fill="hold">
                            <p:stCondLst>
                              <p:cond delay="1000"/>
                            </p:stCondLst>
                            <p:childTnLst>
                              <p:par>
                                <p:cTn id="18" presetID="2" presetClass="entr" presetSubtype="4" fill="hold" nodeType="afterEffect">
                                  <p:stCondLst>
                                    <p:cond delay="0"/>
                                  </p:stCondLst>
                                  <p:childTnLst>
                                    <p:set>
                                      <p:cBhvr>
                                        <p:cTn id="19" dur="1" fill="hold">
                                          <p:stCondLst>
                                            <p:cond delay="0"/>
                                          </p:stCondLst>
                                        </p:cTn>
                                        <p:tgtEl>
                                          <p:spTgt spid="560"/>
                                        </p:tgtEl>
                                        <p:attrNameLst>
                                          <p:attrName>style.visibility</p:attrName>
                                        </p:attrNameLst>
                                      </p:cBhvr>
                                      <p:to>
                                        <p:strVal val="visible"/>
                                      </p:to>
                                    </p:set>
                                    <p:anim calcmode="lin" valueType="num">
                                      <p:cBhvr additive="base">
                                        <p:cTn id="20" dur="1000"/>
                                        <p:tgtEl>
                                          <p:spTgt spid="560"/>
                                        </p:tgtEl>
                                        <p:attrNameLst>
                                          <p:attrName>ppt_y</p:attrName>
                                        </p:attrNameLst>
                                      </p:cBhvr>
                                      <p:tavLst>
                                        <p:tav tm="0">
                                          <p:val>
                                            <p:strVal val="#ppt_y+1"/>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561"/>
                                        </p:tgtEl>
                                        <p:attrNameLst>
                                          <p:attrName>style.visibility</p:attrName>
                                        </p:attrNameLst>
                                      </p:cBhvr>
                                      <p:to>
                                        <p:strVal val="visible"/>
                                      </p:to>
                                    </p:set>
                                    <p:anim calcmode="lin" valueType="num">
                                      <p:cBhvr additive="base">
                                        <p:cTn id="23" dur="1000"/>
                                        <p:tgtEl>
                                          <p:spTgt spid="561"/>
                                        </p:tgtEl>
                                        <p:attrNameLst>
                                          <p:attrName>ppt_y</p:attrName>
                                        </p:attrNameLst>
                                      </p:cBhvr>
                                      <p:tavLst>
                                        <p:tav tm="0">
                                          <p:val>
                                            <p:strVal val="#ppt_y-1"/>
                                          </p:val>
                                        </p:tav>
                                        <p:tav tm="100000">
                                          <p:val>
                                            <p:strVal val="#ppt_y"/>
                                          </p:val>
                                        </p:tav>
                                      </p:tavLst>
                                    </p:anim>
                                  </p:childTnLst>
                                </p:cTn>
                              </p:par>
                              <p:par>
                                <p:cTn id="24" presetID="2" presetClass="entr" presetSubtype="8" fill="hold" nodeType="withEffect">
                                  <p:stCondLst>
                                    <p:cond delay="0"/>
                                  </p:stCondLst>
                                  <p:childTnLst>
                                    <p:set>
                                      <p:cBhvr>
                                        <p:cTn id="25" dur="1" fill="hold">
                                          <p:stCondLst>
                                            <p:cond delay="0"/>
                                          </p:stCondLst>
                                        </p:cTn>
                                        <p:tgtEl>
                                          <p:spTgt spid="562"/>
                                        </p:tgtEl>
                                        <p:attrNameLst>
                                          <p:attrName>style.visibility</p:attrName>
                                        </p:attrNameLst>
                                      </p:cBhvr>
                                      <p:to>
                                        <p:strVal val="visible"/>
                                      </p:to>
                                    </p:set>
                                    <p:anim calcmode="lin" valueType="num">
                                      <p:cBhvr additive="base">
                                        <p:cTn id="26" dur="1000"/>
                                        <p:tgtEl>
                                          <p:spTgt spid="562"/>
                                        </p:tgtEl>
                                        <p:attrNameLst>
                                          <p:attrName>ppt_x</p:attrName>
                                        </p:attrNameLst>
                                      </p:cBhvr>
                                      <p:tavLst>
                                        <p:tav tm="0">
                                          <p:val>
                                            <p:strVal val="#ppt_x-1"/>
                                          </p:val>
                                        </p:tav>
                                        <p:tav tm="100000">
                                          <p:val>
                                            <p:strVal val="#ppt_x"/>
                                          </p:val>
                                        </p:tav>
                                      </p:tavLst>
                                    </p:anim>
                                  </p:childTnLst>
                                </p:cTn>
                              </p:par>
                              <p:par>
                                <p:cTn id="27" presetID="2" presetClass="entr" presetSubtype="1" fill="hold" nodeType="withEffect">
                                  <p:stCondLst>
                                    <p:cond delay="0"/>
                                  </p:stCondLst>
                                  <p:childTnLst>
                                    <p:set>
                                      <p:cBhvr>
                                        <p:cTn id="28" dur="1" fill="hold">
                                          <p:stCondLst>
                                            <p:cond delay="0"/>
                                          </p:stCondLst>
                                        </p:cTn>
                                        <p:tgtEl>
                                          <p:spTgt spid="564"/>
                                        </p:tgtEl>
                                        <p:attrNameLst>
                                          <p:attrName>style.visibility</p:attrName>
                                        </p:attrNameLst>
                                      </p:cBhvr>
                                      <p:to>
                                        <p:strVal val="visible"/>
                                      </p:to>
                                    </p:set>
                                    <p:anim calcmode="lin" valueType="num">
                                      <p:cBhvr additive="base">
                                        <p:cTn id="29" dur="1000"/>
                                        <p:tgtEl>
                                          <p:spTgt spid="564"/>
                                        </p:tgtEl>
                                        <p:attrNameLst>
                                          <p:attrName>ppt_y</p:attrName>
                                        </p:attrNameLst>
                                      </p:cBhvr>
                                      <p:tavLst>
                                        <p:tav tm="0">
                                          <p:val>
                                            <p:strVal val="#ppt_y-1"/>
                                          </p:val>
                                        </p:tav>
                                        <p:tav tm="100000">
                                          <p:val>
                                            <p:strVal val="#ppt_y"/>
                                          </p:val>
                                        </p:tav>
                                      </p:tavLst>
                                    </p:anim>
                                  </p:childTnLst>
                                </p:cTn>
                              </p:par>
                              <p:par>
                                <p:cTn id="30" presetID="2" presetClass="entr" presetSubtype="2" fill="hold" nodeType="withEffect">
                                  <p:stCondLst>
                                    <p:cond delay="0"/>
                                  </p:stCondLst>
                                  <p:childTnLst>
                                    <p:set>
                                      <p:cBhvr>
                                        <p:cTn id="31" dur="1" fill="hold">
                                          <p:stCondLst>
                                            <p:cond delay="0"/>
                                          </p:stCondLst>
                                        </p:cTn>
                                        <p:tgtEl>
                                          <p:spTgt spid="563"/>
                                        </p:tgtEl>
                                        <p:attrNameLst>
                                          <p:attrName>style.visibility</p:attrName>
                                        </p:attrNameLst>
                                      </p:cBhvr>
                                      <p:to>
                                        <p:strVal val="visible"/>
                                      </p:to>
                                    </p:set>
                                    <p:anim calcmode="lin" valueType="num">
                                      <p:cBhvr additive="base">
                                        <p:cTn id="32" dur="1000"/>
                                        <p:tgtEl>
                                          <p:spTgt spid="563"/>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18"/>
        <p:cNvGrpSpPr/>
        <p:nvPr/>
      </p:nvGrpSpPr>
      <p:grpSpPr>
        <a:xfrm>
          <a:off x="0" y="0"/>
          <a:ext cx="0" cy="0"/>
          <a:chOff x="0" y="0"/>
          <a:chExt cx="0" cy="0"/>
        </a:xfrm>
      </p:grpSpPr>
      <p:sp>
        <p:nvSpPr>
          <p:cNvPr id="619" name="Google Shape;619;p63">
            <a:hlinkClick r:id="rId3" action="ppaction://hlinksldjump"/>
          </p:cNvPr>
          <p:cNvSpPr txBox="1">
            <a:spLocks noGrp="1"/>
          </p:cNvSpPr>
          <p:nvPr>
            <p:ph type="title"/>
          </p:nvPr>
        </p:nvSpPr>
        <p:spPr>
          <a:xfrm>
            <a:off x="720000" y="1945975"/>
            <a:ext cx="2336400" cy="527700"/>
          </a:xfrm>
          <a:prstGeom prst="rect">
            <a:avLst/>
          </a:prstGeom>
        </p:spPr>
        <p:txBody>
          <a:bodyPr spcFirstLastPara="1" wrap="square" lIns="91425" tIns="91425" rIns="91425" bIns="91425" anchor="ctr" anchorCtr="0">
            <a:noAutofit/>
          </a:bodyPr>
          <a:lstStyle/>
          <a:p>
            <a:pPr lvl="0"/>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問題與動機</a:t>
            </a:r>
            <a:endParaRPr b="1" dirty="0">
              <a:solidFill>
                <a:schemeClr val="accent1"/>
              </a:solidFill>
              <a:latin typeface="Microsoft JhengHei" panose="020B0604030504040204" pitchFamily="34" charset="-120"/>
              <a:ea typeface="Microsoft JhengHei" panose="020B0604030504040204" pitchFamily="34" charset="-120"/>
            </a:endParaRPr>
          </a:p>
        </p:txBody>
      </p:sp>
      <p:sp>
        <p:nvSpPr>
          <p:cNvPr id="621" name="Google Shape;621;p63">
            <a:hlinkClick r:id="rId3" action="ppaction://hlinksldjump"/>
          </p:cNvPr>
          <p:cNvSpPr txBox="1">
            <a:spLocks noGrp="1"/>
          </p:cNvSpPr>
          <p:nvPr>
            <p:ph type="title" idx="2"/>
          </p:nvPr>
        </p:nvSpPr>
        <p:spPr>
          <a:xfrm>
            <a:off x="720000" y="1505200"/>
            <a:ext cx="1275300" cy="59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hlink"/>
                </a:solidFill>
                <a:uFill>
                  <a:noFill/>
                </a:uFill>
                <a:hlinkClick r:id="rId3" action="ppaction://hlinksldjump"/>
              </a:rPr>
              <a:t>01</a:t>
            </a:r>
            <a:endParaRPr/>
          </a:p>
        </p:txBody>
      </p:sp>
      <p:sp>
        <p:nvSpPr>
          <p:cNvPr id="622" name="Google Shape;622;p63">
            <a:hlinkClick r:id="rId4" action="ppaction://hlinksldjump"/>
          </p:cNvPr>
          <p:cNvSpPr txBox="1">
            <a:spLocks noGrp="1"/>
          </p:cNvSpPr>
          <p:nvPr>
            <p:ph type="title" idx="3"/>
          </p:nvPr>
        </p:nvSpPr>
        <p:spPr>
          <a:xfrm>
            <a:off x="3392225" y="2073297"/>
            <a:ext cx="2336400" cy="527700"/>
          </a:xfrm>
          <a:prstGeom prst="rect">
            <a:avLst/>
          </a:prstGeom>
        </p:spPr>
        <p:txBody>
          <a:bodyPr spcFirstLastPara="1" wrap="square" lIns="91425" tIns="91425" rIns="91425" bIns="91425" anchor="ctr" anchorCtr="0">
            <a:noAutofit/>
          </a:bodyPr>
          <a:lstStyle/>
          <a:p>
            <a:pPr lvl="0"/>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資料來源與</a:t>
            </a:r>
            <a:br>
              <a:rPr lang="en-US" altLang="zh-TW" b="1" dirty="0">
                <a:solidFill>
                  <a:schemeClr val="accent1"/>
                </a:solidFill>
                <a:uFill>
                  <a:noFill/>
                </a:uFill>
                <a:latin typeface="Microsoft JhengHei" panose="020B0604030504040204" pitchFamily="34" charset="-120"/>
                <a:ea typeface="Microsoft JhengHei" panose="020B0604030504040204" pitchFamily="34" charset="-120"/>
              </a:rPr>
            </a:br>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前處理</a:t>
            </a:r>
            <a:endParaRPr b="1" dirty="0">
              <a:solidFill>
                <a:schemeClr val="accent1"/>
              </a:solidFill>
              <a:uFill>
                <a:noFill/>
              </a:uFill>
              <a:latin typeface="Microsoft JhengHei" panose="020B0604030504040204" pitchFamily="34" charset="-120"/>
              <a:ea typeface="Microsoft JhengHei" panose="020B0604030504040204" pitchFamily="34" charset="-120"/>
            </a:endParaRPr>
          </a:p>
        </p:txBody>
      </p:sp>
      <p:sp>
        <p:nvSpPr>
          <p:cNvPr id="623" name="Google Shape;623;p63">
            <a:hlinkClick r:id="rId4" action="ppaction://hlinksldjump"/>
          </p:cNvPr>
          <p:cNvSpPr txBox="1">
            <a:spLocks noGrp="1"/>
          </p:cNvSpPr>
          <p:nvPr>
            <p:ph type="title" idx="4"/>
          </p:nvPr>
        </p:nvSpPr>
        <p:spPr>
          <a:xfrm>
            <a:off x="3403800" y="1505200"/>
            <a:ext cx="1275300" cy="59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hlink"/>
                </a:solidFill>
                <a:uFill>
                  <a:noFill/>
                </a:uFill>
                <a:hlinkClick r:id="rId4" action="ppaction://hlinksldjump"/>
              </a:rPr>
              <a:t>02</a:t>
            </a:r>
            <a:endParaRPr/>
          </a:p>
        </p:txBody>
      </p:sp>
      <p:sp>
        <p:nvSpPr>
          <p:cNvPr id="625" name="Google Shape;625;p63">
            <a:hlinkClick r:id="rId5" action="ppaction://hlinksldjump"/>
          </p:cNvPr>
          <p:cNvSpPr txBox="1">
            <a:spLocks noGrp="1"/>
          </p:cNvSpPr>
          <p:nvPr>
            <p:ph type="title" idx="6"/>
          </p:nvPr>
        </p:nvSpPr>
        <p:spPr>
          <a:xfrm>
            <a:off x="6076026" y="2096446"/>
            <a:ext cx="2336400" cy="527700"/>
          </a:xfrm>
          <a:prstGeom prst="rect">
            <a:avLst/>
          </a:prstGeom>
        </p:spPr>
        <p:txBody>
          <a:bodyPr spcFirstLastPara="1" wrap="square" lIns="91425" tIns="91425" rIns="91425" bIns="91425" anchor="ctr" anchorCtr="0">
            <a:noAutofit/>
          </a:bodyPr>
          <a:lstStyle/>
          <a:p>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視覺化</a:t>
            </a:r>
            <a:br>
              <a:rPr lang="en-US" altLang="zh-TW" b="1" dirty="0">
                <a:solidFill>
                  <a:schemeClr val="accent1"/>
                </a:solidFill>
                <a:uFill>
                  <a:noFill/>
                </a:uFill>
                <a:latin typeface="Microsoft JhengHei" panose="020B0604030504040204" pitchFamily="34" charset="-120"/>
                <a:ea typeface="Microsoft JhengHei" panose="020B0604030504040204" pitchFamily="34" charset="-120"/>
              </a:rPr>
            </a:br>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設計思路</a:t>
            </a:r>
            <a:endParaRPr b="1" dirty="0">
              <a:solidFill>
                <a:schemeClr val="accent1"/>
              </a:solidFill>
              <a:uFill>
                <a:noFill/>
              </a:uFill>
              <a:latin typeface="Microsoft JhengHei" panose="020B0604030504040204" pitchFamily="34" charset="-120"/>
              <a:ea typeface="Microsoft JhengHei" panose="020B0604030504040204" pitchFamily="34" charset="-120"/>
            </a:endParaRPr>
          </a:p>
        </p:txBody>
      </p:sp>
      <p:sp>
        <p:nvSpPr>
          <p:cNvPr id="626" name="Google Shape;626;p63">
            <a:hlinkClick r:id="rId5" action="ppaction://hlinksldjump"/>
          </p:cNvPr>
          <p:cNvSpPr txBox="1">
            <a:spLocks noGrp="1"/>
          </p:cNvSpPr>
          <p:nvPr>
            <p:ph type="title" idx="7"/>
          </p:nvPr>
        </p:nvSpPr>
        <p:spPr>
          <a:xfrm>
            <a:off x="6087600" y="1505200"/>
            <a:ext cx="1275300" cy="59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hlink"/>
                </a:solidFill>
                <a:uFill>
                  <a:noFill/>
                </a:uFill>
                <a:hlinkClick r:id="rId5" action="ppaction://hlinksldjump"/>
              </a:rPr>
              <a:t>03</a:t>
            </a:r>
            <a:endParaRPr/>
          </a:p>
        </p:txBody>
      </p:sp>
      <p:sp>
        <p:nvSpPr>
          <p:cNvPr id="628" name="Google Shape;628;p63">
            <a:hlinkClick r:id="rId6" action="ppaction://hlinksldjump"/>
          </p:cNvPr>
          <p:cNvSpPr txBox="1">
            <a:spLocks noGrp="1"/>
          </p:cNvSpPr>
          <p:nvPr>
            <p:ph type="title" idx="9"/>
          </p:nvPr>
        </p:nvSpPr>
        <p:spPr>
          <a:xfrm>
            <a:off x="720000" y="3774922"/>
            <a:ext cx="2336400" cy="527700"/>
          </a:xfrm>
          <a:prstGeom prst="rect">
            <a:avLst/>
          </a:prstGeom>
        </p:spPr>
        <p:txBody>
          <a:bodyPr spcFirstLastPara="1" wrap="square" lIns="91425" tIns="91425" rIns="91425" bIns="91425" anchor="ctr" anchorCtr="0">
            <a:noAutofit/>
          </a:bodyPr>
          <a:lstStyle/>
          <a:p>
            <a:pPr lvl="0"/>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互動 </a:t>
            </a:r>
            <a:r>
              <a:rPr lang="en-US" b="1" dirty="0">
                <a:solidFill>
                  <a:schemeClr val="accent1"/>
                </a:solidFill>
                <a:uFill>
                  <a:noFill/>
                </a:uFill>
                <a:latin typeface="Microsoft JhengHei" panose="020B0604030504040204" pitchFamily="34" charset="-120"/>
                <a:ea typeface="Microsoft JhengHei" panose="020B0604030504040204" pitchFamily="34" charset="-120"/>
              </a:rPr>
              <a:t>Demo &amp; </a:t>
            </a:r>
            <a:br>
              <a:rPr lang="en-US" b="1" dirty="0">
                <a:solidFill>
                  <a:schemeClr val="accent1"/>
                </a:solidFill>
                <a:uFill>
                  <a:noFill/>
                </a:uFill>
                <a:latin typeface="Microsoft JhengHei" panose="020B0604030504040204" pitchFamily="34" charset="-120"/>
                <a:ea typeface="Microsoft JhengHei" panose="020B0604030504040204" pitchFamily="34" charset="-120"/>
              </a:rPr>
            </a:br>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案例洞見</a:t>
            </a:r>
            <a:endParaRPr b="1" dirty="0">
              <a:solidFill>
                <a:schemeClr val="accent1"/>
              </a:solidFill>
              <a:uFill>
                <a:noFill/>
              </a:uFill>
              <a:latin typeface="Microsoft JhengHei" panose="020B0604030504040204" pitchFamily="34" charset="-120"/>
              <a:ea typeface="Microsoft JhengHei" panose="020B0604030504040204" pitchFamily="34" charset="-120"/>
            </a:endParaRPr>
          </a:p>
        </p:txBody>
      </p:sp>
      <p:sp>
        <p:nvSpPr>
          <p:cNvPr id="629" name="Google Shape;629;p63">
            <a:hlinkClick r:id="rId6" action="ppaction://hlinksldjump"/>
          </p:cNvPr>
          <p:cNvSpPr txBox="1">
            <a:spLocks noGrp="1"/>
          </p:cNvSpPr>
          <p:nvPr>
            <p:ph type="title" idx="13"/>
          </p:nvPr>
        </p:nvSpPr>
        <p:spPr>
          <a:xfrm>
            <a:off x="720000" y="3218400"/>
            <a:ext cx="1275300" cy="59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hlink"/>
                </a:solidFill>
                <a:uFill>
                  <a:noFill/>
                </a:uFill>
                <a:hlinkClick r:id="rId6" action="ppaction://hlinksldjump"/>
              </a:rPr>
              <a:t>04</a:t>
            </a:r>
            <a:endParaRPr/>
          </a:p>
        </p:txBody>
      </p:sp>
      <p:sp>
        <p:nvSpPr>
          <p:cNvPr id="631" name="Google Shape;631;p63">
            <a:hlinkClick r:id="rId7" action="ppaction://hlinksldjump"/>
          </p:cNvPr>
          <p:cNvSpPr txBox="1">
            <a:spLocks noGrp="1"/>
          </p:cNvSpPr>
          <p:nvPr>
            <p:ph type="title" idx="15"/>
          </p:nvPr>
        </p:nvSpPr>
        <p:spPr>
          <a:xfrm>
            <a:off x="3403800" y="3740197"/>
            <a:ext cx="2336400" cy="527700"/>
          </a:xfrm>
          <a:prstGeom prst="rect">
            <a:avLst/>
          </a:prstGeom>
        </p:spPr>
        <p:txBody>
          <a:bodyPr spcFirstLastPara="1" wrap="square" lIns="91425" tIns="91425" rIns="91425" bIns="91425" anchor="ctr" anchorCtr="0">
            <a:noAutofit/>
          </a:bodyPr>
          <a:lstStyle/>
          <a:p>
            <a:pPr lvl="0"/>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成效評估 </a:t>
            </a:r>
            <a:r>
              <a:rPr lang="en-US" altLang="zh-TW" b="1" dirty="0">
                <a:solidFill>
                  <a:schemeClr val="accent1"/>
                </a:solidFill>
                <a:uFill>
                  <a:noFill/>
                </a:uFill>
                <a:latin typeface="Microsoft JhengHei" panose="020B0604030504040204" pitchFamily="34" charset="-120"/>
                <a:ea typeface="Microsoft JhengHei" panose="020B0604030504040204" pitchFamily="34" charset="-120"/>
              </a:rPr>
              <a:t>&amp; </a:t>
            </a:r>
            <a:br>
              <a:rPr lang="en-US" altLang="zh-TW" b="1" dirty="0">
                <a:solidFill>
                  <a:schemeClr val="accent1"/>
                </a:solidFill>
                <a:uFill>
                  <a:noFill/>
                </a:uFill>
                <a:latin typeface="Microsoft JhengHei" panose="020B0604030504040204" pitchFamily="34" charset="-120"/>
                <a:ea typeface="Microsoft JhengHei" panose="020B0604030504040204" pitchFamily="34" charset="-120"/>
              </a:rPr>
            </a:br>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未來擴展</a:t>
            </a:r>
            <a:endParaRPr b="1" dirty="0">
              <a:solidFill>
                <a:schemeClr val="accent1"/>
              </a:solidFill>
              <a:uFill>
                <a:noFill/>
              </a:uFill>
              <a:latin typeface="Microsoft JhengHei" panose="020B0604030504040204" pitchFamily="34" charset="-120"/>
              <a:ea typeface="Microsoft JhengHei" panose="020B0604030504040204" pitchFamily="34" charset="-120"/>
            </a:endParaRPr>
          </a:p>
        </p:txBody>
      </p:sp>
      <p:sp>
        <p:nvSpPr>
          <p:cNvPr id="632" name="Google Shape;632;p63">
            <a:hlinkClick r:id="rId7" action="ppaction://hlinksldjump"/>
          </p:cNvPr>
          <p:cNvSpPr txBox="1">
            <a:spLocks noGrp="1"/>
          </p:cNvSpPr>
          <p:nvPr>
            <p:ph type="title" idx="16"/>
          </p:nvPr>
        </p:nvSpPr>
        <p:spPr>
          <a:xfrm>
            <a:off x="3403800" y="3218400"/>
            <a:ext cx="1275300" cy="59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hlink"/>
                </a:solidFill>
                <a:uFill>
                  <a:noFill/>
                </a:uFill>
                <a:hlinkClick r:id="rId7" action="ppaction://hlinksldjump"/>
              </a:rPr>
              <a:t>05</a:t>
            </a:r>
            <a:endParaRPr/>
          </a:p>
        </p:txBody>
      </p:sp>
      <p:sp>
        <p:nvSpPr>
          <p:cNvPr id="634" name="Google Shape;634;p63">
            <a:hlinkClick r:id="rId8" action="ppaction://hlinksldjump"/>
          </p:cNvPr>
          <p:cNvSpPr txBox="1">
            <a:spLocks noGrp="1"/>
          </p:cNvSpPr>
          <p:nvPr>
            <p:ph type="title" idx="18"/>
          </p:nvPr>
        </p:nvSpPr>
        <p:spPr>
          <a:xfrm>
            <a:off x="6087600" y="3728623"/>
            <a:ext cx="2336400" cy="527700"/>
          </a:xfrm>
          <a:prstGeom prst="rect">
            <a:avLst/>
          </a:prstGeom>
        </p:spPr>
        <p:txBody>
          <a:bodyPr spcFirstLastPara="1" wrap="square" lIns="91425" tIns="91425" rIns="91425" bIns="91425" anchor="ctr" anchorCtr="0">
            <a:noAutofit/>
          </a:bodyPr>
          <a:lstStyle/>
          <a:p>
            <a:r>
              <a:rPr lang="zh-TW" altLang="en-US" b="1" dirty="0">
                <a:solidFill>
                  <a:schemeClr val="accent1"/>
                </a:solidFill>
                <a:uFill>
                  <a:noFill/>
                </a:uFill>
                <a:latin typeface="Microsoft JhengHei" panose="020B0604030504040204" pitchFamily="34" charset="-120"/>
                <a:ea typeface="Microsoft JhengHei" panose="020B0604030504040204" pitchFamily="34" charset="-120"/>
              </a:rPr>
              <a:t>總結 </a:t>
            </a:r>
            <a:br>
              <a:rPr lang="en-US" altLang="zh-TW" b="1" dirty="0">
                <a:solidFill>
                  <a:schemeClr val="accent1"/>
                </a:solidFill>
                <a:uFill>
                  <a:noFill/>
                </a:uFill>
                <a:latin typeface="Microsoft JhengHei" panose="020B0604030504040204" pitchFamily="34" charset="-120"/>
                <a:ea typeface="Microsoft JhengHei" panose="020B0604030504040204" pitchFamily="34" charset="-120"/>
              </a:rPr>
            </a:br>
            <a:r>
              <a:rPr lang="en-US" b="1" dirty="0">
                <a:solidFill>
                  <a:schemeClr val="accent1"/>
                </a:solidFill>
                <a:uFill>
                  <a:noFill/>
                </a:uFill>
                <a:latin typeface="Microsoft JhengHei" panose="020B0604030504040204" pitchFamily="34" charset="-120"/>
                <a:ea typeface="Microsoft JhengHei" panose="020B0604030504040204" pitchFamily="34" charset="-120"/>
              </a:rPr>
              <a:t>Q&amp;A</a:t>
            </a:r>
            <a:endParaRPr b="1" dirty="0">
              <a:solidFill>
                <a:schemeClr val="accent1"/>
              </a:solidFill>
              <a:uFill>
                <a:noFill/>
              </a:uFill>
              <a:latin typeface="Microsoft JhengHei" panose="020B0604030504040204" pitchFamily="34" charset="-120"/>
              <a:ea typeface="Microsoft JhengHei" panose="020B0604030504040204" pitchFamily="34" charset="-120"/>
            </a:endParaRPr>
          </a:p>
        </p:txBody>
      </p:sp>
      <p:sp>
        <p:nvSpPr>
          <p:cNvPr id="635" name="Google Shape;635;p63">
            <a:hlinkClick r:id="rId8" action="ppaction://hlinksldjump"/>
          </p:cNvPr>
          <p:cNvSpPr txBox="1">
            <a:spLocks noGrp="1"/>
          </p:cNvSpPr>
          <p:nvPr>
            <p:ph type="title" idx="19"/>
          </p:nvPr>
        </p:nvSpPr>
        <p:spPr>
          <a:xfrm>
            <a:off x="6087600" y="3218400"/>
            <a:ext cx="1275300" cy="59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hlink"/>
                </a:solidFill>
                <a:uFill>
                  <a:noFill/>
                </a:uFill>
                <a:hlinkClick r:id="rId8" action="ppaction://hlinksldjump"/>
              </a:rPr>
              <a:t>06</a:t>
            </a:r>
            <a:endParaRPr/>
          </a:p>
        </p:txBody>
      </p:sp>
      <p:sp>
        <p:nvSpPr>
          <p:cNvPr id="637" name="Google Shape;637;p63"/>
          <p:cNvSpPr txBox="1">
            <a:spLocks noGrp="1"/>
          </p:cNvSpPr>
          <p:nvPr>
            <p:ph type="title" idx="21"/>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en-US" dirty="0"/>
              <a:t>Agenda</a:t>
            </a:r>
            <a:endParaRPr dirty="0"/>
          </a:p>
        </p:txBody>
      </p:sp>
      <p:grpSp>
        <p:nvGrpSpPr>
          <p:cNvPr id="638" name="Google Shape;638;p63"/>
          <p:cNvGrpSpPr/>
          <p:nvPr/>
        </p:nvGrpSpPr>
        <p:grpSpPr>
          <a:xfrm>
            <a:off x="8605274" y="3747208"/>
            <a:ext cx="43276" cy="411646"/>
            <a:chOff x="1256711" y="1178908"/>
            <a:chExt cx="43276" cy="411646"/>
          </a:xfrm>
        </p:grpSpPr>
        <p:grpSp>
          <p:nvGrpSpPr>
            <p:cNvPr id="639" name="Google Shape;639;p63"/>
            <p:cNvGrpSpPr/>
            <p:nvPr/>
          </p:nvGrpSpPr>
          <p:grpSpPr>
            <a:xfrm>
              <a:off x="1256711" y="1178908"/>
              <a:ext cx="43276" cy="184846"/>
              <a:chOff x="1256700" y="1103575"/>
              <a:chExt cx="60900" cy="260200"/>
            </a:xfrm>
          </p:grpSpPr>
          <p:sp>
            <p:nvSpPr>
              <p:cNvPr id="640" name="Google Shape;640;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63"/>
            <p:cNvGrpSpPr/>
            <p:nvPr/>
          </p:nvGrpSpPr>
          <p:grpSpPr>
            <a:xfrm>
              <a:off x="1256711" y="1405708"/>
              <a:ext cx="43276" cy="184846"/>
              <a:chOff x="1256700" y="1103575"/>
              <a:chExt cx="60900" cy="260200"/>
            </a:xfrm>
          </p:grpSpPr>
          <p:sp>
            <p:nvSpPr>
              <p:cNvPr id="644" name="Google Shape;644;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7" name="Google Shape;647;p63"/>
          <p:cNvGrpSpPr/>
          <p:nvPr/>
        </p:nvGrpSpPr>
        <p:grpSpPr>
          <a:xfrm>
            <a:off x="364449" y="1505208"/>
            <a:ext cx="43276" cy="411646"/>
            <a:chOff x="1256711" y="1178908"/>
            <a:chExt cx="43276" cy="411646"/>
          </a:xfrm>
        </p:grpSpPr>
        <p:grpSp>
          <p:nvGrpSpPr>
            <p:cNvPr id="648" name="Google Shape;648;p63"/>
            <p:cNvGrpSpPr/>
            <p:nvPr/>
          </p:nvGrpSpPr>
          <p:grpSpPr>
            <a:xfrm>
              <a:off x="1256711" y="1178908"/>
              <a:ext cx="43276" cy="184846"/>
              <a:chOff x="1256700" y="1103575"/>
              <a:chExt cx="60900" cy="260200"/>
            </a:xfrm>
          </p:grpSpPr>
          <p:sp>
            <p:nvSpPr>
              <p:cNvPr id="649" name="Google Shape;649;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 name="Google Shape;652;p63"/>
            <p:cNvGrpSpPr/>
            <p:nvPr/>
          </p:nvGrpSpPr>
          <p:grpSpPr>
            <a:xfrm>
              <a:off x="1256711" y="1405708"/>
              <a:ext cx="43276" cy="184846"/>
              <a:chOff x="1256700" y="1103575"/>
              <a:chExt cx="60900" cy="260200"/>
            </a:xfrm>
          </p:grpSpPr>
          <p:sp>
            <p:nvSpPr>
              <p:cNvPr id="653" name="Google Shape;653;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56" name="Google Shape;656;p63">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63">
            <a:hlinkClick r:id="rId9"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63">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659" name="Google Shape;659;p63">
            <a:hlinkClick r:id="rId9"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63">
            <a:hlinkClick r:id="rId9"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1" name="Google Shape;661;p63">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662" name="Google Shape;662;p63">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32"/>
        <p:cNvGrpSpPr/>
        <p:nvPr/>
      </p:nvGrpSpPr>
      <p:grpSpPr>
        <a:xfrm>
          <a:off x="0" y="0"/>
          <a:ext cx="0" cy="0"/>
          <a:chOff x="0" y="0"/>
          <a:chExt cx="0" cy="0"/>
        </a:xfrm>
      </p:grpSpPr>
      <p:pic>
        <p:nvPicPr>
          <p:cNvPr id="733" name="Google Shape;733;p67"/>
          <p:cNvPicPr preferRelativeResize="0"/>
          <p:nvPr/>
        </p:nvPicPr>
        <p:blipFill rotWithShape="1">
          <a:blip r:embed="rId3">
            <a:alphaModFix/>
          </a:blip>
          <a:srcRect l="18425" t="17031" r="28566" b="17313"/>
          <a:stretch/>
        </p:blipFill>
        <p:spPr>
          <a:xfrm>
            <a:off x="4905600" y="-63471"/>
            <a:ext cx="4238397" cy="5249700"/>
          </a:xfrm>
          <a:prstGeom prst="rect">
            <a:avLst/>
          </a:prstGeom>
          <a:noFill/>
          <a:ln>
            <a:noFill/>
          </a:ln>
        </p:spPr>
      </p:pic>
      <p:sp>
        <p:nvSpPr>
          <p:cNvPr id="734" name="Google Shape;734;p67"/>
          <p:cNvSpPr txBox="1">
            <a:spLocks noGrp="1"/>
          </p:cNvSpPr>
          <p:nvPr>
            <p:ph type="title"/>
          </p:nvPr>
        </p:nvSpPr>
        <p:spPr>
          <a:xfrm>
            <a:off x="788239" y="1539214"/>
            <a:ext cx="3711600" cy="14034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問題與動機</a:t>
            </a:r>
            <a:endParaRPr b="1" dirty="0">
              <a:latin typeface="Microsoft JhengHei" panose="020B0604030504040204" pitchFamily="34" charset="-120"/>
              <a:ea typeface="Microsoft JhengHei" panose="020B0604030504040204" pitchFamily="34" charset="-120"/>
            </a:endParaRPr>
          </a:p>
        </p:txBody>
      </p:sp>
      <p:sp>
        <p:nvSpPr>
          <p:cNvPr id="736" name="Google Shape;736;p67"/>
          <p:cNvSpPr txBox="1">
            <a:spLocks noGrp="1"/>
          </p:cNvSpPr>
          <p:nvPr>
            <p:ph type="title" idx="2"/>
          </p:nvPr>
        </p:nvSpPr>
        <p:spPr>
          <a:xfrm>
            <a:off x="720000" y="3684525"/>
            <a:ext cx="1599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O1</a:t>
            </a:r>
            <a:endParaRPr/>
          </a:p>
        </p:txBody>
      </p:sp>
      <p:grpSp>
        <p:nvGrpSpPr>
          <p:cNvPr id="737" name="Google Shape;737;p67"/>
          <p:cNvGrpSpPr/>
          <p:nvPr/>
        </p:nvGrpSpPr>
        <p:grpSpPr>
          <a:xfrm>
            <a:off x="604274" y="3899608"/>
            <a:ext cx="43276" cy="411646"/>
            <a:chOff x="1256711" y="1178908"/>
            <a:chExt cx="43276" cy="411646"/>
          </a:xfrm>
        </p:grpSpPr>
        <p:grpSp>
          <p:nvGrpSpPr>
            <p:cNvPr id="738" name="Google Shape;738;p67"/>
            <p:cNvGrpSpPr/>
            <p:nvPr/>
          </p:nvGrpSpPr>
          <p:grpSpPr>
            <a:xfrm>
              <a:off x="1256711" y="1178908"/>
              <a:ext cx="43276" cy="184846"/>
              <a:chOff x="1256700" y="1103575"/>
              <a:chExt cx="60900" cy="260200"/>
            </a:xfrm>
          </p:grpSpPr>
          <p:sp>
            <p:nvSpPr>
              <p:cNvPr id="739" name="Google Shape;739;p67"/>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67"/>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67"/>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67"/>
            <p:cNvGrpSpPr/>
            <p:nvPr/>
          </p:nvGrpSpPr>
          <p:grpSpPr>
            <a:xfrm>
              <a:off x="1256711" y="1405708"/>
              <a:ext cx="43276" cy="184846"/>
              <a:chOff x="1256700" y="1103575"/>
              <a:chExt cx="60900" cy="260200"/>
            </a:xfrm>
          </p:grpSpPr>
          <p:sp>
            <p:nvSpPr>
              <p:cNvPr id="743" name="Google Shape;743;p67"/>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67"/>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67"/>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6" name="Google Shape;746;p67">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67">
            <a:hlinkClick r:id="rId4"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67">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49" name="Google Shape;749;p67">
            <a:hlinkClick r:id="rId4"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67">
            <a:hlinkClick r:id="rId4"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 name="Google Shape;751;p67">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52" name="Google Shape;752;p67">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753" name="Google Shape;753;p67"/>
          <p:cNvPicPr preferRelativeResize="0"/>
          <p:nvPr/>
        </p:nvPicPr>
        <p:blipFill rotWithShape="1">
          <a:blip r:embed="rId5">
            <a:alphaModFix/>
          </a:blip>
          <a:srcRect l="7340" r="4538" b="19768"/>
          <a:stretch/>
        </p:blipFill>
        <p:spPr>
          <a:xfrm rot="-2147249">
            <a:off x="-1200452" y="-746207"/>
            <a:ext cx="3055748" cy="2108203"/>
          </a:xfrm>
          <a:prstGeom prst="rect">
            <a:avLst/>
          </a:prstGeom>
          <a:noFill/>
          <a:ln>
            <a:noFill/>
          </a:ln>
        </p:spPr>
      </p:pic>
      <p:pic>
        <p:nvPicPr>
          <p:cNvPr id="754" name="Google Shape;754;p67"/>
          <p:cNvPicPr preferRelativeResize="0"/>
          <p:nvPr/>
        </p:nvPicPr>
        <p:blipFill rotWithShape="1">
          <a:blip r:embed="rId5">
            <a:alphaModFix/>
          </a:blip>
          <a:srcRect l="7340" r="4538" b="19768"/>
          <a:stretch/>
        </p:blipFill>
        <p:spPr>
          <a:xfrm rot="-2147249">
            <a:off x="1521898" y="4378968"/>
            <a:ext cx="3055748" cy="2108203"/>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53"/>
                                        </p:tgtEl>
                                        <p:attrNameLst>
                                          <p:attrName>style.visibility</p:attrName>
                                        </p:attrNameLst>
                                      </p:cBhvr>
                                      <p:to>
                                        <p:strVal val="visible"/>
                                      </p:to>
                                    </p:set>
                                    <p:anim calcmode="lin" valueType="num">
                                      <p:cBhvr additive="base">
                                        <p:cTn id="7" dur="1000"/>
                                        <p:tgtEl>
                                          <p:spTgt spid="753"/>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754"/>
                                        </p:tgtEl>
                                        <p:attrNameLst>
                                          <p:attrName>style.visibility</p:attrName>
                                        </p:attrNameLst>
                                      </p:cBhvr>
                                      <p:to>
                                        <p:strVal val="visible"/>
                                      </p:to>
                                    </p:set>
                                    <p:anim calcmode="lin" valueType="num">
                                      <p:cBhvr additive="base">
                                        <p:cTn id="10" dur="1000"/>
                                        <p:tgtEl>
                                          <p:spTgt spid="7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21">
          <a:extLst>
            <a:ext uri="{FF2B5EF4-FFF2-40B4-BE49-F238E27FC236}">
              <a16:creationId xmlns:a16="http://schemas.microsoft.com/office/drawing/2014/main" id="{E3FCA199-9C0D-962D-B744-E5CC0A643A1D}"/>
            </a:ext>
          </a:extLst>
        </p:cNvPr>
        <p:cNvGrpSpPr/>
        <p:nvPr/>
      </p:nvGrpSpPr>
      <p:grpSpPr>
        <a:xfrm>
          <a:off x="0" y="0"/>
          <a:ext cx="0" cy="0"/>
          <a:chOff x="0" y="0"/>
          <a:chExt cx="0" cy="0"/>
        </a:xfrm>
      </p:grpSpPr>
      <p:sp>
        <p:nvSpPr>
          <p:cNvPr id="13" name="矩形 12">
            <a:extLst>
              <a:ext uri="{FF2B5EF4-FFF2-40B4-BE49-F238E27FC236}">
                <a16:creationId xmlns:a16="http://schemas.microsoft.com/office/drawing/2014/main" id="{026E5FA5-0B6E-6201-229D-BE909534D6D8}"/>
              </a:ext>
            </a:extLst>
          </p:cNvPr>
          <p:cNvSpPr/>
          <p:nvPr/>
        </p:nvSpPr>
        <p:spPr>
          <a:xfrm>
            <a:off x="2715904" y="3029802"/>
            <a:ext cx="3985146" cy="682389"/>
          </a:xfrm>
          <a:prstGeom prst="rect">
            <a:avLst/>
          </a:pr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216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TW" altLang="en-US"/>
          </a:p>
        </p:txBody>
      </p:sp>
      <p:sp>
        <p:nvSpPr>
          <p:cNvPr id="822" name="Google Shape;822;p71">
            <a:extLst>
              <a:ext uri="{FF2B5EF4-FFF2-40B4-BE49-F238E27FC236}">
                <a16:creationId xmlns:a16="http://schemas.microsoft.com/office/drawing/2014/main" id="{86CAE072-7965-69A9-25AB-5C4FB697FD53}"/>
              </a:ext>
            </a:extLst>
          </p:cNvPr>
          <p:cNvSpPr/>
          <p:nvPr/>
        </p:nvSpPr>
        <p:spPr>
          <a:xfrm rot="10800000">
            <a:off x="7668763" y="-2540632"/>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71">
            <a:extLst>
              <a:ext uri="{FF2B5EF4-FFF2-40B4-BE49-F238E27FC236}">
                <a16:creationId xmlns:a16="http://schemas.microsoft.com/office/drawing/2014/main" id="{6C27B8D9-32CD-8F2A-165D-BDCDA91FFA90}"/>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問題與動機</a:t>
            </a:r>
            <a:endParaRPr b="1" dirty="0">
              <a:latin typeface="Microsoft JhengHei" panose="020B0604030504040204" pitchFamily="34" charset="-120"/>
              <a:ea typeface="Microsoft JhengHei" panose="020B0604030504040204" pitchFamily="34" charset="-120"/>
            </a:endParaRPr>
          </a:p>
        </p:txBody>
      </p:sp>
      <p:pic>
        <p:nvPicPr>
          <p:cNvPr id="828" name="Google Shape;828;p71">
            <a:extLst>
              <a:ext uri="{FF2B5EF4-FFF2-40B4-BE49-F238E27FC236}">
                <a16:creationId xmlns:a16="http://schemas.microsoft.com/office/drawing/2014/main" id="{8DBE025E-06B8-C47E-631A-C0F1F4A32EDF}"/>
              </a:ext>
            </a:extLst>
          </p:cNvPr>
          <p:cNvPicPr preferRelativeResize="0"/>
          <p:nvPr/>
        </p:nvPicPr>
        <p:blipFill rotWithShape="1">
          <a:blip r:embed="rId3">
            <a:alphaModFix/>
          </a:blip>
          <a:srcRect l="7340" r="4538" b="19768"/>
          <a:stretch/>
        </p:blipFill>
        <p:spPr>
          <a:xfrm rot="-10799986">
            <a:off x="1509799" y="3942510"/>
            <a:ext cx="6354529" cy="4384082"/>
          </a:xfrm>
          <a:prstGeom prst="rect">
            <a:avLst/>
          </a:prstGeom>
          <a:noFill/>
          <a:ln>
            <a:noFill/>
          </a:ln>
        </p:spPr>
      </p:pic>
      <p:pic>
        <p:nvPicPr>
          <p:cNvPr id="829" name="Google Shape;829;p71">
            <a:extLst>
              <a:ext uri="{FF2B5EF4-FFF2-40B4-BE49-F238E27FC236}">
                <a16:creationId xmlns:a16="http://schemas.microsoft.com/office/drawing/2014/main" id="{E9F2420D-315B-28D1-EBED-6697E0B93FC7}"/>
              </a:ext>
            </a:extLst>
          </p:cNvPr>
          <p:cNvPicPr preferRelativeResize="0"/>
          <p:nvPr/>
        </p:nvPicPr>
        <p:blipFill rotWithShape="1">
          <a:blip r:embed="rId3">
            <a:alphaModFix/>
          </a:blip>
          <a:srcRect l="7340" r="4538" b="19768"/>
          <a:stretch/>
        </p:blipFill>
        <p:spPr>
          <a:xfrm rot="8099935">
            <a:off x="-1411519" y="-1183698"/>
            <a:ext cx="3431410" cy="2367397"/>
          </a:xfrm>
          <a:prstGeom prst="rect">
            <a:avLst/>
          </a:prstGeom>
          <a:noFill/>
          <a:ln>
            <a:noFill/>
          </a:ln>
        </p:spPr>
      </p:pic>
      <p:pic>
        <p:nvPicPr>
          <p:cNvPr id="843" name="Google Shape;843;p71">
            <a:extLst>
              <a:ext uri="{FF2B5EF4-FFF2-40B4-BE49-F238E27FC236}">
                <a16:creationId xmlns:a16="http://schemas.microsoft.com/office/drawing/2014/main" id="{FFB69159-1C80-379C-75D7-4D22F96D7F85}"/>
              </a:ext>
            </a:extLst>
          </p:cNvPr>
          <p:cNvPicPr preferRelativeResize="0"/>
          <p:nvPr/>
        </p:nvPicPr>
        <p:blipFill rotWithShape="1">
          <a:blip r:embed="rId3">
            <a:alphaModFix/>
          </a:blip>
          <a:srcRect l="7340" r="4538" b="19768"/>
          <a:stretch/>
        </p:blipFill>
        <p:spPr>
          <a:xfrm rot="8099935">
            <a:off x="8208170" y="2145555"/>
            <a:ext cx="3431410" cy="2367397"/>
          </a:xfrm>
          <a:prstGeom prst="rect">
            <a:avLst/>
          </a:prstGeom>
          <a:noFill/>
          <a:ln>
            <a:noFill/>
          </a:ln>
        </p:spPr>
      </p:pic>
      <p:sp>
        <p:nvSpPr>
          <p:cNvPr id="11" name="文字方塊 10">
            <a:extLst>
              <a:ext uri="{FF2B5EF4-FFF2-40B4-BE49-F238E27FC236}">
                <a16:creationId xmlns:a16="http://schemas.microsoft.com/office/drawing/2014/main" id="{28D99A77-EC17-170E-0E38-C52F8F957A39}"/>
              </a:ext>
            </a:extLst>
          </p:cNvPr>
          <p:cNvSpPr txBox="1"/>
          <p:nvPr/>
        </p:nvSpPr>
        <p:spPr>
          <a:xfrm>
            <a:off x="2108579" y="1115353"/>
            <a:ext cx="5042848" cy="2622000"/>
          </a:xfrm>
          <a:prstGeom prst="rect">
            <a:avLst/>
          </a:prstGeom>
          <a:noFill/>
        </p:spPr>
        <p:txBody>
          <a:bodyPr wrap="square">
            <a:spAutoFit/>
          </a:bodyPr>
          <a:lstStyle/>
          <a:p>
            <a:pPr algn="ctr">
              <a:lnSpc>
                <a:spcPct val="250000"/>
              </a:lnSpc>
            </a:pPr>
            <a:r>
              <a:rPr lang="zh-TW" altLang="en-US" sz="3600" b="1" dirty="0">
                <a:solidFill>
                  <a:schemeClr val="tx1">
                    <a:lumMod val="75000"/>
                    <a:lumOff val="25000"/>
                  </a:schemeClr>
                </a:solidFill>
                <a:latin typeface="Microsoft JhengHei" panose="020B0604030504040204" pitchFamily="34" charset="-120"/>
                <a:ea typeface="Microsoft JhengHei" panose="020B0604030504040204" pitchFamily="34" charset="-120"/>
              </a:rPr>
              <a:t>加密貨幣高波動 </a:t>
            </a:r>
            <a:endParaRPr lang="en-US" altLang="zh-TW" sz="3600" b="1" dirty="0">
              <a:solidFill>
                <a:schemeClr val="tx1">
                  <a:lumMod val="75000"/>
                  <a:lumOff val="25000"/>
                </a:schemeClr>
              </a:solidFill>
              <a:latin typeface="Microsoft JhengHei" panose="020B0604030504040204" pitchFamily="34" charset="-120"/>
              <a:ea typeface="Microsoft JhengHei" panose="020B0604030504040204" pitchFamily="34" charset="-120"/>
            </a:endParaRPr>
          </a:p>
          <a:p>
            <a:pPr algn="ctr">
              <a:lnSpc>
                <a:spcPct val="250000"/>
              </a:lnSpc>
            </a:pPr>
            <a:r>
              <a:rPr lang="zh-TW" altLang="en-US" sz="3600" b="1" dirty="0">
                <a:solidFill>
                  <a:schemeClr val="tx1">
                    <a:lumMod val="75000"/>
                    <a:lumOff val="25000"/>
                  </a:schemeClr>
                </a:solidFill>
                <a:latin typeface="Microsoft JhengHei" panose="020B0604030504040204" pitchFamily="34" charset="-120"/>
                <a:ea typeface="Microsoft JhengHei" panose="020B0604030504040204" pitchFamily="34" charset="-120"/>
              </a:rPr>
              <a:t>需即時情緒雷達</a:t>
            </a:r>
          </a:p>
        </p:txBody>
      </p:sp>
      <p:sp>
        <p:nvSpPr>
          <p:cNvPr id="12" name="向右箭號 11">
            <a:extLst>
              <a:ext uri="{FF2B5EF4-FFF2-40B4-BE49-F238E27FC236}">
                <a16:creationId xmlns:a16="http://schemas.microsoft.com/office/drawing/2014/main" id="{79CA3469-B417-D660-3554-FE739F0EFAB4}"/>
              </a:ext>
            </a:extLst>
          </p:cNvPr>
          <p:cNvSpPr/>
          <p:nvPr/>
        </p:nvSpPr>
        <p:spPr>
          <a:xfrm rot="5400000">
            <a:off x="4285396" y="2402007"/>
            <a:ext cx="477672" cy="600501"/>
          </a:xfrm>
          <a:prstGeom prst="rightArrow">
            <a:avLst/>
          </a:pr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216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TW" altLang="en-US"/>
          </a:p>
        </p:txBody>
      </p:sp>
    </p:spTree>
    <p:extLst>
      <p:ext uri="{BB962C8B-B14F-4D97-AF65-F5344CB8AC3E}">
        <p14:creationId xmlns:p14="http://schemas.microsoft.com/office/powerpoint/2010/main" val="2191179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28"/>
                                        </p:tgtEl>
                                        <p:attrNameLst>
                                          <p:attrName>style.visibility</p:attrName>
                                        </p:attrNameLst>
                                      </p:cBhvr>
                                      <p:to>
                                        <p:strVal val="visible"/>
                                      </p:to>
                                    </p:set>
                                    <p:anim calcmode="lin" valueType="num">
                                      <p:cBhvr additive="base">
                                        <p:cTn id="7" dur="1000"/>
                                        <p:tgtEl>
                                          <p:spTgt spid="828"/>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843"/>
                                        </p:tgtEl>
                                        <p:attrNameLst>
                                          <p:attrName>style.visibility</p:attrName>
                                        </p:attrNameLst>
                                      </p:cBhvr>
                                      <p:to>
                                        <p:strVal val="visible"/>
                                      </p:to>
                                    </p:set>
                                    <p:anim calcmode="lin" valueType="num">
                                      <p:cBhvr additive="base">
                                        <p:cTn id="10" dur="1000"/>
                                        <p:tgtEl>
                                          <p:spTgt spid="843"/>
                                        </p:tgtEl>
                                        <p:attrNameLst>
                                          <p:attrName>ppt_x</p:attrName>
                                        </p:attrNameLst>
                                      </p:cBhvr>
                                      <p:tavLst>
                                        <p:tav tm="0">
                                          <p:val>
                                            <p:strVal val="#ppt_x+1"/>
                                          </p:val>
                                        </p:tav>
                                        <p:tav tm="100000">
                                          <p:val>
                                            <p:strVal val="#ppt_x"/>
                                          </p:val>
                                        </p:tav>
                                      </p:tavLst>
                                    </p:anim>
                                  </p:childTnLst>
                                </p:cTn>
                              </p:par>
                              <p:par>
                                <p:cTn id="11" presetID="2" presetClass="entr" presetSubtype="1" fill="hold" nodeType="withEffect">
                                  <p:stCondLst>
                                    <p:cond delay="0"/>
                                  </p:stCondLst>
                                  <p:childTnLst>
                                    <p:set>
                                      <p:cBhvr>
                                        <p:cTn id="12" dur="1" fill="hold">
                                          <p:stCondLst>
                                            <p:cond delay="0"/>
                                          </p:stCondLst>
                                        </p:cTn>
                                        <p:tgtEl>
                                          <p:spTgt spid="829"/>
                                        </p:tgtEl>
                                        <p:attrNameLst>
                                          <p:attrName>style.visibility</p:attrName>
                                        </p:attrNameLst>
                                      </p:cBhvr>
                                      <p:to>
                                        <p:strVal val="visible"/>
                                      </p:to>
                                    </p:set>
                                    <p:anim calcmode="lin" valueType="num">
                                      <p:cBhvr additive="base">
                                        <p:cTn id="13" dur="1000"/>
                                        <p:tgtEl>
                                          <p:spTgt spid="8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32">
          <a:extLst>
            <a:ext uri="{FF2B5EF4-FFF2-40B4-BE49-F238E27FC236}">
              <a16:creationId xmlns:a16="http://schemas.microsoft.com/office/drawing/2014/main" id="{037E0246-1231-7672-8430-AEA86371CB1A}"/>
            </a:ext>
          </a:extLst>
        </p:cNvPr>
        <p:cNvGrpSpPr/>
        <p:nvPr/>
      </p:nvGrpSpPr>
      <p:grpSpPr>
        <a:xfrm>
          <a:off x="0" y="0"/>
          <a:ext cx="0" cy="0"/>
          <a:chOff x="0" y="0"/>
          <a:chExt cx="0" cy="0"/>
        </a:xfrm>
      </p:grpSpPr>
      <p:pic>
        <p:nvPicPr>
          <p:cNvPr id="733" name="Google Shape;733;p67">
            <a:extLst>
              <a:ext uri="{FF2B5EF4-FFF2-40B4-BE49-F238E27FC236}">
                <a16:creationId xmlns:a16="http://schemas.microsoft.com/office/drawing/2014/main" id="{FAB507EE-C3F5-8E55-BA53-C9A27D41AA96}"/>
              </a:ext>
            </a:extLst>
          </p:cNvPr>
          <p:cNvPicPr preferRelativeResize="0"/>
          <p:nvPr/>
        </p:nvPicPr>
        <p:blipFill rotWithShape="1">
          <a:blip r:embed="rId3">
            <a:alphaModFix/>
          </a:blip>
          <a:srcRect l="18425" t="17031" r="28566" b="17313"/>
          <a:stretch/>
        </p:blipFill>
        <p:spPr>
          <a:xfrm>
            <a:off x="4905600" y="-63471"/>
            <a:ext cx="4238397" cy="5249700"/>
          </a:xfrm>
          <a:prstGeom prst="rect">
            <a:avLst/>
          </a:prstGeom>
          <a:noFill/>
          <a:ln>
            <a:noFill/>
          </a:ln>
        </p:spPr>
      </p:pic>
      <p:sp>
        <p:nvSpPr>
          <p:cNvPr id="734" name="Google Shape;734;p67">
            <a:extLst>
              <a:ext uri="{FF2B5EF4-FFF2-40B4-BE49-F238E27FC236}">
                <a16:creationId xmlns:a16="http://schemas.microsoft.com/office/drawing/2014/main" id="{5D046839-7979-AE94-945E-AC0AD1DB4382}"/>
              </a:ext>
            </a:extLst>
          </p:cNvPr>
          <p:cNvSpPr txBox="1">
            <a:spLocks noGrp="1"/>
          </p:cNvSpPr>
          <p:nvPr>
            <p:ph type="title"/>
          </p:nvPr>
        </p:nvSpPr>
        <p:spPr>
          <a:xfrm>
            <a:off x="788239" y="1539214"/>
            <a:ext cx="3711600" cy="1403400"/>
          </a:xfrm>
          <a:prstGeom prst="rect">
            <a:avLst/>
          </a:prstGeom>
        </p:spPr>
        <p:txBody>
          <a:bodyPr spcFirstLastPara="1" wrap="square" lIns="91425" tIns="91425" rIns="91425" bIns="91425" anchor="ctr" anchorCtr="0">
            <a:noAutofit/>
          </a:bodyPr>
          <a:lstStyle/>
          <a:p>
            <a:r>
              <a:rPr lang="zh-TW" altLang="en-US" b="1" dirty="0">
                <a:latin typeface="Microsoft JhengHei" panose="020B0604030504040204" pitchFamily="34" charset="-120"/>
                <a:ea typeface="Microsoft JhengHei" panose="020B0604030504040204" pitchFamily="34" charset="-120"/>
              </a:rPr>
              <a:t>資料來源與</a:t>
            </a:r>
            <a:br>
              <a:rPr lang="zh-TW" altLang="en-US" b="1" dirty="0">
                <a:latin typeface="Microsoft JhengHei" panose="020B0604030504040204" pitchFamily="34" charset="-120"/>
                <a:ea typeface="Microsoft JhengHei" panose="020B0604030504040204" pitchFamily="34" charset="-120"/>
              </a:rPr>
            </a:br>
            <a:r>
              <a:rPr lang="zh-TW" altLang="en-US" b="1" dirty="0">
                <a:latin typeface="Microsoft JhengHei" panose="020B0604030504040204" pitchFamily="34" charset="-120"/>
                <a:ea typeface="Microsoft JhengHei" panose="020B0604030504040204" pitchFamily="34" charset="-120"/>
              </a:rPr>
              <a:t>前處理</a:t>
            </a:r>
            <a:endParaRPr b="1" dirty="0">
              <a:latin typeface="Microsoft JhengHei" panose="020B0604030504040204" pitchFamily="34" charset="-120"/>
              <a:ea typeface="Microsoft JhengHei" panose="020B0604030504040204" pitchFamily="34" charset="-120"/>
            </a:endParaRPr>
          </a:p>
        </p:txBody>
      </p:sp>
      <p:sp>
        <p:nvSpPr>
          <p:cNvPr id="736" name="Google Shape;736;p67">
            <a:extLst>
              <a:ext uri="{FF2B5EF4-FFF2-40B4-BE49-F238E27FC236}">
                <a16:creationId xmlns:a16="http://schemas.microsoft.com/office/drawing/2014/main" id="{DD29E69A-AF63-8ECA-0EF7-32F7A0905254}"/>
              </a:ext>
            </a:extLst>
          </p:cNvPr>
          <p:cNvSpPr txBox="1">
            <a:spLocks noGrp="1"/>
          </p:cNvSpPr>
          <p:nvPr>
            <p:ph type="title" idx="2"/>
          </p:nvPr>
        </p:nvSpPr>
        <p:spPr>
          <a:xfrm>
            <a:off x="720000" y="3684525"/>
            <a:ext cx="1599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O2</a:t>
            </a:r>
            <a:endParaRPr dirty="0"/>
          </a:p>
        </p:txBody>
      </p:sp>
      <p:grpSp>
        <p:nvGrpSpPr>
          <p:cNvPr id="737" name="Google Shape;737;p67">
            <a:extLst>
              <a:ext uri="{FF2B5EF4-FFF2-40B4-BE49-F238E27FC236}">
                <a16:creationId xmlns:a16="http://schemas.microsoft.com/office/drawing/2014/main" id="{BD37086B-D12A-C8C9-1B56-FE0ADFA1B6F7}"/>
              </a:ext>
            </a:extLst>
          </p:cNvPr>
          <p:cNvGrpSpPr/>
          <p:nvPr/>
        </p:nvGrpSpPr>
        <p:grpSpPr>
          <a:xfrm>
            <a:off x="604274" y="3899608"/>
            <a:ext cx="43276" cy="411646"/>
            <a:chOff x="1256711" y="1178908"/>
            <a:chExt cx="43276" cy="411646"/>
          </a:xfrm>
        </p:grpSpPr>
        <p:grpSp>
          <p:nvGrpSpPr>
            <p:cNvPr id="738" name="Google Shape;738;p67">
              <a:extLst>
                <a:ext uri="{FF2B5EF4-FFF2-40B4-BE49-F238E27FC236}">
                  <a16:creationId xmlns:a16="http://schemas.microsoft.com/office/drawing/2014/main" id="{4BB3B686-612A-9087-7B38-D5A312C0CB3E}"/>
                </a:ext>
              </a:extLst>
            </p:cNvPr>
            <p:cNvGrpSpPr/>
            <p:nvPr/>
          </p:nvGrpSpPr>
          <p:grpSpPr>
            <a:xfrm>
              <a:off x="1256711" y="1178908"/>
              <a:ext cx="43276" cy="184846"/>
              <a:chOff x="1256700" y="1103575"/>
              <a:chExt cx="60900" cy="260200"/>
            </a:xfrm>
          </p:grpSpPr>
          <p:sp>
            <p:nvSpPr>
              <p:cNvPr id="739" name="Google Shape;739;p67">
                <a:extLst>
                  <a:ext uri="{FF2B5EF4-FFF2-40B4-BE49-F238E27FC236}">
                    <a16:creationId xmlns:a16="http://schemas.microsoft.com/office/drawing/2014/main" id="{F9218994-508B-A1C4-F1EF-879C554A2634}"/>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67">
                <a:extLst>
                  <a:ext uri="{FF2B5EF4-FFF2-40B4-BE49-F238E27FC236}">
                    <a16:creationId xmlns:a16="http://schemas.microsoft.com/office/drawing/2014/main" id="{2EBD1F23-0148-50BB-4B75-720AAB6E0183}"/>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67">
                <a:extLst>
                  <a:ext uri="{FF2B5EF4-FFF2-40B4-BE49-F238E27FC236}">
                    <a16:creationId xmlns:a16="http://schemas.microsoft.com/office/drawing/2014/main" id="{07E27DDA-CC84-FD62-2725-F118441719EF}"/>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67">
              <a:extLst>
                <a:ext uri="{FF2B5EF4-FFF2-40B4-BE49-F238E27FC236}">
                  <a16:creationId xmlns:a16="http://schemas.microsoft.com/office/drawing/2014/main" id="{F95A032A-8F3F-16B8-3BB7-6DA164464090}"/>
                </a:ext>
              </a:extLst>
            </p:cNvPr>
            <p:cNvGrpSpPr/>
            <p:nvPr/>
          </p:nvGrpSpPr>
          <p:grpSpPr>
            <a:xfrm>
              <a:off x="1256711" y="1405708"/>
              <a:ext cx="43276" cy="184846"/>
              <a:chOff x="1256700" y="1103575"/>
              <a:chExt cx="60900" cy="260200"/>
            </a:xfrm>
          </p:grpSpPr>
          <p:sp>
            <p:nvSpPr>
              <p:cNvPr id="743" name="Google Shape;743;p67">
                <a:extLst>
                  <a:ext uri="{FF2B5EF4-FFF2-40B4-BE49-F238E27FC236}">
                    <a16:creationId xmlns:a16="http://schemas.microsoft.com/office/drawing/2014/main" id="{1391193B-C5C4-B6B6-1F8D-BB7CE7B3F6CC}"/>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67">
                <a:extLst>
                  <a:ext uri="{FF2B5EF4-FFF2-40B4-BE49-F238E27FC236}">
                    <a16:creationId xmlns:a16="http://schemas.microsoft.com/office/drawing/2014/main" id="{65935785-8515-FCC5-B17B-28A6841BDCED}"/>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67">
                <a:extLst>
                  <a:ext uri="{FF2B5EF4-FFF2-40B4-BE49-F238E27FC236}">
                    <a16:creationId xmlns:a16="http://schemas.microsoft.com/office/drawing/2014/main" id="{9A48C017-A009-7ED6-A27A-5578645EF99D}"/>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6" name="Google Shape;746;p67">
            <a:hlinkClick r:id="" action="ppaction://hlinkshowjump?jump=nextslide"/>
            <a:extLst>
              <a:ext uri="{FF2B5EF4-FFF2-40B4-BE49-F238E27FC236}">
                <a16:creationId xmlns:a16="http://schemas.microsoft.com/office/drawing/2014/main" id="{7E0DEED2-37FD-486A-A005-CEBC1529096A}"/>
              </a:ext>
            </a:extLst>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67">
            <a:hlinkClick r:id="rId4" action="ppaction://hlinksldjump"/>
            <a:extLst>
              <a:ext uri="{FF2B5EF4-FFF2-40B4-BE49-F238E27FC236}">
                <a16:creationId xmlns:a16="http://schemas.microsoft.com/office/drawing/2014/main" id="{860AB70E-8F67-BF75-9F6E-5817B05D9D11}"/>
              </a:ext>
            </a:extLst>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67">
            <a:hlinkClick r:id="" action="ppaction://hlinkshowjump?jump=previousslide"/>
            <a:extLst>
              <a:ext uri="{FF2B5EF4-FFF2-40B4-BE49-F238E27FC236}">
                <a16:creationId xmlns:a16="http://schemas.microsoft.com/office/drawing/2014/main" id="{128D46E4-E20E-30C5-4E6C-A1227853A8BB}"/>
              </a:ext>
            </a:extLst>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49" name="Google Shape;749;p67">
            <a:hlinkClick r:id="rId4" action="ppaction://hlinksldjump"/>
            <a:extLst>
              <a:ext uri="{FF2B5EF4-FFF2-40B4-BE49-F238E27FC236}">
                <a16:creationId xmlns:a16="http://schemas.microsoft.com/office/drawing/2014/main" id="{DCE0EEAE-62ED-8776-ADE2-198C1B8B9A1C}"/>
              </a:ext>
            </a:extLst>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67">
            <a:hlinkClick r:id="rId4" action="ppaction://hlinksldjump"/>
            <a:extLst>
              <a:ext uri="{FF2B5EF4-FFF2-40B4-BE49-F238E27FC236}">
                <a16:creationId xmlns:a16="http://schemas.microsoft.com/office/drawing/2014/main" id="{B3EEF99E-94E2-51AF-EAFD-EB9BDBAC2E34}"/>
              </a:ext>
            </a:extLst>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 name="Google Shape;751;p67">
            <a:hlinkClick r:id="" action="ppaction://hlinkshowjump?jump=nextslide"/>
            <a:extLst>
              <a:ext uri="{FF2B5EF4-FFF2-40B4-BE49-F238E27FC236}">
                <a16:creationId xmlns:a16="http://schemas.microsoft.com/office/drawing/2014/main" id="{2EB3124B-3F92-BB7C-C14D-9B0D8DC238B7}"/>
              </a:ext>
            </a:extLst>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52" name="Google Shape;752;p67">
            <a:hlinkClick r:id="" action="ppaction://hlinkshowjump?jump=previousslide"/>
            <a:extLst>
              <a:ext uri="{FF2B5EF4-FFF2-40B4-BE49-F238E27FC236}">
                <a16:creationId xmlns:a16="http://schemas.microsoft.com/office/drawing/2014/main" id="{81B1C0DC-0A79-C2F0-F8C9-8BCB1FDBC5AD}"/>
              </a:ext>
            </a:extLst>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753" name="Google Shape;753;p67">
            <a:extLst>
              <a:ext uri="{FF2B5EF4-FFF2-40B4-BE49-F238E27FC236}">
                <a16:creationId xmlns:a16="http://schemas.microsoft.com/office/drawing/2014/main" id="{F36DAC06-EC8F-9B4A-DCB7-B7F1E017A228}"/>
              </a:ext>
            </a:extLst>
          </p:cNvPr>
          <p:cNvPicPr preferRelativeResize="0"/>
          <p:nvPr/>
        </p:nvPicPr>
        <p:blipFill rotWithShape="1">
          <a:blip r:embed="rId5">
            <a:alphaModFix/>
          </a:blip>
          <a:srcRect l="7340" r="4538" b="19768"/>
          <a:stretch/>
        </p:blipFill>
        <p:spPr>
          <a:xfrm rot="-2147249">
            <a:off x="-1200452" y="-746207"/>
            <a:ext cx="3055748" cy="2108203"/>
          </a:xfrm>
          <a:prstGeom prst="rect">
            <a:avLst/>
          </a:prstGeom>
          <a:noFill/>
          <a:ln>
            <a:noFill/>
          </a:ln>
        </p:spPr>
      </p:pic>
      <p:pic>
        <p:nvPicPr>
          <p:cNvPr id="754" name="Google Shape;754;p67">
            <a:extLst>
              <a:ext uri="{FF2B5EF4-FFF2-40B4-BE49-F238E27FC236}">
                <a16:creationId xmlns:a16="http://schemas.microsoft.com/office/drawing/2014/main" id="{3986C6CF-3CE1-F4F8-155D-F882FFF19161}"/>
              </a:ext>
            </a:extLst>
          </p:cNvPr>
          <p:cNvPicPr preferRelativeResize="0"/>
          <p:nvPr/>
        </p:nvPicPr>
        <p:blipFill rotWithShape="1">
          <a:blip r:embed="rId5">
            <a:alphaModFix/>
          </a:blip>
          <a:srcRect l="7340" r="4538" b="19768"/>
          <a:stretch/>
        </p:blipFill>
        <p:spPr>
          <a:xfrm rot="-2147249">
            <a:off x="1521898" y="4378968"/>
            <a:ext cx="3055748" cy="2108203"/>
          </a:xfrm>
          <a:prstGeom prst="rect">
            <a:avLst/>
          </a:prstGeom>
          <a:noFill/>
          <a:ln>
            <a:noFill/>
          </a:ln>
        </p:spPr>
      </p:pic>
    </p:spTree>
    <p:extLst>
      <p:ext uri="{BB962C8B-B14F-4D97-AF65-F5344CB8AC3E}">
        <p14:creationId xmlns:p14="http://schemas.microsoft.com/office/powerpoint/2010/main" val="1406736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53"/>
                                        </p:tgtEl>
                                        <p:attrNameLst>
                                          <p:attrName>style.visibility</p:attrName>
                                        </p:attrNameLst>
                                      </p:cBhvr>
                                      <p:to>
                                        <p:strVal val="visible"/>
                                      </p:to>
                                    </p:set>
                                    <p:anim calcmode="lin" valueType="num">
                                      <p:cBhvr additive="base">
                                        <p:cTn id="7" dur="1000"/>
                                        <p:tgtEl>
                                          <p:spTgt spid="753"/>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754"/>
                                        </p:tgtEl>
                                        <p:attrNameLst>
                                          <p:attrName>style.visibility</p:attrName>
                                        </p:attrNameLst>
                                      </p:cBhvr>
                                      <p:to>
                                        <p:strVal val="visible"/>
                                      </p:to>
                                    </p:set>
                                    <p:anim calcmode="lin" valueType="num">
                                      <p:cBhvr additive="base">
                                        <p:cTn id="10" dur="1000"/>
                                        <p:tgtEl>
                                          <p:spTgt spid="7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55">
          <a:extLst>
            <a:ext uri="{FF2B5EF4-FFF2-40B4-BE49-F238E27FC236}">
              <a16:creationId xmlns:a16="http://schemas.microsoft.com/office/drawing/2014/main" id="{8CA92CD0-2C34-1BAA-9029-099637478E97}"/>
            </a:ext>
          </a:extLst>
        </p:cNvPr>
        <p:cNvGrpSpPr/>
        <p:nvPr/>
      </p:nvGrpSpPr>
      <p:grpSpPr>
        <a:xfrm>
          <a:off x="0" y="0"/>
          <a:ext cx="0" cy="0"/>
          <a:chOff x="0" y="0"/>
          <a:chExt cx="0" cy="0"/>
        </a:xfrm>
      </p:grpSpPr>
      <p:pic>
        <p:nvPicPr>
          <p:cNvPr id="856" name="Google Shape;856;p72">
            <a:extLst>
              <a:ext uri="{FF2B5EF4-FFF2-40B4-BE49-F238E27FC236}">
                <a16:creationId xmlns:a16="http://schemas.microsoft.com/office/drawing/2014/main" id="{C3C14A57-CFFD-0BD3-C554-9295F70ADBD8}"/>
              </a:ext>
            </a:extLst>
          </p:cNvPr>
          <p:cNvPicPr preferRelativeResize="0"/>
          <p:nvPr/>
        </p:nvPicPr>
        <p:blipFill rotWithShape="1">
          <a:blip r:embed="rId3">
            <a:alphaModFix/>
          </a:blip>
          <a:srcRect l="7340" r="4538" b="19768"/>
          <a:stretch/>
        </p:blipFill>
        <p:spPr>
          <a:xfrm rot="-9333501">
            <a:off x="7264209" y="-954035"/>
            <a:ext cx="3431409" cy="2367399"/>
          </a:xfrm>
          <a:prstGeom prst="rect">
            <a:avLst/>
          </a:prstGeom>
          <a:noFill/>
          <a:ln>
            <a:noFill/>
          </a:ln>
        </p:spPr>
      </p:pic>
      <p:pic>
        <p:nvPicPr>
          <p:cNvPr id="857" name="Google Shape;857;p72">
            <a:extLst>
              <a:ext uri="{FF2B5EF4-FFF2-40B4-BE49-F238E27FC236}">
                <a16:creationId xmlns:a16="http://schemas.microsoft.com/office/drawing/2014/main" id="{9690A4DF-C15A-7267-DD80-2F24DA2FFC5F}"/>
              </a:ext>
            </a:extLst>
          </p:cNvPr>
          <p:cNvPicPr preferRelativeResize="0"/>
          <p:nvPr/>
        </p:nvPicPr>
        <p:blipFill rotWithShape="1">
          <a:blip r:embed="rId3">
            <a:alphaModFix/>
          </a:blip>
          <a:srcRect l="7340" r="4538" b="19768"/>
          <a:stretch/>
        </p:blipFill>
        <p:spPr>
          <a:xfrm rot="8099935">
            <a:off x="7262645" y="3420292"/>
            <a:ext cx="3431410" cy="2367397"/>
          </a:xfrm>
          <a:prstGeom prst="rect">
            <a:avLst/>
          </a:prstGeom>
          <a:noFill/>
          <a:ln>
            <a:noFill/>
          </a:ln>
        </p:spPr>
      </p:pic>
      <p:pic>
        <p:nvPicPr>
          <p:cNvPr id="858" name="Google Shape;858;p72">
            <a:extLst>
              <a:ext uri="{FF2B5EF4-FFF2-40B4-BE49-F238E27FC236}">
                <a16:creationId xmlns:a16="http://schemas.microsoft.com/office/drawing/2014/main" id="{C048CFA0-74B2-9B40-6968-EE0751BAF064}"/>
              </a:ext>
            </a:extLst>
          </p:cNvPr>
          <p:cNvPicPr preferRelativeResize="0"/>
          <p:nvPr/>
        </p:nvPicPr>
        <p:blipFill rotWithShape="1">
          <a:blip r:embed="rId3">
            <a:alphaModFix/>
          </a:blip>
          <a:srcRect l="7340" r="4538" b="19768"/>
          <a:stretch/>
        </p:blipFill>
        <p:spPr>
          <a:xfrm rot="-6259102">
            <a:off x="-3286999" y="1736870"/>
            <a:ext cx="5744551" cy="3963235"/>
          </a:xfrm>
          <a:prstGeom prst="rect">
            <a:avLst/>
          </a:prstGeom>
          <a:noFill/>
          <a:ln>
            <a:noFill/>
          </a:ln>
        </p:spPr>
      </p:pic>
      <p:sp>
        <p:nvSpPr>
          <p:cNvPr id="863" name="Google Shape;863;p72">
            <a:extLst>
              <a:ext uri="{FF2B5EF4-FFF2-40B4-BE49-F238E27FC236}">
                <a16:creationId xmlns:a16="http://schemas.microsoft.com/office/drawing/2014/main" id="{D240919F-FFF2-842C-7330-F7DFC652D51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資料來源概覽</a:t>
            </a:r>
            <a:endParaRPr b="1" dirty="0">
              <a:latin typeface="Microsoft JhengHei" panose="020B0604030504040204" pitchFamily="34" charset="-120"/>
              <a:ea typeface="Microsoft JhengHei" panose="020B0604030504040204" pitchFamily="34" charset="-120"/>
            </a:endParaRPr>
          </a:p>
        </p:txBody>
      </p:sp>
      <p:sp>
        <p:nvSpPr>
          <p:cNvPr id="11" name="文字方塊 10">
            <a:extLst>
              <a:ext uri="{FF2B5EF4-FFF2-40B4-BE49-F238E27FC236}">
                <a16:creationId xmlns:a16="http://schemas.microsoft.com/office/drawing/2014/main" id="{76B37535-78B1-B0AA-9567-E24AB0FDAB3D}"/>
              </a:ext>
            </a:extLst>
          </p:cNvPr>
          <p:cNvSpPr txBox="1"/>
          <p:nvPr/>
        </p:nvSpPr>
        <p:spPr>
          <a:xfrm>
            <a:off x="1803867" y="1114566"/>
            <a:ext cx="7049068" cy="3754874"/>
          </a:xfrm>
          <a:prstGeom prst="rect">
            <a:avLst/>
          </a:prstGeom>
          <a:noFill/>
        </p:spPr>
        <p:txBody>
          <a:bodyPr wrap="square">
            <a:spAutoFit/>
          </a:bodyPr>
          <a:lstStyle/>
          <a:p>
            <a:pPr>
              <a:lnSpc>
                <a:spcPct val="150000"/>
              </a:lnSpc>
            </a:pPr>
            <a:r>
              <a:rPr lang="zh-TW" altLang="en-US" b="1" dirty="0">
                <a:solidFill>
                  <a:schemeClr val="accent1"/>
                </a:solidFill>
              </a:rPr>
              <a:t>▸ 價格：</a:t>
            </a:r>
            <a:r>
              <a:rPr lang="zh-TW" altLang="en-US" dirty="0"/>
              <a:t>alternative.me Crypto API（BTC/ETH 1h OHLCV）</a:t>
            </a:r>
          </a:p>
          <a:p>
            <a:pPr>
              <a:lnSpc>
                <a:spcPct val="150000"/>
              </a:lnSpc>
            </a:pPr>
            <a:r>
              <a:rPr lang="zh-TW" altLang="en-US" b="1" dirty="0">
                <a:solidFill>
                  <a:schemeClr val="accent1"/>
                </a:solidFill>
              </a:rPr>
              <a:t>▸ 推文：</a:t>
            </a:r>
            <a:r>
              <a:rPr lang="zh-TW" altLang="en-US" dirty="0"/>
              <a:t>Apifycost ≈ \$0.0004/req）</a:t>
            </a:r>
          </a:p>
          <a:p>
            <a:pPr>
              <a:lnSpc>
                <a:spcPct val="150000"/>
              </a:lnSpc>
            </a:pPr>
            <a:r>
              <a:rPr lang="zh-TW" altLang="en-US" b="1" dirty="0">
                <a:solidFill>
                  <a:schemeClr val="accent1"/>
                </a:solidFill>
              </a:rPr>
              <a:t>▸ 篩選條件：</a:t>
            </a:r>
            <a:endParaRPr lang="zh-TW" altLang="en-US" dirty="0"/>
          </a:p>
          <a:p>
            <a:pPr>
              <a:lnSpc>
                <a:spcPct val="150000"/>
              </a:lnSpc>
            </a:pPr>
            <a:r>
              <a:rPr lang="zh-TW" altLang="en-US" dirty="0"/>
              <a:t>bitcoin OR btc OR crypto min_replies:3 min_retweets:10 min_faves:30</a:t>
            </a:r>
          </a:p>
          <a:p>
            <a:r>
              <a:rPr lang="zh-TW" altLang="en-US" dirty="0"/>
              <a:t>  "includeSearchTerms": false,</a:t>
            </a:r>
          </a:p>
          <a:p>
            <a:r>
              <a:rPr lang="zh-TW" altLang="en-US" dirty="0"/>
              <a:t>  "onlyImage": false,</a:t>
            </a:r>
          </a:p>
          <a:p>
            <a:r>
              <a:rPr lang="zh-TW" altLang="en-US" dirty="0"/>
              <a:t>  "onlyQuote": false,</a:t>
            </a:r>
          </a:p>
          <a:p>
            <a:r>
              <a:rPr lang="zh-TW" altLang="en-US" dirty="0"/>
              <a:t>  "onlyTwitterBlue": false,</a:t>
            </a:r>
          </a:p>
          <a:p>
            <a:r>
              <a:rPr lang="zh-TW" altLang="en-US" dirty="0"/>
              <a:t>  "onlyVerifiedUsers": false,</a:t>
            </a:r>
          </a:p>
          <a:p>
            <a:r>
              <a:rPr lang="zh-TW" altLang="en-US" dirty="0"/>
              <a:t>  "onlyVideo": false,</a:t>
            </a:r>
          </a:p>
          <a:p>
            <a:r>
              <a:rPr lang="zh-TW" altLang="en-US" dirty="0"/>
              <a:t>    "sort": "Top",</a:t>
            </a:r>
          </a:p>
          <a:p>
            <a:r>
              <a:rPr lang="zh-TW" altLang="en-US" dirty="0"/>
              <a:t>  "tweetLanguage": "en"</a:t>
            </a:r>
          </a:p>
          <a:p>
            <a:endParaRPr lang="zh-TW" altLang="en-US" dirty="0"/>
          </a:p>
          <a:p>
            <a:r>
              <a:rPr lang="zh-TW" altLang="en-US" b="1" dirty="0">
                <a:solidFill>
                  <a:schemeClr val="accent1"/>
                </a:solidFill>
              </a:rPr>
              <a:t>▸ 時間範圍：</a:t>
            </a:r>
            <a:r>
              <a:rPr lang="zh-TW" altLang="en-US" dirty="0"/>
              <a:t>2020-01-01 — 2024-12-31</a:t>
            </a:r>
          </a:p>
          <a:p>
            <a:endParaRPr lang="zh-TW" altLang="en-US" dirty="0"/>
          </a:p>
        </p:txBody>
      </p:sp>
    </p:spTree>
    <p:extLst>
      <p:ext uri="{BB962C8B-B14F-4D97-AF65-F5344CB8AC3E}">
        <p14:creationId xmlns:p14="http://schemas.microsoft.com/office/powerpoint/2010/main" val="325107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856"/>
                                        </p:tgtEl>
                                        <p:attrNameLst>
                                          <p:attrName>style.visibility</p:attrName>
                                        </p:attrNameLst>
                                      </p:cBhvr>
                                      <p:to>
                                        <p:strVal val="visible"/>
                                      </p:to>
                                    </p:set>
                                    <p:anim calcmode="lin" valueType="num">
                                      <p:cBhvr additive="base">
                                        <p:cTn id="7" dur="1000"/>
                                        <p:tgtEl>
                                          <p:spTgt spid="856"/>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857"/>
                                        </p:tgtEl>
                                        <p:attrNameLst>
                                          <p:attrName>style.visibility</p:attrName>
                                        </p:attrNameLst>
                                      </p:cBhvr>
                                      <p:to>
                                        <p:strVal val="visible"/>
                                      </p:to>
                                    </p:set>
                                    <p:anim calcmode="lin" valueType="num">
                                      <p:cBhvr additive="base">
                                        <p:cTn id="10" dur="1000"/>
                                        <p:tgtEl>
                                          <p:spTgt spid="857"/>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858"/>
                                        </p:tgtEl>
                                        <p:attrNameLst>
                                          <p:attrName>style.visibility</p:attrName>
                                        </p:attrNameLst>
                                      </p:cBhvr>
                                      <p:to>
                                        <p:strVal val="visible"/>
                                      </p:to>
                                    </p:set>
                                    <p:anim calcmode="lin" valueType="num">
                                      <p:cBhvr additive="base">
                                        <p:cTn id="13" dur="1000"/>
                                        <p:tgtEl>
                                          <p:spTgt spid="858"/>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55">
          <a:extLst>
            <a:ext uri="{FF2B5EF4-FFF2-40B4-BE49-F238E27FC236}">
              <a16:creationId xmlns:a16="http://schemas.microsoft.com/office/drawing/2014/main" id="{80F75B31-7D31-A4CC-C94B-2069CBB04CF5}"/>
            </a:ext>
          </a:extLst>
        </p:cNvPr>
        <p:cNvGrpSpPr/>
        <p:nvPr/>
      </p:nvGrpSpPr>
      <p:grpSpPr>
        <a:xfrm>
          <a:off x="0" y="0"/>
          <a:ext cx="0" cy="0"/>
          <a:chOff x="0" y="0"/>
          <a:chExt cx="0" cy="0"/>
        </a:xfrm>
      </p:grpSpPr>
      <p:pic>
        <p:nvPicPr>
          <p:cNvPr id="856" name="Google Shape;856;p72">
            <a:extLst>
              <a:ext uri="{FF2B5EF4-FFF2-40B4-BE49-F238E27FC236}">
                <a16:creationId xmlns:a16="http://schemas.microsoft.com/office/drawing/2014/main" id="{7E72968A-7E45-DC50-C0AD-2F65C6E9CBA4}"/>
              </a:ext>
            </a:extLst>
          </p:cNvPr>
          <p:cNvPicPr preferRelativeResize="0"/>
          <p:nvPr/>
        </p:nvPicPr>
        <p:blipFill rotWithShape="1">
          <a:blip r:embed="rId3">
            <a:alphaModFix/>
          </a:blip>
          <a:srcRect l="7340" r="4538" b="19768"/>
          <a:stretch/>
        </p:blipFill>
        <p:spPr>
          <a:xfrm rot="-9333501">
            <a:off x="7264209" y="-954035"/>
            <a:ext cx="3431409" cy="2367399"/>
          </a:xfrm>
          <a:prstGeom prst="rect">
            <a:avLst/>
          </a:prstGeom>
          <a:noFill/>
          <a:ln>
            <a:noFill/>
          </a:ln>
        </p:spPr>
      </p:pic>
      <p:pic>
        <p:nvPicPr>
          <p:cNvPr id="857" name="Google Shape;857;p72">
            <a:extLst>
              <a:ext uri="{FF2B5EF4-FFF2-40B4-BE49-F238E27FC236}">
                <a16:creationId xmlns:a16="http://schemas.microsoft.com/office/drawing/2014/main" id="{721F2969-4DF2-35A6-9E99-9C672CEF6646}"/>
              </a:ext>
            </a:extLst>
          </p:cNvPr>
          <p:cNvPicPr preferRelativeResize="0"/>
          <p:nvPr/>
        </p:nvPicPr>
        <p:blipFill rotWithShape="1">
          <a:blip r:embed="rId3">
            <a:alphaModFix/>
          </a:blip>
          <a:srcRect l="7340" r="4538" b="19768"/>
          <a:stretch/>
        </p:blipFill>
        <p:spPr>
          <a:xfrm rot="8099935">
            <a:off x="7262645" y="3420292"/>
            <a:ext cx="3431410" cy="2367397"/>
          </a:xfrm>
          <a:prstGeom prst="rect">
            <a:avLst/>
          </a:prstGeom>
          <a:noFill/>
          <a:ln>
            <a:noFill/>
          </a:ln>
        </p:spPr>
      </p:pic>
      <p:pic>
        <p:nvPicPr>
          <p:cNvPr id="858" name="Google Shape;858;p72">
            <a:extLst>
              <a:ext uri="{FF2B5EF4-FFF2-40B4-BE49-F238E27FC236}">
                <a16:creationId xmlns:a16="http://schemas.microsoft.com/office/drawing/2014/main" id="{5EC6EB73-0C9D-1655-6037-56E39AF717B4}"/>
              </a:ext>
            </a:extLst>
          </p:cNvPr>
          <p:cNvPicPr preferRelativeResize="0"/>
          <p:nvPr/>
        </p:nvPicPr>
        <p:blipFill rotWithShape="1">
          <a:blip r:embed="rId3">
            <a:alphaModFix/>
          </a:blip>
          <a:srcRect l="7340" r="4538" b="19768"/>
          <a:stretch/>
        </p:blipFill>
        <p:spPr>
          <a:xfrm rot="-6259102">
            <a:off x="-3286999" y="1736870"/>
            <a:ext cx="5744551" cy="3963235"/>
          </a:xfrm>
          <a:prstGeom prst="rect">
            <a:avLst/>
          </a:prstGeom>
          <a:noFill/>
          <a:ln>
            <a:noFill/>
          </a:ln>
        </p:spPr>
      </p:pic>
      <p:sp>
        <p:nvSpPr>
          <p:cNvPr id="863" name="Google Shape;863;p72">
            <a:extLst>
              <a:ext uri="{FF2B5EF4-FFF2-40B4-BE49-F238E27FC236}">
                <a16:creationId xmlns:a16="http://schemas.microsoft.com/office/drawing/2014/main" id="{7038E339-F90A-4E8B-B7F8-335C10105341}"/>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資料來源概覽</a:t>
            </a:r>
            <a:endParaRPr b="1" dirty="0">
              <a:latin typeface="Microsoft JhengHei" panose="020B0604030504040204" pitchFamily="34" charset="-120"/>
              <a:ea typeface="Microsoft JhengHei" panose="020B0604030504040204" pitchFamily="34" charset="-120"/>
            </a:endParaRPr>
          </a:p>
        </p:txBody>
      </p:sp>
      <p:sp>
        <p:nvSpPr>
          <p:cNvPr id="3" name="文字方塊 2">
            <a:extLst>
              <a:ext uri="{FF2B5EF4-FFF2-40B4-BE49-F238E27FC236}">
                <a16:creationId xmlns:a16="http://schemas.microsoft.com/office/drawing/2014/main" id="{53792DD8-AA78-4B04-57C0-243C10AFD0B1}"/>
              </a:ext>
            </a:extLst>
          </p:cNvPr>
          <p:cNvSpPr txBox="1"/>
          <p:nvPr/>
        </p:nvSpPr>
        <p:spPr>
          <a:xfrm>
            <a:off x="3253154" y="2221468"/>
            <a:ext cx="7045568" cy="738664"/>
          </a:xfrm>
          <a:prstGeom prst="rect">
            <a:avLst/>
          </a:prstGeom>
          <a:noFill/>
        </p:spPr>
        <p:txBody>
          <a:bodyPr wrap="square">
            <a:spAutoFit/>
          </a:bodyPr>
          <a:lstStyle/>
          <a:p>
            <a:r>
              <a:rPr lang="zh-TW" altLang="en-US" dirty="0"/>
              <a:t>介紹ngix server</a:t>
            </a:r>
          </a:p>
          <a:p>
            <a:endParaRPr lang="zh-TW" altLang="en-US" dirty="0"/>
          </a:p>
          <a:p>
            <a:r>
              <a:rPr lang="zh-TW" altLang="en-US" dirty="0"/>
              <a:t>{補圖}</a:t>
            </a:r>
          </a:p>
        </p:txBody>
      </p:sp>
    </p:spTree>
    <p:extLst>
      <p:ext uri="{BB962C8B-B14F-4D97-AF65-F5344CB8AC3E}">
        <p14:creationId xmlns:p14="http://schemas.microsoft.com/office/powerpoint/2010/main" val="3026625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856"/>
                                        </p:tgtEl>
                                        <p:attrNameLst>
                                          <p:attrName>style.visibility</p:attrName>
                                        </p:attrNameLst>
                                      </p:cBhvr>
                                      <p:to>
                                        <p:strVal val="visible"/>
                                      </p:to>
                                    </p:set>
                                    <p:anim calcmode="lin" valueType="num">
                                      <p:cBhvr additive="base">
                                        <p:cTn id="7" dur="1000"/>
                                        <p:tgtEl>
                                          <p:spTgt spid="856"/>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857"/>
                                        </p:tgtEl>
                                        <p:attrNameLst>
                                          <p:attrName>style.visibility</p:attrName>
                                        </p:attrNameLst>
                                      </p:cBhvr>
                                      <p:to>
                                        <p:strVal val="visible"/>
                                      </p:to>
                                    </p:set>
                                    <p:anim calcmode="lin" valueType="num">
                                      <p:cBhvr additive="base">
                                        <p:cTn id="10" dur="1000"/>
                                        <p:tgtEl>
                                          <p:spTgt spid="857"/>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858"/>
                                        </p:tgtEl>
                                        <p:attrNameLst>
                                          <p:attrName>style.visibility</p:attrName>
                                        </p:attrNameLst>
                                      </p:cBhvr>
                                      <p:to>
                                        <p:strVal val="visible"/>
                                      </p:to>
                                    </p:set>
                                    <p:anim calcmode="lin" valueType="num">
                                      <p:cBhvr additive="base">
                                        <p:cTn id="13" dur="1000"/>
                                        <p:tgtEl>
                                          <p:spTgt spid="858"/>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93">
          <a:extLst>
            <a:ext uri="{FF2B5EF4-FFF2-40B4-BE49-F238E27FC236}">
              <a16:creationId xmlns:a16="http://schemas.microsoft.com/office/drawing/2014/main" id="{D63F7B59-F869-77B0-F760-47816675964C}"/>
            </a:ext>
          </a:extLst>
        </p:cNvPr>
        <p:cNvGrpSpPr/>
        <p:nvPr/>
      </p:nvGrpSpPr>
      <p:grpSpPr>
        <a:xfrm>
          <a:off x="0" y="0"/>
          <a:ext cx="0" cy="0"/>
          <a:chOff x="0" y="0"/>
          <a:chExt cx="0" cy="0"/>
        </a:xfrm>
      </p:grpSpPr>
      <p:sp>
        <p:nvSpPr>
          <p:cNvPr id="798" name="Google Shape;798;p70">
            <a:extLst>
              <a:ext uri="{FF2B5EF4-FFF2-40B4-BE49-F238E27FC236}">
                <a16:creationId xmlns:a16="http://schemas.microsoft.com/office/drawing/2014/main" id="{D6261875-D44A-31ED-E4AC-B04733C2531C}"/>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抓取與 </a:t>
            </a:r>
            <a:r>
              <a:rPr lang="en-US" b="1" dirty="0">
                <a:latin typeface="Microsoft JhengHei" panose="020B0604030504040204" pitchFamily="34" charset="-120"/>
                <a:ea typeface="Microsoft JhengHei" panose="020B0604030504040204" pitchFamily="34" charset="-120"/>
              </a:rPr>
              <a:t>ETL Pipeline</a:t>
            </a:r>
            <a:endParaRPr b="1" dirty="0">
              <a:latin typeface="Microsoft JhengHei" panose="020B0604030504040204" pitchFamily="34" charset="-120"/>
              <a:ea typeface="Microsoft JhengHei" panose="020B0604030504040204" pitchFamily="34" charset="-120"/>
            </a:endParaRPr>
          </a:p>
        </p:txBody>
      </p:sp>
      <p:sp>
        <p:nvSpPr>
          <p:cNvPr id="11" name="文字方塊 10">
            <a:extLst>
              <a:ext uri="{FF2B5EF4-FFF2-40B4-BE49-F238E27FC236}">
                <a16:creationId xmlns:a16="http://schemas.microsoft.com/office/drawing/2014/main" id="{DB3D923C-F775-91D8-3EA9-F823E164B965}"/>
              </a:ext>
            </a:extLst>
          </p:cNvPr>
          <p:cNvSpPr txBox="1"/>
          <p:nvPr/>
        </p:nvSpPr>
        <p:spPr>
          <a:xfrm>
            <a:off x="2036885" y="2060212"/>
            <a:ext cx="6160476" cy="1600438"/>
          </a:xfrm>
          <a:prstGeom prst="rect">
            <a:avLst/>
          </a:prstGeom>
          <a:noFill/>
        </p:spPr>
        <p:txBody>
          <a:bodyPr wrap="square">
            <a:spAutoFit/>
          </a:bodyPr>
          <a:lstStyle/>
          <a:p>
            <a:r>
              <a:rPr lang="zh-TW" altLang="en-US" dirty="0"/>
              <a:t>▸ Scraper → RAW JSON (≈ 3.2 M)</a:t>
            </a:r>
          </a:p>
          <a:p>
            <a:endParaRPr lang="zh-TW" altLang="en-US" dirty="0"/>
          </a:p>
          <a:p>
            <a:r>
              <a:rPr lang="zh-TW" altLang="en-US" dirty="0"/>
              <a:t>▸ 清洗：URL/@/RT/Emoji 處理、Hashtag 正規化</a:t>
            </a:r>
          </a:p>
          <a:p>
            <a:endParaRPr lang="zh-TW" altLang="en-US" dirty="0"/>
          </a:p>
          <a:p>
            <a:r>
              <a:rPr lang="zh-TW" altLang="en-US" dirty="0"/>
              <a:t>▸ Tokenize・Lowercase・Lemma・Stopword + Crypto 自訂字典</a:t>
            </a:r>
          </a:p>
          <a:p>
            <a:endParaRPr lang="zh-TW" altLang="en-US" dirty="0"/>
          </a:p>
          <a:p>
            <a:r>
              <a:rPr lang="zh-TW" altLang="en-US" dirty="0"/>
              <a:t>**視覺**：流程圖（左抓取→右特徵矩陣）。</a:t>
            </a:r>
          </a:p>
        </p:txBody>
      </p:sp>
    </p:spTree>
    <p:extLst>
      <p:ext uri="{BB962C8B-B14F-4D97-AF65-F5344CB8AC3E}">
        <p14:creationId xmlns:p14="http://schemas.microsoft.com/office/powerpoint/2010/main" val="335113876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202">
          <a:extLst>
            <a:ext uri="{FF2B5EF4-FFF2-40B4-BE49-F238E27FC236}">
              <a16:creationId xmlns:a16="http://schemas.microsoft.com/office/drawing/2014/main" id="{9DA42B86-416E-D0D7-2E34-D01BA2D38CEC}"/>
            </a:ext>
          </a:extLst>
        </p:cNvPr>
        <p:cNvGrpSpPr/>
        <p:nvPr/>
      </p:nvGrpSpPr>
      <p:grpSpPr>
        <a:xfrm>
          <a:off x="0" y="0"/>
          <a:ext cx="0" cy="0"/>
          <a:chOff x="0" y="0"/>
          <a:chExt cx="0" cy="0"/>
        </a:xfrm>
      </p:grpSpPr>
      <p:pic>
        <p:nvPicPr>
          <p:cNvPr id="1203" name="Google Shape;1203;p85">
            <a:extLst>
              <a:ext uri="{FF2B5EF4-FFF2-40B4-BE49-F238E27FC236}">
                <a16:creationId xmlns:a16="http://schemas.microsoft.com/office/drawing/2014/main" id="{E46F2DA1-1740-7E92-3287-A6EF47274A0E}"/>
              </a:ext>
            </a:extLst>
          </p:cNvPr>
          <p:cNvPicPr preferRelativeResize="0"/>
          <p:nvPr/>
        </p:nvPicPr>
        <p:blipFill>
          <a:blip r:embed="rId3">
            <a:alphaModFix/>
          </a:blip>
          <a:stretch>
            <a:fillRect/>
          </a:stretch>
        </p:blipFill>
        <p:spPr>
          <a:xfrm rot="-8502208">
            <a:off x="7413836" y="184545"/>
            <a:ext cx="3048323" cy="2309978"/>
          </a:xfrm>
          <a:prstGeom prst="rect">
            <a:avLst/>
          </a:prstGeom>
          <a:noFill/>
          <a:ln>
            <a:noFill/>
          </a:ln>
        </p:spPr>
      </p:pic>
      <p:pic>
        <p:nvPicPr>
          <p:cNvPr id="1241" name="Google Shape;1241;p85">
            <a:extLst>
              <a:ext uri="{FF2B5EF4-FFF2-40B4-BE49-F238E27FC236}">
                <a16:creationId xmlns:a16="http://schemas.microsoft.com/office/drawing/2014/main" id="{BDD0152B-80AC-F692-3293-E3C968877827}"/>
              </a:ext>
            </a:extLst>
          </p:cNvPr>
          <p:cNvPicPr preferRelativeResize="0"/>
          <p:nvPr/>
        </p:nvPicPr>
        <p:blipFill rotWithShape="1">
          <a:blip r:embed="rId4">
            <a:alphaModFix/>
          </a:blip>
          <a:srcRect l="7340" r="4538" b="19768"/>
          <a:stretch/>
        </p:blipFill>
        <p:spPr>
          <a:xfrm rot="-2319082">
            <a:off x="-942465" y="-764591"/>
            <a:ext cx="2940004" cy="2028357"/>
          </a:xfrm>
          <a:prstGeom prst="rect">
            <a:avLst/>
          </a:prstGeom>
          <a:noFill/>
          <a:ln>
            <a:noFill/>
          </a:ln>
        </p:spPr>
      </p:pic>
      <p:pic>
        <p:nvPicPr>
          <p:cNvPr id="1242" name="Google Shape;1242;p85">
            <a:extLst>
              <a:ext uri="{FF2B5EF4-FFF2-40B4-BE49-F238E27FC236}">
                <a16:creationId xmlns:a16="http://schemas.microsoft.com/office/drawing/2014/main" id="{A169E646-7644-0BC1-CE5F-1EA1F21FB06E}"/>
              </a:ext>
            </a:extLst>
          </p:cNvPr>
          <p:cNvPicPr preferRelativeResize="0"/>
          <p:nvPr/>
        </p:nvPicPr>
        <p:blipFill rotWithShape="1">
          <a:blip r:embed="rId4">
            <a:alphaModFix/>
          </a:blip>
          <a:srcRect l="7340" r="4538" b="19768"/>
          <a:stretch/>
        </p:blipFill>
        <p:spPr>
          <a:xfrm rot="-8999957">
            <a:off x="-756776" y="4367046"/>
            <a:ext cx="2940004" cy="2028356"/>
          </a:xfrm>
          <a:prstGeom prst="rect">
            <a:avLst/>
          </a:prstGeom>
          <a:noFill/>
          <a:ln>
            <a:noFill/>
          </a:ln>
        </p:spPr>
      </p:pic>
      <p:sp>
        <p:nvSpPr>
          <p:cNvPr id="28" name="Google Shape;798;p70">
            <a:extLst>
              <a:ext uri="{FF2B5EF4-FFF2-40B4-BE49-F238E27FC236}">
                <a16:creationId xmlns:a16="http://schemas.microsoft.com/office/drawing/2014/main" id="{8967B5E1-3054-E8B4-1AFC-922CD3F7946C}"/>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lgn="ctr"/>
            <a:r>
              <a:rPr lang="zh-TW" altLang="en-US" b="1" dirty="0">
                <a:latin typeface="Microsoft JhengHei" panose="020B0604030504040204" pitchFamily="34" charset="-120"/>
                <a:ea typeface="Microsoft JhengHei" panose="020B0604030504040204" pitchFamily="34" charset="-120"/>
              </a:rPr>
              <a:t>情緒模型三方比較</a:t>
            </a:r>
            <a:endParaRPr b="1" dirty="0">
              <a:latin typeface="Microsoft JhengHei" panose="020B0604030504040204" pitchFamily="34" charset="-120"/>
              <a:ea typeface="Microsoft JhengHei" panose="020B0604030504040204" pitchFamily="34" charset="-120"/>
            </a:endParaRPr>
          </a:p>
        </p:txBody>
      </p:sp>
      <p:sp>
        <p:nvSpPr>
          <p:cNvPr id="30" name="文字方塊 29">
            <a:extLst>
              <a:ext uri="{FF2B5EF4-FFF2-40B4-BE49-F238E27FC236}">
                <a16:creationId xmlns:a16="http://schemas.microsoft.com/office/drawing/2014/main" id="{29D6721F-789A-096C-FC8A-55CEAA07E116}"/>
              </a:ext>
            </a:extLst>
          </p:cNvPr>
          <p:cNvSpPr txBox="1"/>
          <p:nvPr/>
        </p:nvSpPr>
        <p:spPr>
          <a:xfrm>
            <a:off x="1831731" y="1708519"/>
            <a:ext cx="6054968" cy="1600438"/>
          </a:xfrm>
          <a:prstGeom prst="rect">
            <a:avLst/>
          </a:prstGeom>
          <a:noFill/>
        </p:spPr>
        <p:txBody>
          <a:bodyPr wrap="square">
            <a:spAutoFit/>
          </a:bodyPr>
          <a:lstStyle/>
          <a:p>
            <a:r>
              <a:rPr lang="zh-TW" altLang="en-US" dirty="0"/>
              <a:t>▸ FinBERT／CryptoBERT／RoBERTa</a:t>
            </a:r>
          </a:p>
          <a:p>
            <a:endParaRPr lang="zh-TW" altLang="en-US" dirty="0"/>
          </a:p>
          <a:p>
            <a:r>
              <a:rPr lang="zh-TW" altLang="en-US" dirty="0"/>
              <a:t>▸ 結果 (圖表縮圖)：FinBERT 中性 88%, CryptoBERT 正向 59% …</a:t>
            </a:r>
          </a:p>
          <a:p>
            <a:endParaRPr lang="zh-TW" altLang="en-US" dirty="0"/>
          </a:p>
          <a:p>
            <a:r>
              <a:rPr lang="zh-TW" altLang="en-US" dirty="0"/>
              <a:t>▸ 一致性僅 23%，LLM (Sub-prompt)  &gt; 傳統 BERT</a:t>
            </a:r>
          </a:p>
          <a:p>
            <a:endParaRPr lang="zh-TW" altLang="en-US" dirty="0"/>
          </a:p>
          <a:p>
            <a:r>
              <a:rPr lang="zh-TW" altLang="en-US" dirty="0"/>
              <a:t>**Notes**：解釋為何改用自家 pipeline；秀三檔一致/衝突表格。</a:t>
            </a:r>
          </a:p>
        </p:txBody>
      </p:sp>
    </p:spTree>
    <p:extLst>
      <p:ext uri="{BB962C8B-B14F-4D97-AF65-F5344CB8AC3E}">
        <p14:creationId xmlns:p14="http://schemas.microsoft.com/office/powerpoint/2010/main" val="14799578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203"/>
                                        </p:tgtEl>
                                        <p:attrNameLst>
                                          <p:attrName>style.visibility</p:attrName>
                                        </p:attrNameLst>
                                      </p:cBhvr>
                                      <p:to>
                                        <p:strVal val="visible"/>
                                      </p:to>
                                    </p:set>
                                    <p:anim calcmode="lin" valueType="num">
                                      <p:cBhvr additive="base">
                                        <p:cTn id="7" dur="1000"/>
                                        <p:tgtEl>
                                          <p:spTgt spid="1203"/>
                                        </p:tgtEl>
                                        <p:attrNameLst>
                                          <p:attrName>ppt_x</p:attrName>
                                        </p:attrNameLst>
                                      </p:cBhvr>
                                      <p:tavLst>
                                        <p:tav tm="0">
                                          <p:val>
                                            <p:strVal val="#ppt_x+1"/>
                                          </p:val>
                                        </p:tav>
                                        <p:tav tm="100000">
                                          <p:val>
                                            <p:strVal val="#ppt_x"/>
                                          </p:val>
                                        </p:tav>
                                      </p:tavLst>
                                    </p:anim>
                                  </p:childTnLst>
                                </p:cTn>
                              </p:par>
                              <p:par>
                                <p:cTn id="8" presetID="2" presetClass="entr" presetSubtype="1" fill="hold" nodeType="withEffect">
                                  <p:stCondLst>
                                    <p:cond delay="0"/>
                                  </p:stCondLst>
                                  <p:childTnLst>
                                    <p:set>
                                      <p:cBhvr>
                                        <p:cTn id="9" dur="1" fill="hold">
                                          <p:stCondLst>
                                            <p:cond delay="0"/>
                                          </p:stCondLst>
                                        </p:cTn>
                                        <p:tgtEl>
                                          <p:spTgt spid="1241"/>
                                        </p:tgtEl>
                                        <p:attrNameLst>
                                          <p:attrName>style.visibility</p:attrName>
                                        </p:attrNameLst>
                                      </p:cBhvr>
                                      <p:to>
                                        <p:strVal val="visible"/>
                                      </p:to>
                                    </p:set>
                                    <p:anim calcmode="lin" valueType="num">
                                      <p:cBhvr additive="base">
                                        <p:cTn id="10" dur="1000"/>
                                        <p:tgtEl>
                                          <p:spTgt spid="1241"/>
                                        </p:tgtEl>
                                        <p:attrNameLst>
                                          <p:attrName>ppt_y</p:attrName>
                                        </p:attrNameLst>
                                      </p:cBhvr>
                                      <p:tavLst>
                                        <p:tav tm="0">
                                          <p:val>
                                            <p:strVal val="#ppt_y-1"/>
                                          </p:val>
                                        </p:tav>
                                        <p:tav tm="100000">
                                          <p:val>
                                            <p:strVal val="#ppt_y"/>
                                          </p:val>
                                        </p:tav>
                                      </p:tavLst>
                                    </p:anim>
                                  </p:childTnLst>
                                </p:cTn>
                              </p:par>
                              <p:par>
                                <p:cTn id="11" presetID="2" presetClass="entr" presetSubtype="4" fill="hold" nodeType="withEffect">
                                  <p:stCondLst>
                                    <p:cond delay="0"/>
                                  </p:stCondLst>
                                  <p:childTnLst>
                                    <p:set>
                                      <p:cBhvr>
                                        <p:cTn id="12" dur="1" fill="hold">
                                          <p:stCondLst>
                                            <p:cond delay="0"/>
                                          </p:stCondLst>
                                        </p:cTn>
                                        <p:tgtEl>
                                          <p:spTgt spid="1242"/>
                                        </p:tgtEl>
                                        <p:attrNameLst>
                                          <p:attrName>style.visibility</p:attrName>
                                        </p:attrNameLst>
                                      </p:cBhvr>
                                      <p:to>
                                        <p:strVal val="visible"/>
                                      </p:to>
                                    </p:set>
                                    <p:anim calcmode="lin" valueType="num">
                                      <p:cBhvr additive="base">
                                        <p:cTn id="13" dur="1000"/>
                                        <p:tgtEl>
                                          <p:spTgt spid="12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921">
          <a:extLst>
            <a:ext uri="{FF2B5EF4-FFF2-40B4-BE49-F238E27FC236}">
              <a16:creationId xmlns:a16="http://schemas.microsoft.com/office/drawing/2014/main" id="{F3918815-96C8-9CEF-85AE-CFABE318CAC6}"/>
            </a:ext>
          </a:extLst>
        </p:cNvPr>
        <p:cNvGrpSpPr/>
        <p:nvPr/>
      </p:nvGrpSpPr>
      <p:grpSpPr>
        <a:xfrm>
          <a:off x="0" y="0"/>
          <a:ext cx="0" cy="0"/>
          <a:chOff x="0" y="0"/>
          <a:chExt cx="0" cy="0"/>
        </a:xfrm>
      </p:grpSpPr>
      <p:pic>
        <p:nvPicPr>
          <p:cNvPr id="922" name="Google Shape;922;p74">
            <a:extLst>
              <a:ext uri="{FF2B5EF4-FFF2-40B4-BE49-F238E27FC236}">
                <a16:creationId xmlns:a16="http://schemas.microsoft.com/office/drawing/2014/main" id="{3ED53563-C88E-B72F-3BA0-8A3E6EEBBFDD}"/>
              </a:ext>
            </a:extLst>
          </p:cNvPr>
          <p:cNvPicPr preferRelativeResize="0"/>
          <p:nvPr/>
        </p:nvPicPr>
        <p:blipFill rotWithShape="1">
          <a:blip r:embed="rId3">
            <a:alphaModFix/>
          </a:blip>
          <a:srcRect l="7340" r="4538" b="19768"/>
          <a:stretch/>
        </p:blipFill>
        <p:spPr>
          <a:xfrm rot="-4473003">
            <a:off x="-2057542" y="-130732"/>
            <a:ext cx="3431406" cy="2367394"/>
          </a:xfrm>
          <a:prstGeom prst="rect">
            <a:avLst/>
          </a:prstGeom>
          <a:noFill/>
          <a:ln>
            <a:noFill/>
          </a:ln>
        </p:spPr>
      </p:pic>
      <p:pic>
        <p:nvPicPr>
          <p:cNvPr id="923" name="Google Shape;923;p74">
            <a:extLst>
              <a:ext uri="{FF2B5EF4-FFF2-40B4-BE49-F238E27FC236}">
                <a16:creationId xmlns:a16="http://schemas.microsoft.com/office/drawing/2014/main" id="{A2AA3E18-E70A-4461-C589-79F9FAABCC9C}"/>
              </a:ext>
            </a:extLst>
          </p:cNvPr>
          <p:cNvPicPr preferRelativeResize="0"/>
          <p:nvPr/>
        </p:nvPicPr>
        <p:blipFill rotWithShape="1">
          <a:blip r:embed="rId3">
            <a:alphaModFix/>
          </a:blip>
          <a:srcRect l="7340" r="4538" b="19768"/>
          <a:stretch/>
        </p:blipFill>
        <p:spPr>
          <a:xfrm rot="8099935">
            <a:off x="6999120" y="3643905"/>
            <a:ext cx="3431410" cy="2367397"/>
          </a:xfrm>
          <a:prstGeom prst="rect">
            <a:avLst/>
          </a:prstGeom>
          <a:noFill/>
          <a:ln>
            <a:noFill/>
          </a:ln>
        </p:spPr>
      </p:pic>
      <p:sp>
        <p:nvSpPr>
          <p:cNvPr id="924" name="Google Shape;924;p74">
            <a:extLst>
              <a:ext uri="{FF2B5EF4-FFF2-40B4-BE49-F238E27FC236}">
                <a16:creationId xmlns:a16="http://schemas.microsoft.com/office/drawing/2014/main" id="{3B930921-19F4-ECEA-4F30-50895705156F}"/>
              </a:ext>
            </a:extLst>
          </p:cNvPr>
          <p:cNvSpPr/>
          <p:nvPr/>
        </p:nvSpPr>
        <p:spPr>
          <a:xfrm rot="10800000">
            <a:off x="7513188" y="-3212207"/>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74">
            <a:extLst>
              <a:ext uri="{FF2B5EF4-FFF2-40B4-BE49-F238E27FC236}">
                <a16:creationId xmlns:a16="http://schemas.microsoft.com/office/drawing/2014/main" id="{42BF100C-E4CC-80CC-0C73-EE248886751D}"/>
              </a:ext>
            </a:extLst>
          </p:cNvPr>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驗證：情緒一致性統計</a:t>
            </a:r>
            <a:endParaRPr b="1" dirty="0">
              <a:latin typeface="Microsoft JhengHei" panose="020B0604030504040204" pitchFamily="34" charset="-120"/>
              <a:ea typeface="Microsoft JhengHei" panose="020B0604030504040204" pitchFamily="34" charset="-120"/>
            </a:endParaRPr>
          </a:p>
        </p:txBody>
      </p:sp>
      <p:pic>
        <p:nvPicPr>
          <p:cNvPr id="934" name="Google Shape;934;p74">
            <a:extLst>
              <a:ext uri="{FF2B5EF4-FFF2-40B4-BE49-F238E27FC236}">
                <a16:creationId xmlns:a16="http://schemas.microsoft.com/office/drawing/2014/main" id="{2A858E4B-301B-ECE2-BE7C-B2244361AD4A}"/>
              </a:ext>
            </a:extLst>
          </p:cNvPr>
          <p:cNvPicPr preferRelativeResize="0"/>
          <p:nvPr/>
        </p:nvPicPr>
        <p:blipFill rotWithShape="1">
          <a:blip r:embed="rId3">
            <a:alphaModFix/>
          </a:blip>
          <a:srcRect l="7340" r="4538" b="19768"/>
          <a:stretch/>
        </p:blipFill>
        <p:spPr>
          <a:xfrm rot="-8416504">
            <a:off x="-314702" y="4366026"/>
            <a:ext cx="1302258" cy="898454"/>
          </a:xfrm>
          <a:prstGeom prst="rect">
            <a:avLst/>
          </a:prstGeom>
          <a:noFill/>
          <a:ln>
            <a:noFill/>
          </a:ln>
        </p:spPr>
      </p:pic>
      <p:pic>
        <p:nvPicPr>
          <p:cNvPr id="945" name="Google Shape;945;p74">
            <a:extLst>
              <a:ext uri="{FF2B5EF4-FFF2-40B4-BE49-F238E27FC236}">
                <a16:creationId xmlns:a16="http://schemas.microsoft.com/office/drawing/2014/main" id="{6ECC2464-F3D0-EAF9-496A-54421E5EB518}"/>
              </a:ext>
            </a:extLst>
          </p:cNvPr>
          <p:cNvPicPr preferRelativeResize="0"/>
          <p:nvPr/>
        </p:nvPicPr>
        <p:blipFill>
          <a:blip r:embed="rId4">
            <a:alphaModFix/>
          </a:blip>
          <a:stretch>
            <a:fillRect/>
          </a:stretch>
        </p:blipFill>
        <p:spPr>
          <a:xfrm rot="-2845445">
            <a:off x="147321" y="962760"/>
            <a:ext cx="512555" cy="388415"/>
          </a:xfrm>
          <a:prstGeom prst="rect">
            <a:avLst/>
          </a:prstGeom>
          <a:noFill/>
          <a:ln>
            <a:noFill/>
          </a:ln>
        </p:spPr>
      </p:pic>
      <p:sp>
        <p:nvSpPr>
          <p:cNvPr id="15" name="文字方塊 14">
            <a:extLst>
              <a:ext uri="{FF2B5EF4-FFF2-40B4-BE49-F238E27FC236}">
                <a16:creationId xmlns:a16="http://schemas.microsoft.com/office/drawing/2014/main" id="{F1FCE6BA-7AFA-0D94-32CA-1ECC7283A9ED}"/>
              </a:ext>
            </a:extLst>
          </p:cNvPr>
          <p:cNvSpPr txBox="1"/>
          <p:nvPr/>
        </p:nvSpPr>
        <p:spPr>
          <a:xfrm>
            <a:off x="2218593" y="1960565"/>
            <a:ext cx="7016260" cy="1600438"/>
          </a:xfrm>
          <a:prstGeom prst="rect">
            <a:avLst/>
          </a:prstGeom>
          <a:noFill/>
        </p:spPr>
        <p:txBody>
          <a:bodyPr wrap="square">
            <a:spAutoFit/>
          </a:bodyPr>
          <a:lstStyle/>
          <a:p>
            <a:r>
              <a:rPr lang="zh-TW" altLang="en-US" dirty="0"/>
              <a:t>▸ 完全一致 22.9 %／完全不同 7.0 %</a:t>
            </a:r>
          </a:p>
          <a:p>
            <a:endParaRPr lang="zh-TW" altLang="en-US" dirty="0"/>
          </a:p>
          <a:p>
            <a:r>
              <a:rPr lang="zh-TW" altLang="en-US" dirty="0"/>
              <a:t>▸ 例句 × 3（表格）</a:t>
            </a:r>
          </a:p>
          <a:p>
            <a:endParaRPr lang="zh-TW" altLang="en-US" dirty="0"/>
          </a:p>
          <a:p>
            <a:r>
              <a:rPr lang="zh-TW" altLang="en-US" dirty="0"/>
              <a:t>▸ 結論：須跨模型集成 + 人工校對</a:t>
            </a:r>
          </a:p>
          <a:p>
            <a:endParaRPr lang="zh-TW" altLang="en-US" dirty="0"/>
          </a:p>
          <a:p>
            <a:r>
              <a:rPr lang="zh-TW" altLang="en-US" dirty="0"/>
              <a:t>**Notes**：交叉驗證步驟 = 方法嚴謹性背書。</a:t>
            </a:r>
          </a:p>
        </p:txBody>
      </p:sp>
    </p:spTree>
    <p:extLst>
      <p:ext uri="{BB962C8B-B14F-4D97-AF65-F5344CB8AC3E}">
        <p14:creationId xmlns:p14="http://schemas.microsoft.com/office/powerpoint/2010/main" val="1032244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922"/>
                                        </p:tgtEl>
                                        <p:attrNameLst>
                                          <p:attrName>style.visibility</p:attrName>
                                        </p:attrNameLst>
                                      </p:cBhvr>
                                      <p:to>
                                        <p:strVal val="visible"/>
                                      </p:to>
                                    </p:set>
                                    <p:anim calcmode="lin" valueType="num">
                                      <p:cBhvr additive="base">
                                        <p:cTn id="7" dur="1000"/>
                                        <p:tgtEl>
                                          <p:spTgt spid="922"/>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923"/>
                                        </p:tgtEl>
                                        <p:attrNameLst>
                                          <p:attrName>style.visibility</p:attrName>
                                        </p:attrNameLst>
                                      </p:cBhvr>
                                      <p:to>
                                        <p:strVal val="visible"/>
                                      </p:to>
                                    </p:set>
                                    <p:anim calcmode="lin" valueType="num">
                                      <p:cBhvr additive="base">
                                        <p:cTn id="10" dur="1000"/>
                                        <p:tgtEl>
                                          <p:spTgt spid="923"/>
                                        </p:tgtEl>
                                        <p:attrNameLst>
                                          <p:attrName>ppt_x</p:attrName>
                                        </p:attrNameLst>
                                      </p:cBhvr>
                                      <p:tavLst>
                                        <p:tav tm="0">
                                          <p:val>
                                            <p:strVal val="#ppt_x+1"/>
                                          </p:val>
                                        </p:tav>
                                        <p:tav tm="100000">
                                          <p:val>
                                            <p:strVal val="#ppt_x"/>
                                          </p:val>
                                        </p:tav>
                                      </p:tavLst>
                                    </p:anim>
                                  </p:childTnLst>
                                </p:cTn>
                              </p:par>
                              <p:par>
                                <p:cTn id="11" presetID="23" presetClass="entr" presetSubtype="16" fill="hold" nodeType="withEffect">
                                  <p:stCondLst>
                                    <p:cond delay="0"/>
                                  </p:stCondLst>
                                  <p:childTnLst>
                                    <p:set>
                                      <p:cBhvr>
                                        <p:cTn id="12" dur="1" fill="hold">
                                          <p:stCondLst>
                                            <p:cond delay="0"/>
                                          </p:stCondLst>
                                        </p:cTn>
                                        <p:tgtEl>
                                          <p:spTgt spid="934"/>
                                        </p:tgtEl>
                                        <p:attrNameLst>
                                          <p:attrName>style.visibility</p:attrName>
                                        </p:attrNameLst>
                                      </p:cBhvr>
                                      <p:to>
                                        <p:strVal val="visible"/>
                                      </p:to>
                                    </p:set>
                                    <p:anim calcmode="lin" valueType="num">
                                      <p:cBhvr additive="base">
                                        <p:cTn id="13" dur="1000"/>
                                        <p:tgtEl>
                                          <p:spTgt spid="934"/>
                                        </p:tgtEl>
                                        <p:attrNameLst>
                                          <p:attrName>ppt_w</p:attrName>
                                        </p:attrNameLst>
                                      </p:cBhvr>
                                      <p:tavLst>
                                        <p:tav tm="0">
                                          <p:val>
                                            <p:strVal val="0"/>
                                          </p:val>
                                        </p:tav>
                                        <p:tav tm="100000">
                                          <p:val>
                                            <p:strVal val="#ppt_w"/>
                                          </p:val>
                                        </p:tav>
                                      </p:tavLst>
                                    </p:anim>
                                    <p:anim calcmode="lin" valueType="num">
                                      <p:cBhvr additive="base">
                                        <p:cTn id="14" dur="1000"/>
                                        <p:tgtEl>
                                          <p:spTgt spid="934"/>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81">
          <a:extLst>
            <a:ext uri="{FF2B5EF4-FFF2-40B4-BE49-F238E27FC236}">
              <a16:creationId xmlns:a16="http://schemas.microsoft.com/office/drawing/2014/main" id="{206BF870-9091-1A01-6AB8-9A6A6B882ABE}"/>
            </a:ext>
          </a:extLst>
        </p:cNvPr>
        <p:cNvGrpSpPr/>
        <p:nvPr/>
      </p:nvGrpSpPr>
      <p:grpSpPr>
        <a:xfrm>
          <a:off x="0" y="0"/>
          <a:ext cx="0" cy="0"/>
          <a:chOff x="0" y="0"/>
          <a:chExt cx="0" cy="0"/>
        </a:xfrm>
      </p:grpSpPr>
      <p:grpSp>
        <p:nvGrpSpPr>
          <p:cNvPr id="684" name="Google Shape;684;p65">
            <a:extLst>
              <a:ext uri="{FF2B5EF4-FFF2-40B4-BE49-F238E27FC236}">
                <a16:creationId xmlns:a16="http://schemas.microsoft.com/office/drawing/2014/main" id="{E7A0A306-5227-BECF-3E16-0417B96A38E2}"/>
              </a:ext>
            </a:extLst>
          </p:cNvPr>
          <p:cNvGrpSpPr/>
          <p:nvPr/>
        </p:nvGrpSpPr>
        <p:grpSpPr>
          <a:xfrm>
            <a:off x="604274" y="2961283"/>
            <a:ext cx="43276" cy="411646"/>
            <a:chOff x="1256711" y="1178908"/>
            <a:chExt cx="43276" cy="411646"/>
          </a:xfrm>
        </p:grpSpPr>
        <p:grpSp>
          <p:nvGrpSpPr>
            <p:cNvPr id="685" name="Google Shape;685;p65">
              <a:extLst>
                <a:ext uri="{FF2B5EF4-FFF2-40B4-BE49-F238E27FC236}">
                  <a16:creationId xmlns:a16="http://schemas.microsoft.com/office/drawing/2014/main" id="{B9EBF825-30D6-DFE4-6536-A003243B121E}"/>
                </a:ext>
              </a:extLst>
            </p:cNvPr>
            <p:cNvGrpSpPr/>
            <p:nvPr/>
          </p:nvGrpSpPr>
          <p:grpSpPr>
            <a:xfrm>
              <a:off x="1256711" y="1178908"/>
              <a:ext cx="43276" cy="184846"/>
              <a:chOff x="1256700" y="1103575"/>
              <a:chExt cx="60900" cy="260200"/>
            </a:xfrm>
          </p:grpSpPr>
          <p:sp>
            <p:nvSpPr>
              <p:cNvPr id="686" name="Google Shape;686;p65">
                <a:extLst>
                  <a:ext uri="{FF2B5EF4-FFF2-40B4-BE49-F238E27FC236}">
                    <a16:creationId xmlns:a16="http://schemas.microsoft.com/office/drawing/2014/main" id="{137EA191-7272-1707-008C-6D25F989AFA7}"/>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65">
                <a:extLst>
                  <a:ext uri="{FF2B5EF4-FFF2-40B4-BE49-F238E27FC236}">
                    <a16:creationId xmlns:a16="http://schemas.microsoft.com/office/drawing/2014/main" id="{659A59E2-1CD9-C2D4-7B42-C2A617124856}"/>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65">
                <a:extLst>
                  <a:ext uri="{FF2B5EF4-FFF2-40B4-BE49-F238E27FC236}">
                    <a16:creationId xmlns:a16="http://schemas.microsoft.com/office/drawing/2014/main" id="{2D8241ED-533B-FA4D-DBC4-BDFED5CA1FE1}"/>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 name="Google Shape;689;p65">
              <a:extLst>
                <a:ext uri="{FF2B5EF4-FFF2-40B4-BE49-F238E27FC236}">
                  <a16:creationId xmlns:a16="http://schemas.microsoft.com/office/drawing/2014/main" id="{F2E67376-C0BB-B5E3-31A2-4A42E820BF97}"/>
                </a:ext>
              </a:extLst>
            </p:cNvPr>
            <p:cNvGrpSpPr/>
            <p:nvPr/>
          </p:nvGrpSpPr>
          <p:grpSpPr>
            <a:xfrm>
              <a:off x="1256711" y="1405708"/>
              <a:ext cx="43276" cy="184846"/>
              <a:chOff x="1256700" y="1103575"/>
              <a:chExt cx="60900" cy="260200"/>
            </a:xfrm>
          </p:grpSpPr>
          <p:sp>
            <p:nvSpPr>
              <p:cNvPr id="690" name="Google Shape;690;p65">
                <a:extLst>
                  <a:ext uri="{FF2B5EF4-FFF2-40B4-BE49-F238E27FC236}">
                    <a16:creationId xmlns:a16="http://schemas.microsoft.com/office/drawing/2014/main" id="{CBD9429D-C3DF-D255-A61C-168B9847B565}"/>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65">
                <a:extLst>
                  <a:ext uri="{FF2B5EF4-FFF2-40B4-BE49-F238E27FC236}">
                    <a16:creationId xmlns:a16="http://schemas.microsoft.com/office/drawing/2014/main" id="{4A90DEB5-5E4B-7AF9-306D-AD5A5C482137}"/>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65">
                <a:extLst>
                  <a:ext uri="{FF2B5EF4-FFF2-40B4-BE49-F238E27FC236}">
                    <a16:creationId xmlns:a16="http://schemas.microsoft.com/office/drawing/2014/main" id="{B43FB95B-E6E2-5968-9DB7-3F44366F2E30}"/>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3" name="Google Shape;693;p65">
            <a:extLst>
              <a:ext uri="{FF2B5EF4-FFF2-40B4-BE49-F238E27FC236}">
                <a16:creationId xmlns:a16="http://schemas.microsoft.com/office/drawing/2014/main" id="{351ED280-5ED4-2AF3-FB85-35ACA49CBCCB}"/>
              </a:ext>
            </a:extLst>
          </p:cNvPr>
          <p:cNvGrpSpPr/>
          <p:nvPr/>
        </p:nvGrpSpPr>
        <p:grpSpPr>
          <a:xfrm>
            <a:off x="8490874" y="1254533"/>
            <a:ext cx="43276" cy="411646"/>
            <a:chOff x="1256711" y="1178908"/>
            <a:chExt cx="43276" cy="411646"/>
          </a:xfrm>
        </p:grpSpPr>
        <p:grpSp>
          <p:nvGrpSpPr>
            <p:cNvPr id="694" name="Google Shape;694;p65">
              <a:extLst>
                <a:ext uri="{FF2B5EF4-FFF2-40B4-BE49-F238E27FC236}">
                  <a16:creationId xmlns:a16="http://schemas.microsoft.com/office/drawing/2014/main" id="{C035C3D6-9A0D-A684-8EC6-433D3DB40B0A}"/>
                </a:ext>
              </a:extLst>
            </p:cNvPr>
            <p:cNvGrpSpPr/>
            <p:nvPr/>
          </p:nvGrpSpPr>
          <p:grpSpPr>
            <a:xfrm>
              <a:off x="1256711" y="1178908"/>
              <a:ext cx="43276" cy="184846"/>
              <a:chOff x="1256700" y="1103575"/>
              <a:chExt cx="60900" cy="260200"/>
            </a:xfrm>
          </p:grpSpPr>
          <p:sp>
            <p:nvSpPr>
              <p:cNvPr id="695" name="Google Shape;695;p65">
                <a:extLst>
                  <a:ext uri="{FF2B5EF4-FFF2-40B4-BE49-F238E27FC236}">
                    <a16:creationId xmlns:a16="http://schemas.microsoft.com/office/drawing/2014/main" id="{9484FDE6-4B10-5F9B-DCD8-5F4B9B501358}"/>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65">
                <a:extLst>
                  <a:ext uri="{FF2B5EF4-FFF2-40B4-BE49-F238E27FC236}">
                    <a16:creationId xmlns:a16="http://schemas.microsoft.com/office/drawing/2014/main" id="{48B45987-7BB8-B70F-E131-755314F5C689}"/>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65">
                <a:extLst>
                  <a:ext uri="{FF2B5EF4-FFF2-40B4-BE49-F238E27FC236}">
                    <a16:creationId xmlns:a16="http://schemas.microsoft.com/office/drawing/2014/main" id="{08C4BE83-62FB-3D99-2A1F-034CB0CD9321}"/>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 name="Google Shape;698;p65">
              <a:extLst>
                <a:ext uri="{FF2B5EF4-FFF2-40B4-BE49-F238E27FC236}">
                  <a16:creationId xmlns:a16="http://schemas.microsoft.com/office/drawing/2014/main" id="{D285650A-519F-B411-9FAC-7CA36B6FC470}"/>
                </a:ext>
              </a:extLst>
            </p:cNvPr>
            <p:cNvGrpSpPr/>
            <p:nvPr/>
          </p:nvGrpSpPr>
          <p:grpSpPr>
            <a:xfrm>
              <a:off x="1256711" y="1405708"/>
              <a:ext cx="43276" cy="184846"/>
              <a:chOff x="1256700" y="1103575"/>
              <a:chExt cx="60900" cy="260200"/>
            </a:xfrm>
          </p:grpSpPr>
          <p:sp>
            <p:nvSpPr>
              <p:cNvPr id="699" name="Google Shape;699;p65">
                <a:extLst>
                  <a:ext uri="{FF2B5EF4-FFF2-40B4-BE49-F238E27FC236}">
                    <a16:creationId xmlns:a16="http://schemas.microsoft.com/office/drawing/2014/main" id="{45EF04F3-D835-52B2-2645-78B73087EE01}"/>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65">
                <a:extLst>
                  <a:ext uri="{FF2B5EF4-FFF2-40B4-BE49-F238E27FC236}">
                    <a16:creationId xmlns:a16="http://schemas.microsoft.com/office/drawing/2014/main" id="{B9ED14DE-11B5-C254-DE26-6EF475249B60}"/>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65">
                <a:extLst>
                  <a:ext uri="{FF2B5EF4-FFF2-40B4-BE49-F238E27FC236}">
                    <a16:creationId xmlns:a16="http://schemas.microsoft.com/office/drawing/2014/main" id="{7F3A1DCC-88A5-F8B1-3C9D-7F1EDAAC15D3}"/>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文字方塊 6">
            <a:extLst>
              <a:ext uri="{FF2B5EF4-FFF2-40B4-BE49-F238E27FC236}">
                <a16:creationId xmlns:a16="http://schemas.microsoft.com/office/drawing/2014/main" id="{234BABA1-C7EE-426B-8EB6-35ABEB60D481}"/>
              </a:ext>
            </a:extLst>
          </p:cNvPr>
          <p:cNvSpPr txBox="1"/>
          <p:nvPr/>
        </p:nvSpPr>
        <p:spPr>
          <a:xfrm>
            <a:off x="1365741" y="1136955"/>
            <a:ext cx="6576646" cy="2930610"/>
          </a:xfrm>
          <a:prstGeom prst="rect">
            <a:avLst/>
          </a:prstGeom>
          <a:noFill/>
        </p:spPr>
        <p:txBody>
          <a:bodyPr wrap="square">
            <a:spAutoFit/>
          </a:bodyPr>
          <a:lstStyle/>
          <a:p>
            <a:pPr algn="ctr">
              <a:lnSpc>
                <a:spcPct val="200000"/>
              </a:lnSpc>
            </a:pPr>
            <a:r>
              <a:rPr lang="zh-TW" altLang="en-US" sz="1800" b="1" dirty="0">
                <a:solidFill>
                  <a:schemeClr val="accent1"/>
                </a:solidFill>
              </a:rPr>
              <a:t>總共同項目數量: 55142</a:t>
            </a:r>
            <a:endParaRPr lang="zh-TW" altLang="en-US" sz="1800" b="1" dirty="0"/>
          </a:p>
          <a:p>
            <a:pPr algn="ctr">
              <a:lnSpc>
                <a:spcPct val="200000"/>
              </a:lnSpc>
            </a:pPr>
            <a:r>
              <a:rPr lang="zh-TW" altLang="en-US" sz="1800" b="1" dirty="0"/>
              <a:t>完全一致項目: 12611 (22.87%)</a:t>
            </a:r>
          </a:p>
          <a:p>
            <a:pPr algn="ctr">
              <a:lnSpc>
                <a:spcPct val="200000"/>
              </a:lnSpc>
            </a:pPr>
            <a:r>
              <a:rPr lang="zh-TW" altLang="en-US" sz="1800" b="1" dirty="0"/>
              <a:t>部分一致項目: 38646 (70.08%)</a:t>
            </a:r>
          </a:p>
          <a:p>
            <a:pPr algn="ctr">
              <a:lnSpc>
                <a:spcPct val="200000"/>
              </a:lnSpc>
            </a:pPr>
            <a:r>
              <a:rPr lang="zh-TW" altLang="en-US" sz="1800" b="1" dirty="0"/>
              <a:t>完全不一致項目: 3885 (7.05%)</a:t>
            </a:r>
            <a:endParaRPr lang="en-US" altLang="zh-TW" sz="1800" b="1" dirty="0"/>
          </a:p>
          <a:p>
            <a:pPr algn="ctr">
              <a:lnSpc>
                <a:spcPct val="200000"/>
              </a:lnSpc>
            </a:pPr>
            <a:endParaRPr lang="zh-TW" altLang="en-US" sz="500" b="1" dirty="0"/>
          </a:p>
          <a:p>
            <a:pPr algn="ctr">
              <a:lnSpc>
                <a:spcPct val="200000"/>
              </a:lnSpc>
            </a:pPr>
            <a:r>
              <a:rPr lang="zh-TW" altLang="en-US" sz="1800" b="1" dirty="0"/>
              <a:t>三個模型的特徵</a:t>
            </a:r>
          </a:p>
        </p:txBody>
      </p:sp>
    </p:spTree>
    <p:extLst>
      <p:ext uri="{BB962C8B-B14F-4D97-AF65-F5344CB8AC3E}">
        <p14:creationId xmlns:p14="http://schemas.microsoft.com/office/powerpoint/2010/main" val="343521202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732">
          <a:extLst>
            <a:ext uri="{FF2B5EF4-FFF2-40B4-BE49-F238E27FC236}">
              <a16:creationId xmlns:a16="http://schemas.microsoft.com/office/drawing/2014/main" id="{92A36C50-128F-448F-8BAD-7BB4282563AC}"/>
            </a:ext>
          </a:extLst>
        </p:cNvPr>
        <p:cNvGrpSpPr/>
        <p:nvPr/>
      </p:nvGrpSpPr>
      <p:grpSpPr>
        <a:xfrm>
          <a:off x="0" y="0"/>
          <a:ext cx="0" cy="0"/>
          <a:chOff x="0" y="0"/>
          <a:chExt cx="0" cy="0"/>
        </a:xfrm>
      </p:grpSpPr>
      <p:pic>
        <p:nvPicPr>
          <p:cNvPr id="733" name="Google Shape;733;p67">
            <a:extLst>
              <a:ext uri="{FF2B5EF4-FFF2-40B4-BE49-F238E27FC236}">
                <a16:creationId xmlns:a16="http://schemas.microsoft.com/office/drawing/2014/main" id="{0A03FC76-3A0B-360B-508C-3C0F307173EC}"/>
              </a:ext>
            </a:extLst>
          </p:cNvPr>
          <p:cNvPicPr preferRelativeResize="0"/>
          <p:nvPr/>
        </p:nvPicPr>
        <p:blipFill rotWithShape="1">
          <a:blip r:embed="rId3">
            <a:alphaModFix/>
          </a:blip>
          <a:srcRect l="18425" t="17031" r="28566" b="17313"/>
          <a:stretch/>
        </p:blipFill>
        <p:spPr>
          <a:xfrm>
            <a:off x="4905600" y="-63471"/>
            <a:ext cx="4238397" cy="5249700"/>
          </a:xfrm>
          <a:prstGeom prst="rect">
            <a:avLst/>
          </a:prstGeom>
          <a:noFill/>
          <a:ln>
            <a:noFill/>
          </a:ln>
        </p:spPr>
      </p:pic>
      <p:sp>
        <p:nvSpPr>
          <p:cNvPr id="734" name="Google Shape;734;p67">
            <a:extLst>
              <a:ext uri="{FF2B5EF4-FFF2-40B4-BE49-F238E27FC236}">
                <a16:creationId xmlns:a16="http://schemas.microsoft.com/office/drawing/2014/main" id="{8499AE76-6097-340A-21B3-987E872C6D44}"/>
              </a:ext>
            </a:extLst>
          </p:cNvPr>
          <p:cNvSpPr txBox="1">
            <a:spLocks noGrp="1"/>
          </p:cNvSpPr>
          <p:nvPr>
            <p:ph type="title"/>
          </p:nvPr>
        </p:nvSpPr>
        <p:spPr>
          <a:xfrm>
            <a:off x="788239" y="1686698"/>
            <a:ext cx="3711600" cy="1403400"/>
          </a:xfrm>
          <a:prstGeom prst="rect">
            <a:avLst/>
          </a:prstGeom>
        </p:spPr>
        <p:txBody>
          <a:bodyPr spcFirstLastPara="1" wrap="square" lIns="91425" tIns="91425" rIns="91425" bIns="91425" anchor="ctr" anchorCtr="0">
            <a:noAutofit/>
          </a:bodyPr>
          <a:lstStyle/>
          <a:p>
            <a:r>
              <a:rPr lang="zh-TW" altLang="en-US" b="1" dirty="0">
                <a:latin typeface="Microsoft JhengHei" panose="020B0604030504040204" pitchFamily="34" charset="-120"/>
                <a:ea typeface="Microsoft JhengHei" panose="020B0604030504040204" pitchFamily="34" charset="-120"/>
              </a:rPr>
              <a:t>視覺化</a:t>
            </a:r>
            <a:br>
              <a:rPr lang="zh-TW" altLang="en-US" b="1" dirty="0">
                <a:latin typeface="Microsoft JhengHei" panose="020B0604030504040204" pitchFamily="34" charset="-120"/>
                <a:ea typeface="Microsoft JhengHei" panose="020B0604030504040204" pitchFamily="34" charset="-120"/>
              </a:rPr>
            </a:br>
            <a:r>
              <a:rPr lang="zh-TW" altLang="en-US" b="1" dirty="0">
                <a:latin typeface="Microsoft JhengHei" panose="020B0604030504040204" pitchFamily="34" charset="-120"/>
                <a:ea typeface="Microsoft JhengHei" panose="020B0604030504040204" pitchFamily="34" charset="-120"/>
              </a:rPr>
              <a:t>設計思路</a:t>
            </a:r>
            <a:endParaRPr b="1" dirty="0">
              <a:latin typeface="Microsoft JhengHei" panose="020B0604030504040204" pitchFamily="34" charset="-120"/>
              <a:ea typeface="Microsoft JhengHei" panose="020B0604030504040204" pitchFamily="34" charset="-120"/>
            </a:endParaRPr>
          </a:p>
        </p:txBody>
      </p:sp>
      <p:sp>
        <p:nvSpPr>
          <p:cNvPr id="736" name="Google Shape;736;p67">
            <a:extLst>
              <a:ext uri="{FF2B5EF4-FFF2-40B4-BE49-F238E27FC236}">
                <a16:creationId xmlns:a16="http://schemas.microsoft.com/office/drawing/2014/main" id="{1F0D9B08-C0A8-F850-4516-CD99CADD87A9}"/>
              </a:ext>
            </a:extLst>
          </p:cNvPr>
          <p:cNvSpPr txBox="1">
            <a:spLocks noGrp="1"/>
          </p:cNvSpPr>
          <p:nvPr>
            <p:ph type="title" idx="2"/>
          </p:nvPr>
        </p:nvSpPr>
        <p:spPr>
          <a:xfrm>
            <a:off x="720000" y="3684525"/>
            <a:ext cx="1599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O3</a:t>
            </a:r>
            <a:endParaRPr dirty="0"/>
          </a:p>
        </p:txBody>
      </p:sp>
      <p:grpSp>
        <p:nvGrpSpPr>
          <p:cNvPr id="737" name="Google Shape;737;p67">
            <a:extLst>
              <a:ext uri="{FF2B5EF4-FFF2-40B4-BE49-F238E27FC236}">
                <a16:creationId xmlns:a16="http://schemas.microsoft.com/office/drawing/2014/main" id="{6DC1BAC4-27CA-2BDA-4321-526CEB99BFD6}"/>
              </a:ext>
            </a:extLst>
          </p:cNvPr>
          <p:cNvGrpSpPr/>
          <p:nvPr/>
        </p:nvGrpSpPr>
        <p:grpSpPr>
          <a:xfrm>
            <a:off x="604274" y="3899608"/>
            <a:ext cx="43276" cy="411646"/>
            <a:chOff x="1256711" y="1178908"/>
            <a:chExt cx="43276" cy="411646"/>
          </a:xfrm>
        </p:grpSpPr>
        <p:grpSp>
          <p:nvGrpSpPr>
            <p:cNvPr id="738" name="Google Shape;738;p67">
              <a:extLst>
                <a:ext uri="{FF2B5EF4-FFF2-40B4-BE49-F238E27FC236}">
                  <a16:creationId xmlns:a16="http://schemas.microsoft.com/office/drawing/2014/main" id="{8D59B391-61BB-35EF-5C56-6D15B0404C3E}"/>
                </a:ext>
              </a:extLst>
            </p:cNvPr>
            <p:cNvGrpSpPr/>
            <p:nvPr/>
          </p:nvGrpSpPr>
          <p:grpSpPr>
            <a:xfrm>
              <a:off x="1256711" y="1178908"/>
              <a:ext cx="43276" cy="184846"/>
              <a:chOff x="1256700" y="1103575"/>
              <a:chExt cx="60900" cy="260200"/>
            </a:xfrm>
          </p:grpSpPr>
          <p:sp>
            <p:nvSpPr>
              <p:cNvPr id="739" name="Google Shape;739;p67">
                <a:extLst>
                  <a:ext uri="{FF2B5EF4-FFF2-40B4-BE49-F238E27FC236}">
                    <a16:creationId xmlns:a16="http://schemas.microsoft.com/office/drawing/2014/main" id="{6711C585-E8FA-3B72-20C1-041FA8D4AAAC}"/>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67">
                <a:extLst>
                  <a:ext uri="{FF2B5EF4-FFF2-40B4-BE49-F238E27FC236}">
                    <a16:creationId xmlns:a16="http://schemas.microsoft.com/office/drawing/2014/main" id="{D5BB04F1-7633-DC18-8221-253C54E7C6FE}"/>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67">
                <a:extLst>
                  <a:ext uri="{FF2B5EF4-FFF2-40B4-BE49-F238E27FC236}">
                    <a16:creationId xmlns:a16="http://schemas.microsoft.com/office/drawing/2014/main" id="{3A08DF46-2EA4-D990-6A16-79868239661F}"/>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67">
              <a:extLst>
                <a:ext uri="{FF2B5EF4-FFF2-40B4-BE49-F238E27FC236}">
                  <a16:creationId xmlns:a16="http://schemas.microsoft.com/office/drawing/2014/main" id="{C1C74CF4-BA22-8B79-5EDA-7BC2ECA7E935}"/>
                </a:ext>
              </a:extLst>
            </p:cNvPr>
            <p:cNvGrpSpPr/>
            <p:nvPr/>
          </p:nvGrpSpPr>
          <p:grpSpPr>
            <a:xfrm>
              <a:off x="1256711" y="1405708"/>
              <a:ext cx="43276" cy="184846"/>
              <a:chOff x="1256700" y="1103575"/>
              <a:chExt cx="60900" cy="260200"/>
            </a:xfrm>
          </p:grpSpPr>
          <p:sp>
            <p:nvSpPr>
              <p:cNvPr id="743" name="Google Shape;743;p67">
                <a:extLst>
                  <a:ext uri="{FF2B5EF4-FFF2-40B4-BE49-F238E27FC236}">
                    <a16:creationId xmlns:a16="http://schemas.microsoft.com/office/drawing/2014/main" id="{4FCA1D57-C01B-4F6B-42BB-8C9003DBCE65}"/>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67">
                <a:extLst>
                  <a:ext uri="{FF2B5EF4-FFF2-40B4-BE49-F238E27FC236}">
                    <a16:creationId xmlns:a16="http://schemas.microsoft.com/office/drawing/2014/main" id="{45AC24B1-75A2-3106-50F8-AB5764104E43}"/>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67">
                <a:extLst>
                  <a:ext uri="{FF2B5EF4-FFF2-40B4-BE49-F238E27FC236}">
                    <a16:creationId xmlns:a16="http://schemas.microsoft.com/office/drawing/2014/main" id="{260FEDEB-4F53-40F5-197B-CC348F205104}"/>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6" name="Google Shape;746;p67">
            <a:hlinkClick r:id="" action="ppaction://hlinkshowjump?jump=nextslide"/>
            <a:extLst>
              <a:ext uri="{FF2B5EF4-FFF2-40B4-BE49-F238E27FC236}">
                <a16:creationId xmlns:a16="http://schemas.microsoft.com/office/drawing/2014/main" id="{FC062B95-1F39-8F45-20CD-6E30ABEE4E7C}"/>
              </a:ext>
            </a:extLst>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67">
            <a:hlinkClick r:id="rId4" action="ppaction://hlinksldjump"/>
            <a:extLst>
              <a:ext uri="{FF2B5EF4-FFF2-40B4-BE49-F238E27FC236}">
                <a16:creationId xmlns:a16="http://schemas.microsoft.com/office/drawing/2014/main" id="{79E5C728-5085-648F-2712-C3C4939D18DD}"/>
              </a:ext>
            </a:extLst>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67">
            <a:hlinkClick r:id="" action="ppaction://hlinkshowjump?jump=previousslide"/>
            <a:extLst>
              <a:ext uri="{FF2B5EF4-FFF2-40B4-BE49-F238E27FC236}">
                <a16:creationId xmlns:a16="http://schemas.microsoft.com/office/drawing/2014/main" id="{6F139D6E-4AAA-5BA3-5469-D52D1AF8EB7B}"/>
              </a:ext>
            </a:extLst>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49" name="Google Shape;749;p67">
            <a:hlinkClick r:id="rId4" action="ppaction://hlinksldjump"/>
            <a:extLst>
              <a:ext uri="{FF2B5EF4-FFF2-40B4-BE49-F238E27FC236}">
                <a16:creationId xmlns:a16="http://schemas.microsoft.com/office/drawing/2014/main" id="{2EE9C939-9751-844B-7647-7CD5ABE0C8BC}"/>
              </a:ext>
            </a:extLst>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67">
            <a:hlinkClick r:id="rId4" action="ppaction://hlinksldjump"/>
            <a:extLst>
              <a:ext uri="{FF2B5EF4-FFF2-40B4-BE49-F238E27FC236}">
                <a16:creationId xmlns:a16="http://schemas.microsoft.com/office/drawing/2014/main" id="{91C0858E-ABCB-24BA-AA23-153D821CC960}"/>
              </a:ext>
            </a:extLst>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 name="Google Shape;751;p67">
            <a:hlinkClick r:id="" action="ppaction://hlinkshowjump?jump=nextslide"/>
            <a:extLst>
              <a:ext uri="{FF2B5EF4-FFF2-40B4-BE49-F238E27FC236}">
                <a16:creationId xmlns:a16="http://schemas.microsoft.com/office/drawing/2014/main" id="{FC4F69C4-8697-F3D1-EACB-39ECAEE184E0}"/>
              </a:ext>
            </a:extLst>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52" name="Google Shape;752;p67">
            <a:hlinkClick r:id="" action="ppaction://hlinkshowjump?jump=previousslide"/>
            <a:extLst>
              <a:ext uri="{FF2B5EF4-FFF2-40B4-BE49-F238E27FC236}">
                <a16:creationId xmlns:a16="http://schemas.microsoft.com/office/drawing/2014/main" id="{EEBDFCD0-786D-270E-5778-277B0B505F5B}"/>
              </a:ext>
            </a:extLst>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753" name="Google Shape;753;p67">
            <a:extLst>
              <a:ext uri="{FF2B5EF4-FFF2-40B4-BE49-F238E27FC236}">
                <a16:creationId xmlns:a16="http://schemas.microsoft.com/office/drawing/2014/main" id="{CD84F87C-AEB3-96E0-AA42-56D91D96121B}"/>
              </a:ext>
            </a:extLst>
          </p:cNvPr>
          <p:cNvPicPr preferRelativeResize="0"/>
          <p:nvPr/>
        </p:nvPicPr>
        <p:blipFill rotWithShape="1">
          <a:blip r:embed="rId5">
            <a:alphaModFix/>
          </a:blip>
          <a:srcRect l="7340" r="4538" b="19768"/>
          <a:stretch/>
        </p:blipFill>
        <p:spPr>
          <a:xfrm rot="-2147249">
            <a:off x="-1200452" y="-746207"/>
            <a:ext cx="3055748" cy="2108203"/>
          </a:xfrm>
          <a:prstGeom prst="rect">
            <a:avLst/>
          </a:prstGeom>
          <a:noFill/>
          <a:ln>
            <a:noFill/>
          </a:ln>
        </p:spPr>
      </p:pic>
      <p:pic>
        <p:nvPicPr>
          <p:cNvPr id="754" name="Google Shape;754;p67">
            <a:extLst>
              <a:ext uri="{FF2B5EF4-FFF2-40B4-BE49-F238E27FC236}">
                <a16:creationId xmlns:a16="http://schemas.microsoft.com/office/drawing/2014/main" id="{E4CD51DE-53BA-D8B1-F92B-7A5D1B1CB399}"/>
              </a:ext>
            </a:extLst>
          </p:cNvPr>
          <p:cNvPicPr preferRelativeResize="0"/>
          <p:nvPr/>
        </p:nvPicPr>
        <p:blipFill rotWithShape="1">
          <a:blip r:embed="rId5">
            <a:alphaModFix/>
          </a:blip>
          <a:srcRect l="7340" r="4538" b="19768"/>
          <a:stretch/>
        </p:blipFill>
        <p:spPr>
          <a:xfrm rot="-2147249">
            <a:off x="1521898" y="4378968"/>
            <a:ext cx="3055748" cy="2108203"/>
          </a:xfrm>
          <a:prstGeom prst="rect">
            <a:avLst/>
          </a:prstGeom>
          <a:noFill/>
          <a:ln>
            <a:noFill/>
          </a:ln>
        </p:spPr>
      </p:pic>
    </p:spTree>
    <p:extLst>
      <p:ext uri="{BB962C8B-B14F-4D97-AF65-F5344CB8AC3E}">
        <p14:creationId xmlns:p14="http://schemas.microsoft.com/office/powerpoint/2010/main" val="3017843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53"/>
                                        </p:tgtEl>
                                        <p:attrNameLst>
                                          <p:attrName>style.visibility</p:attrName>
                                        </p:attrNameLst>
                                      </p:cBhvr>
                                      <p:to>
                                        <p:strVal val="visible"/>
                                      </p:to>
                                    </p:set>
                                    <p:anim calcmode="lin" valueType="num">
                                      <p:cBhvr additive="base">
                                        <p:cTn id="7" dur="1000"/>
                                        <p:tgtEl>
                                          <p:spTgt spid="753"/>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754"/>
                                        </p:tgtEl>
                                        <p:attrNameLst>
                                          <p:attrName>style.visibility</p:attrName>
                                        </p:attrNameLst>
                                      </p:cBhvr>
                                      <p:to>
                                        <p:strVal val="visible"/>
                                      </p:to>
                                    </p:set>
                                    <p:anim calcmode="lin" valueType="num">
                                      <p:cBhvr additive="base">
                                        <p:cTn id="10" dur="1000"/>
                                        <p:tgtEl>
                                          <p:spTgt spid="7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21">
          <a:extLst>
            <a:ext uri="{FF2B5EF4-FFF2-40B4-BE49-F238E27FC236}">
              <a16:creationId xmlns:a16="http://schemas.microsoft.com/office/drawing/2014/main" id="{6ABC8DFD-DEED-9B4F-D2A2-A58D22EE2E87}"/>
            </a:ext>
          </a:extLst>
        </p:cNvPr>
        <p:cNvGrpSpPr/>
        <p:nvPr/>
      </p:nvGrpSpPr>
      <p:grpSpPr>
        <a:xfrm>
          <a:off x="0" y="0"/>
          <a:ext cx="0" cy="0"/>
          <a:chOff x="0" y="0"/>
          <a:chExt cx="0" cy="0"/>
        </a:xfrm>
      </p:grpSpPr>
      <p:pic>
        <p:nvPicPr>
          <p:cNvPr id="922" name="Google Shape;922;p74">
            <a:extLst>
              <a:ext uri="{FF2B5EF4-FFF2-40B4-BE49-F238E27FC236}">
                <a16:creationId xmlns:a16="http://schemas.microsoft.com/office/drawing/2014/main" id="{1CF45B06-CB5C-8CAD-8503-8A8BB0D866B7}"/>
              </a:ext>
            </a:extLst>
          </p:cNvPr>
          <p:cNvPicPr preferRelativeResize="0"/>
          <p:nvPr/>
        </p:nvPicPr>
        <p:blipFill rotWithShape="1">
          <a:blip r:embed="rId3">
            <a:alphaModFix/>
          </a:blip>
          <a:srcRect l="7340" r="4538" b="19768"/>
          <a:stretch/>
        </p:blipFill>
        <p:spPr>
          <a:xfrm rot="-4473003">
            <a:off x="-2057542" y="-130732"/>
            <a:ext cx="3431406" cy="2367394"/>
          </a:xfrm>
          <a:prstGeom prst="rect">
            <a:avLst/>
          </a:prstGeom>
          <a:noFill/>
          <a:ln>
            <a:noFill/>
          </a:ln>
        </p:spPr>
      </p:pic>
      <p:pic>
        <p:nvPicPr>
          <p:cNvPr id="923" name="Google Shape;923;p74">
            <a:extLst>
              <a:ext uri="{FF2B5EF4-FFF2-40B4-BE49-F238E27FC236}">
                <a16:creationId xmlns:a16="http://schemas.microsoft.com/office/drawing/2014/main" id="{449BD22A-7AFF-7E1D-75A8-DBFD544F3876}"/>
              </a:ext>
            </a:extLst>
          </p:cNvPr>
          <p:cNvPicPr preferRelativeResize="0"/>
          <p:nvPr/>
        </p:nvPicPr>
        <p:blipFill rotWithShape="1">
          <a:blip r:embed="rId3">
            <a:alphaModFix/>
          </a:blip>
          <a:srcRect l="7340" r="4538" b="19768"/>
          <a:stretch/>
        </p:blipFill>
        <p:spPr>
          <a:xfrm rot="8099935">
            <a:off x="6999120" y="3643905"/>
            <a:ext cx="3431410" cy="2367397"/>
          </a:xfrm>
          <a:prstGeom prst="rect">
            <a:avLst/>
          </a:prstGeom>
          <a:noFill/>
          <a:ln>
            <a:noFill/>
          </a:ln>
        </p:spPr>
      </p:pic>
      <p:sp>
        <p:nvSpPr>
          <p:cNvPr id="924" name="Google Shape;924;p74">
            <a:extLst>
              <a:ext uri="{FF2B5EF4-FFF2-40B4-BE49-F238E27FC236}">
                <a16:creationId xmlns:a16="http://schemas.microsoft.com/office/drawing/2014/main" id="{CFD96414-4687-9AF5-7080-FCCA7AD06BC4}"/>
              </a:ext>
            </a:extLst>
          </p:cNvPr>
          <p:cNvSpPr/>
          <p:nvPr/>
        </p:nvSpPr>
        <p:spPr>
          <a:xfrm rot="10800000">
            <a:off x="7513188" y="-3212207"/>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74">
            <a:extLst>
              <a:ext uri="{FF2B5EF4-FFF2-40B4-BE49-F238E27FC236}">
                <a16:creationId xmlns:a16="http://schemas.microsoft.com/office/drawing/2014/main" id="{C62DA221-E640-8856-E0ED-3F19175C5D53}"/>
              </a:ext>
            </a:extLst>
          </p:cNvPr>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前端架構 </a:t>
            </a:r>
            <a:r>
              <a:rPr lang="en-US" altLang="zh-TW" b="1" dirty="0">
                <a:latin typeface="Microsoft JhengHei" panose="020B0604030504040204" pitchFamily="34" charset="-120"/>
                <a:ea typeface="Microsoft JhengHei" panose="020B0604030504040204" pitchFamily="34" charset="-120"/>
              </a:rPr>
              <a:t>(React + D3)</a:t>
            </a:r>
            <a:endParaRPr b="1" dirty="0">
              <a:latin typeface="Microsoft JhengHei" panose="020B0604030504040204" pitchFamily="34" charset="-120"/>
              <a:ea typeface="Microsoft JhengHei" panose="020B0604030504040204" pitchFamily="34" charset="-120"/>
            </a:endParaRPr>
          </a:p>
        </p:txBody>
      </p:sp>
      <p:pic>
        <p:nvPicPr>
          <p:cNvPr id="934" name="Google Shape;934;p74">
            <a:extLst>
              <a:ext uri="{FF2B5EF4-FFF2-40B4-BE49-F238E27FC236}">
                <a16:creationId xmlns:a16="http://schemas.microsoft.com/office/drawing/2014/main" id="{AADC28AF-82E3-D380-DE6A-1DB88A059D27}"/>
              </a:ext>
            </a:extLst>
          </p:cNvPr>
          <p:cNvPicPr preferRelativeResize="0"/>
          <p:nvPr/>
        </p:nvPicPr>
        <p:blipFill rotWithShape="1">
          <a:blip r:embed="rId3">
            <a:alphaModFix/>
          </a:blip>
          <a:srcRect l="7340" r="4538" b="19768"/>
          <a:stretch/>
        </p:blipFill>
        <p:spPr>
          <a:xfrm rot="-8416504">
            <a:off x="-314702" y="4366026"/>
            <a:ext cx="1302258" cy="898454"/>
          </a:xfrm>
          <a:prstGeom prst="rect">
            <a:avLst/>
          </a:prstGeom>
          <a:noFill/>
          <a:ln>
            <a:noFill/>
          </a:ln>
        </p:spPr>
      </p:pic>
      <p:pic>
        <p:nvPicPr>
          <p:cNvPr id="945" name="Google Shape;945;p74">
            <a:extLst>
              <a:ext uri="{FF2B5EF4-FFF2-40B4-BE49-F238E27FC236}">
                <a16:creationId xmlns:a16="http://schemas.microsoft.com/office/drawing/2014/main" id="{055F99BD-92F0-0B77-25EB-517F60B5BA3E}"/>
              </a:ext>
            </a:extLst>
          </p:cNvPr>
          <p:cNvPicPr preferRelativeResize="0"/>
          <p:nvPr/>
        </p:nvPicPr>
        <p:blipFill>
          <a:blip r:embed="rId4">
            <a:alphaModFix/>
          </a:blip>
          <a:stretch>
            <a:fillRect/>
          </a:stretch>
        </p:blipFill>
        <p:spPr>
          <a:xfrm rot="-2845445">
            <a:off x="147321" y="962760"/>
            <a:ext cx="512555" cy="388415"/>
          </a:xfrm>
          <a:prstGeom prst="rect">
            <a:avLst/>
          </a:prstGeom>
          <a:noFill/>
          <a:ln>
            <a:noFill/>
          </a:ln>
        </p:spPr>
      </p:pic>
      <p:sp>
        <p:nvSpPr>
          <p:cNvPr id="3" name="文字方塊 2">
            <a:extLst>
              <a:ext uri="{FF2B5EF4-FFF2-40B4-BE49-F238E27FC236}">
                <a16:creationId xmlns:a16="http://schemas.microsoft.com/office/drawing/2014/main" id="{269E73A7-40C6-7D31-8F69-39BA2A6563C0}"/>
              </a:ext>
            </a:extLst>
          </p:cNvPr>
          <p:cNvSpPr txBox="1"/>
          <p:nvPr/>
        </p:nvSpPr>
        <p:spPr>
          <a:xfrm>
            <a:off x="2400300" y="2099431"/>
            <a:ext cx="7012858" cy="1169551"/>
          </a:xfrm>
          <a:prstGeom prst="rect">
            <a:avLst/>
          </a:prstGeom>
          <a:noFill/>
        </p:spPr>
        <p:txBody>
          <a:bodyPr wrap="square">
            <a:spAutoFit/>
          </a:bodyPr>
          <a:lstStyle/>
          <a:p>
            <a:r>
              <a:rPr lang="zh-TW" altLang="en-US" dirty="0"/>
              <a:t>▸ React 組件化；D3 負責繪圖</a:t>
            </a:r>
          </a:p>
          <a:p>
            <a:endParaRPr lang="zh-TW" altLang="en-US" dirty="0"/>
          </a:p>
          <a:p>
            <a:r>
              <a:rPr lang="zh-TW" altLang="en-US" dirty="0"/>
              <a:t>▸ WebSocket feed 可擴充即時資料</a:t>
            </a:r>
          </a:p>
          <a:p>
            <a:endParaRPr lang="zh-TW" altLang="en-US" dirty="0"/>
          </a:p>
          <a:p>
            <a:r>
              <a:rPr lang="zh-TW" altLang="en-US" dirty="0"/>
              <a:t>**視覺**：系統示意圖（前端⇆API⇆DB）</a:t>
            </a:r>
          </a:p>
        </p:txBody>
      </p:sp>
    </p:spTree>
    <p:extLst>
      <p:ext uri="{BB962C8B-B14F-4D97-AF65-F5344CB8AC3E}">
        <p14:creationId xmlns:p14="http://schemas.microsoft.com/office/powerpoint/2010/main" val="2154337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922"/>
                                        </p:tgtEl>
                                        <p:attrNameLst>
                                          <p:attrName>style.visibility</p:attrName>
                                        </p:attrNameLst>
                                      </p:cBhvr>
                                      <p:to>
                                        <p:strVal val="visible"/>
                                      </p:to>
                                    </p:set>
                                    <p:anim calcmode="lin" valueType="num">
                                      <p:cBhvr additive="base">
                                        <p:cTn id="7" dur="1000"/>
                                        <p:tgtEl>
                                          <p:spTgt spid="922"/>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923"/>
                                        </p:tgtEl>
                                        <p:attrNameLst>
                                          <p:attrName>style.visibility</p:attrName>
                                        </p:attrNameLst>
                                      </p:cBhvr>
                                      <p:to>
                                        <p:strVal val="visible"/>
                                      </p:to>
                                    </p:set>
                                    <p:anim calcmode="lin" valueType="num">
                                      <p:cBhvr additive="base">
                                        <p:cTn id="10" dur="1000"/>
                                        <p:tgtEl>
                                          <p:spTgt spid="923"/>
                                        </p:tgtEl>
                                        <p:attrNameLst>
                                          <p:attrName>ppt_x</p:attrName>
                                        </p:attrNameLst>
                                      </p:cBhvr>
                                      <p:tavLst>
                                        <p:tav tm="0">
                                          <p:val>
                                            <p:strVal val="#ppt_x+1"/>
                                          </p:val>
                                        </p:tav>
                                        <p:tav tm="100000">
                                          <p:val>
                                            <p:strVal val="#ppt_x"/>
                                          </p:val>
                                        </p:tav>
                                      </p:tavLst>
                                    </p:anim>
                                  </p:childTnLst>
                                </p:cTn>
                              </p:par>
                              <p:par>
                                <p:cTn id="11" presetID="23" presetClass="entr" presetSubtype="16" fill="hold" nodeType="withEffect">
                                  <p:stCondLst>
                                    <p:cond delay="0"/>
                                  </p:stCondLst>
                                  <p:childTnLst>
                                    <p:set>
                                      <p:cBhvr>
                                        <p:cTn id="12" dur="1" fill="hold">
                                          <p:stCondLst>
                                            <p:cond delay="0"/>
                                          </p:stCondLst>
                                        </p:cTn>
                                        <p:tgtEl>
                                          <p:spTgt spid="934"/>
                                        </p:tgtEl>
                                        <p:attrNameLst>
                                          <p:attrName>style.visibility</p:attrName>
                                        </p:attrNameLst>
                                      </p:cBhvr>
                                      <p:to>
                                        <p:strVal val="visible"/>
                                      </p:to>
                                    </p:set>
                                    <p:anim calcmode="lin" valueType="num">
                                      <p:cBhvr additive="base">
                                        <p:cTn id="13" dur="1000"/>
                                        <p:tgtEl>
                                          <p:spTgt spid="934"/>
                                        </p:tgtEl>
                                        <p:attrNameLst>
                                          <p:attrName>ppt_w</p:attrName>
                                        </p:attrNameLst>
                                      </p:cBhvr>
                                      <p:tavLst>
                                        <p:tav tm="0">
                                          <p:val>
                                            <p:strVal val="0"/>
                                          </p:val>
                                        </p:tav>
                                        <p:tav tm="100000">
                                          <p:val>
                                            <p:strVal val="#ppt_w"/>
                                          </p:val>
                                        </p:tav>
                                      </p:tavLst>
                                    </p:anim>
                                    <p:anim calcmode="lin" valueType="num">
                                      <p:cBhvr additive="base">
                                        <p:cTn id="14" dur="1000"/>
                                        <p:tgtEl>
                                          <p:spTgt spid="934"/>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55">
          <a:extLst>
            <a:ext uri="{FF2B5EF4-FFF2-40B4-BE49-F238E27FC236}">
              <a16:creationId xmlns:a16="http://schemas.microsoft.com/office/drawing/2014/main" id="{EC6E0052-B4DE-0729-6ACA-8E9A69853ADE}"/>
            </a:ext>
          </a:extLst>
        </p:cNvPr>
        <p:cNvGrpSpPr/>
        <p:nvPr/>
      </p:nvGrpSpPr>
      <p:grpSpPr>
        <a:xfrm>
          <a:off x="0" y="0"/>
          <a:ext cx="0" cy="0"/>
          <a:chOff x="0" y="0"/>
          <a:chExt cx="0" cy="0"/>
        </a:xfrm>
      </p:grpSpPr>
      <p:pic>
        <p:nvPicPr>
          <p:cNvPr id="856" name="Google Shape;856;p72">
            <a:extLst>
              <a:ext uri="{FF2B5EF4-FFF2-40B4-BE49-F238E27FC236}">
                <a16:creationId xmlns:a16="http://schemas.microsoft.com/office/drawing/2014/main" id="{DB7A38AC-B75E-B3F8-7C3A-8CA706719299}"/>
              </a:ext>
            </a:extLst>
          </p:cNvPr>
          <p:cNvPicPr preferRelativeResize="0"/>
          <p:nvPr/>
        </p:nvPicPr>
        <p:blipFill rotWithShape="1">
          <a:blip r:embed="rId3">
            <a:alphaModFix/>
          </a:blip>
          <a:srcRect l="7340" r="4538" b="19768"/>
          <a:stretch/>
        </p:blipFill>
        <p:spPr>
          <a:xfrm rot="-9333501">
            <a:off x="7264209" y="-954035"/>
            <a:ext cx="3431409" cy="2367399"/>
          </a:xfrm>
          <a:prstGeom prst="rect">
            <a:avLst/>
          </a:prstGeom>
          <a:noFill/>
          <a:ln>
            <a:noFill/>
          </a:ln>
        </p:spPr>
      </p:pic>
      <p:pic>
        <p:nvPicPr>
          <p:cNvPr id="857" name="Google Shape;857;p72">
            <a:extLst>
              <a:ext uri="{FF2B5EF4-FFF2-40B4-BE49-F238E27FC236}">
                <a16:creationId xmlns:a16="http://schemas.microsoft.com/office/drawing/2014/main" id="{06C8F028-62AF-A74C-5E93-FD3EAFD55D67}"/>
              </a:ext>
            </a:extLst>
          </p:cNvPr>
          <p:cNvPicPr preferRelativeResize="0"/>
          <p:nvPr/>
        </p:nvPicPr>
        <p:blipFill rotWithShape="1">
          <a:blip r:embed="rId3">
            <a:alphaModFix/>
          </a:blip>
          <a:srcRect l="7340" r="4538" b="19768"/>
          <a:stretch/>
        </p:blipFill>
        <p:spPr>
          <a:xfrm rot="8099935">
            <a:off x="7262645" y="3420292"/>
            <a:ext cx="3431410" cy="2367397"/>
          </a:xfrm>
          <a:prstGeom prst="rect">
            <a:avLst/>
          </a:prstGeom>
          <a:noFill/>
          <a:ln>
            <a:noFill/>
          </a:ln>
        </p:spPr>
      </p:pic>
      <p:pic>
        <p:nvPicPr>
          <p:cNvPr id="858" name="Google Shape;858;p72">
            <a:extLst>
              <a:ext uri="{FF2B5EF4-FFF2-40B4-BE49-F238E27FC236}">
                <a16:creationId xmlns:a16="http://schemas.microsoft.com/office/drawing/2014/main" id="{71FD1F48-4A79-9CB9-A236-A5A4C4AEFCF1}"/>
              </a:ext>
            </a:extLst>
          </p:cNvPr>
          <p:cNvPicPr preferRelativeResize="0"/>
          <p:nvPr/>
        </p:nvPicPr>
        <p:blipFill rotWithShape="1">
          <a:blip r:embed="rId3">
            <a:alphaModFix/>
          </a:blip>
          <a:srcRect l="7340" r="4538" b="19768"/>
          <a:stretch/>
        </p:blipFill>
        <p:spPr>
          <a:xfrm rot="-6259102">
            <a:off x="-3286999" y="1736870"/>
            <a:ext cx="5744551" cy="3963235"/>
          </a:xfrm>
          <a:prstGeom prst="rect">
            <a:avLst/>
          </a:prstGeom>
          <a:noFill/>
          <a:ln>
            <a:noFill/>
          </a:ln>
        </p:spPr>
      </p:pic>
      <p:sp>
        <p:nvSpPr>
          <p:cNvPr id="863" name="Google Shape;863;p72">
            <a:extLst>
              <a:ext uri="{FF2B5EF4-FFF2-40B4-BE49-F238E27FC236}">
                <a16:creationId xmlns:a16="http://schemas.microsoft.com/office/drawing/2014/main" id="{94799924-6B05-AF36-EA59-1ED9A2C59B7E}"/>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主儀表板設計</a:t>
            </a:r>
            <a:endParaRPr b="1" dirty="0">
              <a:latin typeface="Microsoft JhengHei" panose="020B0604030504040204" pitchFamily="34" charset="-120"/>
              <a:ea typeface="Microsoft JhengHei" panose="020B0604030504040204" pitchFamily="34" charset="-120"/>
            </a:endParaRPr>
          </a:p>
        </p:txBody>
      </p:sp>
      <p:sp>
        <p:nvSpPr>
          <p:cNvPr id="4" name="文字方塊 3">
            <a:extLst>
              <a:ext uri="{FF2B5EF4-FFF2-40B4-BE49-F238E27FC236}">
                <a16:creationId xmlns:a16="http://schemas.microsoft.com/office/drawing/2014/main" id="{5A430191-6099-BEA8-2C7B-66D030704556}"/>
              </a:ext>
            </a:extLst>
          </p:cNvPr>
          <p:cNvSpPr txBox="1"/>
          <p:nvPr/>
        </p:nvSpPr>
        <p:spPr>
          <a:xfrm>
            <a:off x="2444546" y="1528434"/>
            <a:ext cx="7042354" cy="2031325"/>
          </a:xfrm>
          <a:prstGeom prst="rect">
            <a:avLst/>
          </a:prstGeom>
          <a:noFill/>
        </p:spPr>
        <p:txBody>
          <a:bodyPr wrap="square">
            <a:spAutoFit/>
          </a:bodyPr>
          <a:lstStyle/>
          <a:p>
            <a:endParaRPr lang="zh-TW" altLang="en-US" dirty="0"/>
          </a:p>
          <a:p>
            <a:endParaRPr lang="zh-TW" altLang="en-US" dirty="0"/>
          </a:p>
          <a:p>
            <a:r>
              <a:rPr lang="zh-TW" altLang="en-US" dirty="0"/>
              <a:t>▸ 雙軸：價格線 (左)＋情緒面積 (右)</a:t>
            </a:r>
          </a:p>
          <a:p>
            <a:endParaRPr lang="zh-TW" altLang="en-US" dirty="0"/>
          </a:p>
          <a:p>
            <a:r>
              <a:rPr lang="zh-TW" altLang="en-US" dirty="0"/>
              <a:t>▸ Brushing + Zoom；Hover 顯示頂級推文</a:t>
            </a:r>
          </a:p>
          <a:p>
            <a:endParaRPr lang="zh-TW" altLang="en-US" dirty="0"/>
          </a:p>
          <a:p>
            <a:r>
              <a:rPr lang="zh-TW" altLang="en-US" dirty="0"/>
              <a:t>▸ 顏色：情緒冷暖漸層</a:t>
            </a:r>
          </a:p>
          <a:p>
            <a:endParaRPr lang="zh-TW" altLang="en-US" dirty="0"/>
          </a:p>
          <a:p>
            <a:r>
              <a:rPr lang="zh-TW" altLang="en-US" dirty="0"/>
              <a:t>**視覺**：UI mockup。</a:t>
            </a:r>
          </a:p>
        </p:txBody>
      </p:sp>
    </p:spTree>
    <p:extLst>
      <p:ext uri="{BB962C8B-B14F-4D97-AF65-F5344CB8AC3E}">
        <p14:creationId xmlns:p14="http://schemas.microsoft.com/office/powerpoint/2010/main" val="2819005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856"/>
                                        </p:tgtEl>
                                        <p:attrNameLst>
                                          <p:attrName>style.visibility</p:attrName>
                                        </p:attrNameLst>
                                      </p:cBhvr>
                                      <p:to>
                                        <p:strVal val="visible"/>
                                      </p:to>
                                    </p:set>
                                    <p:anim calcmode="lin" valueType="num">
                                      <p:cBhvr additive="base">
                                        <p:cTn id="7" dur="1000"/>
                                        <p:tgtEl>
                                          <p:spTgt spid="856"/>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857"/>
                                        </p:tgtEl>
                                        <p:attrNameLst>
                                          <p:attrName>style.visibility</p:attrName>
                                        </p:attrNameLst>
                                      </p:cBhvr>
                                      <p:to>
                                        <p:strVal val="visible"/>
                                      </p:to>
                                    </p:set>
                                    <p:anim calcmode="lin" valueType="num">
                                      <p:cBhvr additive="base">
                                        <p:cTn id="10" dur="1000"/>
                                        <p:tgtEl>
                                          <p:spTgt spid="857"/>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858"/>
                                        </p:tgtEl>
                                        <p:attrNameLst>
                                          <p:attrName>style.visibility</p:attrName>
                                        </p:attrNameLst>
                                      </p:cBhvr>
                                      <p:to>
                                        <p:strVal val="visible"/>
                                      </p:to>
                                    </p:set>
                                    <p:anim calcmode="lin" valueType="num">
                                      <p:cBhvr additive="base">
                                        <p:cTn id="13" dur="1000"/>
                                        <p:tgtEl>
                                          <p:spTgt spid="858"/>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93">
          <a:extLst>
            <a:ext uri="{FF2B5EF4-FFF2-40B4-BE49-F238E27FC236}">
              <a16:creationId xmlns:a16="http://schemas.microsoft.com/office/drawing/2014/main" id="{BBC408E7-EDC9-F603-A4F3-C496A3EB479A}"/>
            </a:ext>
          </a:extLst>
        </p:cNvPr>
        <p:cNvGrpSpPr/>
        <p:nvPr/>
      </p:nvGrpSpPr>
      <p:grpSpPr>
        <a:xfrm>
          <a:off x="0" y="0"/>
          <a:ext cx="0" cy="0"/>
          <a:chOff x="0" y="0"/>
          <a:chExt cx="0" cy="0"/>
        </a:xfrm>
      </p:grpSpPr>
      <p:sp>
        <p:nvSpPr>
          <p:cNvPr id="798" name="Google Shape;798;p70">
            <a:extLst>
              <a:ext uri="{FF2B5EF4-FFF2-40B4-BE49-F238E27FC236}">
                <a16:creationId xmlns:a16="http://schemas.microsoft.com/office/drawing/2014/main" id="{46563EFC-0746-1A72-BF18-B558B6CF20FF}"/>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深入視圖</a:t>
            </a:r>
            <a:endParaRPr b="1" dirty="0">
              <a:latin typeface="Microsoft JhengHei" panose="020B0604030504040204" pitchFamily="34" charset="-120"/>
              <a:ea typeface="Microsoft JhengHei" panose="020B0604030504040204" pitchFamily="34" charset="-120"/>
            </a:endParaRPr>
          </a:p>
        </p:txBody>
      </p:sp>
      <p:sp>
        <p:nvSpPr>
          <p:cNvPr id="3" name="文字方塊 2">
            <a:extLst>
              <a:ext uri="{FF2B5EF4-FFF2-40B4-BE49-F238E27FC236}">
                <a16:creationId xmlns:a16="http://schemas.microsoft.com/office/drawing/2014/main" id="{4D17B995-04E8-1336-FBDD-BD95C8F1BC3C}"/>
              </a:ext>
            </a:extLst>
          </p:cNvPr>
          <p:cNvSpPr txBox="1"/>
          <p:nvPr/>
        </p:nvSpPr>
        <p:spPr>
          <a:xfrm>
            <a:off x="1928352" y="2178955"/>
            <a:ext cx="6157450" cy="1600438"/>
          </a:xfrm>
          <a:prstGeom prst="rect">
            <a:avLst/>
          </a:prstGeom>
          <a:noFill/>
        </p:spPr>
        <p:txBody>
          <a:bodyPr wrap="square">
            <a:spAutoFit/>
          </a:bodyPr>
          <a:lstStyle/>
          <a:p>
            <a:r>
              <a:rPr lang="zh-TW" altLang="en-US" dirty="0"/>
              <a:t>▸ **Topic–Sentiment Sankey**：20 主題 ↔ 情緒流向</a:t>
            </a:r>
          </a:p>
          <a:p>
            <a:endParaRPr lang="zh-TW" altLang="en-US" dirty="0"/>
          </a:p>
          <a:p>
            <a:r>
              <a:rPr lang="zh-TW" altLang="en-US" dirty="0"/>
              <a:t>▸ **UMAP 2D Scatter**：K-means 5 群 + Hover 頂級推文</a:t>
            </a:r>
          </a:p>
          <a:p>
            <a:endParaRPr lang="zh-TW" altLang="en-US" dirty="0"/>
          </a:p>
          <a:p>
            <a:r>
              <a:rPr lang="zh-TW" altLang="en-US" dirty="0"/>
              <a:t>▸ **Sunburst**：主題–子詞雲</a:t>
            </a:r>
          </a:p>
          <a:p>
            <a:endParaRPr lang="zh-TW" altLang="en-US" dirty="0"/>
          </a:p>
          <a:p>
            <a:r>
              <a:rPr lang="zh-TW" altLang="en-US" dirty="0"/>
              <a:t>**Notes**：說明為何選 UMAP（保局部+全局）。</a:t>
            </a:r>
          </a:p>
        </p:txBody>
      </p:sp>
    </p:spTree>
    <p:extLst>
      <p:ext uri="{BB962C8B-B14F-4D97-AF65-F5344CB8AC3E}">
        <p14:creationId xmlns:p14="http://schemas.microsoft.com/office/powerpoint/2010/main" val="17152193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32">
          <a:extLst>
            <a:ext uri="{FF2B5EF4-FFF2-40B4-BE49-F238E27FC236}">
              <a16:creationId xmlns:a16="http://schemas.microsoft.com/office/drawing/2014/main" id="{E05002B9-61D4-6BC9-4FAA-9C4E0D557A50}"/>
            </a:ext>
          </a:extLst>
        </p:cNvPr>
        <p:cNvGrpSpPr/>
        <p:nvPr/>
      </p:nvGrpSpPr>
      <p:grpSpPr>
        <a:xfrm>
          <a:off x="0" y="0"/>
          <a:ext cx="0" cy="0"/>
          <a:chOff x="0" y="0"/>
          <a:chExt cx="0" cy="0"/>
        </a:xfrm>
      </p:grpSpPr>
      <p:pic>
        <p:nvPicPr>
          <p:cNvPr id="733" name="Google Shape;733;p67">
            <a:extLst>
              <a:ext uri="{FF2B5EF4-FFF2-40B4-BE49-F238E27FC236}">
                <a16:creationId xmlns:a16="http://schemas.microsoft.com/office/drawing/2014/main" id="{16F085E9-DD8B-BE96-C014-65B51762C49A}"/>
              </a:ext>
            </a:extLst>
          </p:cNvPr>
          <p:cNvPicPr preferRelativeResize="0"/>
          <p:nvPr/>
        </p:nvPicPr>
        <p:blipFill rotWithShape="1">
          <a:blip r:embed="rId3">
            <a:alphaModFix/>
          </a:blip>
          <a:srcRect l="18425" t="17031" r="28566" b="17313"/>
          <a:stretch/>
        </p:blipFill>
        <p:spPr>
          <a:xfrm>
            <a:off x="4905600" y="-63471"/>
            <a:ext cx="4238397" cy="5249700"/>
          </a:xfrm>
          <a:prstGeom prst="rect">
            <a:avLst/>
          </a:prstGeom>
          <a:noFill/>
          <a:ln>
            <a:noFill/>
          </a:ln>
        </p:spPr>
      </p:pic>
      <p:sp>
        <p:nvSpPr>
          <p:cNvPr id="734" name="Google Shape;734;p67">
            <a:extLst>
              <a:ext uri="{FF2B5EF4-FFF2-40B4-BE49-F238E27FC236}">
                <a16:creationId xmlns:a16="http://schemas.microsoft.com/office/drawing/2014/main" id="{BB2A4119-3A69-36AA-5740-DF0FA4A104B3}"/>
              </a:ext>
            </a:extLst>
          </p:cNvPr>
          <p:cNvSpPr txBox="1">
            <a:spLocks noGrp="1"/>
          </p:cNvSpPr>
          <p:nvPr>
            <p:ph type="title"/>
          </p:nvPr>
        </p:nvSpPr>
        <p:spPr>
          <a:xfrm>
            <a:off x="788239" y="1539214"/>
            <a:ext cx="3711600" cy="1403400"/>
          </a:xfrm>
          <a:prstGeom prst="rect">
            <a:avLst/>
          </a:prstGeom>
        </p:spPr>
        <p:txBody>
          <a:bodyPr spcFirstLastPara="1" wrap="square" lIns="91425" tIns="91425" rIns="91425" bIns="91425" anchor="ctr" anchorCtr="0">
            <a:noAutofit/>
          </a:bodyPr>
          <a:lstStyle/>
          <a:p>
            <a:r>
              <a:rPr lang="zh-TW" altLang="en-US" b="1" dirty="0">
                <a:latin typeface="Microsoft JhengHei" panose="020B0604030504040204" pitchFamily="34" charset="-120"/>
                <a:ea typeface="Microsoft JhengHei" panose="020B0604030504040204" pitchFamily="34" charset="-120"/>
              </a:rPr>
              <a:t>互動 </a:t>
            </a:r>
            <a:r>
              <a:rPr lang="en-US" altLang="zh-TW" b="1" dirty="0">
                <a:latin typeface="Microsoft JhengHei" panose="020B0604030504040204" pitchFamily="34" charset="-120"/>
                <a:ea typeface="Microsoft JhengHei" panose="020B0604030504040204" pitchFamily="34" charset="-120"/>
              </a:rPr>
              <a:t>Demo &amp; </a:t>
            </a:r>
            <a:br>
              <a:rPr lang="en-US" altLang="zh-TW" b="1" dirty="0">
                <a:latin typeface="Microsoft JhengHei" panose="020B0604030504040204" pitchFamily="34" charset="-120"/>
                <a:ea typeface="Microsoft JhengHei" panose="020B0604030504040204" pitchFamily="34" charset="-120"/>
              </a:rPr>
            </a:br>
            <a:r>
              <a:rPr lang="zh-TW" altLang="en-US" b="1" dirty="0">
                <a:latin typeface="Microsoft JhengHei" panose="020B0604030504040204" pitchFamily="34" charset="-120"/>
                <a:ea typeface="Microsoft JhengHei" panose="020B0604030504040204" pitchFamily="34" charset="-120"/>
              </a:rPr>
              <a:t>案例洞見</a:t>
            </a:r>
            <a:br>
              <a:rPr lang="zh-TW" altLang="en-US" b="1" dirty="0">
                <a:solidFill>
                  <a:schemeClr val="accent1"/>
                </a:solidFill>
                <a:uFill>
                  <a:noFill/>
                </a:uFill>
                <a:latin typeface="Microsoft JhengHei" panose="020B0604030504040204" pitchFamily="34" charset="-120"/>
                <a:ea typeface="Microsoft JhengHei" panose="020B0604030504040204" pitchFamily="34" charset="-120"/>
              </a:rPr>
            </a:br>
            <a:endParaRPr b="1" dirty="0">
              <a:latin typeface="Microsoft JhengHei" panose="020B0604030504040204" pitchFamily="34" charset="-120"/>
              <a:ea typeface="Microsoft JhengHei" panose="020B0604030504040204" pitchFamily="34" charset="-120"/>
            </a:endParaRPr>
          </a:p>
        </p:txBody>
      </p:sp>
      <p:sp>
        <p:nvSpPr>
          <p:cNvPr id="736" name="Google Shape;736;p67">
            <a:extLst>
              <a:ext uri="{FF2B5EF4-FFF2-40B4-BE49-F238E27FC236}">
                <a16:creationId xmlns:a16="http://schemas.microsoft.com/office/drawing/2014/main" id="{354F0F53-0FFA-9B3E-3A5E-D4B76E2A71E4}"/>
              </a:ext>
            </a:extLst>
          </p:cNvPr>
          <p:cNvSpPr txBox="1">
            <a:spLocks noGrp="1"/>
          </p:cNvSpPr>
          <p:nvPr>
            <p:ph type="title" idx="2"/>
          </p:nvPr>
        </p:nvSpPr>
        <p:spPr>
          <a:xfrm>
            <a:off x="720000" y="3684525"/>
            <a:ext cx="1599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O4</a:t>
            </a:r>
            <a:endParaRPr dirty="0"/>
          </a:p>
        </p:txBody>
      </p:sp>
      <p:grpSp>
        <p:nvGrpSpPr>
          <p:cNvPr id="737" name="Google Shape;737;p67">
            <a:extLst>
              <a:ext uri="{FF2B5EF4-FFF2-40B4-BE49-F238E27FC236}">
                <a16:creationId xmlns:a16="http://schemas.microsoft.com/office/drawing/2014/main" id="{07123C4B-499E-F86A-A8E9-2EEF5E9AFD4D}"/>
              </a:ext>
            </a:extLst>
          </p:cNvPr>
          <p:cNvGrpSpPr/>
          <p:nvPr/>
        </p:nvGrpSpPr>
        <p:grpSpPr>
          <a:xfrm>
            <a:off x="604274" y="3899608"/>
            <a:ext cx="43276" cy="411646"/>
            <a:chOff x="1256711" y="1178908"/>
            <a:chExt cx="43276" cy="411646"/>
          </a:xfrm>
        </p:grpSpPr>
        <p:grpSp>
          <p:nvGrpSpPr>
            <p:cNvPr id="738" name="Google Shape;738;p67">
              <a:extLst>
                <a:ext uri="{FF2B5EF4-FFF2-40B4-BE49-F238E27FC236}">
                  <a16:creationId xmlns:a16="http://schemas.microsoft.com/office/drawing/2014/main" id="{5F46E340-9D47-6838-C79C-1A52E5CFE48E}"/>
                </a:ext>
              </a:extLst>
            </p:cNvPr>
            <p:cNvGrpSpPr/>
            <p:nvPr/>
          </p:nvGrpSpPr>
          <p:grpSpPr>
            <a:xfrm>
              <a:off x="1256711" y="1178908"/>
              <a:ext cx="43276" cy="184846"/>
              <a:chOff x="1256700" y="1103575"/>
              <a:chExt cx="60900" cy="260200"/>
            </a:xfrm>
          </p:grpSpPr>
          <p:sp>
            <p:nvSpPr>
              <p:cNvPr id="739" name="Google Shape;739;p67">
                <a:extLst>
                  <a:ext uri="{FF2B5EF4-FFF2-40B4-BE49-F238E27FC236}">
                    <a16:creationId xmlns:a16="http://schemas.microsoft.com/office/drawing/2014/main" id="{E2A4021B-97F9-0CCF-41D2-ABB5748E187B}"/>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67">
                <a:extLst>
                  <a:ext uri="{FF2B5EF4-FFF2-40B4-BE49-F238E27FC236}">
                    <a16:creationId xmlns:a16="http://schemas.microsoft.com/office/drawing/2014/main" id="{A89EAE87-3B6B-DA3D-7B42-81E0B19E700E}"/>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67">
                <a:extLst>
                  <a:ext uri="{FF2B5EF4-FFF2-40B4-BE49-F238E27FC236}">
                    <a16:creationId xmlns:a16="http://schemas.microsoft.com/office/drawing/2014/main" id="{7A147CF4-015B-56E1-F2D4-1BC72F194B37}"/>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67">
              <a:extLst>
                <a:ext uri="{FF2B5EF4-FFF2-40B4-BE49-F238E27FC236}">
                  <a16:creationId xmlns:a16="http://schemas.microsoft.com/office/drawing/2014/main" id="{C88BE3CC-7C9D-78F2-032F-C1FB04D51993}"/>
                </a:ext>
              </a:extLst>
            </p:cNvPr>
            <p:cNvGrpSpPr/>
            <p:nvPr/>
          </p:nvGrpSpPr>
          <p:grpSpPr>
            <a:xfrm>
              <a:off x="1256711" y="1405708"/>
              <a:ext cx="43276" cy="184846"/>
              <a:chOff x="1256700" y="1103575"/>
              <a:chExt cx="60900" cy="260200"/>
            </a:xfrm>
          </p:grpSpPr>
          <p:sp>
            <p:nvSpPr>
              <p:cNvPr id="743" name="Google Shape;743;p67">
                <a:extLst>
                  <a:ext uri="{FF2B5EF4-FFF2-40B4-BE49-F238E27FC236}">
                    <a16:creationId xmlns:a16="http://schemas.microsoft.com/office/drawing/2014/main" id="{AB48150D-A97B-26A6-8DB6-6194A7D7F3AC}"/>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67">
                <a:extLst>
                  <a:ext uri="{FF2B5EF4-FFF2-40B4-BE49-F238E27FC236}">
                    <a16:creationId xmlns:a16="http://schemas.microsoft.com/office/drawing/2014/main" id="{0502977D-B4FA-CBB0-37D7-833C7EEC3DEA}"/>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67">
                <a:extLst>
                  <a:ext uri="{FF2B5EF4-FFF2-40B4-BE49-F238E27FC236}">
                    <a16:creationId xmlns:a16="http://schemas.microsoft.com/office/drawing/2014/main" id="{45F80BB0-0CFE-81C1-9283-FDCE1EA3DF9E}"/>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6" name="Google Shape;746;p67">
            <a:hlinkClick r:id="" action="ppaction://hlinkshowjump?jump=nextslide"/>
            <a:extLst>
              <a:ext uri="{FF2B5EF4-FFF2-40B4-BE49-F238E27FC236}">
                <a16:creationId xmlns:a16="http://schemas.microsoft.com/office/drawing/2014/main" id="{345E30E7-F33C-A795-8FC9-FC718189C5CF}"/>
              </a:ext>
            </a:extLst>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67">
            <a:hlinkClick r:id="rId4" action="ppaction://hlinksldjump"/>
            <a:extLst>
              <a:ext uri="{FF2B5EF4-FFF2-40B4-BE49-F238E27FC236}">
                <a16:creationId xmlns:a16="http://schemas.microsoft.com/office/drawing/2014/main" id="{C8B64A05-626A-353E-4C5F-8F7F50906D0D}"/>
              </a:ext>
            </a:extLst>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67">
            <a:hlinkClick r:id="" action="ppaction://hlinkshowjump?jump=previousslide"/>
            <a:extLst>
              <a:ext uri="{FF2B5EF4-FFF2-40B4-BE49-F238E27FC236}">
                <a16:creationId xmlns:a16="http://schemas.microsoft.com/office/drawing/2014/main" id="{477F8540-D26A-30A9-0278-E8FCBE028AD4}"/>
              </a:ext>
            </a:extLst>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49" name="Google Shape;749;p67">
            <a:hlinkClick r:id="rId4" action="ppaction://hlinksldjump"/>
            <a:extLst>
              <a:ext uri="{FF2B5EF4-FFF2-40B4-BE49-F238E27FC236}">
                <a16:creationId xmlns:a16="http://schemas.microsoft.com/office/drawing/2014/main" id="{B1039833-C01F-327F-F786-8F621193631D}"/>
              </a:ext>
            </a:extLst>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67">
            <a:hlinkClick r:id="rId4" action="ppaction://hlinksldjump"/>
            <a:extLst>
              <a:ext uri="{FF2B5EF4-FFF2-40B4-BE49-F238E27FC236}">
                <a16:creationId xmlns:a16="http://schemas.microsoft.com/office/drawing/2014/main" id="{D05FA61C-D9A6-D948-B192-9230F8AD4234}"/>
              </a:ext>
            </a:extLst>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 name="Google Shape;751;p67">
            <a:hlinkClick r:id="" action="ppaction://hlinkshowjump?jump=nextslide"/>
            <a:extLst>
              <a:ext uri="{FF2B5EF4-FFF2-40B4-BE49-F238E27FC236}">
                <a16:creationId xmlns:a16="http://schemas.microsoft.com/office/drawing/2014/main" id="{AF621327-A3E0-C56F-1F12-63B3122349F4}"/>
              </a:ext>
            </a:extLst>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52" name="Google Shape;752;p67">
            <a:hlinkClick r:id="" action="ppaction://hlinkshowjump?jump=previousslide"/>
            <a:extLst>
              <a:ext uri="{FF2B5EF4-FFF2-40B4-BE49-F238E27FC236}">
                <a16:creationId xmlns:a16="http://schemas.microsoft.com/office/drawing/2014/main" id="{AA982017-07F1-1BBA-D3A5-33F7535B9716}"/>
              </a:ext>
            </a:extLst>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753" name="Google Shape;753;p67">
            <a:extLst>
              <a:ext uri="{FF2B5EF4-FFF2-40B4-BE49-F238E27FC236}">
                <a16:creationId xmlns:a16="http://schemas.microsoft.com/office/drawing/2014/main" id="{34DAE817-28D3-C1C2-5450-24E2836B8491}"/>
              </a:ext>
            </a:extLst>
          </p:cNvPr>
          <p:cNvPicPr preferRelativeResize="0"/>
          <p:nvPr/>
        </p:nvPicPr>
        <p:blipFill rotWithShape="1">
          <a:blip r:embed="rId5">
            <a:alphaModFix/>
          </a:blip>
          <a:srcRect l="7340" r="4538" b="19768"/>
          <a:stretch/>
        </p:blipFill>
        <p:spPr>
          <a:xfrm rot="-2147249">
            <a:off x="-1200452" y="-746207"/>
            <a:ext cx="3055748" cy="2108203"/>
          </a:xfrm>
          <a:prstGeom prst="rect">
            <a:avLst/>
          </a:prstGeom>
          <a:noFill/>
          <a:ln>
            <a:noFill/>
          </a:ln>
        </p:spPr>
      </p:pic>
      <p:pic>
        <p:nvPicPr>
          <p:cNvPr id="754" name="Google Shape;754;p67">
            <a:extLst>
              <a:ext uri="{FF2B5EF4-FFF2-40B4-BE49-F238E27FC236}">
                <a16:creationId xmlns:a16="http://schemas.microsoft.com/office/drawing/2014/main" id="{5DACE1E8-10FA-4D35-7BE4-40674D2B0B89}"/>
              </a:ext>
            </a:extLst>
          </p:cNvPr>
          <p:cNvPicPr preferRelativeResize="0"/>
          <p:nvPr/>
        </p:nvPicPr>
        <p:blipFill rotWithShape="1">
          <a:blip r:embed="rId5">
            <a:alphaModFix/>
          </a:blip>
          <a:srcRect l="7340" r="4538" b="19768"/>
          <a:stretch/>
        </p:blipFill>
        <p:spPr>
          <a:xfrm rot="-2147249">
            <a:off x="1521898" y="4378968"/>
            <a:ext cx="3055748" cy="2108203"/>
          </a:xfrm>
          <a:prstGeom prst="rect">
            <a:avLst/>
          </a:prstGeom>
          <a:noFill/>
          <a:ln>
            <a:noFill/>
          </a:ln>
        </p:spPr>
      </p:pic>
    </p:spTree>
    <p:extLst>
      <p:ext uri="{BB962C8B-B14F-4D97-AF65-F5344CB8AC3E}">
        <p14:creationId xmlns:p14="http://schemas.microsoft.com/office/powerpoint/2010/main" val="3118012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53"/>
                                        </p:tgtEl>
                                        <p:attrNameLst>
                                          <p:attrName>style.visibility</p:attrName>
                                        </p:attrNameLst>
                                      </p:cBhvr>
                                      <p:to>
                                        <p:strVal val="visible"/>
                                      </p:to>
                                    </p:set>
                                    <p:anim calcmode="lin" valueType="num">
                                      <p:cBhvr additive="base">
                                        <p:cTn id="7" dur="1000"/>
                                        <p:tgtEl>
                                          <p:spTgt spid="753"/>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754"/>
                                        </p:tgtEl>
                                        <p:attrNameLst>
                                          <p:attrName>style.visibility</p:attrName>
                                        </p:attrNameLst>
                                      </p:cBhvr>
                                      <p:to>
                                        <p:strVal val="visible"/>
                                      </p:to>
                                    </p:set>
                                    <p:anim calcmode="lin" valueType="num">
                                      <p:cBhvr additive="base">
                                        <p:cTn id="10" dur="1000"/>
                                        <p:tgtEl>
                                          <p:spTgt spid="7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202">
          <a:extLst>
            <a:ext uri="{FF2B5EF4-FFF2-40B4-BE49-F238E27FC236}">
              <a16:creationId xmlns:a16="http://schemas.microsoft.com/office/drawing/2014/main" id="{2C75343E-7BE8-6368-B92C-5848D8C17715}"/>
            </a:ext>
          </a:extLst>
        </p:cNvPr>
        <p:cNvGrpSpPr/>
        <p:nvPr/>
      </p:nvGrpSpPr>
      <p:grpSpPr>
        <a:xfrm>
          <a:off x="0" y="0"/>
          <a:ext cx="0" cy="0"/>
          <a:chOff x="0" y="0"/>
          <a:chExt cx="0" cy="0"/>
        </a:xfrm>
      </p:grpSpPr>
      <p:pic>
        <p:nvPicPr>
          <p:cNvPr id="1203" name="Google Shape;1203;p85">
            <a:extLst>
              <a:ext uri="{FF2B5EF4-FFF2-40B4-BE49-F238E27FC236}">
                <a16:creationId xmlns:a16="http://schemas.microsoft.com/office/drawing/2014/main" id="{41F299F8-8982-DBDA-8BBE-74B3ECC84837}"/>
              </a:ext>
            </a:extLst>
          </p:cNvPr>
          <p:cNvPicPr preferRelativeResize="0"/>
          <p:nvPr/>
        </p:nvPicPr>
        <p:blipFill>
          <a:blip r:embed="rId3">
            <a:alphaModFix/>
          </a:blip>
          <a:stretch>
            <a:fillRect/>
          </a:stretch>
        </p:blipFill>
        <p:spPr>
          <a:xfrm rot="-8502208">
            <a:off x="7413836" y="184545"/>
            <a:ext cx="3048323" cy="2309978"/>
          </a:xfrm>
          <a:prstGeom prst="rect">
            <a:avLst/>
          </a:prstGeom>
          <a:noFill/>
          <a:ln>
            <a:noFill/>
          </a:ln>
        </p:spPr>
      </p:pic>
      <p:pic>
        <p:nvPicPr>
          <p:cNvPr id="1241" name="Google Shape;1241;p85">
            <a:extLst>
              <a:ext uri="{FF2B5EF4-FFF2-40B4-BE49-F238E27FC236}">
                <a16:creationId xmlns:a16="http://schemas.microsoft.com/office/drawing/2014/main" id="{A1376426-343B-B28A-55EB-DC770CFF8EDB}"/>
              </a:ext>
            </a:extLst>
          </p:cNvPr>
          <p:cNvPicPr preferRelativeResize="0"/>
          <p:nvPr/>
        </p:nvPicPr>
        <p:blipFill rotWithShape="1">
          <a:blip r:embed="rId4">
            <a:alphaModFix/>
          </a:blip>
          <a:srcRect l="7340" r="4538" b="19768"/>
          <a:stretch/>
        </p:blipFill>
        <p:spPr>
          <a:xfrm rot="-2319082">
            <a:off x="-942465" y="-764591"/>
            <a:ext cx="2940004" cy="2028357"/>
          </a:xfrm>
          <a:prstGeom prst="rect">
            <a:avLst/>
          </a:prstGeom>
          <a:noFill/>
          <a:ln>
            <a:noFill/>
          </a:ln>
        </p:spPr>
      </p:pic>
      <p:pic>
        <p:nvPicPr>
          <p:cNvPr id="1242" name="Google Shape;1242;p85">
            <a:extLst>
              <a:ext uri="{FF2B5EF4-FFF2-40B4-BE49-F238E27FC236}">
                <a16:creationId xmlns:a16="http://schemas.microsoft.com/office/drawing/2014/main" id="{3A1DD364-D8A3-8A50-3D63-77F2369DCD37}"/>
              </a:ext>
            </a:extLst>
          </p:cNvPr>
          <p:cNvPicPr preferRelativeResize="0"/>
          <p:nvPr/>
        </p:nvPicPr>
        <p:blipFill rotWithShape="1">
          <a:blip r:embed="rId4">
            <a:alphaModFix/>
          </a:blip>
          <a:srcRect l="7340" r="4538" b="19768"/>
          <a:stretch/>
        </p:blipFill>
        <p:spPr>
          <a:xfrm rot="-8999957">
            <a:off x="-756776" y="4367046"/>
            <a:ext cx="2940004" cy="2028356"/>
          </a:xfrm>
          <a:prstGeom prst="rect">
            <a:avLst/>
          </a:prstGeom>
          <a:noFill/>
          <a:ln>
            <a:noFill/>
          </a:ln>
        </p:spPr>
      </p:pic>
      <p:sp>
        <p:nvSpPr>
          <p:cNvPr id="28" name="Google Shape;798;p70">
            <a:extLst>
              <a:ext uri="{FF2B5EF4-FFF2-40B4-BE49-F238E27FC236}">
                <a16:creationId xmlns:a16="http://schemas.microsoft.com/office/drawing/2014/main" id="{54E2FA0D-64E3-4369-9EE5-FBDCCC3D7CB0}"/>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lgn="ctr"/>
            <a:r>
              <a:rPr lang="zh-TW" altLang="en-US" b="1" dirty="0">
                <a:latin typeface="Microsoft JhengHei" panose="020B0604030504040204" pitchFamily="34" charset="-120"/>
                <a:ea typeface="Microsoft JhengHei" panose="020B0604030504040204" pitchFamily="34" charset="-120"/>
              </a:rPr>
              <a:t>互動示例</a:t>
            </a:r>
            <a:endParaRPr b="1" dirty="0">
              <a:latin typeface="Microsoft JhengHei" panose="020B0604030504040204" pitchFamily="34" charset="-120"/>
              <a:ea typeface="Microsoft JhengHei" panose="020B0604030504040204" pitchFamily="34" charset="-120"/>
            </a:endParaRPr>
          </a:p>
        </p:txBody>
      </p:sp>
      <p:sp>
        <p:nvSpPr>
          <p:cNvPr id="3" name="文字方塊 2">
            <a:extLst>
              <a:ext uri="{FF2B5EF4-FFF2-40B4-BE49-F238E27FC236}">
                <a16:creationId xmlns:a16="http://schemas.microsoft.com/office/drawing/2014/main" id="{73A68A03-9168-092D-18FC-806128178A09}"/>
              </a:ext>
            </a:extLst>
          </p:cNvPr>
          <p:cNvSpPr txBox="1"/>
          <p:nvPr/>
        </p:nvSpPr>
        <p:spPr>
          <a:xfrm>
            <a:off x="1762433" y="2180547"/>
            <a:ext cx="6061586" cy="1169551"/>
          </a:xfrm>
          <a:prstGeom prst="rect">
            <a:avLst/>
          </a:prstGeom>
          <a:noFill/>
        </p:spPr>
        <p:txBody>
          <a:bodyPr wrap="square">
            <a:spAutoFit/>
          </a:bodyPr>
          <a:lstStyle/>
          <a:p>
            <a:r>
              <a:rPr lang="zh-TW" altLang="en-US" dirty="0"/>
              <a:t>▸ Neg ↑ 130 % 6 h 前 → 價格 -30 %</a:t>
            </a:r>
          </a:p>
          <a:p>
            <a:endParaRPr lang="zh-TW" altLang="en-US" dirty="0"/>
          </a:p>
          <a:p>
            <a:r>
              <a:rPr lang="zh-TW" altLang="en-US" dirty="0"/>
              <a:t>▸ Top topics：Energy, Musk, China Ban</a:t>
            </a:r>
          </a:p>
          <a:p>
            <a:endParaRPr lang="zh-TW" altLang="en-US" dirty="0"/>
          </a:p>
          <a:p>
            <a:r>
              <a:rPr lang="zh-TW" altLang="en-US" dirty="0"/>
              <a:t>**Notes**：現場點選區段→右側動態更新。</a:t>
            </a:r>
          </a:p>
        </p:txBody>
      </p:sp>
    </p:spTree>
    <p:extLst>
      <p:ext uri="{BB962C8B-B14F-4D97-AF65-F5344CB8AC3E}">
        <p14:creationId xmlns:p14="http://schemas.microsoft.com/office/powerpoint/2010/main" val="767964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203"/>
                                        </p:tgtEl>
                                        <p:attrNameLst>
                                          <p:attrName>style.visibility</p:attrName>
                                        </p:attrNameLst>
                                      </p:cBhvr>
                                      <p:to>
                                        <p:strVal val="visible"/>
                                      </p:to>
                                    </p:set>
                                    <p:anim calcmode="lin" valueType="num">
                                      <p:cBhvr additive="base">
                                        <p:cTn id="7" dur="1000"/>
                                        <p:tgtEl>
                                          <p:spTgt spid="1203"/>
                                        </p:tgtEl>
                                        <p:attrNameLst>
                                          <p:attrName>ppt_x</p:attrName>
                                        </p:attrNameLst>
                                      </p:cBhvr>
                                      <p:tavLst>
                                        <p:tav tm="0">
                                          <p:val>
                                            <p:strVal val="#ppt_x+1"/>
                                          </p:val>
                                        </p:tav>
                                        <p:tav tm="100000">
                                          <p:val>
                                            <p:strVal val="#ppt_x"/>
                                          </p:val>
                                        </p:tav>
                                      </p:tavLst>
                                    </p:anim>
                                  </p:childTnLst>
                                </p:cTn>
                              </p:par>
                              <p:par>
                                <p:cTn id="8" presetID="2" presetClass="entr" presetSubtype="1" fill="hold" nodeType="withEffect">
                                  <p:stCondLst>
                                    <p:cond delay="0"/>
                                  </p:stCondLst>
                                  <p:childTnLst>
                                    <p:set>
                                      <p:cBhvr>
                                        <p:cTn id="9" dur="1" fill="hold">
                                          <p:stCondLst>
                                            <p:cond delay="0"/>
                                          </p:stCondLst>
                                        </p:cTn>
                                        <p:tgtEl>
                                          <p:spTgt spid="1241"/>
                                        </p:tgtEl>
                                        <p:attrNameLst>
                                          <p:attrName>style.visibility</p:attrName>
                                        </p:attrNameLst>
                                      </p:cBhvr>
                                      <p:to>
                                        <p:strVal val="visible"/>
                                      </p:to>
                                    </p:set>
                                    <p:anim calcmode="lin" valueType="num">
                                      <p:cBhvr additive="base">
                                        <p:cTn id="10" dur="1000"/>
                                        <p:tgtEl>
                                          <p:spTgt spid="1241"/>
                                        </p:tgtEl>
                                        <p:attrNameLst>
                                          <p:attrName>ppt_y</p:attrName>
                                        </p:attrNameLst>
                                      </p:cBhvr>
                                      <p:tavLst>
                                        <p:tav tm="0">
                                          <p:val>
                                            <p:strVal val="#ppt_y-1"/>
                                          </p:val>
                                        </p:tav>
                                        <p:tav tm="100000">
                                          <p:val>
                                            <p:strVal val="#ppt_y"/>
                                          </p:val>
                                        </p:tav>
                                      </p:tavLst>
                                    </p:anim>
                                  </p:childTnLst>
                                </p:cTn>
                              </p:par>
                              <p:par>
                                <p:cTn id="11" presetID="2" presetClass="entr" presetSubtype="4" fill="hold" nodeType="withEffect">
                                  <p:stCondLst>
                                    <p:cond delay="0"/>
                                  </p:stCondLst>
                                  <p:childTnLst>
                                    <p:set>
                                      <p:cBhvr>
                                        <p:cTn id="12" dur="1" fill="hold">
                                          <p:stCondLst>
                                            <p:cond delay="0"/>
                                          </p:stCondLst>
                                        </p:cTn>
                                        <p:tgtEl>
                                          <p:spTgt spid="1242"/>
                                        </p:tgtEl>
                                        <p:attrNameLst>
                                          <p:attrName>style.visibility</p:attrName>
                                        </p:attrNameLst>
                                      </p:cBhvr>
                                      <p:to>
                                        <p:strVal val="visible"/>
                                      </p:to>
                                    </p:set>
                                    <p:anim calcmode="lin" valueType="num">
                                      <p:cBhvr additive="base">
                                        <p:cTn id="13" dur="1000"/>
                                        <p:tgtEl>
                                          <p:spTgt spid="12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93">
          <a:extLst>
            <a:ext uri="{FF2B5EF4-FFF2-40B4-BE49-F238E27FC236}">
              <a16:creationId xmlns:a16="http://schemas.microsoft.com/office/drawing/2014/main" id="{A5DDAAC3-597C-D175-3779-12D12F5F388D}"/>
            </a:ext>
          </a:extLst>
        </p:cNvPr>
        <p:cNvGrpSpPr/>
        <p:nvPr/>
      </p:nvGrpSpPr>
      <p:grpSpPr>
        <a:xfrm>
          <a:off x="0" y="0"/>
          <a:ext cx="0" cy="0"/>
          <a:chOff x="0" y="0"/>
          <a:chExt cx="0" cy="0"/>
        </a:xfrm>
      </p:grpSpPr>
      <p:sp>
        <p:nvSpPr>
          <p:cNvPr id="798" name="Google Shape;798;p70">
            <a:extLst>
              <a:ext uri="{FF2B5EF4-FFF2-40B4-BE49-F238E27FC236}">
                <a16:creationId xmlns:a16="http://schemas.microsoft.com/office/drawing/2014/main" id="{F1B591BA-08FA-39B7-7DF1-8BD4498AD30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en-US" altLang="zh-TW" b="1" dirty="0">
                <a:latin typeface="Microsoft JhengHei" panose="020B0604030504040204" pitchFamily="34" charset="-120"/>
                <a:ea typeface="Microsoft JhengHei" panose="020B0604030504040204" pitchFamily="34" charset="-120"/>
              </a:rPr>
              <a:t>UASTL </a:t>
            </a:r>
            <a:r>
              <a:rPr lang="zh-TW" altLang="en-US" b="1" dirty="0">
                <a:latin typeface="Microsoft JhengHei" panose="020B0604030504040204" pitchFamily="34" charset="-120"/>
                <a:ea typeface="Microsoft JhengHei" panose="020B0604030504040204" pitchFamily="34" charset="-120"/>
              </a:rPr>
              <a:t>時間序列分解</a:t>
            </a:r>
            <a:endParaRPr b="1" dirty="0">
              <a:latin typeface="Microsoft JhengHei" panose="020B0604030504040204" pitchFamily="34" charset="-120"/>
              <a:ea typeface="Microsoft JhengHei" panose="020B0604030504040204" pitchFamily="34" charset="-120"/>
            </a:endParaRPr>
          </a:p>
        </p:txBody>
      </p:sp>
      <p:sp>
        <p:nvSpPr>
          <p:cNvPr id="4" name="文字方塊 3">
            <a:extLst>
              <a:ext uri="{FF2B5EF4-FFF2-40B4-BE49-F238E27FC236}">
                <a16:creationId xmlns:a16="http://schemas.microsoft.com/office/drawing/2014/main" id="{742084BE-1AFF-60DB-7E6F-9A8453FBD23E}"/>
              </a:ext>
            </a:extLst>
          </p:cNvPr>
          <p:cNvSpPr txBox="1"/>
          <p:nvPr/>
        </p:nvSpPr>
        <p:spPr>
          <a:xfrm>
            <a:off x="1928352" y="2071233"/>
            <a:ext cx="6157450" cy="1815882"/>
          </a:xfrm>
          <a:prstGeom prst="rect">
            <a:avLst/>
          </a:prstGeom>
          <a:noFill/>
        </p:spPr>
        <p:txBody>
          <a:bodyPr wrap="square">
            <a:spAutoFit/>
          </a:bodyPr>
          <a:lstStyle/>
          <a:p>
            <a:r>
              <a:rPr lang="zh-TW" altLang="en-US" dirty="0"/>
              <a:t>▸ μ 向量：對數趨勢</a:t>
            </a:r>
          </a:p>
          <a:p>
            <a:endParaRPr lang="zh-TW" altLang="en-US" dirty="0"/>
          </a:p>
          <a:p>
            <a:r>
              <a:rPr lang="zh-TW" altLang="en-US" dirty="0"/>
              <a:t>▸ Σ 高斯不確定度，SE kernels {7, 30, 90 d}</a:t>
            </a:r>
          </a:p>
          <a:p>
            <a:endParaRPr lang="zh-TW" altLang="en-US" dirty="0"/>
          </a:p>
          <a:p>
            <a:r>
              <a:rPr lang="zh-TW" altLang="en-US" dirty="0"/>
              <a:t>▸ p =\[7, 90, 365]，n\_s 動態跨度；n\_o, n\_i 魯棒迭代</a:t>
            </a:r>
          </a:p>
          <a:p>
            <a:endParaRPr lang="zh-TW" altLang="en-US" dirty="0"/>
          </a:p>
          <a:p>
            <a:r>
              <a:rPr lang="zh-TW" altLang="en-US" dirty="0"/>
              <a:t>**視覺**：分解示意圖（趨勢/季節/殘差 + CI）。</a:t>
            </a:r>
          </a:p>
          <a:p>
            <a:endParaRPr lang="zh-TW" altLang="en-US" dirty="0"/>
          </a:p>
        </p:txBody>
      </p:sp>
    </p:spTree>
    <p:extLst>
      <p:ext uri="{BB962C8B-B14F-4D97-AF65-F5344CB8AC3E}">
        <p14:creationId xmlns:p14="http://schemas.microsoft.com/office/powerpoint/2010/main" val="26883347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32">
          <a:extLst>
            <a:ext uri="{FF2B5EF4-FFF2-40B4-BE49-F238E27FC236}">
              <a16:creationId xmlns:a16="http://schemas.microsoft.com/office/drawing/2014/main" id="{4CFC1522-29D4-94FB-F6F7-072EB35569FD}"/>
            </a:ext>
          </a:extLst>
        </p:cNvPr>
        <p:cNvGrpSpPr/>
        <p:nvPr/>
      </p:nvGrpSpPr>
      <p:grpSpPr>
        <a:xfrm>
          <a:off x="0" y="0"/>
          <a:ext cx="0" cy="0"/>
          <a:chOff x="0" y="0"/>
          <a:chExt cx="0" cy="0"/>
        </a:xfrm>
      </p:grpSpPr>
      <p:pic>
        <p:nvPicPr>
          <p:cNvPr id="733" name="Google Shape;733;p67">
            <a:extLst>
              <a:ext uri="{FF2B5EF4-FFF2-40B4-BE49-F238E27FC236}">
                <a16:creationId xmlns:a16="http://schemas.microsoft.com/office/drawing/2014/main" id="{6AF0DEBB-AFD5-540B-A09C-20908AE3E275}"/>
              </a:ext>
            </a:extLst>
          </p:cNvPr>
          <p:cNvPicPr preferRelativeResize="0"/>
          <p:nvPr/>
        </p:nvPicPr>
        <p:blipFill rotWithShape="1">
          <a:blip r:embed="rId3">
            <a:alphaModFix/>
          </a:blip>
          <a:srcRect l="18425" t="17031" r="28566" b="17313"/>
          <a:stretch/>
        </p:blipFill>
        <p:spPr>
          <a:xfrm>
            <a:off x="4905600" y="-63471"/>
            <a:ext cx="4238397" cy="5249700"/>
          </a:xfrm>
          <a:prstGeom prst="rect">
            <a:avLst/>
          </a:prstGeom>
          <a:noFill/>
          <a:ln>
            <a:noFill/>
          </a:ln>
        </p:spPr>
      </p:pic>
      <p:sp>
        <p:nvSpPr>
          <p:cNvPr id="734" name="Google Shape;734;p67">
            <a:extLst>
              <a:ext uri="{FF2B5EF4-FFF2-40B4-BE49-F238E27FC236}">
                <a16:creationId xmlns:a16="http://schemas.microsoft.com/office/drawing/2014/main" id="{26DDFAE7-4CB4-4F3D-9034-CA22AF280F23}"/>
              </a:ext>
            </a:extLst>
          </p:cNvPr>
          <p:cNvSpPr txBox="1">
            <a:spLocks noGrp="1"/>
          </p:cNvSpPr>
          <p:nvPr>
            <p:ph type="title"/>
          </p:nvPr>
        </p:nvSpPr>
        <p:spPr>
          <a:xfrm>
            <a:off x="788239" y="1539214"/>
            <a:ext cx="3711600" cy="14034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成效評估 </a:t>
            </a:r>
            <a:br>
              <a:rPr lang="en-US" altLang="zh-TW" b="1" dirty="0">
                <a:latin typeface="Microsoft JhengHei" panose="020B0604030504040204" pitchFamily="34" charset="-120"/>
                <a:ea typeface="Microsoft JhengHei" panose="020B0604030504040204" pitchFamily="34" charset="-120"/>
              </a:rPr>
            </a:br>
            <a:r>
              <a:rPr lang="en-US" altLang="zh-TW" b="1" dirty="0">
                <a:latin typeface="Microsoft JhengHei" panose="020B0604030504040204" pitchFamily="34" charset="-120"/>
                <a:ea typeface="Microsoft JhengHei" panose="020B0604030504040204" pitchFamily="34" charset="-120"/>
              </a:rPr>
              <a:t>&amp; </a:t>
            </a:r>
            <a:r>
              <a:rPr lang="zh-TW" altLang="en-US" b="1" dirty="0">
                <a:latin typeface="Microsoft JhengHei" panose="020B0604030504040204" pitchFamily="34" charset="-120"/>
                <a:ea typeface="Microsoft JhengHei" panose="020B0604030504040204" pitchFamily="34" charset="-120"/>
              </a:rPr>
              <a:t>未來擴展</a:t>
            </a:r>
            <a:endParaRPr b="1" dirty="0">
              <a:latin typeface="Microsoft JhengHei" panose="020B0604030504040204" pitchFamily="34" charset="-120"/>
              <a:ea typeface="Microsoft JhengHei" panose="020B0604030504040204" pitchFamily="34" charset="-120"/>
            </a:endParaRPr>
          </a:p>
        </p:txBody>
      </p:sp>
      <p:sp>
        <p:nvSpPr>
          <p:cNvPr id="736" name="Google Shape;736;p67">
            <a:extLst>
              <a:ext uri="{FF2B5EF4-FFF2-40B4-BE49-F238E27FC236}">
                <a16:creationId xmlns:a16="http://schemas.microsoft.com/office/drawing/2014/main" id="{2B9AA146-E700-BC87-2AB7-BBA12753BF44}"/>
              </a:ext>
            </a:extLst>
          </p:cNvPr>
          <p:cNvSpPr txBox="1">
            <a:spLocks noGrp="1"/>
          </p:cNvSpPr>
          <p:nvPr>
            <p:ph type="title" idx="2"/>
          </p:nvPr>
        </p:nvSpPr>
        <p:spPr>
          <a:xfrm>
            <a:off x="720000" y="3684525"/>
            <a:ext cx="1599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O5</a:t>
            </a:r>
            <a:endParaRPr dirty="0"/>
          </a:p>
        </p:txBody>
      </p:sp>
      <p:grpSp>
        <p:nvGrpSpPr>
          <p:cNvPr id="737" name="Google Shape;737;p67">
            <a:extLst>
              <a:ext uri="{FF2B5EF4-FFF2-40B4-BE49-F238E27FC236}">
                <a16:creationId xmlns:a16="http://schemas.microsoft.com/office/drawing/2014/main" id="{51442635-E928-C6FE-610B-F194C54BCAD7}"/>
              </a:ext>
            </a:extLst>
          </p:cNvPr>
          <p:cNvGrpSpPr/>
          <p:nvPr/>
        </p:nvGrpSpPr>
        <p:grpSpPr>
          <a:xfrm>
            <a:off x="604274" y="3899608"/>
            <a:ext cx="43276" cy="411646"/>
            <a:chOff x="1256711" y="1178908"/>
            <a:chExt cx="43276" cy="411646"/>
          </a:xfrm>
        </p:grpSpPr>
        <p:grpSp>
          <p:nvGrpSpPr>
            <p:cNvPr id="738" name="Google Shape;738;p67">
              <a:extLst>
                <a:ext uri="{FF2B5EF4-FFF2-40B4-BE49-F238E27FC236}">
                  <a16:creationId xmlns:a16="http://schemas.microsoft.com/office/drawing/2014/main" id="{3A879D19-15F7-15C0-D9BB-C1A39C90E40B}"/>
                </a:ext>
              </a:extLst>
            </p:cNvPr>
            <p:cNvGrpSpPr/>
            <p:nvPr/>
          </p:nvGrpSpPr>
          <p:grpSpPr>
            <a:xfrm>
              <a:off x="1256711" y="1178908"/>
              <a:ext cx="43276" cy="184846"/>
              <a:chOff x="1256700" y="1103575"/>
              <a:chExt cx="60900" cy="260200"/>
            </a:xfrm>
          </p:grpSpPr>
          <p:sp>
            <p:nvSpPr>
              <p:cNvPr id="739" name="Google Shape;739;p67">
                <a:extLst>
                  <a:ext uri="{FF2B5EF4-FFF2-40B4-BE49-F238E27FC236}">
                    <a16:creationId xmlns:a16="http://schemas.microsoft.com/office/drawing/2014/main" id="{16012DBF-257C-9831-4F08-2D954FBF7783}"/>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67">
                <a:extLst>
                  <a:ext uri="{FF2B5EF4-FFF2-40B4-BE49-F238E27FC236}">
                    <a16:creationId xmlns:a16="http://schemas.microsoft.com/office/drawing/2014/main" id="{8D35C159-3C04-53E0-D3FD-53E18698D9CE}"/>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67">
                <a:extLst>
                  <a:ext uri="{FF2B5EF4-FFF2-40B4-BE49-F238E27FC236}">
                    <a16:creationId xmlns:a16="http://schemas.microsoft.com/office/drawing/2014/main" id="{48AE63C0-54E6-BCD3-1356-A4B8C03122F0}"/>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67">
              <a:extLst>
                <a:ext uri="{FF2B5EF4-FFF2-40B4-BE49-F238E27FC236}">
                  <a16:creationId xmlns:a16="http://schemas.microsoft.com/office/drawing/2014/main" id="{3B9D9396-F91E-96DB-E73E-D43A529EA316}"/>
                </a:ext>
              </a:extLst>
            </p:cNvPr>
            <p:cNvGrpSpPr/>
            <p:nvPr/>
          </p:nvGrpSpPr>
          <p:grpSpPr>
            <a:xfrm>
              <a:off x="1256711" y="1405708"/>
              <a:ext cx="43276" cy="184846"/>
              <a:chOff x="1256700" y="1103575"/>
              <a:chExt cx="60900" cy="260200"/>
            </a:xfrm>
          </p:grpSpPr>
          <p:sp>
            <p:nvSpPr>
              <p:cNvPr id="743" name="Google Shape;743;p67">
                <a:extLst>
                  <a:ext uri="{FF2B5EF4-FFF2-40B4-BE49-F238E27FC236}">
                    <a16:creationId xmlns:a16="http://schemas.microsoft.com/office/drawing/2014/main" id="{9D78BDB3-A5CF-43D6-13C6-C240E7012B2C}"/>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67">
                <a:extLst>
                  <a:ext uri="{FF2B5EF4-FFF2-40B4-BE49-F238E27FC236}">
                    <a16:creationId xmlns:a16="http://schemas.microsoft.com/office/drawing/2014/main" id="{688C58CA-A732-02F6-33D1-FE7645798D24}"/>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67">
                <a:extLst>
                  <a:ext uri="{FF2B5EF4-FFF2-40B4-BE49-F238E27FC236}">
                    <a16:creationId xmlns:a16="http://schemas.microsoft.com/office/drawing/2014/main" id="{047144D0-CC5C-B3FA-3B48-CC69FBC99552}"/>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6" name="Google Shape;746;p67">
            <a:hlinkClick r:id="" action="ppaction://hlinkshowjump?jump=nextslide"/>
            <a:extLst>
              <a:ext uri="{FF2B5EF4-FFF2-40B4-BE49-F238E27FC236}">
                <a16:creationId xmlns:a16="http://schemas.microsoft.com/office/drawing/2014/main" id="{DDAB404E-5040-5683-E72C-C09AB49094CF}"/>
              </a:ext>
            </a:extLst>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67">
            <a:hlinkClick r:id="rId4" action="ppaction://hlinksldjump"/>
            <a:extLst>
              <a:ext uri="{FF2B5EF4-FFF2-40B4-BE49-F238E27FC236}">
                <a16:creationId xmlns:a16="http://schemas.microsoft.com/office/drawing/2014/main" id="{5D1BFAC3-8091-791F-CB24-213B287B4D80}"/>
              </a:ext>
            </a:extLst>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67">
            <a:hlinkClick r:id="" action="ppaction://hlinkshowjump?jump=previousslide"/>
            <a:extLst>
              <a:ext uri="{FF2B5EF4-FFF2-40B4-BE49-F238E27FC236}">
                <a16:creationId xmlns:a16="http://schemas.microsoft.com/office/drawing/2014/main" id="{B66176F6-D89F-1485-8EF1-3323B6890C4A}"/>
              </a:ext>
            </a:extLst>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49" name="Google Shape;749;p67">
            <a:hlinkClick r:id="rId4" action="ppaction://hlinksldjump"/>
            <a:extLst>
              <a:ext uri="{FF2B5EF4-FFF2-40B4-BE49-F238E27FC236}">
                <a16:creationId xmlns:a16="http://schemas.microsoft.com/office/drawing/2014/main" id="{C32BABA6-A674-CFCF-B32C-2B94A4C8E316}"/>
              </a:ext>
            </a:extLst>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67">
            <a:hlinkClick r:id="rId4" action="ppaction://hlinksldjump"/>
            <a:extLst>
              <a:ext uri="{FF2B5EF4-FFF2-40B4-BE49-F238E27FC236}">
                <a16:creationId xmlns:a16="http://schemas.microsoft.com/office/drawing/2014/main" id="{60B5C459-154C-5C54-5F62-4285013B7A57}"/>
              </a:ext>
            </a:extLst>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 name="Google Shape;751;p67">
            <a:hlinkClick r:id="" action="ppaction://hlinkshowjump?jump=nextslide"/>
            <a:extLst>
              <a:ext uri="{FF2B5EF4-FFF2-40B4-BE49-F238E27FC236}">
                <a16:creationId xmlns:a16="http://schemas.microsoft.com/office/drawing/2014/main" id="{882B2E5B-EC43-A974-DED1-9CA753D45A80}"/>
              </a:ext>
            </a:extLst>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52" name="Google Shape;752;p67">
            <a:hlinkClick r:id="" action="ppaction://hlinkshowjump?jump=previousslide"/>
            <a:extLst>
              <a:ext uri="{FF2B5EF4-FFF2-40B4-BE49-F238E27FC236}">
                <a16:creationId xmlns:a16="http://schemas.microsoft.com/office/drawing/2014/main" id="{82723DA5-7735-3880-F332-014892C9897F}"/>
              </a:ext>
            </a:extLst>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753" name="Google Shape;753;p67">
            <a:extLst>
              <a:ext uri="{FF2B5EF4-FFF2-40B4-BE49-F238E27FC236}">
                <a16:creationId xmlns:a16="http://schemas.microsoft.com/office/drawing/2014/main" id="{4EBEC750-5FB8-E419-EACD-3B69DD53BF71}"/>
              </a:ext>
            </a:extLst>
          </p:cNvPr>
          <p:cNvPicPr preferRelativeResize="0"/>
          <p:nvPr/>
        </p:nvPicPr>
        <p:blipFill rotWithShape="1">
          <a:blip r:embed="rId5">
            <a:alphaModFix/>
          </a:blip>
          <a:srcRect l="7340" r="4538" b="19768"/>
          <a:stretch/>
        </p:blipFill>
        <p:spPr>
          <a:xfrm rot="-2147249">
            <a:off x="-1200452" y="-746207"/>
            <a:ext cx="3055748" cy="2108203"/>
          </a:xfrm>
          <a:prstGeom prst="rect">
            <a:avLst/>
          </a:prstGeom>
          <a:noFill/>
          <a:ln>
            <a:noFill/>
          </a:ln>
        </p:spPr>
      </p:pic>
      <p:pic>
        <p:nvPicPr>
          <p:cNvPr id="754" name="Google Shape;754;p67">
            <a:extLst>
              <a:ext uri="{FF2B5EF4-FFF2-40B4-BE49-F238E27FC236}">
                <a16:creationId xmlns:a16="http://schemas.microsoft.com/office/drawing/2014/main" id="{C9FD3BA3-38E0-82F0-7FD9-73D0AD33E93B}"/>
              </a:ext>
            </a:extLst>
          </p:cNvPr>
          <p:cNvPicPr preferRelativeResize="0"/>
          <p:nvPr/>
        </p:nvPicPr>
        <p:blipFill rotWithShape="1">
          <a:blip r:embed="rId5">
            <a:alphaModFix/>
          </a:blip>
          <a:srcRect l="7340" r="4538" b="19768"/>
          <a:stretch/>
        </p:blipFill>
        <p:spPr>
          <a:xfrm rot="-2147249">
            <a:off x="1521898" y="4378968"/>
            <a:ext cx="3055748" cy="2108203"/>
          </a:xfrm>
          <a:prstGeom prst="rect">
            <a:avLst/>
          </a:prstGeom>
          <a:noFill/>
          <a:ln>
            <a:noFill/>
          </a:ln>
        </p:spPr>
      </p:pic>
    </p:spTree>
    <p:extLst>
      <p:ext uri="{BB962C8B-B14F-4D97-AF65-F5344CB8AC3E}">
        <p14:creationId xmlns:p14="http://schemas.microsoft.com/office/powerpoint/2010/main" val="2728265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53"/>
                                        </p:tgtEl>
                                        <p:attrNameLst>
                                          <p:attrName>style.visibility</p:attrName>
                                        </p:attrNameLst>
                                      </p:cBhvr>
                                      <p:to>
                                        <p:strVal val="visible"/>
                                      </p:to>
                                    </p:set>
                                    <p:anim calcmode="lin" valueType="num">
                                      <p:cBhvr additive="base">
                                        <p:cTn id="7" dur="1000"/>
                                        <p:tgtEl>
                                          <p:spTgt spid="753"/>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754"/>
                                        </p:tgtEl>
                                        <p:attrNameLst>
                                          <p:attrName>style.visibility</p:attrName>
                                        </p:attrNameLst>
                                      </p:cBhvr>
                                      <p:to>
                                        <p:strVal val="visible"/>
                                      </p:to>
                                    </p:set>
                                    <p:anim calcmode="lin" valueType="num">
                                      <p:cBhvr additive="base">
                                        <p:cTn id="10" dur="1000"/>
                                        <p:tgtEl>
                                          <p:spTgt spid="7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921">
          <a:extLst>
            <a:ext uri="{FF2B5EF4-FFF2-40B4-BE49-F238E27FC236}">
              <a16:creationId xmlns:a16="http://schemas.microsoft.com/office/drawing/2014/main" id="{9ED8CA6A-C3BA-4A08-7D20-7B236DC6D357}"/>
            </a:ext>
          </a:extLst>
        </p:cNvPr>
        <p:cNvGrpSpPr/>
        <p:nvPr/>
      </p:nvGrpSpPr>
      <p:grpSpPr>
        <a:xfrm>
          <a:off x="0" y="0"/>
          <a:ext cx="0" cy="0"/>
          <a:chOff x="0" y="0"/>
          <a:chExt cx="0" cy="0"/>
        </a:xfrm>
      </p:grpSpPr>
      <p:pic>
        <p:nvPicPr>
          <p:cNvPr id="922" name="Google Shape;922;p74">
            <a:extLst>
              <a:ext uri="{FF2B5EF4-FFF2-40B4-BE49-F238E27FC236}">
                <a16:creationId xmlns:a16="http://schemas.microsoft.com/office/drawing/2014/main" id="{F7E7D549-F8D4-546B-5DA8-F8EF5B49CF62}"/>
              </a:ext>
            </a:extLst>
          </p:cNvPr>
          <p:cNvPicPr preferRelativeResize="0"/>
          <p:nvPr/>
        </p:nvPicPr>
        <p:blipFill rotWithShape="1">
          <a:blip r:embed="rId3">
            <a:alphaModFix/>
          </a:blip>
          <a:srcRect l="7340" r="4538" b="19768"/>
          <a:stretch/>
        </p:blipFill>
        <p:spPr>
          <a:xfrm rot="-4473003">
            <a:off x="-2057542" y="-130732"/>
            <a:ext cx="3431406" cy="2367394"/>
          </a:xfrm>
          <a:prstGeom prst="rect">
            <a:avLst/>
          </a:prstGeom>
          <a:noFill/>
          <a:ln>
            <a:noFill/>
          </a:ln>
        </p:spPr>
      </p:pic>
      <p:pic>
        <p:nvPicPr>
          <p:cNvPr id="923" name="Google Shape;923;p74">
            <a:extLst>
              <a:ext uri="{FF2B5EF4-FFF2-40B4-BE49-F238E27FC236}">
                <a16:creationId xmlns:a16="http://schemas.microsoft.com/office/drawing/2014/main" id="{7033918E-E2CD-21D7-98CF-FA9D0FA5082C}"/>
              </a:ext>
            </a:extLst>
          </p:cNvPr>
          <p:cNvPicPr preferRelativeResize="0"/>
          <p:nvPr/>
        </p:nvPicPr>
        <p:blipFill rotWithShape="1">
          <a:blip r:embed="rId3">
            <a:alphaModFix/>
          </a:blip>
          <a:srcRect l="7340" r="4538" b="19768"/>
          <a:stretch/>
        </p:blipFill>
        <p:spPr>
          <a:xfrm rot="8099935">
            <a:off x="6999120" y="3643905"/>
            <a:ext cx="3431410" cy="2367397"/>
          </a:xfrm>
          <a:prstGeom prst="rect">
            <a:avLst/>
          </a:prstGeom>
          <a:noFill/>
          <a:ln>
            <a:noFill/>
          </a:ln>
        </p:spPr>
      </p:pic>
      <p:sp>
        <p:nvSpPr>
          <p:cNvPr id="924" name="Google Shape;924;p74">
            <a:extLst>
              <a:ext uri="{FF2B5EF4-FFF2-40B4-BE49-F238E27FC236}">
                <a16:creationId xmlns:a16="http://schemas.microsoft.com/office/drawing/2014/main" id="{F43E2393-C1F9-E317-54E6-E57495810CE1}"/>
              </a:ext>
            </a:extLst>
          </p:cNvPr>
          <p:cNvSpPr/>
          <p:nvPr/>
        </p:nvSpPr>
        <p:spPr>
          <a:xfrm rot="10800000">
            <a:off x="7513188" y="-3212207"/>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74">
            <a:extLst>
              <a:ext uri="{FF2B5EF4-FFF2-40B4-BE49-F238E27FC236}">
                <a16:creationId xmlns:a16="http://schemas.microsoft.com/office/drawing/2014/main" id="{F61E02F2-AB96-63B1-47A2-EF6B14F21158}"/>
              </a:ext>
            </a:extLst>
          </p:cNvPr>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成效評估</a:t>
            </a:r>
            <a:endParaRPr b="1" dirty="0">
              <a:latin typeface="Microsoft JhengHei" panose="020B0604030504040204" pitchFamily="34" charset="-120"/>
              <a:ea typeface="Microsoft JhengHei" panose="020B0604030504040204" pitchFamily="34" charset="-120"/>
            </a:endParaRPr>
          </a:p>
        </p:txBody>
      </p:sp>
      <p:pic>
        <p:nvPicPr>
          <p:cNvPr id="934" name="Google Shape;934;p74">
            <a:extLst>
              <a:ext uri="{FF2B5EF4-FFF2-40B4-BE49-F238E27FC236}">
                <a16:creationId xmlns:a16="http://schemas.microsoft.com/office/drawing/2014/main" id="{7B23561A-DE42-C177-0E82-97A21B757D51}"/>
              </a:ext>
            </a:extLst>
          </p:cNvPr>
          <p:cNvPicPr preferRelativeResize="0"/>
          <p:nvPr/>
        </p:nvPicPr>
        <p:blipFill rotWithShape="1">
          <a:blip r:embed="rId3">
            <a:alphaModFix/>
          </a:blip>
          <a:srcRect l="7340" r="4538" b="19768"/>
          <a:stretch/>
        </p:blipFill>
        <p:spPr>
          <a:xfrm rot="-8416504">
            <a:off x="-314702" y="4366026"/>
            <a:ext cx="1302258" cy="898454"/>
          </a:xfrm>
          <a:prstGeom prst="rect">
            <a:avLst/>
          </a:prstGeom>
          <a:noFill/>
          <a:ln>
            <a:noFill/>
          </a:ln>
        </p:spPr>
      </p:pic>
      <p:pic>
        <p:nvPicPr>
          <p:cNvPr id="945" name="Google Shape;945;p74">
            <a:extLst>
              <a:ext uri="{FF2B5EF4-FFF2-40B4-BE49-F238E27FC236}">
                <a16:creationId xmlns:a16="http://schemas.microsoft.com/office/drawing/2014/main" id="{F38162F4-F48C-3882-7B43-4E1819772EDF}"/>
              </a:ext>
            </a:extLst>
          </p:cNvPr>
          <p:cNvPicPr preferRelativeResize="0"/>
          <p:nvPr/>
        </p:nvPicPr>
        <p:blipFill>
          <a:blip r:embed="rId4">
            <a:alphaModFix/>
          </a:blip>
          <a:stretch>
            <a:fillRect/>
          </a:stretch>
        </p:blipFill>
        <p:spPr>
          <a:xfrm rot="-2845445">
            <a:off x="147321" y="962760"/>
            <a:ext cx="512555" cy="388415"/>
          </a:xfrm>
          <a:prstGeom prst="rect">
            <a:avLst/>
          </a:prstGeom>
          <a:noFill/>
          <a:ln>
            <a:noFill/>
          </a:ln>
        </p:spPr>
      </p:pic>
      <p:sp>
        <p:nvSpPr>
          <p:cNvPr id="4" name="文字方塊 3">
            <a:extLst>
              <a:ext uri="{FF2B5EF4-FFF2-40B4-BE49-F238E27FC236}">
                <a16:creationId xmlns:a16="http://schemas.microsoft.com/office/drawing/2014/main" id="{86E5D84D-1885-D6E8-0680-EECBE96064F1}"/>
              </a:ext>
            </a:extLst>
          </p:cNvPr>
          <p:cNvSpPr txBox="1"/>
          <p:nvPr/>
        </p:nvSpPr>
        <p:spPr>
          <a:xfrm>
            <a:off x="1913603" y="2031470"/>
            <a:ext cx="7012858" cy="1600438"/>
          </a:xfrm>
          <a:prstGeom prst="rect">
            <a:avLst/>
          </a:prstGeom>
          <a:noFill/>
        </p:spPr>
        <p:txBody>
          <a:bodyPr wrap="square">
            <a:spAutoFit/>
          </a:bodyPr>
          <a:lstStyle/>
          <a:p>
            <a:r>
              <a:rPr lang="zh-TW" altLang="en-US" dirty="0"/>
              <a:t>▸ Lead-Lag：情緒指標領先價格 4–6 h (max 12 h)</a:t>
            </a:r>
          </a:p>
          <a:p>
            <a:endParaRPr lang="zh-TW" altLang="en-US" dirty="0"/>
          </a:p>
          <a:p>
            <a:r>
              <a:rPr lang="zh-TW" altLang="en-US" dirty="0"/>
              <a:t>▸ R² vs. Fear &amp; Greed：+0.18</a:t>
            </a:r>
          </a:p>
          <a:p>
            <a:endParaRPr lang="zh-TW" altLang="en-US" dirty="0"/>
          </a:p>
          <a:p>
            <a:r>
              <a:rPr lang="zh-TW" altLang="en-US" dirty="0"/>
              <a:t>▸ RMSE (UASTL + LSTM) vs Baseline</a:t>
            </a:r>
          </a:p>
          <a:p>
            <a:endParaRPr lang="zh-TW" altLang="en-US" dirty="0"/>
          </a:p>
          <a:p>
            <a:r>
              <a:rPr lang="zh-TW" altLang="en-US" dirty="0"/>
              <a:t>**視覺**：條形圖 + 熱圖。</a:t>
            </a:r>
          </a:p>
        </p:txBody>
      </p:sp>
    </p:spTree>
    <p:extLst>
      <p:ext uri="{BB962C8B-B14F-4D97-AF65-F5344CB8AC3E}">
        <p14:creationId xmlns:p14="http://schemas.microsoft.com/office/powerpoint/2010/main" val="2851360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922"/>
                                        </p:tgtEl>
                                        <p:attrNameLst>
                                          <p:attrName>style.visibility</p:attrName>
                                        </p:attrNameLst>
                                      </p:cBhvr>
                                      <p:to>
                                        <p:strVal val="visible"/>
                                      </p:to>
                                    </p:set>
                                    <p:anim calcmode="lin" valueType="num">
                                      <p:cBhvr additive="base">
                                        <p:cTn id="7" dur="1000"/>
                                        <p:tgtEl>
                                          <p:spTgt spid="922"/>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923"/>
                                        </p:tgtEl>
                                        <p:attrNameLst>
                                          <p:attrName>style.visibility</p:attrName>
                                        </p:attrNameLst>
                                      </p:cBhvr>
                                      <p:to>
                                        <p:strVal val="visible"/>
                                      </p:to>
                                    </p:set>
                                    <p:anim calcmode="lin" valueType="num">
                                      <p:cBhvr additive="base">
                                        <p:cTn id="10" dur="1000"/>
                                        <p:tgtEl>
                                          <p:spTgt spid="923"/>
                                        </p:tgtEl>
                                        <p:attrNameLst>
                                          <p:attrName>ppt_x</p:attrName>
                                        </p:attrNameLst>
                                      </p:cBhvr>
                                      <p:tavLst>
                                        <p:tav tm="0">
                                          <p:val>
                                            <p:strVal val="#ppt_x+1"/>
                                          </p:val>
                                        </p:tav>
                                        <p:tav tm="100000">
                                          <p:val>
                                            <p:strVal val="#ppt_x"/>
                                          </p:val>
                                        </p:tav>
                                      </p:tavLst>
                                    </p:anim>
                                  </p:childTnLst>
                                </p:cTn>
                              </p:par>
                              <p:par>
                                <p:cTn id="11" presetID="23" presetClass="entr" presetSubtype="16" fill="hold" nodeType="withEffect">
                                  <p:stCondLst>
                                    <p:cond delay="0"/>
                                  </p:stCondLst>
                                  <p:childTnLst>
                                    <p:set>
                                      <p:cBhvr>
                                        <p:cTn id="12" dur="1" fill="hold">
                                          <p:stCondLst>
                                            <p:cond delay="0"/>
                                          </p:stCondLst>
                                        </p:cTn>
                                        <p:tgtEl>
                                          <p:spTgt spid="934"/>
                                        </p:tgtEl>
                                        <p:attrNameLst>
                                          <p:attrName>style.visibility</p:attrName>
                                        </p:attrNameLst>
                                      </p:cBhvr>
                                      <p:to>
                                        <p:strVal val="visible"/>
                                      </p:to>
                                    </p:set>
                                    <p:anim calcmode="lin" valueType="num">
                                      <p:cBhvr additive="base">
                                        <p:cTn id="13" dur="1000"/>
                                        <p:tgtEl>
                                          <p:spTgt spid="934"/>
                                        </p:tgtEl>
                                        <p:attrNameLst>
                                          <p:attrName>ppt_w</p:attrName>
                                        </p:attrNameLst>
                                      </p:cBhvr>
                                      <p:tavLst>
                                        <p:tav tm="0">
                                          <p:val>
                                            <p:strVal val="0"/>
                                          </p:val>
                                        </p:tav>
                                        <p:tav tm="100000">
                                          <p:val>
                                            <p:strVal val="#ppt_w"/>
                                          </p:val>
                                        </p:tav>
                                      </p:tavLst>
                                    </p:anim>
                                    <p:anim calcmode="lin" valueType="num">
                                      <p:cBhvr additive="base">
                                        <p:cTn id="14" dur="1000"/>
                                        <p:tgtEl>
                                          <p:spTgt spid="934"/>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55">
          <a:extLst>
            <a:ext uri="{FF2B5EF4-FFF2-40B4-BE49-F238E27FC236}">
              <a16:creationId xmlns:a16="http://schemas.microsoft.com/office/drawing/2014/main" id="{3C940454-9BEE-3017-A3EE-B9A3D92FDD10}"/>
            </a:ext>
          </a:extLst>
        </p:cNvPr>
        <p:cNvGrpSpPr/>
        <p:nvPr/>
      </p:nvGrpSpPr>
      <p:grpSpPr>
        <a:xfrm>
          <a:off x="0" y="0"/>
          <a:ext cx="0" cy="0"/>
          <a:chOff x="0" y="0"/>
          <a:chExt cx="0" cy="0"/>
        </a:xfrm>
      </p:grpSpPr>
      <p:pic>
        <p:nvPicPr>
          <p:cNvPr id="856" name="Google Shape;856;p72">
            <a:extLst>
              <a:ext uri="{FF2B5EF4-FFF2-40B4-BE49-F238E27FC236}">
                <a16:creationId xmlns:a16="http://schemas.microsoft.com/office/drawing/2014/main" id="{FDBBD5E0-FAFF-9880-FB7F-3D16EA666B64}"/>
              </a:ext>
            </a:extLst>
          </p:cNvPr>
          <p:cNvPicPr preferRelativeResize="0"/>
          <p:nvPr/>
        </p:nvPicPr>
        <p:blipFill rotWithShape="1">
          <a:blip r:embed="rId3">
            <a:alphaModFix/>
          </a:blip>
          <a:srcRect l="7340" r="4538" b="19768"/>
          <a:stretch/>
        </p:blipFill>
        <p:spPr>
          <a:xfrm rot="-9333501">
            <a:off x="7264209" y="-954035"/>
            <a:ext cx="3431409" cy="2367399"/>
          </a:xfrm>
          <a:prstGeom prst="rect">
            <a:avLst/>
          </a:prstGeom>
          <a:noFill/>
          <a:ln>
            <a:noFill/>
          </a:ln>
        </p:spPr>
      </p:pic>
      <p:pic>
        <p:nvPicPr>
          <p:cNvPr id="857" name="Google Shape;857;p72">
            <a:extLst>
              <a:ext uri="{FF2B5EF4-FFF2-40B4-BE49-F238E27FC236}">
                <a16:creationId xmlns:a16="http://schemas.microsoft.com/office/drawing/2014/main" id="{BC9F606F-D406-88F4-0886-7FED2C1A9BAB}"/>
              </a:ext>
            </a:extLst>
          </p:cNvPr>
          <p:cNvPicPr preferRelativeResize="0"/>
          <p:nvPr/>
        </p:nvPicPr>
        <p:blipFill rotWithShape="1">
          <a:blip r:embed="rId3">
            <a:alphaModFix/>
          </a:blip>
          <a:srcRect l="7340" r="4538" b="19768"/>
          <a:stretch/>
        </p:blipFill>
        <p:spPr>
          <a:xfrm rot="8099935">
            <a:off x="7262645" y="3420292"/>
            <a:ext cx="3431410" cy="2367397"/>
          </a:xfrm>
          <a:prstGeom prst="rect">
            <a:avLst/>
          </a:prstGeom>
          <a:noFill/>
          <a:ln>
            <a:noFill/>
          </a:ln>
        </p:spPr>
      </p:pic>
      <p:pic>
        <p:nvPicPr>
          <p:cNvPr id="858" name="Google Shape;858;p72">
            <a:extLst>
              <a:ext uri="{FF2B5EF4-FFF2-40B4-BE49-F238E27FC236}">
                <a16:creationId xmlns:a16="http://schemas.microsoft.com/office/drawing/2014/main" id="{12F89E84-9A50-09E2-C455-45F4A047C4F4}"/>
              </a:ext>
            </a:extLst>
          </p:cNvPr>
          <p:cNvPicPr preferRelativeResize="0"/>
          <p:nvPr/>
        </p:nvPicPr>
        <p:blipFill rotWithShape="1">
          <a:blip r:embed="rId3">
            <a:alphaModFix/>
          </a:blip>
          <a:srcRect l="7340" r="4538" b="19768"/>
          <a:stretch/>
        </p:blipFill>
        <p:spPr>
          <a:xfrm rot="-6259102">
            <a:off x="-3286999" y="1736870"/>
            <a:ext cx="5744551" cy="3963235"/>
          </a:xfrm>
          <a:prstGeom prst="rect">
            <a:avLst/>
          </a:prstGeom>
          <a:noFill/>
          <a:ln>
            <a:noFill/>
          </a:ln>
        </p:spPr>
      </p:pic>
      <p:sp>
        <p:nvSpPr>
          <p:cNvPr id="863" name="Google Shape;863;p72">
            <a:extLst>
              <a:ext uri="{FF2B5EF4-FFF2-40B4-BE49-F238E27FC236}">
                <a16:creationId xmlns:a16="http://schemas.microsoft.com/office/drawing/2014/main" id="{5F4F7566-F433-BDFF-CEC7-F3838CE8BE6C}"/>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zh-TW" altLang="en-US" b="1" dirty="0">
                <a:latin typeface="Microsoft JhengHei" panose="020B0604030504040204" pitchFamily="34" charset="-120"/>
                <a:ea typeface="Microsoft JhengHei" panose="020B0604030504040204" pitchFamily="34" charset="-120"/>
              </a:rPr>
              <a:t>可行動洞見</a:t>
            </a:r>
            <a:endParaRPr b="1" dirty="0">
              <a:latin typeface="Microsoft JhengHei" panose="020B0604030504040204" pitchFamily="34" charset="-120"/>
              <a:ea typeface="Microsoft JhengHei" panose="020B0604030504040204" pitchFamily="34" charset="-120"/>
            </a:endParaRPr>
          </a:p>
        </p:txBody>
      </p:sp>
      <p:sp>
        <p:nvSpPr>
          <p:cNvPr id="3" name="文字方塊 2">
            <a:extLst>
              <a:ext uri="{FF2B5EF4-FFF2-40B4-BE49-F238E27FC236}">
                <a16:creationId xmlns:a16="http://schemas.microsoft.com/office/drawing/2014/main" id="{DBBCBF65-2B02-D1C7-159C-AA981875E497}"/>
              </a:ext>
            </a:extLst>
          </p:cNvPr>
          <p:cNvSpPr txBox="1"/>
          <p:nvPr/>
        </p:nvSpPr>
        <p:spPr>
          <a:xfrm>
            <a:off x="2385553" y="1915076"/>
            <a:ext cx="7042354" cy="1169551"/>
          </a:xfrm>
          <a:prstGeom prst="rect">
            <a:avLst/>
          </a:prstGeom>
          <a:noFill/>
        </p:spPr>
        <p:txBody>
          <a:bodyPr wrap="square">
            <a:spAutoFit/>
          </a:bodyPr>
          <a:lstStyle/>
          <a:p>
            <a:r>
              <a:rPr lang="zh-TW" altLang="en-US" dirty="0"/>
              <a:t>▸ L2 Scaling 興趣激增 ⇒ 內容策略／產品對接</a:t>
            </a:r>
          </a:p>
          <a:p>
            <a:endParaRPr lang="zh-TW" altLang="en-US" dirty="0"/>
          </a:p>
          <a:p>
            <a:r>
              <a:rPr lang="zh-TW" altLang="en-US" dirty="0"/>
              <a:t>▸ DeFi Stake 負面情緒 ⇒ 教育材料 + UX 優化</a:t>
            </a:r>
          </a:p>
          <a:p>
            <a:endParaRPr lang="zh-TW" altLang="en-US" dirty="0"/>
          </a:p>
          <a:p>
            <a:r>
              <a:rPr lang="zh-TW" altLang="en-US" dirty="0"/>
              <a:t>**Notes**：「So what?」具體建議 2-3 條。</a:t>
            </a:r>
          </a:p>
        </p:txBody>
      </p:sp>
    </p:spTree>
    <p:extLst>
      <p:ext uri="{BB962C8B-B14F-4D97-AF65-F5344CB8AC3E}">
        <p14:creationId xmlns:p14="http://schemas.microsoft.com/office/powerpoint/2010/main" val="3438427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856"/>
                                        </p:tgtEl>
                                        <p:attrNameLst>
                                          <p:attrName>style.visibility</p:attrName>
                                        </p:attrNameLst>
                                      </p:cBhvr>
                                      <p:to>
                                        <p:strVal val="visible"/>
                                      </p:to>
                                    </p:set>
                                    <p:anim calcmode="lin" valueType="num">
                                      <p:cBhvr additive="base">
                                        <p:cTn id="7" dur="1000"/>
                                        <p:tgtEl>
                                          <p:spTgt spid="856"/>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857"/>
                                        </p:tgtEl>
                                        <p:attrNameLst>
                                          <p:attrName>style.visibility</p:attrName>
                                        </p:attrNameLst>
                                      </p:cBhvr>
                                      <p:to>
                                        <p:strVal val="visible"/>
                                      </p:to>
                                    </p:set>
                                    <p:anim calcmode="lin" valueType="num">
                                      <p:cBhvr additive="base">
                                        <p:cTn id="10" dur="1000"/>
                                        <p:tgtEl>
                                          <p:spTgt spid="857"/>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858"/>
                                        </p:tgtEl>
                                        <p:attrNameLst>
                                          <p:attrName>style.visibility</p:attrName>
                                        </p:attrNameLst>
                                      </p:cBhvr>
                                      <p:to>
                                        <p:strVal val="visible"/>
                                      </p:to>
                                    </p:set>
                                    <p:anim calcmode="lin" valueType="num">
                                      <p:cBhvr additive="base">
                                        <p:cTn id="13" dur="1000"/>
                                        <p:tgtEl>
                                          <p:spTgt spid="858"/>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32">
          <a:extLst>
            <a:ext uri="{FF2B5EF4-FFF2-40B4-BE49-F238E27FC236}">
              <a16:creationId xmlns:a16="http://schemas.microsoft.com/office/drawing/2014/main" id="{B128EC6C-D6B0-715B-FA56-E245BF1CA6E5}"/>
            </a:ext>
          </a:extLst>
        </p:cNvPr>
        <p:cNvGrpSpPr/>
        <p:nvPr/>
      </p:nvGrpSpPr>
      <p:grpSpPr>
        <a:xfrm>
          <a:off x="0" y="0"/>
          <a:ext cx="0" cy="0"/>
          <a:chOff x="0" y="0"/>
          <a:chExt cx="0" cy="0"/>
        </a:xfrm>
      </p:grpSpPr>
      <p:pic>
        <p:nvPicPr>
          <p:cNvPr id="733" name="Google Shape;733;p67">
            <a:extLst>
              <a:ext uri="{FF2B5EF4-FFF2-40B4-BE49-F238E27FC236}">
                <a16:creationId xmlns:a16="http://schemas.microsoft.com/office/drawing/2014/main" id="{4047D82A-E917-80DE-A27F-D6A97EE529D8}"/>
              </a:ext>
            </a:extLst>
          </p:cNvPr>
          <p:cNvPicPr preferRelativeResize="0"/>
          <p:nvPr/>
        </p:nvPicPr>
        <p:blipFill rotWithShape="1">
          <a:blip r:embed="rId3">
            <a:alphaModFix/>
          </a:blip>
          <a:srcRect l="18425" t="17031" r="28566" b="17313"/>
          <a:stretch/>
        </p:blipFill>
        <p:spPr>
          <a:xfrm>
            <a:off x="4905600" y="-63471"/>
            <a:ext cx="4238397" cy="5249700"/>
          </a:xfrm>
          <a:prstGeom prst="rect">
            <a:avLst/>
          </a:prstGeom>
          <a:noFill/>
          <a:ln>
            <a:noFill/>
          </a:ln>
        </p:spPr>
      </p:pic>
      <p:sp>
        <p:nvSpPr>
          <p:cNvPr id="734" name="Google Shape;734;p67">
            <a:extLst>
              <a:ext uri="{FF2B5EF4-FFF2-40B4-BE49-F238E27FC236}">
                <a16:creationId xmlns:a16="http://schemas.microsoft.com/office/drawing/2014/main" id="{580EDC24-F68F-5D41-AB6D-C408A7327E6B}"/>
              </a:ext>
            </a:extLst>
          </p:cNvPr>
          <p:cNvSpPr txBox="1">
            <a:spLocks noGrp="1"/>
          </p:cNvSpPr>
          <p:nvPr>
            <p:ph type="title"/>
          </p:nvPr>
        </p:nvSpPr>
        <p:spPr>
          <a:xfrm>
            <a:off x="788239" y="1539214"/>
            <a:ext cx="3711600" cy="1403400"/>
          </a:xfrm>
          <a:prstGeom prst="rect">
            <a:avLst/>
          </a:prstGeom>
        </p:spPr>
        <p:txBody>
          <a:bodyPr spcFirstLastPara="1" wrap="square" lIns="91425" tIns="91425" rIns="91425" bIns="91425" anchor="ctr" anchorCtr="0">
            <a:noAutofit/>
          </a:bodyPr>
          <a:lstStyle/>
          <a:p>
            <a:pPr lvl="0"/>
            <a:r>
              <a:rPr lang="en-US" b="1" dirty="0" err="1">
                <a:latin typeface="Microsoft JhengHei" panose="020B0604030504040204" pitchFamily="34" charset="-120"/>
                <a:ea typeface="Microsoft JhengHei" panose="020B0604030504040204" pitchFamily="34" charset="-120"/>
              </a:rPr>
              <a:t>總結</a:t>
            </a:r>
            <a:br>
              <a:rPr lang="en-US" b="1" dirty="0">
                <a:latin typeface="Microsoft JhengHei" panose="020B0604030504040204" pitchFamily="34" charset="-120"/>
                <a:ea typeface="Microsoft JhengHei" panose="020B0604030504040204" pitchFamily="34" charset="-120"/>
              </a:rPr>
            </a:br>
            <a:r>
              <a:rPr lang="en-US" b="1" dirty="0">
                <a:latin typeface="Microsoft JhengHei" panose="020B0604030504040204" pitchFamily="34" charset="-120"/>
                <a:ea typeface="Microsoft JhengHei" panose="020B0604030504040204" pitchFamily="34" charset="-120"/>
              </a:rPr>
              <a:t>Q&amp;A</a:t>
            </a:r>
            <a:endParaRPr b="1" dirty="0">
              <a:latin typeface="Microsoft JhengHei" panose="020B0604030504040204" pitchFamily="34" charset="-120"/>
              <a:ea typeface="Microsoft JhengHei" panose="020B0604030504040204" pitchFamily="34" charset="-120"/>
            </a:endParaRPr>
          </a:p>
        </p:txBody>
      </p:sp>
      <p:sp>
        <p:nvSpPr>
          <p:cNvPr id="736" name="Google Shape;736;p67">
            <a:extLst>
              <a:ext uri="{FF2B5EF4-FFF2-40B4-BE49-F238E27FC236}">
                <a16:creationId xmlns:a16="http://schemas.microsoft.com/office/drawing/2014/main" id="{BD19B387-2E09-D7AC-15B8-8C399DE1A0A2}"/>
              </a:ext>
            </a:extLst>
          </p:cNvPr>
          <p:cNvSpPr txBox="1">
            <a:spLocks noGrp="1"/>
          </p:cNvSpPr>
          <p:nvPr>
            <p:ph type="title" idx="2"/>
          </p:nvPr>
        </p:nvSpPr>
        <p:spPr>
          <a:xfrm>
            <a:off x="720000" y="3684525"/>
            <a:ext cx="1599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O6</a:t>
            </a:r>
            <a:endParaRPr dirty="0"/>
          </a:p>
        </p:txBody>
      </p:sp>
      <p:grpSp>
        <p:nvGrpSpPr>
          <p:cNvPr id="737" name="Google Shape;737;p67">
            <a:extLst>
              <a:ext uri="{FF2B5EF4-FFF2-40B4-BE49-F238E27FC236}">
                <a16:creationId xmlns:a16="http://schemas.microsoft.com/office/drawing/2014/main" id="{EECC943F-BEE3-098D-29D1-5479BE22798B}"/>
              </a:ext>
            </a:extLst>
          </p:cNvPr>
          <p:cNvGrpSpPr/>
          <p:nvPr/>
        </p:nvGrpSpPr>
        <p:grpSpPr>
          <a:xfrm>
            <a:off x="604274" y="3899608"/>
            <a:ext cx="43276" cy="411646"/>
            <a:chOff x="1256711" y="1178908"/>
            <a:chExt cx="43276" cy="411646"/>
          </a:xfrm>
        </p:grpSpPr>
        <p:grpSp>
          <p:nvGrpSpPr>
            <p:cNvPr id="738" name="Google Shape;738;p67">
              <a:extLst>
                <a:ext uri="{FF2B5EF4-FFF2-40B4-BE49-F238E27FC236}">
                  <a16:creationId xmlns:a16="http://schemas.microsoft.com/office/drawing/2014/main" id="{09032C30-80A0-D76A-E1BE-691499B3F28B}"/>
                </a:ext>
              </a:extLst>
            </p:cNvPr>
            <p:cNvGrpSpPr/>
            <p:nvPr/>
          </p:nvGrpSpPr>
          <p:grpSpPr>
            <a:xfrm>
              <a:off x="1256711" y="1178908"/>
              <a:ext cx="43276" cy="184846"/>
              <a:chOff x="1256700" y="1103575"/>
              <a:chExt cx="60900" cy="260200"/>
            </a:xfrm>
          </p:grpSpPr>
          <p:sp>
            <p:nvSpPr>
              <p:cNvPr id="739" name="Google Shape;739;p67">
                <a:extLst>
                  <a:ext uri="{FF2B5EF4-FFF2-40B4-BE49-F238E27FC236}">
                    <a16:creationId xmlns:a16="http://schemas.microsoft.com/office/drawing/2014/main" id="{FD60218F-3B31-6D01-497E-494244EF43A6}"/>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67">
                <a:extLst>
                  <a:ext uri="{FF2B5EF4-FFF2-40B4-BE49-F238E27FC236}">
                    <a16:creationId xmlns:a16="http://schemas.microsoft.com/office/drawing/2014/main" id="{C1409DF9-0CF5-1D26-588A-0E3861FE095A}"/>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67">
                <a:extLst>
                  <a:ext uri="{FF2B5EF4-FFF2-40B4-BE49-F238E27FC236}">
                    <a16:creationId xmlns:a16="http://schemas.microsoft.com/office/drawing/2014/main" id="{B198A618-0CC5-5C14-DAC5-FF57B453E8A3}"/>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67">
              <a:extLst>
                <a:ext uri="{FF2B5EF4-FFF2-40B4-BE49-F238E27FC236}">
                  <a16:creationId xmlns:a16="http://schemas.microsoft.com/office/drawing/2014/main" id="{2E930899-72F1-B173-3221-99908C0B1D53}"/>
                </a:ext>
              </a:extLst>
            </p:cNvPr>
            <p:cNvGrpSpPr/>
            <p:nvPr/>
          </p:nvGrpSpPr>
          <p:grpSpPr>
            <a:xfrm>
              <a:off x="1256711" y="1405708"/>
              <a:ext cx="43276" cy="184846"/>
              <a:chOff x="1256700" y="1103575"/>
              <a:chExt cx="60900" cy="260200"/>
            </a:xfrm>
          </p:grpSpPr>
          <p:sp>
            <p:nvSpPr>
              <p:cNvPr id="743" name="Google Shape;743;p67">
                <a:extLst>
                  <a:ext uri="{FF2B5EF4-FFF2-40B4-BE49-F238E27FC236}">
                    <a16:creationId xmlns:a16="http://schemas.microsoft.com/office/drawing/2014/main" id="{8B474A7F-E383-03F9-A518-4F52331F4F5F}"/>
                  </a:ext>
                </a:extLst>
              </p:cNvPr>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67">
                <a:extLst>
                  <a:ext uri="{FF2B5EF4-FFF2-40B4-BE49-F238E27FC236}">
                    <a16:creationId xmlns:a16="http://schemas.microsoft.com/office/drawing/2014/main" id="{22BBB893-F161-8BD8-2075-23A788BE62AD}"/>
                  </a:ext>
                </a:extLst>
              </p:cNvPr>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67">
                <a:extLst>
                  <a:ext uri="{FF2B5EF4-FFF2-40B4-BE49-F238E27FC236}">
                    <a16:creationId xmlns:a16="http://schemas.microsoft.com/office/drawing/2014/main" id="{19D6499D-BA24-F4EE-3C5E-1F2559008029}"/>
                  </a:ext>
                </a:extLst>
              </p:cNvPr>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6" name="Google Shape;746;p67">
            <a:hlinkClick r:id="" action="ppaction://hlinkshowjump?jump=nextslide"/>
            <a:extLst>
              <a:ext uri="{FF2B5EF4-FFF2-40B4-BE49-F238E27FC236}">
                <a16:creationId xmlns:a16="http://schemas.microsoft.com/office/drawing/2014/main" id="{FC8843AA-A000-A57D-BB2E-0F6EB2E291BA}"/>
              </a:ext>
            </a:extLst>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67">
            <a:hlinkClick r:id="rId4" action="ppaction://hlinksldjump"/>
            <a:extLst>
              <a:ext uri="{FF2B5EF4-FFF2-40B4-BE49-F238E27FC236}">
                <a16:creationId xmlns:a16="http://schemas.microsoft.com/office/drawing/2014/main" id="{7F595A05-15CB-5861-4F2A-D847C1A2D5E1}"/>
              </a:ext>
            </a:extLst>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67">
            <a:hlinkClick r:id="" action="ppaction://hlinkshowjump?jump=previousslide"/>
            <a:extLst>
              <a:ext uri="{FF2B5EF4-FFF2-40B4-BE49-F238E27FC236}">
                <a16:creationId xmlns:a16="http://schemas.microsoft.com/office/drawing/2014/main" id="{376A1C6F-3AEC-FFD7-CF97-1AA2CBE6E653}"/>
              </a:ext>
            </a:extLst>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49" name="Google Shape;749;p67">
            <a:hlinkClick r:id="rId4" action="ppaction://hlinksldjump"/>
            <a:extLst>
              <a:ext uri="{FF2B5EF4-FFF2-40B4-BE49-F238E27FC236}">
                <a16:creationId xmlns:a16="http://schemas.microsoft.com/office/drawing/2014/main" id="{3C44FE43-4397-C4D1-D96F-BF627C7C259B}"/>
              </a:ext>
            </a:extLst>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67">
            <a:hlinkClick r:id="rId4" action="ppaction://hlinksldjump"/>
            <a:extLst>
              <a:ext uri="{FF2B5EF4-FFF2-40B4-BE49-F238E27FC236}">
                <a16:creationId xmlns:a16="http://schemas.microsoft.com/office/drawing/2014/main" id="{1497131D-97BA-5354-B26D-5041539DA3D7}"/>
              </a:ext>
            </a:extLst>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 name="Google Shape;751;p67">
            <a:hlinkClick r:id="" action="ppaction://hlinkshowjump?jump=nextslide"/>
            <a:extLst>
              <a:ext uri="{FF2B5EF4-FFF2-40B4-BE49-F238E27FC236}">
                <a16:creationId xmlns:a16="http://schemas.microsoft.com/office/drawing/2014/main" id="{C0BFD84B-AA08-B236-8966-43B77EDAD3A2}"/>
              </a:ext>
            </a:extLst>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52" name="Google Shape;752;p67">
            <a:hlinkClick r:id="" action="ppaction://hlinkshowjump?jump=previousslide"/>
            <a:extLst>
              <a:ext uri="{FF2B5EF4-FFF2-40B4-BE49-F238E27FC236}">
                <a16:creationId xmlns:a16="http://schemas.microsoft.com/office/drawing/2014/main" id="{87F36DD9-907A-DAA0-423A-B644FE6C0E9B}"/>
              </a:ext>
            </a:extLst>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753" name="Google Shape;753;p67">
            <a:extLst>
              <a:ext uri="{FF2B5EF4-FFF2-40B4-BE49-F238E27FC236}">
                <a16:creationId xmlns:a16="http://schemas.microsoft.com/office/drawing/2014/main" id="{A88559B3-587E-7C19-BD93-1EA7795123E3}"/>
              </a:ext>
            </a:extLst>
          </p:cNvPr>
          <p:cNvPicPr preferRelativeResize="0"/>
          <p:nvPr/>
        </p:nvPicPr>
        <p:blipFill rotWithShape="1">
          <a:blip r:embed="rId5">
            <a:alphaModFix/>
          </a:blip>
          <a:srcRect l="7340" r="4538" b="19768"/>
          <a:stretch/>
        </p:blipFill>
        <p:spPr>
          <a:xfrm rot="-2147249">
            <a:off x="-1200452" y="-746207"/>
            <a:ext cx="3055748" cy="2108203"/>
          </a:xfrm>
          <a:prstGeom prst="rect">
            <a:avLst/>
          </a:prstGeom>
          <a:noFill/>
          <a:ln>
            <a:noFill/>
          </a:ln>
        </p:spPr>
      </p:pic>
      <p:pic>
        <p:nvPicPr>
          <p:cNvPr id="754" name="Google Shape;754;p67">
            <a:extLst>
              <a:ext uri="{FF2B5EF4-FFF2-40B4-BE49-F238E27FC236}">
                <a16:creationId xmlns:a16="http://schemas.microsoft.com/office/drawing/2014/main" id="{9587414E-4CBE-7C21-37ED-30B47027B21B}"/>
              </a:ext>
            </a:extLst>
          </p:cNvPr>
          <p:cNvPicPr preferRelativeResize="0"/>
          <p:nvPr/>
        </p:nvPicPr>
        <p:blipFill rotWithShape="1">
          <a:blip r:embed="rId5">
            <a:alphaModFix/>
          </a:blip>
          <a:srcRect l="7340" r="4538" b="19768"/>
          <a:stretch/>
        </p:blipFill>
        <p:spPr>
          <a:xfrm rot="-2147249">
            <a:off x="1521898" y="4378968"/>
            <a:ext cx="3055748" cy="2108203"/>
          </a:xfrm>
          <a:prstGeom prst="rect">
            <a:avLst/>
          </a:prstGeom>
          <a:noFill/>
          <a:ln>
            <a:noFill/>
          </a:ln>
        </p:spPr>
      </p:pic>
    </p:spTree>
    <p:extLst>
      <p:ext uri="{BB962C8B-B14F-4D97-AF65-F5344CB8AC3E}">
        <p14:creationId xmlns:p14="http://schemas.microsoft.com/office/powerpoint/2010/main" val="4005786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53"/>
                                        </p:tgtEl>
                                        <p:attrNameLst>
                                          <p:attrName>style.visibility</p:attrName>
                                        </p:attrNameLst>
                                      </p:cBhvr>
                                      <p:to>
                                        <p:strVal val="visible"/>
                                      </p:to>
                                    </p:set>
                                    <p:anim calcmode="lin" valueType="num">
                                      <p:cBhvr additive="base">
                                        <p:cTn id="7" dur="1000"/>
                                        <p:tgtEl>
                                          <p:spTgt spid="753"/>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754"/>
                                        </p:tgtEl>
                                        <p:attrNameLst>
                                          <p:attrName>style.visibility</p:attrName>
                                        </p:attrNameLst>
                                      </p:cBhvr>
                                      <p:to>
                                        <p:strVal val="visible"/>
                                      </p:to>
                                    </p:set>
                                    <p:anim calcmode="lin" valueType="num">
                                      <p:cBhvr additive="base">
                                        <p:cTn id="10" dur="1000"/>
                                        <p:tgtEl>
                                          <p:spTgt spid="7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202">
          <a:extLst>
            <a:ext uri="{FF2B5EF4-FFF2-40B4-BE49-F238E27FC236}">
              <a16:creationId xmlns:a16="http://schemas.microsoft.com/office/drawing/2014/main" id="{A7BD48D0-8117-4F09-F54C-1DD57CE6B15C}"/>
            </a:ext>
          </a:extLst>
        </p:cNvPr>
        <p:cNvGrpSpPr/>
        <p:nvPr/>
      </p:nvGrpSpPr>
      <p:grpSpPr>
        <a:xfrm>
          <a:off x="0" y="0"/>
          <a:ext cx="0" cy="0"/>
          <a:chOff x="0" y="0"/>
          <a:chExt cx="0" cy="0"/>
        </a:xfrm>
      </p:grpSpPr>
      <p:pic>
        <p:nvPicPr>
          <p:cNvPr id="1203" name="Google Shape;1203;p85">
            <a:extLst>
              <a:ext uri="{FF2B5EF4-FFF2-40B4-BE49-F238E27FC236}">
                <a16:creationId xmlns:a16="http://schemas.microsoft.com/office/drawing/2014/main" id="{FBE4377F-E23B-FE49-9228-9CD2982C684E}"/>
              </a:ext>
            </a:extLst>
          </p:cNvPr>
          <p:cNvPicPr preferRelativeResize="0"/>
          <p:nvPr/>
        </p:nvPicPr>
        <p:blipFill>
          <a:blip r:embed="rId3">
            <a:alphaModFix/>
          </a:blip>
          <a:stretch>
            <a:fillRect/>
          </a:stretch>
        </p:blipFill>
        <p:spPr>
          <a:xfrm rot="-8502208">
            <a:off x="7413836" y="184545"/>
            <a:ext cx="3048323" cy="2309978"/>
          </a:xfrm>
          <a:prstGeom prst="rect">
            <a:avLst/>
          </a:prstGeom>
          <a:noFill/>
          <a:ln>
            <a:noFill/>
          </a:ln>
        </p:spPr>
      </p:pic>
      <p:pic>
        <p:nvPicPr>
          <p:cNvPr id="1241" name="Google Shape;1241;p85">
            <a:extLst>
              <a:ext uri="{FF2B5EF4-FFF2-40B4-BE49-F238E27FC236}">
                <a16:creationId xmlns:a16="http://schemas.microsoft.com/office/drawing/2014/main" id="{BCEC617F-2E90-1A0C-5608-7DA832ECF154}"/>
              </a:ext>
            </a:extLst>
          </p:cNvPr>
          <p:cNvPicPr preferRelativeResize="0"/>
          <p:nvPr/>
        </p:nvPicPr>
        <p:blipFill rotWithShape="1">
          <a:blip r:embed="rId4">
            <a:alphaModFix/>
          </a:blip>
          <a:srcRect l="7340" r="4538" b="19768"/>
          <a:stretch/>
        </p:blipFill>
        <p:spPr>
          <a:xfrm rot="-2319082">
            <a:off x="-942465" y="-764591"/>
            <a:ext cx="2940004" cy="2028357"/>
          </a:xfrm>
          <a:prstGeom prst="rect">
            <a:avLst/>
          </a:prstGeom>
          <a:noFill/>
          <a:ln>
            <a:noFill/>
          </a:ln>
        </p:spPr>
      </p:pic>
      <p:pic>
        <p:nvPicPr>
          <p:cNvPr id="1242" name="Google Shape;1242;p85">
            <a:extLst>
              <a:ext uri="{FF2B5EF4-FFF2-40B4-BE49-F238E27FC236}">
                <a16:creationId xmlns:a16="http://schemas.microsoft.com/office/drawing/2014/main" id="{A1D08589-41DD-B091-98D1-5FC7FB0C4A86}"/>
              </a:ext>
            </a:extLst>
          </p:cNvPr>
          <p:cNvPicPr preferRelativeResize="0"/>
          <p:nvPr/>
        </p:nvPicPr>
        <p:blipFill rotWithShape="1">
          <a:blip r:embed="rId4">
            <a:alphaModFix/>
          </a:blip>
          <a:srcRect l="7340" r="4538" b="19768"/>
          <a:stretch/>
        </p:blipFill>
        <p:spPr>
          <a:xfrm rot="-8999957">
            <a:off x="-756776" y="4367046"/>
            <a:ext cx="2940004" cy="2028356"/>
          </a:xfrm>
          <a:prstGeom prst="rect">
            <a:avLst/>
          </a:prstGeom>
          <a:noFill/>
          <a:ln>
            <a:noFill/>
          </a:ln>
        </p:spPr>
      </p:pic>
      <p:sp>
        <p:nvSpPr>
          <p:cNvPr id="6" name="文字方塊 5">
            <a:extLst>
              <a:ext uri="{FF2B5EF4-FFF2-40B4-BE49-F238E27FC236}">
                <a16:creationId xmlns:a16="http://schemas.microsoft.com/office/drawing/2014/main" id="{9EE89440-422F-6EBD-667C-5206F24575BF}"/>
              </a:ext>
            </a:extLst>
          </p:cNvPr>
          <p:cNvSpPr txBox="1"/>
          <p:nvPr/>
        </p:nvSpPr>
        <p:spPr>
          <a:xfrm>
            <a:off x="1762433" y="2180547"/>
            <a:ext cx="6061586" cy="1169551"/>
          </a:xfrm>
          <a:prstGeom prst="rect">
            <a:avLst/>
          </a:prstGeom>
          <a:noFill/>
        </p:spPr>
        <p:txBody>
          <a:bodyPr wrap="square">
            <a:spAutoFit/>
          </a:bodyPr>
          <a:lstStyle/>
          <a:p>
            <a:r>
              <a:rPr lang="zh-TW" altLang="en-US" dirty="0"/>
              <a:t>▸ 整合海量推文 → 互動儀表板 &amp; 領先指標</a:t>
            </a:r>
          </a:p>
          <a:p>
            <a:endParaRPr lang="zh-TW" altLang="en-US" dirty="0"/>
          </a:p>
          <a:p>
            <a:r>
              <a:rPr lang="zh-TW" altLang="en-US" dirty="0"/>
              <a:t>▸ 驗證：模型 + 案例</a:t>
            </a:r>
          </a:p>
          <a:p>
            <a:endParaRPr lang="zh-TW" altLang="en-US" dirty="0"/>
          </a:p>
          <a:p>
            <a:r>
              <a:rPr lang="zh-TW" altLang="en-US" dirty="0"/>
              <a:t>▸ 歡迎提問／合作</a:t>
            </a:r>
          </a:p>
        </p:txBody>
      </p:sp>
    </p:spTree>
    <p:extLst>
      <p:ext uri="{BB962C8B-B14F-4D97-AF65-F5344CB8AC3E}">
        <p14:creationId xmlns:p14="http://schemas.microsoft.com/office/powerpoint/2010/main" val="1851925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203"/>
                                        </p:tgtEl>
                                        <p:attrNameLst>
                                          <p:attrName>style.visibility</p:attrName>
                                        </p:attrNameLst>
                                      </p:cBhvr>
                                      <p:to>
                                        <p:strVal val="visible"/>
                                      </p:to>
                                    </p:set>
                                    <p:anim calcmode="lin" valueType="num">
                                      <p:cBhvr additive="base">
                                        <p:cTn id="7" dur="1000"/>
                                        <p:tgtEl>
                                          <p:spTgt spid="1203"/>
                                        </p:tgtEl>
                                        <p:attrNameLst>
                                          <p:attrName>ppt_x</p:attrName>
                                        </p:attrNameLst>
                                      </p:cBhvr>
                                      <p:tavLst>
                                        <p:tav tm="0">
                                          <p:val>
                                            <p:strVal val="#ppt_x+1"/>
                                          </p:val>
                                        </p:tav>
                                        <p:tav tm="100000">
                                          <p:val>
                                            <p:strVal val="#ppt_x"/>
                                          </p:val>
                                        </p:tav>
                                      </p:tavLst>
                                    </p:anim>
                                  </p:childTnLst>
                                </p:cTn>
                              </p:par>
                              <p:par>
                                <p:cTn id="8" presetID="2" presetClass="entr" presetSubtype="1" fill="hold" nodeType="withEffect">
                                  <p:stCondLst>
                                    <p:cond delay="0"/>
                                  </p:stCondLst>
                                  <p:childTnLst>
                                    <p:set>
                                      <p:cBhvr>
                                        <p:cTn id="9" dur="1" fill="hold">
                                          <p:stCondLst>
                                            <p:cond delay="0"/>
                                          </p:stCondLst>
                                        </p:cTn>
                                        <p:tgtEl>
                                          <p:spTgt spid="1241"/>
                                        </p:tgtEl>
                                        <p:attrNameLst>
                                          <p:attrName>style.visibility</p:attrName>
                                        </p:attrNameLst>
                                      </p:cBhvr>
                                      <p:to>
                                        <p:strVal val="visible"/>
                                      </p:to>
                                    </p:set>
                                    <p:anim calcmode="lin" valueType="num">
                                      <p:cBhvr additive="base">
                                        <p:cTn id="10" dur="1000"/>
                                        <p:tgtEl>
                                          <p:spTgt spid="1241"/>
                                        </p:tgtEl>
                                        <p:attrNameLst>
                                          <p:attrName>ppt_y</p:attrName>
                                        </p:attrNameLst>
                                      </p:cBhvr>
                                      <p:tavLst>
                                        <p:tav tm="0">
                                          <p:val>
                                            <p:strVal val="#ppt_y-1"/>
                                          </p:val>
                                        </p:tav>
                                        <p:tav tm="100000">
                                          <p:val>
                                            <p:strVal val="#ppt_y"/>
                                          </p:val>
                                        </p:tav>
                                      </p:tavLst>
                                    </p:anim>
                                  </p:childTnLst>
                                </p:cTn>
                              </p:par>
                              <p:par>
                                <p:cTn id="11" presetID="2" presetClass="entr" presetSubtype="4" fill="hold" nodeType="withEffect">
                                  <p:stCondLst>
                                    <p:cond delay="0"/>
                                  </p:stCondLst>
                                  <p:childTnLst>
                                    <p:set>
                                      <p:cBhvr>
                                        <p:cTn id="12" dur="1" fill="hold">
                                          <p:stCondLst>
                                            <p:cond delay="0"/>
                                          </p:stCondLst>
                                        </p:cTn>
                                        <p:tgtEl>
                                          <p:spTgt spid="1242"/>
                                        </p:tgtEl>
                                        <p:attrNameLst>
                                          <p:attrName>style.visibility</p:attrName>
                                        </p:attrNameLst>
                                      </p:cBhvr>
                                      <p:to>
                                        <p:strVal val="visible"/>
                                      </p:to>
                                    </p:set>
                                    <p:anim calcmode="lin" valueType="num">
                                      <p:cBhvr additive="base">
                                        <p:cTn id="13" dur="1000"/>
                                        <p:tgtEl>
                                          <p:spTgt spid="12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196">
          <a:extLst>
            <a:ext uri="{FF2B5EF4-FFF2-40B4-BE49-F238E27FC236}">
              <a16:creationId xmlns:a16="http://schemas.microsoft.com/office/drawing/2014/main" id="{024354D9-7D50-6873-DB7A-5955472BECAC}"/>
            </a:ext>
          </a:extLst>
        </p:cNvPr>
        <p:cNvGrpSpPr/>
        <p:nvPr/>
      </p:nvGrpSpPr>
      <p:grpSpPr>
        <a:xfrm>
          <a:off x="0" y="0"/>
          <a:ext cx="0" cy="0"/>
          <a:chOff x="0" y="0"/>
          <a:chExt cx="0" cy="0"/>
        </a:xfrm>
      </p:grpSpPr>
      <p:sp>
        <p:nvSpPr>
          <p:cNvPr id="2197" name="Google Shape;2197;p111">
            <a:extLst>
              <a:ext uri="{FF2B5EF4-FFF2-40B4-BE49-F238E27FC236}">
                <a16:creationId xmlns:a16="http://schemas.microsoft.com/office/drawing/2014/main" id="{5734288D-9DFB-8BC4-9802-2C18271AAB70}"/>
              </a:ext>
            </a:extLst>
          </p:cNvPr>
          <p:cNvSpPr/>
          <p:nvPr/>
        </p:nvSpPr>
        <p:spPr>
          <a:xfrm>
            <a:off x="-1927134" y="-113707"/>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11">
            <a:extLst>
              <a:ext uri="{FF2B5EF4-FFF2-40B4-BE49-F238E27FC236}">
                <a16:creationId xmlns:a16="http://schemas.microsoft.com/office/drawing/2014/main" id="{57D225BF-6FF7-2660-E806-D6C8214A9316}"/>
              </a:ext>
            </a:extLst>
          </p:cNvPr>
          <p:cNvSpPr/>
          <p:nvPr/>
        </p:nvSpPr>
        <p:spPr>
          <a:xfrm flipH="1">
            <a:off x="-99459" y="3532125"/>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99" name="Google Shape;2199;p111">
            <a:extLst>
              <a:ext uri="{FF2B5EF4-FFF2-40B4-BE49-F238E27FC236}">
                <a16:creationId xmlns:a16="http://schemas.microsoft.com/office/drawing/2014/main" id="{34D62983-B5AE-398E-0AB1-A9BB0376DAC4}"/>
              </a:ext>
            </a:extLst>
          </p:cNvPr>
          <p:cNvPicPr preferRelativeResize="0"/>
          <p:nvPr/>
        </p:nvPicPr>
        <p:blipFill rotWithShape="1">
          <a:blip r:embed="rId3">
            <a:alphaModFix/>
          </a:blip>
          <a:srcRect l="7340" r="4538" b="19768"/>
          <a:stretch/>
        </p:blipFill>
        <p:spPr>
          <a:xfrm rot="-1985806" flipH="1">
            <a:off x="-1801456" y="-2474233"/>
            <a:ext cx="6884144" cy="4749463"/>
          </a:xfrm>
          <a:prstGeom prst="rect">
            <a:avLst/>
          </a:prstGeom>
          <a:noFill/>
          <a:ln>
            <a:noFill/>
          </a:ln>
        </p:spPr>
      </p:pic>
      <p:pic>
        <p:nvPicPr>
          <p:cNvPr id="2200" name="Google Shape;2200;p111">
            <a:extLst>
              <a:ext uri="{FF2B5EF4-FFF2-40B4-BE49-F238E27FC236}">
                <a16:creationId xmlns:a16="http://schemas.microsoft.com/office/drawing/2014/main" id="{13F7188B-F19D-D788-1FE5-1488F6F106F4}"/>
              </a:ext>
            </a:extLst>
          </p:cNvPr>
          <p:cNvPicPr preferRelativeResize="0"/>
          <p:nvPr/>
        </p:nvPicPr>
        <p:blipFill rotWithShape="1">
          <a:blip r:embed="rId3">
            <a:alphaModFix/>
          </a:blip>
          <a:srcRect l="7340" r="4538" b="19768"/>
          <a:stretch/>
        </p:blipFill>
        <p:spPr>
          <a:xfrm rot="8099993" flipH="1">
            <a:off x="8108244" y="-1306300"/>
            <a:ext cx="3498423" cy="2413616"/>
          </a:xfrm>
          <a:prstGeom prst="rect">
            <a:avLst/>
          </a:prstGeom>
          <a:noFill/>
          <a:ln>
            <a:noFill/>
          </a:ln>
        </p:spPr>
      </p:pic>
      <p:pic>
        <p:nvPicPr>
          <p:cNvPr id="2201" name="Google Shape;2201;p111">
            <a:extLst>
              <a:ext uri="{FF2B5EF4-FFF2-40B4-BE49-F238E27FC236}">
                <a16:creationId xmlns:a16="http://schemas.microsoft.com/office/drawing/2014/main" id="{E1FAC742-DE84-FCAB-1B1C-1A2A4B8FA1DB}"/>
              </a:ext>
            </a:extLst>
          </p:cNvPr>
          <p:cNvPicPr preferRelativeResize="0"/>
          <p:nvPr/>
        </p:nvPicPr>
        <p:blipFill rotWithShape="1">
          <a:blip r:embed="rId3">
            <a:alphaModFix/>
          </a:blip>
          <a:srcRect l="7340" r="4538" b="19768"/>
          <a:stretch/>
        </p:blipFill>
        <p:spPr>
          <a:xfrm rot="-6719609" flipH="1">
            <a:off x="6096700" y="3273472"/>
            <a:ext cx="5546207" cy="3826438"/>
          </a:xfrm>
          <a:prstGeom prst="rect">
            <a:avLst/>
          </a:prstGeom>
          <a:noFill/>
          <a:ln>
            <a:noFill/>
          </a:ln>
        </p:spPr>
      </p:pic>
      <p:pic>
        <p:nvPicPr>
          <p:cNvPr id="2211" name="Google Shape;2211;p111">
            <a:extLst>
              <a:ext uri="{FF2B5EF4-FFF2-40B4-BE49-F238E27FC236}">
                <a16:creationId xmlns:a16="http://schemas.microsoft.com/office/drawing/2014/main" id="{ABBEB43E-479F-29AB-89D4-FE44188FEDC6}"/>
              </a:ext>
            </a:extLst>
          </p:cNvPr>
          <p:cNvPicPr preferRelativeResize="0"/>
          <p:nvPr/>
        </p:nvPicPr>
        <p:blipFill>
          <a:blip r:embed="rId4">
            <a:alphaModFix/>
          </a:blip>
          <a:stretch>
            <a:fillRect/>
          </a:stretch>
        </p:blipFill>
        <p:spPr>
          <a:xfrm rot="-2051198" flipH="1">
            <a:off x="8370387" y="1469130"/>
            <a:ext cx="709969" cy="538013"/>
          </a:xfrm>
          <a:prstGeom prst="rect">
            <a:avLst/>
          </a:prstGeom>
          <a:noFill/>
          <a:ln>
            <a:noFill/>
          </a:ln>
        </p:spPr>
      </p:pic>
      <p:pic>
        <p:nvPicPr>
          <p:cNvPr id="2212" name="Google Shape;2212;p111">
            <a:extLst>
              <a:ext uri="{FF2B5EF4-FFF2-40B4-BE49-F238E27FC236}">
                <a16:creationId xmlns:a16="http://schemas.microsoft.com/office/drawing/2014/main" id="{F0046B50-A5C5-4831-FB3C-E6FC20B825E1}"/>
              </a:ext>
            </a:extLst>
          </p:cNvPr>
          <p:cNvPicPr preferRelativeResize="0"/>
          <p:nvPr/>
        </p:nvPicPr>
        <p:blipFill>
          <a:blip r:embed="rId4">
            <a:alphaModFix/>
          </a:blip>
          <a:stretch>
            <a:fillRect/>
          </a:stretch>
        </p:blipFill>
        <p:spPr>
          <a:xfrm rot="3599953" flipH="1">
            <a:off x="790138" y="2555820"/>
            <a:ext cx="984379" cy="745965"/>
          </a:xfrm>
          <a:prstGeom prst="rect">
            <a:avLst/>
          </a:prstGeom>
          <a:noFill/>
          <a:ln>
            <a:noFill/>
          </a:ln>
        </p:spPr>
      </p:pic>
      <p:sp>
        <p:nvSpPr>
          <p:cNvPr id="2213" name="Google Shape;2213;p111">
            <a:extLst>
              <a:ext uri="{FF2B5EF4-FFF2-40B4-BE49-F238E27FC236}">
                <a16:creationId xmlns:a16="http://schemas.microsoft.com/office/drawing/2014/main" id="{448B8F17-5D97-755E-ADC1-C7ED83CDDFA6}"/>
              </a:ext>
            </a:extLst>
          </p:cNvPr>
          <p:cNvSpPr txBox="1">
            <a:spLocks noGrp="1"/>
          </p:cNvSpPr>
          <p:nvPr>
            <p:ph type="title"/>
          </p:nvPr>
        </p:nvSpPr>
        <p:spPr>
          <a:xfrm>
            <a:off x="2556498" y="1846875"/>
            <a:ext cx="4060500" cy="14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a:t>THANK </a:t>
            </a:r>
            <a:br>
              <a:rPr lang="en-US" dirty="0"/>
            </a:br>
            <a:r>
              <a:rPr lang="en-US" dirty="0"/>
              <a:t>YOU</a:t>
            </a:r>
            <a:endParaRPr dirty="0"/>
          </a:p>
        </p:txBody>
      </p:sp>
      <p:sp>
        <p:nvSpPr>
          <p:cNvPr id="2216" name="Google Shape;2216;p111">
            <a:hlinkClick r:id="" action="ppaction://hlinkshowjump?jump=nextslide"/>
            <a:extLst>
              <a:ext uri="{FF2B5EF4-FFF2-40B4-BE49-F238E27FC236}">
                <a16:creationId xmlns:a16="http://schemas.microsoft.com/office/drawing/2014/main" id="{42838E09-5A05-7DBB-90A5-2922C046CEC2}"/>
              </a:ext>
            </a:extLst>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11">
            <a:hlinkClick r:id="rId5" action="ppaction://hlinksldjump"/>
            <a:extLst>
              <a:ext uri="{FF2B5EF4-FFF2-40B4-BE49-F238E27FC236}">
                <a16:creationId xmlns:a16="http://schemas.microsoft.com/office/drawing/2014/main" id="{1B97F0FD-1F2C-CEB2-955D-6492866ACFB9}"/>
              </a:ext>
            </a:extLst>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11">
            <a:hlinkClick r:id="" action="ppaction://hlinkshowjump?jump=previousslide"/>
            <a:extLst>
              <a:ext uri="{FF2B5EF4-FFF2-40B4-BE49-F238E27FC236}">
                <a16:creationId xmlns:a16="http://schemas.microsoft.com/office/drawing/2014/main" id="{A1A12060-1E05-1129-86B4-B65DC421EA68}"/>
              </a:ext>
            </a:extLst>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2219" name="Google Shape;2219;p111">
            <a:hlinkClick r:id="rId5" action="ppaction://hlinksldjump"/>
            <a:extLst>
              <a:ext uri="{FF2B5EF4-FFF2-40B4-BE49-F238E27FC236}">
                <a16:creationId xmlns:a16="http://schemas.microsoft.com/office/drawing/2014/main" id="{E03AC05D-4D70-F1BC-1A57-F59DA2ADD32D}"/>
              </a:ext>
            </a:extLst>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11">
            <a:hlinkClick r:id="rId5" action="ppaction://hlinksldjump"/>
            <a:extLst>
              <a:ext uri="{FF2B5EF4-FFF2-40B4-BE49-F238E27FC236}">
                <a16:creationId xmlns:a16="http://schemas.microsoft.com/office/drawing/2014/main" id="{6880D35A-B381-39B3-887F-4AF5521CC71D}"/>
              </a:ext>
            </a:extLst>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21" name="Google Shape;2221;p111">
            <a:hlinkClick r:id="" action="ppaction://hlinkshowjump?jump=nextslide"/>
            <a:extLst>
              <a:ext uri="{FF2B5EF4-FFF2-40B4-BE49-F238E27FC236}">
                <a16:creationId xmlns:a16="http://schemas.microsoft.com/office/drawing/2014/main" id="{3278973B-6E0E-C5EF-D947-A3E9EF1A6CCB}"/>
              </a:ext>
            </a:extLst>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2222" name="Google Shape;2222;p111">
            <a:hlinkClick r:id="" action="ppaction://hlinkshowjump?jump=previousslide"/>
            <a:extLst>
              <a:ext uri="{FF2B5EF4-FFF2-40B4-BE49-F238E27FC236}">
                <a16:creationId xmlns:a16="http://schemas.microsoft.com/office/drawing/2014/main" id="{16E67796-C73B-1435-C5F7-5722AACC178D}"/>
              </a:ext>
            </a:extLst>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extLst>
      <p:ext uri="{BB962C8B-B14F-4D97-AF65-F5344CB8AC3E}">
        <p14:creationId xmlns:p14="http://schemas.microsoft.com/office/powerpoint/2010/main" val="3661654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199"/>
                                        </p:tgtEl>
                                        <p:attrNameLst>
                                          <p:attrName>style.visibility</p:attrName>
                                        </p:attrNameLst>
                                      </p:cBhvr>
                                      <p:to>
                                        <p:strVal val="visible"/>
                                      </p:to>
                                    </p:set>
                                    <p:anim calcmode="lin" valueType="num">
                                      <p:cBhvr additive="base">
                                        <p:cTn id="7" dur="1000"/>
                                        <p:tgtEl>
                                          <p:spTgt spid="2199"/>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2201"/>
                                        </p:tgtEl>
                                        <p:attrNameLst>
                                          <p:attrName>style.visibility</p:attrName>
                                        </p:attrNameLst>
                                      </p:cBhvr>
                                      <p:to>
                                        <p:strVal val="visible"/>
                                      </p:to>
                                    </p:set>
                                    <p:anim calcmode="lin" valueType="num">
                                      <p:cBhvr additive="base">
                                        <p:cTn id="10" dur="1000"/>
                                        <p:tgtEl>
                                          <p:spTgt spid="2201"/>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0"/>
                                  </p:stCondLst>
                                  <p:childTnLst>
                                    <p:set>
                                      <p:cBhvr>
                                        <p:cTn id="12" dur="1" fill="hold">
                                          <p:stCondLst>
                                            <p:cond delay="0"/>
                                          </p:stCondLst>
                                        </p:cTn>
                                        <p:tgtEl>
                                          <p:spTgt spid="2200"/>
                                        </p:tgtEl>
                                        <p:attrNameLst>
                                          <p:attrName>style.visibility</p:attrName>
                                        </p:attrNameLst>
                                      </p:cBhvr>
                                      <p:to>
                                        <p:strVal val="visible"/>
                                      </p:to>
                                    </p:set>
                                    <p:anim calcmode="lin" valueType="num">
                                      <p:cBhvr additive="base">
                                        <p:cTn id="13" dur="1000"/>
                                        <p:tgtEl>
                                          <p:spTgt spid="2200"/>
                                        </p:tgtEl>
                                        <p:attrNameLst>
                                          <p:attrName>ppt_x</p:attrName>
                                        </p:attrNameLst>
                                      </p:cBhvr>
                                      <p:tavLst>
                                        <p:tav tm="0">
                                          <p:val>
                                            <p:strVal val="#ppt_x+1"/>
                                          </p:val>
                                        </p:tav>
                                        <p:tav tm="100000">
                                          <p:val>
                                            <p:strVal val="#ppt_x"/>
                                          </p:val>
                                        </p:tav>
                                      </p:tavLst>
                                    </p:anim>
                                  </p:childTnLst>
                                </p:cTn>
                              </p:par>
                              <p:par>
                                <p:cTn id="14" presetID="2" presetClass="entr" presetSubtype="4" fill="hold" nodeType="withEffect">
                                  <p:stCondLst>
                                    <p:cond delay="0"/>
                                  </p:stCondLst>
                                  <p:childTnLst>
                                    <p:set>
                                      <p:cBhvr>
                                        <p:cTn id="15" dur="1" fill="hold">
                                          <p:stCondLst>
                                            <p:cond delay="0"/>
                                          </p:stCondLst>
                                        </p:cTn>
                                        <p:tgtEl>
                                          <p:spTgt spid="2198"/>
                                        </p:tgtEl>
                                        <p:attrNameLst>
                                          <p:attrName>style.visibility</p:attrName>
                                        </p:attrNameLst>
                                      </p:cBhvr>
                                      <p:to>
                                        <p:strVal val="visible"/>
                                      </p:to>
                                    </p:set>
                                    <p:anim calcmode="lin" valueType="num">
                                      <p:cBhvr additive="base">
                                        <p:cTn id="16" dur="1000"/>
                                        <p:tgtEl>
                                          <p:spTgt spid="21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Shape 666"/>
        <p:cNvGrpSpPr/>
        <p:nvPr/>
      </p:nvGrpSpPr>
      <p:grpSpPr>
        <a:xfrm>
          <a:off x="0" y="0"/>
          <a:ext cx="0" cy="0"/>
          <a:chOff x="0" y="0"/>
          <a:chExt cx="0" cy="0"/>
        </a:xfrm>
      </p:grpSpPr>
      <p:sp>
        <p:nvSpPr>
          <p:cNvPr id="667" name="Google Shape;667;p64"/>
          <p:cNvSpPr txBox="1">
            <a:spLocks noGrp="1"/>
          </p:cNvSpPr>
          <p:nvPr>
            <p:ph type="body" idx="1"/>
          </p:nvPr>
        </p:nvSpPr>
        <p:spPr>
          <a:xfrm>
            <a:off x="720000" y="1880012"/>
            <a:ext cx="3613500" cy="2319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 word above is WordArt text. If you want to modify it:</a:t>
            </a:r>
            <a:endParaRPr/>
          </a:p>
          <a:p>
            <a:pPr marL="457200" lvl="0" indent="-317500" algn="l" rtl="0">
              <a:spcBef>
                <a:spcPts val="1600"/>
              </a:spcBef>
              <a:spcAft>
                <a:spcPts val="0"/>
              </a:spcAft>
              <a:buClr>
                <a:schemeClr val="dk1"/>
              </a:buClr>
              <a:buSzPts val="1400"/>
              <a:buFont typeface="Darker Grotesque Medium"/>
              <a:buAutoNum type="arabicPeriod"/>
            </a:pPr>
            <a:r>
              <a:rPr lang="en"/>
              <a:t>Double-click on it</a:t>
            </a:r>
            <a:endParaRPr/>
          </a:p>
          <a:p>
            <a:pPr marL="457200" lvl="0" indent="-317500" algn="l" rtl="0">
              <a:spcBef>
                <a:spcPts val="0"/>
              </a:spcBef>
              <a:spcAft>
                <a:spcPts val="0"/>
              </a:spcAft>
              <a:buClr>
                <a:schemeClr val="dk1"/>
              </a:buClr>
              <a:buSzPts val="1400"/>
              <a:buFont typeface="Darker Grotesque Medium"/>
              <a:buAutoNum type="arabicPeriod"/>
            </a:pPr>
            <a:r>
              <a:rPr lang="en"/>
              <a:t>Type your new text in the dialog box</a:t>
            </a:r>
            <a:endParaRPr/>
          </a:p>
          <a:p>
            <a:pPr marL="457200" lvl="0" indent="-317500" algn="l" rtl="0">
              <a:spcBef>
                <a:spcPts val="0"/>
              </a:spcBef>
              <a:spcAft>
                <a:spcPts val="0"/>
              </a:spcAft>
              <a:buClr>
                <a:schemeClr val="dk1"/>
              </a:buClr>
              <a:buSzPts val="1400"/>
              <a:buFont typeface="Darker Grotesque Medium"/>
              <a:buAutoNum type="arabicPeriod"/>
            </a:pPr>
            <a:r>
              <a:rPr lang="en"/>
              <a:t>You can change the fill color in the top menu</a:t>
            </a:r>
            <a:endParaRPr/>
          </a:p>
          <a:p>
            <a:pPr marL="457200" lvl="0" indent="-317500" algn="l" rtl="0">
              <a:spcBef>
                <a:spcPts val="0"/>
              </a:spcBef>
              <a:spcAft>
                <a:spcPts val="0"/>
              </a:spcAft>
              <a:buClr>
                <a:schemeClr val="dk1"/>
              </a:buClr>
              <a:buSzPts val="1400"/>
              <a:buFont typeface="Darker Grotesque Medium"/>
              <a:buAutoNum type="arabicPeriod"/>
            </a:pPr>
            <a:r>
              <a:rPr lang="en"/>
              <a:t>You can also modify the stroke, its color, thickness or type</a:t>
            </a:r>
            <a:endParaRPr/>
          </a:p>
          <a:p>
            <a:pPr marL="457200" lvl="0" indent="-317500" algn="l" rtl="0">
              <a:spcBef>
                <a:spcPts val="0"/>
              </a:spcBef>
              <a:spcAft>
                <a:spcPts val="0"/>
              </a:spcAft>
              <a:buClr>
                <a:schemeClr val="dk1"/>
              </a:buClr>
              <a:buSzPts val="1400"/>
              <a:buFont typeface="Darker Grotesque Medium"/>
              <a:buAutoNum type="arabicPeriod"/>
            </a:pPr>
            <a:r>
              <a:rPr lang="en"/>
              <a:t>Press Enter</a:t>
            </a:r>
            <a:endParaRPr/>
          </a:p>
        </p:txBody>
      </p:sp>
      <p:sp>
        <p:nvSpPr>
          <p:cNvPr id="668" name="Google Shape;668;p64"/>
          <p:cNvSpPr txBox="1">
            <a:spLocks noGrp="1"/>
          </p:cNvSpPr>
          <p:nvPr>
            <p:ph type="title"/>
          </p:nvPr>
        </p:nvSpPr>
        <p:spPr>
          <a:xfrm>
            <a:off x="720000" y="654862"/>
            <a:ext cx="4200900" cy="59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TEMPLATE WITH </a:t>
            </a:r>
            <a:endParaRPr/>
          </a:p>
        </p:txBody>
      </p:sp>
      <p:pic>
        <p:nvPicPr>
          <p:cNvPr id="669" name="Google Shape;669;p64"/>
          <p:cNvPicPr preferRelativeResize="0"/>
          <p:nvPr/>
        </p:nvPicPr>
        <p:blipFill rotWithShape="1">
          <a:blip r:embed="rId3">
            <a:alphaModFix/>
          </a:blip>
          <a:srcRect l="23070" t="2116" r="23064" b="2125"/>
          <a:stretch/>
        </p:blipFill>
        <p:spPr>
          <a:xfrm>
            <a:off x="4810500" y="901525"/>
            <a:ext cx="3613500" cy="3613500"/>
          </a:xfrm>
          <a:prstGeom prst="ellipse">
            <a:avLst/>
          </a:prstGeom>
          <a:noFill/>
          <a:ln>
            <a:noFill/>
          </a:ln>
          <a:effectLst>
            <a:outerShdw blurRad="128588" dist="28575" dir="11040000" algn="bl" rotWithShape="0">
              <a:schemeClr val="accent1">
                <a:alpha val="23000"/>
              </a:schemeClr>
            </a:outerShdw>
          </a:effectLst>
        </p:spPr>
      </p:pic>
      <p:sp>
        <p:nvSpPr>
          <p:cNvPr id="670" name="Google Shape;670;p64"/>
          <p:cNvSpPr/>
          <p:nvPr/>
        </p:nvSpPr>
        <p:spPr>
          <a:xfrm>
            <a:off x="817100" y="1352234"/>
            <a:ext cx="3175340" cy="381863"/>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WORDART</a:t>
            </a:r>
          </a:p>
        </p:txBody>
      </p:sp>
      <p:sp>
        <p:nvSpPr>
          <p:cNvPr id="671" name="Google Shape;671;p64">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64">
            <a:hlinkClick r:id="rId4"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64">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674" name="Google Shape;674;p64">
            <a:hlinkClick r:id="rId4"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64">
            <a:hlinkClick r:id="rId4"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6" name="Google Shape;676;p64">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677" name="Google Shape;677;p64">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Shape 681"/>
        <p:cNvGrpSpPr/>
        <p:nvPr/>
      </p:nvGrpSpPr>
      <p:grpSpPr>
        <a:xfrm>
          <a:off x="0" y="0"/>
          <a:ext cx="0" cy="0"/>
          <a:chOff x="0" y="0"/>
          <a:chExt cx="0" cy="0"/>
        </a:xfrm>
      </p:grpSpPr>
      <p:sp>
        <p:nvSpPr>
          <p:cNvPr id="682" name="Google Shape;682;p65"/>
          <p:cNvSpPr txBox="1">
            <a:spLocks noGrp="1"/>
          </p:cNvSpPr>
          <p:nvPr>
            <p:ph type="title"/>
          </p:nvPr>
        </p:nvSpPr>
        <p:spPr>
          <a:xfrm>
            <a:off x="2290025" y="3392700"/>
            <a:ext cx="45639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
        <p:nvSpPr>
          <p:cNvPr id="683" name="Google Shape;683;p65"/>
          <p:cNvSpPr txBox="1">
            <a:spLocks noGrp="1"/>
          </p:cNvSpPr>
          <p:nvPr>
            <p:ph type="subTitle" idx="1"/>
          </p:nvPr>
        </p:nvSpPr>
        <p:spPr>
          <a:xfrm>
            <a:off x="1458125" y="1440900"/>
            <a:ext cx="6227700" cy="1740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grpSp>
        <p:nvGrpSpPr>
          <p:cNvPr id="684" name="Google Shape;684;p65"/>
          <p:cNvGrpSpPr/>
          <p:nvPr/>
        </p:nvGrpSpPr>
        <p:grpSpPr>
          <a:xfrm>
            <a:off x="604274" y="2961283"/>
            <a:ext cx="43276" cy="411646"/>
            <a:chOff x="1256711" y="1178908"/>
            <a:chExt cx="43276" cy="411646"/>
          </a:xfrm>
        </p:grpSpPr>
        <p:grpSp>
          <p:nvGrpSpPr>
            <p:cNvPr id="685" name="Google Shape;685;p65"/>
            <p:cNvGrpSpPr/>
            <p:nvPr/>
          </p:nvGrpSpPr>
          <p:grpSpPr>
            <a:xfrm>
              <a:off x="1256711" y="1178908"/>
              <a:ext cx="43276" cy="184846"/>
              <a:chOff x="1256700" y="1103575"/>
              <a:chExt cx="60900" cy="260200"/>
            </a:xfrm>
          </p:grpSpPr>
          <p:sp>
            <p:nvSpPr>
              <p:cNvPr id="686" name="Google Shape;686;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 name="Google Shape;689;p65"/>
            <p:cNvGrpSpPr/>
            <p:nvPr/>
          </p:nvGrpSpPr>
          <p:grpSpPr>
            <a:xfrm>
              <a:off x="1256711" y="1405708"/>
              <a:ext cx="43276" cy="184846"/>
              <a:chOff x="1256700" y="1103575"/>
              <a:chExt cx="60900" cy="260200"/>
            </a:xfrm>
          </p:grpSpPr>
          <p:sp>
            <p:nvSpPr>
              <p:cNvPr id="690" name="Google Shape;690;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3" name="Google Shape;693;p65"/>
          <p:cNvGrpSpPr/>
          <p:nvPr/>
        </p:nvGrpSpPr>
        <p:grpSpPr>
          <a:xfrm>
            <a:off x="8490874" y="1254533"/>
            <a:ext cx="43276" cy="411646"/>
            <a:chOff x="1256711" y="1178908"/>
            <a:chExt cx="43276" cy="411646"/>
          </a:xfrm>
        </p:grpSpPr>
        <p:grpSp>
          <p:nvGrpSpPr>
            <p:cNvPr id="694" name="Google Shape;694;p65"/>
            <p:cNvGrpSpPr/>
            <p:nvPr/>
          </p:nvGrpSpPr>
          <p:grpSpPr>
            <a:xfrm>
              <a:off x="1256711" y="1178908"/>
              <a:ext cx="43276" cy="184846"/>
              <a:chOff x="1256700" y="1103575"/>
              <a:chExt cx="60900" cy="260200"/>
            </a:xfrm>
          </p:grpSpPr>
          <p:sp>
            <p:nvSpPr>
              <p:cNvPr id="695" name="Google Shape;695;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 name="Google Shape;698;p65"/>
            <p:cNvGrpSpPr/>
            <p:nvPr/>
          </p:nvGrpSpPr>
          <p:grpSpPr>
            <a:xfrm>
              <a:off x="1256711" y="1405708"/>
              <a:ext cx="43276" cy="184846"/>
              <a:chOff x="1256700" y="1103575"/>
              <a:chExt cx="60900" cy="260200"/>
            </a:xfrm>
          </p:grpSpPr>
          <p:sp>
            <p:nvSpPr>
              <p:cNvPr id="699" name="Google Shape;699;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02" name="Google Shape;702;p65">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65">
            <a:hlinkClick r:id="rId3"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65">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05" name="Google Shape;705;p65">
            <a:hlinkClick r:id="rId3"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65">
            <a:hlinkClick r:id="rId3"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7" name="Google Shape;707;p65">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08" name="Google Shape;708;p65">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Shape 712"/>
        <p:cNvGrpSpPr/>
        <p:nvPr/>
      </p:nvGrpSpPr>
      <p:grpSpPr>
        <a:xfrm>
          <a:off x="0" y="0"/>
          <a:ext cx="0" cy="0"/>
          <a:chOff x="0" y="0"/>
          <a:chExt cx="0" cy="0"/>
        </a:xfrm>
      </p:grpSpPr>
      <p:sp>
        <p:nvSpPr>
          <p:cNvPr id="713" name="Google Shape;713;p66"/>
          <p:cNvSpPr txBox="1">
            <a:spLocks noGrp="1"/>
          </p:cNvSpPr>
          <p:nvPr>
            <p:ph type="title"/>
          </p:nvPr>
        </p:nvSpPr>
        <p:spPr>
          <a:xfrm>
            <a:off x="713225" y="3392700"/>
            <a:ext cx="4563900" cy="531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—SOMEONE FAMOUS</a:t>
            </a:r>
            <a:endParaRPr/>
          </a:p>
        </p:txBody>
      </p:sp>
      <p:sp>
        <p:nvSpPr>
          <p:cNvPr id="714" name="Google Shape;714;p66"/>
          <p:cNvSpPr txBox="1">
            <a:spLocks noGrp="1"/>
          </p:cNvSpPr>
          <p:nvPr>
            <p:ph type="subTitle" idx="1"/>
          </p:nvPr>
        </p:nvSpPr>
        <p:spPr>
          <a:xfrm>
            <a:off x="713225" y="1440900"/>
            <a:ext cx="5427600" cy="1740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a quote, words full of wisdom that someone important said and can make the reader get inspired.“</a:t>
            </a:r>
            <a:endParaRPr/>
          </a:p>
        </p:txBody>
      </p:sp>
      <p:sp>
        <p:nvSpPr>
          <p:cNvPr id="715" name="Google Shape;715;p66"/>
          <p:cNvSpPr/>
          <p:nvPr/>
        </p:nvSpPr>
        <p:spPr>
          <a:xfrm rot="10800000">
            <a:off x="6364913" y="155243"/>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16" name="Google Shape;716;p66"/>
          <p:cNvPicPr preferRelativeResize="0"/>
          <p:nvPr/>
        </p:nvPicPr>
        <p:blipFill rotWithShape="1">
          <a:blip r:embed="rId3">
            <a:alphaModFix/>
          </a:blip>
          <a:srcRect l="7340" r="4538" b="19768"/>
          <a:stretch/>
        </p:blipFill>
        <p:spPr>
          <a:xfrm rot="9775185">
            <a:off x="4394033" y="3359128"/>
            <a:ext cx="5981303" cy="4126626"/>
          </a:xfrm>
          <a:prstGeom prst="rect">
            <a:avLst/>
          </a:prstGeom>
          <a:noFill/>
          <a:ln>
            <a:noFill/>
          </a:ln>
        </p:spPr>
      </p:pic>
      <p:sp>
        <p:nvSpPr>
          <p:cNvPr id="717" name="Google Shape;717;p66"/>
          <p:cNvSpPr/>
          <p:nvPr/>
        </p:nvSpPr>
        <p:spPr>
          <a:xfrm rot="10800000">
            <a:off x="-1048837" y="4136093"/>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66"/>
          <p:cNvSpPr/>
          <p:nvPr/>
        </p:nvSpPr>
        <p:spPr>
          <a:xfrm rot="10800000">
            <a:off x="4804938" y="-2778607"/>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19" name="Google Shape;719;p66"/>
          <p:cNvPicPr preferRelativeResize="0"/>
          <p:nvPr/>
        </p:nvPicPr>
        <p:blipFill rotWithShape="1">
          <a:blip r:embed="rId3">
            <a:alphaModFix/>
          </a:blip>
          <a:srcRect l="7340" r="4538" b="19768"/>
          <a:stretch/>
        </p:blipFill>
        <p:spPr>
          <a:xfrm rot="-1799996">
            <a:off x="-1269938" y="-1116424"/>
            <a:ext cx="3498422" cy="2413616"/>
          </a:xfrm>
          <a:prstGeom prst="rect">
            <a:avLst/>
          </a:prstGeom>
          <a:noFill/>
          <a:ln>
            <a:noFill/>
          </a:ln>
        </p:spPr>
      </p:pic>
      <p:pic>
        <p:nvPicPr>
          <p:cNvPr id="720" name="Google Shape;720;p66"/>
          <p:cNvPicPr preferRelativeResize="0"/>
          <p:nvPr/>
        </p:nvPicPr>
        <p:blipFill rotWithShape="1">
          <a:blip r:embed="rId3">
            <a:alphaModFix/>
          </a:blip>
          <a:srcRect l="7340" r="4538" b="19768"/>
          <a:stretch/>
        </p:blipFill>
        <p:spPr>
          <a:xfrm rot="-8099993">
            <a:off x="6536625" y="-487100"/>
            <a:ext cx="3498423" cy="2413616"/>
          </a:xfrm>
          <a:prstGeom prst="rect">
            <a:avLst/>
          </a:prstGeom>
          <a:noFill/>
          <a:ln>
            <a:noFill/>
          </a:ln>
        </p:spPr>
      </p:pic>
      <p:pic>
        <p:nvPicPr>
          <p:cNvPr id="721" name="Google Shape;721;p66"/>
          <p:cNvPicPr preferRelativeResize="0"/>
          <p:nvPr/>
        </p:nvPicPr>
        <p:blipFill rotWithShape="1">
          <a:blip r:embed="rId3">
            <a:alphaModFix/>
          </a:blip>
          <a:srcRect l="7340" r="4538" b="19768"/>
          <a:stretch/>
        </p:blipFill>
        <p:spPr>
          <a:xfrm rot="8099933">
            <a:off x="948868" y="4868921"/>
            <a:ext cx="2417488" cy="1667874"/>
          </a:xfrm>
          <a:prstGeom prst="rect">
            <a:avLst/>
          </a:prstGeom>
          <a:noFill/>
          <a:ln>
            <a:noFill/>
          </a:ln>
        </p:spPr>
      </p:pic>
      <p:sp>
        <p:nvSpPr>
          <p:cNvPr id="722" name="Google Shape;722;p66">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66">
            <a:hlinkClick r:id="rId4"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66">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725" name="Google Shape;725;p66">
            <a:hlinkClick r:id="rId4"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66">
            <a:hlinkClick r:id="rId4"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7" name="Google Shape;727;p66">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728" name="Google Shape;728;p66">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16"/>
                                        </p:tgtEl>
                                        <p:attrNameLst>
                                          <p:attrName>style.visibility</p:attrName>
                                        </p:attrNameLst>
                                      </p:cBhvr>
                                      <p:to>
                                        <p:strVal val="visible"/>
                                      </p:to>
                                    </p:set>
                                    <p:anim calcmode="lin" valueType="num">
                                      <p:cBhvr additive="base">
                                        <p:cTn id="7" dur="1000"/>
                                        <p:tgtEl>
                                          <p:spTgt spid="716"/>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719"/>
                                        </p:tgtEl>
                                        <p:attrNameLst>
                                          <p:attrName>style.visibility</p:attrName>
                                        </p:attrNameLst>
                                      </p:cBhvr>
                                      <p:to>
                                        <p:strVal val="visible"/>
                                      </p:to>
                                    </p:set>
                                    <p:anim calcmode="lin" valueType="num">
                                      <p:cBhvr additive="base">
                                        <p:cTn id="10" dur="1000"/>
                                        <p:tgtEl>
                                          <p:spTgt spid="719"/>
                                        </p:tgtEl>
                                        <p:attrNameLst>
                                          <p:attrName>ppt_y</p:attrName>
                                        </p:attrNameLst>
                                      </p:cBhvr>
                                      <p:tavLst>
                                        <p:tav tm="0">
                                          <p:val>
                                            <p:strVal val="#ppt_y-1"/>
                                          </p:val>
                                        </p:tav>
                                        <p:tav tm="100000">
                                          <p:val>
                                            <p:strVal val="#ppt_y"/>
                                          </p:val>
                                        </p:tav>
                                      </p:tavLst>
                                    </p:anim>
                                  </p:childTnLst>
                                </p:cTn>
                              </p:par>
                              <p:par>
                                <p:cTn id="11" presetID="2" presetClass="entr" presetSubtype="2" fill="hold" nodeType="withEffect">
                                  <p:stCondLst>
                                    <p:cond delay="0"/>
                                  </p:stCondLst>
                                  <p:childTnLst>
                                    <p:set>
                                      <p:cBhvr>
                                        <p:cTn id="12" dur="1" fill="hold">
                                          <p:stCondLst>
                                            <p:cond delay="0"/>
                                          </p:stCondLst>
                                        </p:cTn>
                                        <p:tgtEl>
                                          <p:spTgt spid="720"/>
                                        </p:tgtEl>
                                        <p:attrNameLst>
                                          <p:attrName>style.visibility</p:attrName>
                                        </p:attrNameLst>
                                      </p:cBhvr>
                                      <p:to>
                                        <p:strVal val="visible"/>
                                      </p:to>
                                    </p:set>
                                    <p:anim calcmode="lin" valueType="num">
                                      <p:cBhvr additive="base">
                                        <p:cTn id="13" dur="1000"/>
                                        <p:tgtEl>
                                          <p:spTgt spid="720"/>
                                        </p:tgtEl>
                                        <p:attrNameLst>
                                          <p:attrName>ppt_x</p:attrName>
                                        </p:attrNameLst>
                                      </p:cBhvr>
                                      <p:tavLst>
                                        <p:tav tm="0">
                                          <p:val>
                                            <p:strVal val="#ppt_x+1"/>
                                          </p:val>
                                        </p:tav>
                                        <p:tav tm="100000">
                                          <p:val>
                                            <p:strVal val="#ppt_x"/>
                                          </p:val>
                                        </p:tav>
                                      </p:tavLst>
                                    </p:anim>
                                  </p:childTnLst>
                                </p:cTn>
                              </p:par>
                              <p:par>
                                <p:cTn id="14" presetID="2" presetClass="entr" presetSubtype="4" fill="hold" nodeType="withEffect">
                                  <p:stCondLst>
                                    <p:cond delay="0"/>
                                  </p:stCondLst>
                                  <p:childTnLst>
                                    <p:set>
                                      <p:cBhvr>
                                        <p:cTn id="15" dur="1" fill="hold">
                                          <p:stCondLst>
                                            <p:cond delay="0"/>
                                          </p:stCondLst>
                                        </p:cTn>
                                        <p:tgtEl>
                                          <p:spTgt spid="721"/>
                                        </p:tgtEl>
                                        <p:attrNameLst>
                                          <p:attrName>style.visibility</p:attrName>
                                        </p:attrNameLst>
                                      </p:cBhvr>
                                      <p:to>
                                        <p:strVal val="visible"/>
                                      </p:to>
                                    </p:set>
                                    <p:anim calcmode="lin" valueType="num">
                                      <p:cBhvr additive="base">
                                        <p:cTn id="16" dur="1000"/>
                                        <p:tgtEl>
                                          <p:spTgt spid="7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Shape 758"/>
        <p:cNvGrpSpPr/>
        <p:nvPr/>
      </p:nvGrpSpPr>
      <p:grpSpPr>
        <a:xfrm>
          <a:off x="0" y="0"/>
          <a:ext cx="0" cy="0"/>
          <a:chOff x="0" y="0"/>
          <a:chExt cx="0" cy="0"/>
        </a:xfrm>
      </p:grpSpPr>
      <p:pic>
        <p:nvPicPr>
          <p:cNvPr id="759" name="Google Shape;759;p68"/>
          <p:cNvPicPr preferRelativeResize="0"/>
          <p:nvPr/>
        </p:nvPicPr>
        <p:blipFill rotWithShape="1">
          <a:blip r:embed="rId3">
            <a:alphaModFix/>
          </a:blip>
          <a:srcRect l="11647" t="22323" r="33256" b="22582"/>
          <a:stretch/>
        </p:blipFill>
        <p:spPr>
          <a:xfrm>
            <a:off x="4994550" y="1053925"/>
            <a:ext cx="3613500" cy="3613500"/>
          </a:xfrm>
          <a:prstGeom prst="ellipse">
            <a:avLst/>
          </a:prstGeom>
          <a:noFill/>
          <a:ln>
            <a:noFill/>
          </a:ln>
          <a:effectLst>
            <a:outerShdw blurRad="128588" dist="28575" dir="11040000" algn="bl" rotWithShape="0">
              <a:schemeClr val="accent1">
                <a:alpha val="23000"/>
              </a:schemeClr>
            </a:outerShdw>
          </a:effectLst>
        </p:spPr>
      </p:pic>
      <p:sp>
        <p:nvSpPr>
          <p:cNvPr id="760" name="Google Shape;760;p68"/>
          <p:cNvSpPr txBox="1">
            <a:spLocks noGrp="1"/>
          </p:cNvSpPr>
          <p:nvPr>
            <p:ph type="title"/>
          </p:nvPr>
        </p:nvSpPr>
        <p:spPr>
          <a:xfrm>
            <a:off x="720000" y="475600"/>
            <a:ext cx="4200900" cy="843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INTELLIGENT MARKETERS USE AI</a:t>
            </a:r>
            <a:endParaRPr/>
          </a:p>
        </p:txBody>
      </p:sp>
      <p:sp>
        <p:nvSpPr>
          <p:cNvPr id="761" name="Google Shape;761;p68"/>
          <p:cNvSpPr txBox="1">
            <a:spLocks noGrp="1"/>
          </p:cNvSpPr>
          <p:nvPr>
            <p:ph type="body" idx="1"/>
          </p:nvPr>
        </p:nvSpPr>
        <p:spPr>
          <a:xfrm>
            <a:off x="720000" y="1152475"/>
            <a:ext cx="36135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000000"/>
                </a:solidFill>
              </a:rPr>
              <a:t>Do you know what helps you make your point clear? Lists like this one:</a:t>
            </a:r>
            <a:br>
              <a:rPr lang="en">
                <a:solidFill>
                  <a:srgbClr val="000000"/>
                </a:solidFill>
              </a:rPr>
            </a:br>
            <a:endParaRPr>
              <a:solidFill>
                <a:srgbClr val="000000"/>
              </a:solidFill>
            </a:endParaRPr>
          </a:p>
          <a:p>
            <a:pPr marL="457200" lvl="0" indent="-317500" algn="l" rtl="0">
              <a:spcBef>
                <a:spcPts val="0"/>
              </a:spcBef>
              <a:spcAft>
                <a:spcPts val="0"/>
              </a:spcAft>
              <a:buClr>
                <a:srgbClr val="000000"/>
              </a:buClr>
              <a:buSzPts val="1400"/>
              <a:buFont typeface="Darker Grotesque Medium"/>
              <a:buChar char="●"/>
            </a:pPr>
            <a:r>
              <a:rPr lang="en">
                <a:solidFill>
                  <a:srgbClr val="000000"/>
                </a:solidFill>
              </a:rPr>
              <a:t>They’re simple </a:t>
            </a:r>
            <a:endParaRPr>
              <a:solidFill>
                <a:srgbClr val="000000"/>
              </a:solidFill>
            </a:endParaRPr>
          </a:p>
          <a:p>
            <a:pPr marL="457200" lvl="0" indent="-317500" algn="l" rtl="0">
              <a:spcBef>
                <a:spcPts val="0"/>
              </a:spcBef>
              <a:spcAft>
                <a:spcPts val="0"/>
              </a:spcAft>
              <a:buClr>
                <a:srgbClr val="000000"/>
              </a:buClr>
              <a:buSzPts val="1400"/>
              <a:buFont typeface="Darker Grotesque Medium"/>
              <a:buChar char="●"/>
            </a:pPr>
            <a:r>
              <a:rPr lang="en">
                <a:solidFill>
                  <a:srgbClr val="000000"/>
                </a:solidFill>
              </a:rPr>
              <a:t>You can organize your ideas clearly</a:t>
            </a:r>
            <a:endParaRPr>
              <a:solidFill>
                <a:srgbClr val="000000"/>
              </a:solidFill>
            </a:endParaRPr>
          </a:p>
          <a:p>
            <a:pPr marL="457200" lvl="0" indent="-317500" algn="l" rtl="0">
              <a:spcBef>
                <a:spcPts val="0"/>
              </a:spcBef>
              <a:spcAft>
                <a:spcPts val="0"/>
              </a:spcAft>
              <a:buClr>
                <a:srgbClr val="000000"/>
              </a:buClr>
              <a:buSzPts val="1400"/>
              <a:buFont typeface="Darker Grotesque Medium"/>
              <a:buChar char="●"/>
            </a:pPr>
            <a:r>
              <a:rPr lang="en">
                <a:solidFill>
                  <a:srgbClr val="000000"/>
                </a:solidFill>
              </a:rPr>
              <a:t>You’ll never forget to buy milk!</a:t>
            </a:r>
            <a:endParaRPr>
              <a:solidFill>
                <a:srgbClr val="000000"/>
              </a:solidFill>
            </a:endParaRPr>
          </a:p>
          <a:p>
            <a:pPr marL="0" lvl="0" indent="0" algn="l" rtl="0">
              <a:spcBef>
                <a:spcPts val="0"/>
              </a:spcBef>
              <a:spcAft>
                <a:spcPts val="0"/>
              </a:spcAft>
              <a:buNone/>
            </a:pPr>
            <a:endParaRPr>
              <a:solidFill>
                <a:srgbClr val="000000"/>
              </a:solidFill>
            </a:endParaRPr>
          </a:p>
          <a:p>
            <a:pPr marL="0" lvl="0" indent="0" algn="l" rtl="0">
              <a:spcBef>
                <a:spcPts val="0"/>
              </a:spcBef>
              <a:spcAft>
                <a:spcPts val="0"/>
              </a:spcAft>
              <a:buNone/>
            </a:pPr>
            <a:r>
              <a:rPr lang="en">
                <a:solidFill>
                  <a:srgbClr val="000000"/>
                </a:solidFill>
              </a:rPr>
              <a:t>And the most important thing: the audience won’t miss the point of your presentation</a:t>
            </a:r>
            <a:endParaRPr/>
          </a:p>
        </p:txBody>
      </p:sp>
      <p:sp>
        <p:nvSpPr>
          <p:cNvPr id="762" name="Google Shape;762;p68">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68">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68"/>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5"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765" name="Google Shape;765;p68">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68">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 name="Google Shape;767;p68">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768" name="Google Shape;768;p68">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9" name="Google Shape;769;p68">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Shape 773"/>
        <p:cNvGrpSpPr/>
        <p:nvPr/>
      </p:nvGrpSpPr>
      <p:grpSpPr>
        <a:xfrm>
          <a:off x="0" y="0"/>
          <a:ext cx="0" cy="0"/>
          <a:chOff x="0" y="0"/>
          <a:chExt cx="0" cy="0"/>
        </a:xfrm>
      </p:grpSpPr>
      <p:sp>
        <p:nvSpPr>
          <p:cNvPr id="774" name="Google Shape;774;p69"/>
          <p:cNvSpPr txBox="1">
            <a:spLocks noGrp="1"/>
          </p:cNvSpPr>
          <p:nvPr>
            <p:ph type="title"/>
          </p:nvPr>
        </p:nvSpPr>
        <p:spPr>
          <a:xfrm>
            <a:off x="4229875" y="475600"/>
            <a:ext cx="4200900" cy="843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ANALYSIS OF THE RESULTS IN REAL TIME</a:t>
            </a:r>
            <a:endParaRPr/>
          </a:p>
        </p:txBody>
      </p:sp>
      <p:sp>
        <p:nvSpPr>
          <p:cNvPr id="775" name="Google Shape;775;p69"/>
          <p:cNvSpPr txBox="1">
            <a:spLocks noGrp="1"/>
          </p:cNvSpPr>
          <p:nvPr>
            <p:ph type="body" idx="1"/>
          </p:nvPr>
        </p:nvSpPr>
        <p:spPr>
          <a:xfrm>
            <a:off x="4817275" y="1152475"/>
            <a:ext cx="36135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000000"/>
                </a:solidFill>
              </a:rPr>
              <a:t>Do you know what helps you make your point clear? Lists like this one:</a:t>
            </a:r>
            <a:br>
              <a:rPr lang="en">
                <a:solidFill>
                  <a:srgbClr val="000000"/>
                </a:solidFill>
              </a:rPr>
            </a:br>
            <a:endParaRPr>
              <a:solidFill>
                <a:srgbClr val="000000"/>
              </a:solidFill>
            </a:endParaRPr>
          </a:p>
          <a:p>
            <a:pPr marL="457200" lvl="0" indent="-317500" algn="l" rtl="0">
              <a:spcBef>
                <a:spcPts val="0"/>
              </a:spcBef>
              <a:spcAft>
                <a:spcPts val="0"/>
              </a:spcAft>
              <a:buClr>
                <a:srgbClr val="000000"/>
              </a:buClr>
              <a:buSzPts val="1400"/>
              <a:buFont typeface="Darker Grotesque Medium"/>
              <a:buChar char="●"/>
            </a:pPr>
            <a:r>
              <a:rPr lang="en">
                <a:solidFill>
                  <a:srgbClr val="000000"/>
                </a:solidFill>
              </a:rPr>
              <a:t>They’re simple </a:t>
            </a:r>
            <a:endParaRPr>
              <a:solidFill>
                <a:srgbClr val="000000"/>
              </a:solidFill>
            </a:endParaRPr>
          </a:p>
          <a:p>
            <a:pPr marL="457200" lvl="0" indent="-317500" algn="l" rtl="0">
              <a:spcBef>
                <a:spcPts val="0"/>
              </a:spcBef>
              <a:spcAft>
                <a:spcPts val="0"/>
              </a:spcAft>
              <a:buClr>
                <a:srgbClr val="000000"/>
              </a:buClr>
              <a:buSzPts val="1400"/>
              <a:buFont typeface="Darker Grotesque Medium"/>
              <a:buChar char="●"/>
            </a:pPr>
            <a:r>
              <a:rPr lang="en">
                <a:solidFill>
                  <a:srgbClr val="000000"/>
                </a:solidFill>
              </a:rPr>
              <a:t>You can organize your ideas clearly</a:t>
            </a:r>
            <a:endParaRPr>
              <a:solidFill>
                <a:srgbClr val="000000"/>
              </a:solidFill>
            </a:endParaRPr>
          </a:p>
          <a:p>
            <a:pPr marL="457200" lvl="0" indent="-317500" algn="l" rtl="0">
              <a:spcBef>
                <a:spcPts val="0"/>
              </a:spcBef>
              <a:spcAft>
                <a:spcPts val="0"/>
              </a:spcAft>
              <a:buClr>
                <a:srgbClr val="000000"/>
              </a:buClr>
              <a:buSzPts val="1400"/>
              <a:buFont typeface="Darker Grotesque Medium"/>
              <a:buChar char="●"/>
            </a:pPr>
            <a:r>
              <a:rPr lang="en">
                <a:solidFill>
                  <a:srgbClr val="000000"/>
                </a:solidFill>
              </a:rPr>
              <a:t>You’ll never forget to buy milk!</a:t>
            </a:r>
            <a:endParaRPr>
              <a:solidFill>
                <a:srgbClr val="000000"/>
              </a:solidFill>
            </a:endParaRPr>
          </a:p>
          <a:p>
            <a:pPr marL="0" lvl="0" indent="0" algn="l" rtl="0">
              <a:spcBef>
                <a:spcPts val="0"/>
              </a:spcBef>
              <a:spcAft>
                <a:spcPts val="0"/>
              </a:spcAft>
              <a:buNone/>
            </a:pPr>
            <a:endParaRPr>
              <a:solidFill>
                <a:srgbClr val="000000"/>
              </a:solidFill>
            </a:endParaRPr>
          </a:p>
          <a:p>
            <a:pPr marL="0" lvl="0" indent="0" algn="l" rtl="0">
              <a:spcBef>
                <a:spcPts val="0"/>
              </a:spcBef>
              <a:spcAft>
                <a:spcPts val="0"/>
              </a:spcAft>
              <a:buNone/>
            </a:pPr>
            <a:r>
              <a:rPr lang="en">
                <a:solidFill>
                  <a:srgbClr val="000000"/>
                </a:solidFill>
              </a:rPr>
              <a:t>And the most important thing: the audience won’t miss the point of your presentation</a:t>
            </a:r>
            <a:endParaRPr/>
          </a:p>
        </p:txBody>
      </p:sp>
      <p:pic>
        <p:nvPicPr>
          <p:cNvPr id="776" name="Google Shape;776;p69"/>
          <p:cNvPicPr preferRelativeResize="0"/>
          <p:nvPr/>
        </p:nvPicPr>
        <p:blipFill rotWithShape="1">
          <a:blip r:embed="rId3">
            <a:alphaModFix/>
          </a:blip>
          <a:srcRect l="27238" r="33743"/>
          <a:stretch/>
        </p:blipFill>
        <p:spPr>
          <a:xfrm flipH="1">
            <a:off x="-2" y="0"/>
            <a:ext cx="3567902" cy="5143500"/>
          </a:xfrm>
          <a:prstGeom prst="rect">
            <a:avLst/>
          </a:prstGeom>
          <a:noFill/>
          <a:ln>
            <a:noFill/>
          </a:ln>
        </p:spPr>
      </p:pic>
      <p:pic>
        <p:nvPicPr>
          <p:cNvPr id="777" name="Google Shape;777;p69"/>
          <p:cNvPicPr preferRelativeResize="0"/>
          <p:nvPr/>
        </p:nvPicPr>
        <p:blipFill rotWithShape="1">
          <a:blip r:embed="rId4">
            <a:alphaModFix/>
          </a:blip>
          <a:srcRect l="7340" r="4538" b="19768"/>
          <a:stretch/>
        </p:blipFill>
        <p:spPr>
          <a:xfrm rot="-1846612">
            <a:off x="-1309417" y="-1158548"/>
            <a:ext cx="3498427" cy="2413616"/>
          </a:xfrm>
          <a:prstGeom prst="rect">
            <a:avLst/>
          </a:prstGeom>
          <a:noFill/>
          <a:ln>
            <a:noFill/>
          </a:ln>
        </p:spPr>
      </p:pic>
      <p:pic>
        <p:nvPicPr>
          <p:cNvPr id="778" name="Google Shape;778;p69"/>
          <p:cNvPicPr preferRelativeResize="0"/>
          <p:nvPr/>
        </p:nvPicPr>
        <p:blipFill>
          <a:blip r:embed="rId5">
            <a:alphaModFix/>
          </a:blip>
          <a:stretch>
            <a:fillRect/>
          </a:stretch>
        </p:blipFill>
        <p:spPr>
          <a:xfrm rot="-2845448">
            <a:off x="3119741" y="4417750"/>
            <a:ext cx="1519315" cy="1151343"/>
          </a:xfrm>
          <a:prstGeom prst="rect">
            <a:avLst/>
          </a:prstGeom>
          <a:noFill/>
          <a:ln>
            <a:noFill/>
          </a:ln>
        </p:spPr>
      </p:pic>
      <p:pic>
        <p:nvPicPr>
          <p:cNvPr id="779" name="Google Shape;779;p69"/>
          <p:cNvPicPr preferRelativeResize="0"/>
          <p:nvPr/>
        </p:nvPicPr>
        <p:blipFill rotWithShape="1">
          <a:blip r:embed="rId4">
            <a:alphaModFix/>
          </a:blip>
          <a:srcRect l="7340" r="4538" b="19768"/>
          <a:stretch/>
        </p:blipFill>
        <p:spPr>
          <a:xfrm rot="8556180">
            <a:off x="6950660" y="3634228"/>
            <a:ext cx="3498424" cy="2413615"/>
          </a:xfrm>
          <a:prstGeom prst="rect">
            <a:avLst/>
          </a:prstGeom>
          <a:noFill/>
          <a:ln>
            <a:noFill/>
          </a:ln>
        </p:spPr>
      </p:pic>
      <p:sp>
        <p:nvSpPr>
          <p:cNvPr id="780" name="Google Shape;780;p69">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69">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69"/>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7"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783" name="Google Shape;783;p69">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69">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5" name="Google Shape;785;p69">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786" name="Google Shape;786;p69">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7" name="Google Shape;787;p69">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
        <p:nvSpPr>
          <p:cNvPr id="788" name="Google Shape;788;p69"/>
          <p:cNvSpPr/>
          <p:nvPr/>
        </p:nvSpPr>
        <p:spPr>
          <a:xfrm rot="10800000">
            <a:off x="3164050" y="-611016"/>
            <a:ext cx="1430700" cy="14307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89" name="Google Shape;789;p69"/>
          <p:cNvPicPr preferRelativeResize="0"/>
          <p:nvPr/>
        </p:nvPicPr>
        <p:blipFill rotWithShape="1">
          <a:blip r:embed="rId4">
            <a:alphaModFix/>
          </a:blip>
          <a:srcRect l="7340" r="4538" b="19768"/>
          <a:stretch/>
        </p:blipFill>
        <p:spPr>
          <a:xfrm rot="3599994">
            <a:off x="2951584" y="2939259"/>
            <a:ext cx="1302258" cy="898453"/>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79"/>
                                        </p:tgtEl>
                                        <p:attrNameLst>
                                          <p:attrName>style.visibility</p:attrName>
                                        </p:attrNameLst>
                                      </p:cBhvr>
                                      <p:to>
                                        <p:strVal val="visible"/>
                                      </p:to>
                                    </p:set>
                                    <p:anim calcmode="lin" valueType="num">
                                      <p:cBhvr additive="base">
                                        <p:cTn id="7" dur="1000"/>
                                        <p:tgtEl>
                                          <p:spTgt spid="779"/>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777"/>
                                        </p:tgtEl>
                                        <p:attrNameLst>
                                          <p:attrName>style.visibility</p:attrName>
                                        </p:attrNameLst>
                                      </p:cBhvr>
                                      <p:to>
                                        <p:strVal val="visible"/>
                                      </p:to>
                                    </p:set>
                                    <p:anim calcmode="lin" valueType="num">
                                      <p:cBhvr additive="base">
                                        <p:cTn id="10" dur="1000"/>
                                        <p:tgtEl>
                                          <p:spTgt spid="77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Shape 793"/>
        <p:cNvGrpSpPr/>
        <p:nvPr/>
      </p:nvGrpSpPr>
      <p:grpSpPr>
        <a:xfrm>
          <a:off x="0" y="0"/>
          <a:ext cx="0" cy="0"/>
          <a:chOff x="0" y="0"/>
          <a:chExt cx="0" cy="0"/>
        </a:xfrm>
      </p:grpSpPr>
      <p:sp>
        <p:nvSpPr>
          <p:cNvPr id="794" name="Google Shape;794;p70"/>
          <p:cNvSpPr txBox="1">
            <a:spLocks noGrp="1"/>
          </p:cNvSpPr>
          <p:nvPr>
            <p:ph type="subTitle" idx="1"/>
          </p:nvPr>
        </p:nvSpPr>
        <p:spPr>
          <a:xfrm>
            <a:off x="1717500" y="3032145"/>
            <a:ext cx="2907600" cy="46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NARRATIVE</a:t>
            </a:r>
            <a:endParaRPr/>
          </a:p>
        </p:txBody>
      </p:sp>
      <p:sp>
        <p:nvSpPr>
          <p:cNvPr id="795" name="Google Shape;795;p70"/>
          <p:cNvSpPr txBox="1">
            <a:spLocks noGrp="1"/>
          </p:cNvSpPr>
          <p:nvPr>
            <p:ph type="subTitle" idx="2"/>
          </p:nvPr>
        </p:nvSpPr>
        <p:spPr>
          <a:xfrm>
            <a:off x="4625100" y="3032145"/>
            <a:ext cx="2907600" cy="46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DESIGN</a:t>
            </a:r>
            <a:endParaRPr/>
          </a:p>
        </p:txBody>
      </p:sp>
      <p:sp>
        <p:nvSpPr>
          <p:cNvPr id="796" name="Google Shape;796;p70"/>
          <p:cNvSpPr txBox="1">
            <a:spLocks noGrp="1"/>
          </p:cNvSpPr>
          <p:nvPr>
            <p:ph type="subTitle" idx="3"/>
          </p:nvPr>
        </p:nvSpPr>
        <p:spPr>
          <a:xfrm>
            <a:off x="1992450" y="3500525"/>
            <a:ext cx="2357700" cy="105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797" name="Google Shape;797;p70"/>
          <p:cNvSpPr txBox="1">
            <a:spLocks noGrp="1"/>
          </p:cNvSpPr>
          <p:nvPr>
            <p:ph type="subTitle" idx="4"/>
          </p:nvPr>
        </p:nvSpPr>
        <p:spPr>
          <a:xfrm>
            <a:off x="4900050" y="3500525"/>
            <a:ext cx="2357700" cy="105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 It’s terribly hot—even hotter than planet Mercury</a:t>
            </a:r>
            <a:endParaRPr/>
          </a:p>
        </p:txBody>
      </p:sp>
      <p:sp>
        <p:nvSpPr>
          <p:cNvPr id="798" name="Google Shape;798;p7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AI-POWERED CONTENT CREATION</a:t>
            </a:r>
            <a:endParaRPr/>
          </a:p>
        </p:txBody>
      </p:sp>
      <p:pic>
        <p:nvPicPr>
          <p:cNvPr id="799" name="Google Shape;799;p70"/>
          <p:cNvPicPr preferRelativeResize="0"/>
          <p:nvPr/>
        </p:nvPicPr>
        <p:blipFill rotWithShape="1">
          <a:blip r:embed="rId3">
            <a:alphaModFix/>
          </a:blip>
          <a:srcRect l="13943" t="10456" r="9275" b="12030"/>
          <a:stretch/>
        </p:blipFill>
        <p:spPr>
          <a:xfrm>
            <a:off x="5330150" y="1515683"/>
            <a:ext cx="1395900" cy="1409100"/>
          </a:xfrm>
          <a:prstGeom prst="ellipse">
            <a:avLst/>
          </a:prstGeom>
          <a:noFill/>
          <a:ln>
            <a:noFill/>
          </a:ln>
        </p:spPr>
      </p:pic>
      <p:pic>
        <p:nvPicPr>
          <p:cNvPr id="800" name="Google Shape;800;p70"/>
          <p:cNvPicPr preferRelativeResize="0"/>
          <p:nvPr/>
        </p:nvPicPr>
        <p:blipFill rotWithShape="1">
          <a:blip r:embed="rId4">
            <a:alphaModFix/>
          </a:blip>
          <a:srcRect l="2340" t="16944" r="29232" b="13980"/>
          <a:stretch/>
        </p:blipFill>
        <p:spPr>
          <a:xfrm>
            <a:off x="2422562" y="1515679"/>
            <a:ext cx="1395900" cy="1409100"/>
          </a:xfrm>
          <a:prstGeom prst="ellipse">
            <a:avLst/>
          </a:prstGeom>
          <a:noFill/>
          <a:ln>
            <a:noFill/>
          </a:ln>
        </p:spPr>
      </p:pic>
      <p:grpSp>
        <p:nvGrpSpPr>
          <p:cNvPr id="801" name="Google Shape;801;p70"/>
          <p:cNvGrpSpPr/>
          <p:nvPr/>
        </p:nvGrpSpPr>
        <p:grpSpPr>
          <a:xfrm>
            <a:off x="4625099" y="2014408"/>
            <a:ext cx="43276" cy="411646"/>
            <a:chOff x="1256711" y="1178908"/>
            <a:chExt cx="43276" cy="411646"/>
          </a:xfrm>
        </p:grpSpPr>
        <p:grpSp>
          <p:nvGrpSpPr>
            <p:cNvPr id="802" name="Google Shape;802;p70"/>
            <p:cNvGrpSpPr/>
            <p:nvPr/>
          </p:nvGrpSpPr>
          <p:grpSpPr>
            <a:xfrm>
              <a:off x="1256711" y="1178908"/>
              <a:ext cx="43276" cy="184846"/>
              <a:chOff x="1256700" y="1103575"/>
              <a:chExt cx="60900" cy="260200"/>
            </a:xfrm>
          </p:grpSpPr>
          <p:sp>
            <p:nvSpPr>
              <p:cNvPr id="803" name="Google Shape;803;p7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7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7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 name="Google Shape;806;p70"/>
            <p:cNvGrpSpPr/>
            <p:nvPr/>
          </p:nvGrpSpPr>
          <p:grpSpPr>
            <a:xfrm>
              <a:off x="1256711" y="1405708"/>
              <a:ext cx="43276" cy="184846"/>
              <a:chOff x="1256700" y="1103575"/>
              <a:chExt cx="60900" cy="260200"/>
            </a:xfrm>
          </p:grpSpPr>
          <p:sp>
            <p:nvSpPr>
              <p:cNvPr id="807" name="Google Shape;807;p7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7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7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10" name="Google Shape;810;p70">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70">
            <a:hlinkClick r:id="rId5"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70"/>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6"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813" name="Google Shape;813;p70">
            <a:hlinkClick r:id="rId5"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70">
            <a:hlinkClick r:id="rId5"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 name="Google Shape;815;p70">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816" name="Google Shape;816;p70">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7" name="Google Shape;817;p70">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Shape 821"/>
        <p:cNvGrpSpPr/>
        <p:nvPr/>
      </p:nvGrpSpPr>
      <p:grpSpPr>
        <a:xfrm>
          <a:off x="0" y="0"/>
          <a:ext cx="0" cy="0"/>
          <a:chOff x="0" y="0"/>
          <a:chExt cx="0" cy="0"/>
        </a:xfrm>
      </p:grpSpPr>
      <p:sp>
        <p:nvSpPr>
          <p:cNvPr id="822" name="Google Shape;822;p71"/>
          <p:cNvSpPr/>
          <p:nvPr/>
        </p:nvSpPr>
        <p:spPr>
          <a:xfrm rot="10800000">
            <a:off x="7668763" y="-2540632"/>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7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USEFUL MARKETING TOOLS</a:t>
            </a:r>
            <a:endParaRPr/>
          </a:p>
        </p:txBody>
      </p:sp>
      <p:pic>
        <p:nvPicPr>
          <p:cNvPr id="824" name="Google Shape;824;p71"/>
          <p:cNvPicPr preferRelativeResize="0"/>
          <p:nvPr/>
        </p:nvPicPr>
        <p:blipFill rotWithShape="1">
          <a:blip r:embed="rId3">
            <a:alphaModFix/>
          </a:blip>
          <a:srcRect l="7340" r="4538" b="19768"/>
          <a:stretch/>
        </p:blipFill>
        <p:spPr>
          <a:xfrm rot="8099981">
            <a:off x="1105231" y="2470532"/>
            <a:ext cx="1302260" cy="898455"/>
          </a:xfrm>
          <a:prstGeom prst="rect">
            <a:avLst/>
          </a:prstGeom>
          <a:noFill/>
          <a:ln>
            <a:noFill/>
          </a:ln>
        </p:spPr>
      </p:pic>
      <p:sp>
        <p:nvSpPr>
          <p:cNvPr id="825" name="Google Shape;825;p71"/>
          <p:cNvSpPr/>
          <p:nvPr/>
        </p:nvSpPr>
        <p:spPr>
          <a:xfrm>
            <a:off x="914071" y="2151309"/>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826" name="Google Shape;826;p71"/>
          <p:cNvPicPr preferRelativeResize="0"/>
          <p:nvPr/>
        </p:nvPicPr>
        <p:blipFill rotWithShape="1">
          <a:blip r:embed="rId3">
            <a:alphaModFix/>
          </a:blip>
          <a:srcRect l="7340" r="4538" b="19768"/>
          <a:stretch/>
        </p:blipFill>
        <p:spPr>
          <a:xfrm rot="-9804947">
            <a:off x="4736345" y="2165734"/>
            <a:ext cx="1302259" cy="898454"/>
          </a:xfrm>
          <a:prstGeom prst="rect">
            <a:avLst/>
          </a:prstGeom>
          <a:noFill/>
          <a:ln>
            <a:noFill/>
          </a:ln>
        </p:spPr>
      </p:pic>
      <p:sp>
        <p:nvSpPr>
          <p:cNvPr id="827" name="Google Shape;827;p71"/>
          <p:cNvSpPr/>
          <p:nvPr/>
        </p:nvSpPr>
        <p:spPr>
          <a:xfrm>
            <a:off x="4781915" y="2151309"/>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828" name="Google Shape;828;p71"/>
          <p:cNvPicPr preferRelativeResize="0"/>
          <p:nvPr/>
        </p:nvPicPr>
        <p:blipFill rotWithShape="1">
          <a:blip r:embed="rId3">
            <a:alphaModFix/>
          </a:blip>
          <a:srcRect l="7340" r="4538" b="19768"/>
          <a:stretch/>
        </p:blipFill>
        <p:spPr>
          <a:xfrm rot="-10799986">
            <a:off x="1427912" y="3944999"/>
            <a:ext cx="6354529" cy="4384082"/>
          </a:xfrm>
          <a:prstGeom prst="rect">
            <a:avLst/>
          </a:prstGeom>
          <a:noFill/>
          <a:ln>
            <a:noFill/>
          </a:ln>
        </p:spPr>
      </p:pic>
      <p:pic>
        <p:nvPicPr>
          <p:cNvPr id="829" name="Google Shape;829;p71"/>
          <p:cNvPicPr preferRelativeResize="0"/>
          <p:nvPr/>
        </p:nvPicPr>
        <p:blipFill rotWithShape="1">
          <a:blip r:embed="rId3">
            <a:alphaModFix/>
          </a:blip>
          <a:srcRect l="7340" r="4538" b="19768"/>
          <a:stretch/>
        </p:blipFill>
        <p:spPr>
          <a:xfrm rot="8099935">
            <a:off x="-1575292" y="-1127033"/>
            <a:ext cx="3431410" cy="2367397"/>
          </a:xfrm>
          <a:prstGeom prst="rect">
            <a:avLst/>
          </a:prstGeom>
          <a:noFill/>
          <a:ln>
            <a:noFill/>
          </a:ln>
        </p:spPr>
      </p:pic>
      <p:grpSp>
        <p:nvGrpSpPr>
          <p:cNvPr id="830" name="Google Shape;830;p71"/>
          <p:cNvGrpSpPr/>
          <p:nvPr/>
        </p:nvGrpSpPr>
        <p:grpSpPr>
          <a:xfrm>
            <a:off x="1157810" y="2436457"/>
            <a:ext cx="694838" cy="612025"/>
            <a:chOff x="2380985" y="4016145"/>
            <a:chExt cx="387918" cy="341704"/>
          </a:xfrm>
        </p:grpSpPr>
        <p:sp>
          <p:nvSpPr>
            <p:cNvPr id="831" name="Google Shape;831;p71"/>
            <p:cNvSpPr/>
            <p:nvPr/>
          </p:nvSpPr>
          <p:spPr>
            <a:xfrm>
              <a:off x="2380985" y="4016145"/>
              <a:ext cx="387918" cy="341704"/>
            </a:xfrm>
            <a:custGeom>
              <a:avLst/>
              <a:gdLst/>
              <a:ahLst/>
              <a:cxnLst/>
              <a:rect l="l" t="t" r="r" b="b"/>
              <a:pathLst>
                <a:path w="14362" h="12651" extrusionOk="0">
                  <a:moveTo>
                    <a:pt x="13515" y="828"/>
                  </a:moveTo>
                  <a:lnTo>
                    <a:pt x="13515" y="8458"/>
                  </a:lnTo>
                  <a:lnTo>
                    <a:pt x="846" y="8458"/>
                  </a:lnTo>
                  <a:lnTo>
                    <a:pt x="846" y="828"/>
                  </a:lnTo>
                  <a:close/>
                  <a:moveTo>
                    <a:pt x="13515" y="9286"/>
                  </a:moveTo>
                  <a:lnTo>
                    <a:pt x="13515" y="10131"/>
                  </a:lnTo>
                  <a:lnTo>
                    <a:pt x="846" y="10131"/>
                  </a:lnTo>
                  <a:lnTo>
                    <a:pt x="846" y="9286"/>
                  </a:lnTo>
                  <a:close/>
                  <a:moveTo>
                    <a:pt x="8584" y="10978"/>
                  </a:moveTo>
                  <a:lnTo>
                    <a:pt x="8584" y="11823"/>
                  </a:lnTo>
                  <a:lnTo>
                    <a:pt x="5777" y="11823"/>
                  </a:lnTo>
                  <a:lnTo>
                    <a:pt x="5777" y="10978"/>
                  </a:lnTo>
                  <a:close/>
                  <a:moveTo>
                    <a:pt x="0" y="0"/>
                  </a:moveTo>
                  <a:lnTo>
                    <a:pt x="0" y="10978"/>
                  </a:lnTo>
                  <a:lnTo>
                    <a:pt x="4931" y="10978"/>
                  </a:lnTo>
                  <a:lnTo>
                    <a:pt x="4931" y="11823"/>
                  </a:lnTo>
                  <a:lnTo>
                    <a:pt x="3816" y="11823"/>
                  </a:lnTo>
                  <a:lnTo>
                    <a:pt x="3816" y="12651"/>
                  </a:lnTo>
                  <a:lnTo>
                    <a:pt x="10546" y="12651"/>
                  </a:lnTo>
                  <a:lnTo>
                    <a:pt x="10546" y="11823"/>
                  </a:lnTo>
                  <a:lnTo>
                    <a:pt x="9431" y="11823"/>
                  </a:lnTo>
                  <a:lnTo>
                    <a:pt x="9431" y="10978"/>
                  </a:lnTo>
                  <a:lnTo>
                    <a:pt x="14362" y="10978"/>
                  </a:lnTo>
                  <a:lnTo>
                    <a:pt x="1436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71"/>
            <p:cNvSpPr/>
            <p:nvPr/>
          </p:nvSpPr>
          <p:spPr>
            <a:xfrm>
              <a:off x="2478194" y="4069085"/>
              <a:ext cx="193500" cy="144882"/>
            </a:xfrm>
            <a:custGeom>
              <a:avLst/>
              <a:gdLst/>
              <a:ahLst/>
              <a:cxnLst/>
              <a:rect l="l" t="t" r="r" b="b"/>
              <a:pathLst>
                <a:path w="7164" h="5364" extrusionOk="0">
                  <a:moveTo>
                    <a:pt x="4301" y="829"/>
                  </a:moveTo>
                  <a:cubicBezTo>
                    <a:pt x="5417" y="829"/>
                    <a:pt x="6317" y="1747"/>
                    <a:pt x="6317" y="2863"/>
                  </a:cubicBezTo>
                  <a:cubicBezTo>
                    <a:pt x="6317" y="3780"/>
                    <a:pt x="5580" y="4536"/>
                    <a:pt x="4661" y="4536"/>
                  </a:cubicBezTo>
                  <a:lnTo>
                    <a:pt x="4500" y="4536"/>
                  </a:lnTo>
                  <a:cubicBezTo>
                    <a:pt x="3924" y="4536"/>
                    <a:pt x="3420" y="4212"/>
                    <a:pt x="3168" y="3708"/>
                  </a:cubicBezTo>
                  <a:lnTo>
                    <a:pt x="3060" y="3475"/>
                  </a:lnTo>
                  <a:lnTo>
                    <a:pt x="1998" y="3475"/>
                  </a:lnTo>
                  <a:cubicBezTo>
                    <a:pt x="1368" y="3475"/>
                    <a:pt x="846" y="2971"/>
                    <a:pt x="846" y="2341"/>
                  </a:cubicBezTo>
                  <a:cubicBezTo>
                    <a:pt x="846" y="1513"/>
                    <a:pt x="1512" y="829"/>
                    <a:pt x="2340" y="829"/>
                  </a:cubicBezTo>
                  <a:close/>
                  <a:moveTo>
                    <a:pt x="2340" y="1"/>
                  </a:moveTo>
                  <a:cubicBezTo>
                    <a:pt x="1045" y="1"/>
                    <a:pt x="1" y="1045"/>
                    <a:pt x="1" y="2341"/>
                  </a:cubicBezTo>
                  <a:cubicBezTo>
                    <a:pt x="1" y="3439"/>
                    <a:pt x="901" y="4320"/>
                    <a:pt x="1998" y="4320"/>
                  </a:cubicBezTo>
                  <a:lnTo>
                    <a:pt x="2556" y="4320"/>
                  </a:lnTo>
                  <a:cubicBezTo>
                    <a:pt x="2988" y="4968"/>
                    <a:pt x="3708" y="5364"/>
                    <a:pt x="4500" y="5364"/>
                  </a:cubicBezTo>
                  <a:lnTo>
                    <a:pt x="4661" y="5364"/>
                  </a:lnTo>
                  <a:cubicBezTo>
                    <a:pt x="6048" y="5364"/>
                    <a:pt x="7163" y="4248"/>
                    <a:pt x="7163" y="2863"/>
                  </a:cubicBezTo>
                  <a:cubicBezTo>
                    <a:pt x="7163" y="1279"/>
                    <a:pt x="5885" y="1"/>
                    <a:pt x="430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 name="Google Shape;833;p71"/>
          <p:cNvGrpSpPr/>
          <p:nvPr/>
        </p:nvGrpSpPr>
        <p:grpSpPr>
          <a:xfrm>
            <a:off x="5149171" y="2435704"/>
            <a:ext cx="447806" cy="613524"/>
            <a:chOff x="713226" y="4016145"/>
            <a:chExt cx="291654" cy="399586"/>
          </a:xfrm>
        </p:grpSpPr>
        <p:sp>
          <p:nvSpPr>
            <p:cNvPr id="834" name="Google Shape;834;p71"/>
            <p:cNvSpPr/>
            <p:nvPr/>
          </p:nvSpPr>
          <p:spPr>
            <a:xfrm>
              <a:off x="759872" y="4251862"/>
              <a:ext cx="23877" cy="23364"/>
            </a:xfrm>
            <a:custGeom>
              <a:avLst/>
              <a:gdLst/>
              <a:ahLst/>
              <a:cxnLst/>
              <a:rect l="l" t="t" r="r" b="b"/>
              <a:pathLst>
                <a:path w="884" h="865" extrusionOk="0">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71"/>
            <p:cNvSpPr/>
            <p:nvPr/>
          </p:nvSpPr>
          <p:spPr>
            <a:xfrm>
              <a:off x="759872" y="4345694"/>
              <a:ext cx="23877" cy="23364"/>
            </a:xfrm>
            <a:custGeom>
              <a:avLst/>
              <a:gdLst/>
              <a:ahLst/>
              <a:cxnLst/>
              <a:rect l="l" t="t" r="r" b="b"/>
              <a:pathLst>
                <a:path w="884" h="865" extrusionOk="0">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71"/>
            <p:cNvSpPr/>
            <p:nvPr/>
          </p:nvSpPr>
          <p:spPr>
            <a:xfrm>
              <a:off x="934410" y="4251862"/>
              <a:ext cx="23337" cy="23364"/>
            </a:xfrm>
            <a:custGeom>
              <a:avLst/>
              <a:gdLst/>
              <a:ahLst/>
              <a:cxnLst/>
              <a:rect l="l" t="t" r="r" b="b"/>
              <a:pathLst>
                <a:path w="864" h="865" extrusionOk="0">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71"/>
            <p:cNvSpPr/>
            <p:nvPr/>
          </p:nvSpPr>
          <p:spPr>
            <a:xfrm>
              <a:off x="934410" y="4345694"/>
              <a:ext cx="23337" cy="23364"/>
            </a:xfrm>
            <a:custGeom>
              <a:avLst/>
              <a:gdLst/>
              <a:ahLst/>
              <a:cxnLst/>
              <a:rect l="l" t="t" r="r" b="b"/>
              <a:pathLst>
                <a:path w="864" h="865" extrusionOk="0">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71"/>
            <p:cNvSpPr/>
            <p:nvPr/>
          </p:nvSpPr>
          <p:spPr>
            <a:xfrm>
              <a:off x="713226" y="4016145"/>
              <a:ext cx="291654" cy="399586"/>
            </a:xfrm>
            <a:custGeom>
              <a:avLst/>
              <a:gdLst/>
              <a:ahLst/>
              <a:cxnLst/>
              <a:rect l="l" t="t" r="r" b="b"/>
              <a:pathLst>
                <a:path w="10798" h="14794" extrusionOk="0">
                  <a:moveTo>
                    <a:pt x="4302" y="864"/>
                  </a:moveTo>
                  <a:cubicBezTo>
                    <a:pt x="4895" y="864"/>
                    <a:pt x="5435" y="1188"/>
                    <a:pt x="5723" y="1709"/>
                  </a:cubicBezTo>
                  <a:lnTo>
                    <a:pt x="5867" y="1980"/>
                  </a:lnTo>
                  <a:lnTo>
                    <a:pt x="6173" y="1925"/>
                  </a:lnTo>
                  <a:cubicBezTo>
                    <a:pt x="6263" y="1908"/>
                    <a:pt x="6371" y="1908"/>
                    <a:pt x="6461" y="1908"/>
                  </a:cubicBezTo>
                  <a:cubicBezTo>
                    <a:pt x="7091" y="1908"/>
                    <a:pt x="7649" y="2249"/>
                    <a:pt x="7954" y="2808"/>
                  </a:cubicBezTo>
                  <a:lnTo>
                    <a:pt x="8062" y="3041"/>
                  </a:lnTo>
                  <a:lnTo>
                    <a:pt x="8818" y="3041"/>
                  </a:lnTo>
                  <a:cubicBezTo>
                    <a:pt x="9430" y="3041"/>
                    <a:pt x="9934" y="3527"/>
                    <a:pt x="9934" y="4139"/>
                  </a:cubicBezTo>
                  <a:cubicBezTo>
                    <a:pt x="9934" y="4751"/>
                    <a:pt x="9430" y="5255"/>
                    <a:pt x="8818" y="5255"/>
                  </a:cubicBezTo>
                  <a:lnTo>
                    <a:pt x="2250" y="5255"/>
                  </a:lnTo>
                  <a:cubicBezTo>
                    <a:pt x="1494" y="5255"/>
                    <a:pt x="864" y="4624"/>
                    <a:pt x="864" y="3869"/>
                  </a:cubicBezTo>
                  <a:cubicBezTo>
                    <a:pt x="864" y="3095"/>
                    <a:pt x="1494" y="2484"/>
                    <a:pt x="2250" y="2484"/>
                  </a:cubicBezTo>
                  <a:lnTo>
                    <a:pt x="2646" y="2484"/>
                  </a:lnTo>
                  <a:lnTo>
                    <a:pt x="2718" y="2124"/>
                  </a:lnTo>
                  <a:cubicBezTo>
                    <a:pt x="2879" y="1385"/>
                    <a:pt x="3546" y="864"/>
                    <a:pt x="4302" y="864"/>
                  </a:cubicBezTo>
                  <a:close/>
                  <a:moveTo>
                    <a:pt x="9934" y="7847"/>
                  </a:moveTo>
                  <a:lnTo>
                    <a:pt x="9934" y="10455"/>
                  </a:lnTo>
                  <a:lnTo>
                    <a:pt x="864" y="10455"/>
                  </a:lnTo>
                  <a:lnTo>
                    <a:pt x="864" y="7847"/>
                  </a:lnTo>
                  <a:close/>
                  <a:moveTo>
                    <a:pt x="9934" y="11319"/>
                  </a:moveTo>
                  <a:lnTo>
                    <a:pt x="9934" y="13929"/>
                  </a:lnTo>
                  <a:lnTo>
                    <a:pt x="864" y="13929"/>
                  </a:lnTo>
                  <a:lnTo>
                    <a:pt x="864" y="11319"/>
                  </a:lnTo>
                  <a:close/>
                  <a:moveTo>
                    <a:pt x="4302" y="0"/>
                  </a:moveTo>
                  <a:cubicBezTo>
                    <a:pt x="3726" y="0"/>
                    <a:pt x="3167" y="197"/>
                    <a:pt x="2735" y="557"/>
                  </a:cubicBezTo>
                  <a:cubicBezTo>
                    <a:pt x="2376" y="828"/>
                    <a:pt x="2124" y="1205"/>
                    <a:pt x="1962" y="1620"/>
                  </a:cubicBezTo>
                  <a:cubicBezTo>
                    <a:pt x="864" y="1764"/>
                    <a:pt x="0" y="2717"/>
                    <a:pt x="0" y="3869"/>
                  </a:cubicBezTo>
                  <a:cubicBezTo>
                    <a:pt x="0" y="5111"/>
                    <a:pt x="1008" y="6119"/>
                    <a:pt x="2250" y="6119"/>
                  </a:cubicBezTo>
                  <a:lnTo>
                    <a:pt x="4967" y="6119"/>
                  </a:lnTo>
                  <a:lnTo>
                    <a:pt x="4967" y="6983"/>
                  </a:lnTo>
                  <a:lnTo>
                    <a:pt x="0" y="6983"/>
                  </a:lnTo>
                  <a:lnTo>
                    <a:pt x="0" y="14793"/>
                  </a:lnTo>
                  <a:lnTo>
                    <a:pt x="10798" y="14793"/>
                  </a:lnTo>
                  <a:lnTo>
                    <a:pt x="10798" y="6983"/>
                  </a:lnTo>
                  <a:lnTo>
                    <a:pt x="5831" y="6983"/>
                  </a:lnTo>
                  <a:lnTo>
                    <a:pt x="5831" y="6119"/>
                  </a:lnTo>
                  <a:lnTo>
                    <a:pt x="8818" y="6119"/>
                  </a:lnTo>
                  <a:cubicBezTo>
                    <a:pt x="9898" y="6119"/>
                    <a:pt x="10798" y="5236"/>
                    <a:pt x="10798" y="4139"/>
                  </a:cubicBezTo>
                  <a:cubicBezTo>
                    <a:pt x="10798" y="3059"/>
                    <a:pt x="9898" y="2160"/>
                    <a:pt x="8818" y="2160"/>
                  </a:cubicBezTo>
                  <a:lnTo>
                    <a:pt x="8585" y="2160"/>
                  </a:lnTo>
                  <a:cubicBezTo>
                    <a:pt x="8117" y="1457"/>
                    <a:pt x="7325" y="1025"/>
                    <a:pt x="6461" y="1025"/>
                  </a:cubicBezTo>
                  <a:cubicBezTo>
                    <a:pt x="6407" y="1025"/>
                    <a:pt x="6371" y="1025"/>
                    <a:pt x="6317" y="1044"/>
                  </a:cubicBezTo>
                  <a:cubicBezTo>
                    <a:pt x="5867" y="377"/>
                    <a:pt x="5111" y="0"/>
                    <a:pt x="4302"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 name="Google Shape;839;p71"/>
          <p:cNvSpPr txBox="1">
            <a:spLocks noGrp="1"/>
          </p:cNvSpPr>
          <p:nvPr>
            <p:ph type="subTitle" idx="1"/>
          </p:nvPr>
        </p:nvSpPr>
        <p:spPr>
          <a:xfrm>
            <a:off x="2516193" y="2266784"/>
            <a:ext cx="1845900" cy="46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TEMPLATES</a:t>
            </a:r>
            <a:endParaRPr/>
          </a:p>
        </p:txBody>
      </p:sp>
      <p:sp>
        <p:nvSpPr>
          <p:cNvPr id="840" name="Google Shape;840;p71"/>
          <p:cNvSpPr txBox="1">
            <a:spLocks noGrp="1"/>
          </p:cNvSpPr>
          <p:nvPr>
            <p:ph type="subTitle" idx="2"/>
          </p:nvPr>
        </p:nvSpPr>
        <p:spPr>
          <a:xfrm>
            <a:off x="6384038" y="2266784"/>
            <a:ext cx="1845900" cy="46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CALENDAR</a:t>
            </a:r>
            <a:endParaRPr/>
          </a:p>
        </p:txBody>
      </p:sp>
      <p:sp>
        <p:nvSpPr>
          <p:cNvPr id="841" name="Google Shape;841;p71"/>
          <p:cNvSpPr txBox="1">
            <a:spLocks noGrp="1"/>
          </p:cNvSpPr>
          <p:nvPr>
            <p:ph type="subTitle" idx="3"/>
          </p:nvPr>
        </p:nvSpPr>
        <p:spPr>
          <a:xfrm>
            <a:off x="2516200" y="2690362"/>
            <a:ext cx="18459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Neptune is very far away from Earth</a:t>
            </a:r>
            <a:endParaRPr>
              <a:latin typeface="Darker Grotesque"/>
              <a:ea typeface="Darker Grotesque"/>
              <a:cs typeface="Darker Grotesque"/>
              <a:sym typeface="Darker Grotesque"/>
            </a:endParaRPr>
          </a:p>
        </p:txBody>
      </p:sp>
      <p:sp>
        <p:nvSpPr>
          <p:cNvPr id="842" name="Google Shape;842;p71"/>
          <p:cNvSpPr txBox="1">
            <a:spLocks noGrp="1"/>
          </p:cNvSpPr>
          <p:nvPr>
            <p:ph type="subTitle" idx="4"/>
          </p:nvPr>
        </p:nvSpPr>
        <p:spPr>
          <a:xfrm>
            <a:off x="6384049" y="2690362"/>
            <a:ext cx="18459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Saturn is a gas giant and has several rings</a:t>
            </a:r>
            <a:endParaRPr>
              <a:latin typeface="Darker Grotesque"/>
              <a:ea typeface="Darker Grotesque"/>
              <a:cs typeface="Darker Grotesque"/>
              <a:sym typeface="Darker Grotesque"/>
            </a:endParaRPr>
          </a:p>
        </p:txBody>
      </p:sp>
      <p:pic>
        <p:nvPicPr>
          <p:cNvPr id="843" name="Google Shape;843;p71"/>
          <p:cNvPicPr preferRelativeResize="0"/>
          <p:nvPr/>
        </p:nvPicPr>
        <p:blipFill rotWithShape="1">
          <a:blip r:embed="rId3">
            <a:alphaModFix/>
          </a:blip>
          <a:srcRect l="7340" r="4538" b="19768"/>
          <a:stretch/>
        </p:blipFill>
        <p:spPr>
          <a:xfrm rot="8099935">
            <a:off x="8208170" y="2145555"/>
            <a:ext cx="3431410" cy="2367397"/>
          </a:xfrm>
          <a:prstGeom prst="rect">
            <a:avLst/>
          </a:prstGeom>
          <a:noFill/>
          <a:ln>
            <a:noFill/>
          </a:ln>
        </p:spPr>
      </p:pic>
      <p:sp>
        <p:nvSpPr>
          <p:cNvPr id="844" name="Google Shape;844;p71">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71">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71"/>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5"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847" name="Google Shape;847;p71">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71">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9" name="Google Shape;849;p71">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850" name="Google Shape;850;p71">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 name="Google Shape;851;p71">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28"/>
                                        </p:tgtEl>
                                        <p:attrNameLst>
                                          <p:attrName>style.visibility</p:attrName>
                                        </p:attrNameLst>
                                      </p:cBhvr>
                                      <p:to>
                                        <p:strVal val="visible"/>
                                      </p:to>
                                    </p:set>
                                    <p:anim calcmode="lin" valueType="num">
                                      <p:cBhvr additive="base">
                                        <p:cTn id="7" dur="1000"/>
                                        <p:tgtEl>
                                          <p:spTgt spid="828"/>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843"/>
                                        </p:tgtEl>
                                        <p:attrNameLst>
                                          <p:attrName>style.visibility</p:attrName>
                                        </p:attrNameLst>
                                      </p:cBhvr>
                                      <p:to>
                                        <p:strVal val="visible"/>
                                      </p:to>
                                    </p:set>
                                    <p:anim calcmode="lin" valueType="num">
                                      <p:cBhvr additive="base">
                                        <p:cTn id="10" dur="1000"/>
                                        <p:tgtEl>
                                          <p:spTgt spid="843"/>
                                        </p:tgtEl>
                                        <p:attrNameLst>
                                          <p:attrName>ppt_x</p:attrName>
                                        </p:attrNameLst>
                                      </p:cBhvr>
                                      <p:tavLst>
                                        <p:tav tm="0">
                                          <p:val>
                                            <p:strVal val="#ppt_x+1"/>
                                          </p:val>
                                        </p:tav>
                                        <p:tav tm="100000">
                                          <p:val>
                                            <p:strVal val="#ppt_x"/>
                                          </p:val>
                                        </p:tav>
                                      </p:tavLst>
                                    </p:anim>
                                  </p:childTnLst>
                                </p:cTn>
                              </p:par>
                              <p:par>
                                <p:cTn id="11" presetID="2" presetClass="entr" presetSubtype="1" fill="hold" nodeType="withEffect">
                                  <p:stCondLst>
                                    <p:cond delay="0"/>
                                  </p:stCondLst>
                                  <p:childTnLst>
                                    <p:set>
                                      <p:cBhvr>
                                        <p:cTn id="12" dur="1" fill="hold">
                                          <p:stCondLst>
                                            <p:cond delay="0"/>
                                          </p:stCondLst>
                                        </p:cTn>
                                        <p:tgtEl>
                                          <p:spTgt spid="829"/>
                                        </p:tgtEl>
                                        <p:attrNameLst>
                                          <p:attrName>style.visibility</p:attrName>
                                        </p:attrNameLst>
                                      </p:cBhvr>
                                      <p:to>
                                        <p:strVal val="visible"/>
                                      </p:to>
                                    </p:set>
                                    <p:anim calcmode="lin" valueType="num">
                                      <p:cBhvr additive="base">
                                        <p:cTn id="13" dur="1000"/>
                                        <p:tgtEl>
                                          <p:spTgt spid="829"/>
                                        </p:tgtEl>
                                        <p:attrNameLst>
                                          <p:attrName>ppt_y</p:attrName>
                                        </p:attrNameLst>
                                      </p:cBhvr>
                                      <p:tavLst>
                                        <p:tav tm="0">
                                          <p:val>
                                            <p:strVal val="#ppt_y-1"/>
                                          </p:val>
                                        </p:tav>
                                        <p:tav tm="100000">
                                          <p:val>
                                            <p:strVal val="#ppt_y"/>
                                          </p:val>
                                        </p:tav>
                                      </p:tavLst>
                                    </p:anim>
                                  </p:childTnLst>
                                </p:cTn>
                              </p:par>
                              <p:par>
                                <p:cTn id="14" presetID="23" presetClass="entr" presetSubtype="16" fill="hold" nodeType="withEffect">
                                  <p:stCondLst>
                                    <p:cond delay="0"/>
                                  </p:stCondLst>
                                  <p:childTnLst>
                                    <p:set>
                                      <p:cBhvr>
                                        <p:cTn id="15" dur="1" fill="hold">
                                          <p:stCondLst>
                                            <p:cond delay="0"/>
                                          </p:stCondLst>
                                        </p:cTn>
                                        <p:tgtEl>
                                          <p:spTgt spid="824"/>
                                        </p:tgtEl>
                                        <p:attrNameLst>
                                          <p:attrName>style.visibility</p:attrName>
                                        </p:attrNameLst>
                                      </p:cBhvr>
                                      <p:to>
                                        <p:strVal val="visible"/>
                                      </p:to>
                                    </p:set>
                                    <p:anim calcmode="lin" valueType="num">
                                      <p:cBhvr additive="base">
                                        <p:cTn id="16" dur="1000"/>
                                        <p:tgtEl>
                                          <p:spTgt spid="824"/>
                                        </p:tgtEl>
                                        <p:attrNameLst>
                                          <p:attrName>ppt_w</p:attrName>
                                        </p:attrNameLst>
                                      </p:cBhvr>
                                      <p:tavLst>
                                        <p:tav tm="0">
                                          <p:val>
                                            <p:strVal val="0"/>
                                          </p:val>
                                        </p:tav>
                                        <p:tav tm="100000">
                                          <p:val>
                                            <p:strVal val="#ppt_w"/>
                                          </p:val>
                                        </p:tav>
                                      </p:tavLst>
                                    </p:anim>
                                    <p:anim calcmode="lin" valueType="num">
                                      <p:cBhvr additive="base">
                                        <p:cTn id="17" dur="1000"/>
                                        <p:tgtEl>
                                          <p:spTgt spid="824"/>
                                        </p:tgtEl>
                                        <p:attrNameLst>
                                          <p:attrName>ppt_h</p:attrName>
                                        </p:attrNameLst>
                                      </p:cBhvr>
                                      <p:tavLst>
                                        <p:tav tm="0">
                                          <p:val>
                                            <p:strVal val="0"/>
                                          </p:val>
                                        </p:tav>
                                        <p:tav tm="100000">
                                          <p:val>
                                            <p:strVal val="#ppt_h"/>
                                          </p:val>
                                        </p:tav>
                                      </p:tavLst>
                                    </p:anim>
                                  </p:childTnLst>
                                </p:cTn>
                              </p:par>
                              <p:par>
                                <p:cTn id="18" presetID="10" presetClass="entr" presetSubtype="0" fill="hold" nodeType="withEffect">
                                  <p:stCondLst>
                                    <p:cond delay="0"/>
                                  </p:stCondLst>
                                  <p:childTnLst>
                                    <p:set>
                                      <p:cBhvr>
                                        <p:cTn id="19" dur="1" fill="hold">
                                          <p:stCondLst>
                                            <p:cond delay="0"/>
                                          </p:stCondLst>
                                        </p:cTn>
                                        <p:tgtEl>
                                          <p:spTgt spid="826"/>
                                        </p:tgtEl>
                                        <p:attrNameLst>
                                          <p:attrName>style.visibility</p:attrName>
                                        </p:attrNameLst>
                                      </p:cBhvr>
                                      <p:to>
                                        <p:strVal val="visible"/>
                                      </p:to>
                                    </p:set>
                                    <p:animEffect transition="in" filter="fade">
                                      <p:cBhvr>
                                        <p:cTn id="20" dur="1000"/>
                                        <p:tgtEl>
                                          <p:spTgt spid="826"/>
                                        </p:tgtEl>
                                      </p:cBhvr>
                                    </p:animEffect>
                                  </p:childTnLst>
                                </p:cTn>
                              </p:par>
                              <p:par>
                                <p:cTn id="21" presetID="23" presetClass="entr" presetSubtype="16" fill="hold" nodeType="withEffect">
                                  <p:stCondLst>
                                    <p:cond delay="0"/>
                                  </p:stCondLst>
                                  <p:childTnLst>
                                    <p:set>
                                      <p:cBhvr>
                                        <p:cTn id="22" dur="1" fill="hold">
                                          <p:stCondLst>
                                            <p:cond delay="0"/>
                                          </p:stCondLst>
                                        </p:cTn>
                                        <p:tgtEl>
                                          <p:spTgt spid="826"/>
                                        </p:tgtEl>
                                        <p:attrNameLst>
                                          <p:attrName>style.visibility</p:attrName>
                                        </p:attrNameLst>
                                      </p:cBhvr>
                                      <p:to>
                                        <p:strVal val="visible"/>
                                      </p:to>
                                    </p:set>
                                    <p:anim calcmode="lin" valueType="num">
                                      <p:cBhvr additive="base">
                                        <p:cTn id="23" dur="1000"/>
                                        <p:tgtEl>
                                          <p:spTgt spid="826"/>
                                        </p:tgtEl>
                                        <p:attrNameLst>
                                          <p:attrName>ppt_w</p:attrName>
                                        </p:attrNameLst>
                                      </p:cBhvr>
                                      <p:tavLst>
                                        <p:tav tm="0">
                                          <p:val>
                                            <p:strVal val="0"/>
                                          </p:val>
                                        </p:tav>
                                        <p:tav tm="100000">
                                          <p:val>
                                            <p:strVal val="#ppt_w"/>
                                          </p:val>
                                        </p:tav>
                                      </p:tavLst>
                                    </p:anim>
                                    <p:anim calcmode="lin" valueType="num">
                                      <p:cBhvr additive="base">
                                        <p:cTn id="24" dur="1000"/>
                                        <p:tgtEl>
                                          <p:spTgt spid="826"/>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Shape 855"/>
        <p:cNvGrpSpPr/>
        <p:nvPr/>
      </p:nvGrpSpPr>
      <p:grpSpPr>
        <a:xfrm>
          <a:off x="0" y="0"/>
          <a:ext cx="0" cy="0"/>
          <a:chOff x="0" y="0"/>
          <a:chExt cx="0" cy="0"/>
        </a:xfrm>
      </p:grpSpPr>
      <p:pic>
        <p:nvPicPr>
          <p:cNvPr id="856" name="Google Shape;856;p72"/>
          <p:cNvPicPr preferRelativeResize="0"/>
          <p:nvPr/>
        </p:nvPicPr>
        <p:blipFill rotWithShape="1">
          <a:blip r:embed="rId3">
            <a:alphaModFix/>
          </a:blip>
          <a:srcRect l="7340" r="4538" b="19768"/>
          <a:stretch/>
        </p:blipFill>
        <p:spPr>
          <a:xfrm rot="-9333501">
            <a:off x="7264209" y="-954035"/>
            <a:ext cx="3431409" cy="2367399"/>
          </a:xfrm>
          <a:prstGeom prst="rect">
            <a:avLst/>
          </a:prstGeom>
          <a:noFill/>
          <a:ln>
            <a:noFill/>
          </a:ln>
        </p:spPr>
      </p:pic>
      <p:pic>
        <p:nvPicPr>
          <p:cNvPr id="857" name="Google Shape;857;p72"/>
          <p:cNvPicPr preferRelativeResize="0"/>
          <p:nvPr/>
        </p:nvPicPr>
        <p:blipFill rotWithShape="1">
          <a:blip r:embed="rId3">
            <a:alphaModFix/>
          </a:blip>
          <a:srcRect l="7340" r="4538" b="19768"/>
          <a:stretch/>
        </p:blipFill>
        <p:spPr>
          <a:xfrm rot="8099935">
            <a:off x="7262645" y="3420292"/>
            <a:ext cx="3431410" cy="2367397"/>
          </a:xfrm>
          <a:prstGeom prst="rect">
            <a:avLst/>
          </a:prstGeom>
          <a:noFill/>
          <a:ln>
            <a:noFill/>
          </a:ln>
        </p:spPr>
      </p:pic>
      <p:pic>
        <p:nvPicPr>
          <p:cNvPr id="858" name="Google Shape;858;p72"/>
          <p:cNvPicPr preferRelativeResize="0"/>
          <p:nvPr/>
        </p:nvPicPr>
        <p:blipFill rotWithShape="1">
          <a:blip r:embed="rId3">
            <a:alphaModFix/>
          </a:blip>
          <a:srcRect l="7340" r="4538" b="19768"/>
          <a:stretch/>
        </p:blipFill>
        <p:spPr>
          <a:xfrm rot="-6259102">
            <a:off x="-3286999" y="1736870"/>
            <a:ext cx="5744551" cy="3963235"/>
          </a:xfrm>
          <a:prstGeom prst="rect">
            <a:avLst/>
          </a:prstGeom>
          <a:noFill/>
          <a:ln>
            <a:noFill/>
          </a:ln>
        </p:spPr>
      </p:pic>
      <p:sp>
        <p:nvSpPr>
          <p:cNvPr id="859" name="Google Shape;859;p72"/>
          <p:cNvSpPr txBox="1">
            <a:spLocks noGrp="1"/>
          </p:cNvSpPr>
          <p:nvPr>
            <p:ph type="subTitle" idx="1"/>
          </p:nvPr>
        </p:nvSpPr>
        <p:spPr>
          <a:xfrm>
            <a:off x="719950" y="2270575"/>
            <a:ext cx="2042700" cy="468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TECHNOLOGY</a:t>
            </a:r>
            <a:endParaRPr/>
          </a:p>
        </p:txBody>
      </p:sp>
      <p:sp>
        <p:nvSpPr>
          <p:cNvPr id="860" name="Google Shape;860;p72"/>
          <p:cNvSpPr txBox="1">
            <a:spLocks noGrp="1"/>
          </p:cNvSpPr>
          <p:nvPr>
            <p:ph type="subTitle" idx="2"/>
          </p:nvPr>
        </p:nvSpPr>
        <p:spPr>
          <a:xfrm>
            <a:off x="6381300" y="2270575"/>
            <a:ext cx="2042700" cy="46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ASSISTANCE</a:t>
            </a:r>
            <a:endParaRPr/>
          </a:p>
        </p:txBody>
      </p:sp>
      <p:sp>
        <p:nvSpPr>
          <p:cNvPr id="861" name="Google Shape;861;p72"/>
          <p:cNvSpPr txBox="1">
            <a:spLocks noGrp="1"/>
          </p:cNvSpPr>
          <p:nvPr>
            <p:ph type="subTitle" idx="3"/>
          </p:nvPr>
        </p:nvSpPr>
        <p:spPr>
          <a:xfrm>
            <a:off x="816847" y="2692569"/>
            <a:ext cx="1945800" cy="572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Mercury is the closest planet to the Sun</a:t>
            </a:r>
            <a:endParaRPr/>
          </a:p>
        </p:txBody>
      </p:sp>
      <p:sp>
        <p:nvSpPr>
          <p:cNvPr id="862" name="Google Shape;862;p72"/>
          <p:cNvSpPr txBox="1">
            <a:spLocks noGrp="1"/>
          </p:cNvSpPr>
          <p:nvPr>
            <p:ph type="subTitle" idx="4"/>
          </p:nvPr>
        </p:nvSpPr>
        <p:spPr>
          <a:xfrm>
            <a:off x="6381298" y="2692569"/>
            <a:ext cx="19458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 of them all</a:t>
            </a:r>
            <a:endParaRPr/>
          </a:p>
        </p:txBody>
      </p:sp>
      <p:sp>
        <p:nvSpPr>
          <p:cNvPr id="863" name="Google Shape;863;p7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OPTIMAL RESULTS</a:t>
            </a:r>
            <a:endParaRPr/>
          </a:p>
        </p:txBody>
      </p:sp>
      <p:pic>
        <p:nvPicPr>
          <p:cNvPr id="864" name="Google Shape;864;p72"/>
          <p:cNvPicPr preferRelativeResize="0"/>
          <p:nvPr/>
        </p:nvPicPr>
        <p:blipFill rotWithShape="1">
          <a:blip r:embed="rId4">
            <a:alphaModFix/>
          </a:blip>
          <a:srcRect l="23287" r="20463"/>
          <a:stretch/>
        </p:blipFill>
        <p:spPr>
          <a:xfrm>
            <a:off x="3251765" y="1526425"/>
            <a:ext cx="2640300" cy="2640300"/>
          </a:xfrm>
          <a:prstGeom prst="ellipse">
            <a:avLst/>
          </a:prstGeom>
          <a:noFill/>
          <a:ln>
            <a:noFill/>
          </a:ln>
          <a:effectLst>
            <a:outerShdw blurRad="128588" dist="28575" dir="11040000" algn="bl" rotWithShape="0">
              <a:schemeClr val="accent1">
                <a:alpha val="23000"/>
              </a:schemeClr>
            </a:outerShdw>
          </a:effectLst>
        </p:spPr>
      </p:pic>
      <p:pic>
        <p:nvPicPr>
          <p:cNvPr id="865" name="Google Shape;865;p72"/>
          <p:cNvPicPr preferRelativeResize="0"/>
          <p:nvPr/>
        </p:nvPicPr>
        <p:blipFill>
          <a:blip r:embed="rId5">
            <a:alphaModFix/>
          </a:blip>
          <a:stretch>
            <a:fillRect/>
          </a:stretch>
        </p:blipFill>
        <p:spPr>
          <a:xfrm rot="789626">
            <a:off x="3029847" y="3915940"/>
            <a:ext cx="789503" cy="598293"/>
          </a:xfrm>
          <a:prstGeom prst="rect">
            <a:avLst/>
          </a:prstGeom>
          <a:noFill/>
          <a:ln>
            <a:noFill/>
          </a:ln>
        </p:spPr>
      </p:pic>
      <p:pic>
        <p:nvPicPr>
          <p:cNvPr id="866" name="Google Shape;866;p72"/>
          <p:cNvPicPr preferRelativeResize="0"/>
          <p:nvPr/>
        </p:nvPicPr>
        <p:blipFill>
          <a:blip r:embed="rId5">
            <a:alphaModFix/>
          </a:blip>
          <a:stretch>
            <a:fillRect/>
          </a:stretch>
        </p:blipFill>
        <p:spPr>
          <a:xfrm rot="9000145">
            <a:off x="5679078" y="1575603"/>
            <a:ext cx="499492" cy="378515"/>
          </a:xfrm>
          <a:prstGeom prst="rect">
            <a:avLst/>
          </a:prstGeom>
          <a:noFill/>
          <a:ln>
            <a:noFill/>
          </a:ln>
        </p:spPr>
      </p:pic>
      <p:sp>
        <p:nvSpPr>
          <p:cNvPr id="867" name="Google Shape;867;p72">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72">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72"/>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7"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870" name="Google Shape;870;p72">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72">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2" name="Google Shape;872;p72">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873" name="Google Shape;873;p72">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4" name="Google Shape;874;p72">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856"/>
                                        </p:tgtEl>
                                        <p:attrNameLst>
                                          <p:attrName>style.visibility</p:attrName>
                                        </p:attrNameLst>
                                      </p:cBhvr>
                                      <p:to>
                                        <p:strVal val="visible"/>
                                      </p:to>
                                    </p:set>
                                    <p:anim calcmode="lin" valueType="num">
                                      <p:cBhvr additive="base">
                                        <p:cTn id="7" dur="1000"/>
                                        <p:tgtEl>
                                          <p:spTgt spid="856"/>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857"/>
                                        </p:tgtEl>
                                        <p:attrNameLst>
                                          <p:attrName>style.visibility</p:attrName>
                                        </p:attrNameLst>
                                      </p:cBhvr>
                                      <p:to>
                                        <p:strVal val="visible"/>
                                      </p:to>
                                    </p:set>
                                    <p:anim calcmode="lin" valueType="num">
                                      <p:cBhvr additive="base">
                                        <p:cTn id="10" dur="1000"/>
                                        <p:tgtEl>
                                          <p:spTgt spid="857"/>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858"/>
                                        </p:tgtEl>
                                        <p:attrNameLst>
                                          <p:attrName>style.visibility</p:attrName>
                                        </p:attrNameLst>
                                      </p:cBhvr>
                                      <p:to>
                                        <p:strVal val="visible"/>
                                      </p:to>
                                    </p:set>
                                    <p:anim calcmode="lin" valueType="num">
                                      <p:cBhvr additive="base">
                                        <p:cTn id="13" dur="1000"/>
                                        <p:tgtEl>
                                          <p:spTgt spid="858"/>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Shape 878"/>
        <p:cNvGrpSpPr/>
        <p:nvPr/>
      </p:nvGrpSpPr>
      <p:grpSpPr>
        <a:xfrm>
          <a:off x="0" y="0"/>
          <a:ext cx="0" cy="0"/>
          <a:chOff x="0" y="0"/>
          <a:chExt cx="0" cy="0"/>
        </a:xfrm>
      </p:grpSpPr>
      <p:pic>
        <p:nvPicPr>
          <p:cNvPr id="879" name="Google Shape;879;p73"/>
          <p:cNvPicPr preferRelativeResize="0"/>
          <p:nvPr/>
        </p:nvPicPr>
        <p:blipFill rotWithShape="1">
          <a:blip r:embed="rId3">
            <a:alphaModFix/>
          </a:blip>
          <a:srcRect l="7340" r="4538" b="19768"/>
          <a:stretch/>
        </p:blipFill>
        <p:spPr>
          <a:xfrm rot="10421793">
            <a:off x="6810753" y="1863895"/>
            <a:ext cx="1302265" cy="898456"/>
          </a:xfrm>
          <a:prstGeom prst="rect">
            <a:avLst/>
          </a:prstGeom>
          <a:noFill/>
          <a:ln>
            <a:noFill/>
          </a:ln>
        </p:spPr>
      </p:pic>
      <p:pic>
        <p:nvPicPr>
          <p:cNvPr id="880" name="Google Shape;880;p73"/>
          <p:cNvPicPr preferRelativeResize="0"/>
          <p:nvPr/>
        </p:nvPicPr>
        <p:blipFill rotWithShape="1">
          <a:blip r:embed="rId3">
            <a:alphaModFix/>
          </a:blip>
          <a:srcRect l="7340" r="4538" b="19768"/>
          <a:stretch/>
        </p:blipFill>
        <p:spPr>
          <a:xfrm rot="-5400014">
            <a:off x="802380" y="1711499"/>
            <a:ext cx="1302262" cy="898453"/>
          </a:xfrm>
          <a:prstGeom prst="rect">
            <a:avLst/>
          </a:prstGeom>
          <a:noFill/>
          <a:ln>
            <a:noFill/>
          </a:ln>
        </p:spPr>
      </p:pic>
      <p:pic>
        <p:nvPicPr>
          <p:cNvPr id="881" name="Google Shape;881;p73"/>
          <p:cNvPicPr preferRelativeResize="0"/>
          <p:nvPr/>
        </p:nvPicPr>
        <p:blipFill rotWithShape="1">
          <a:blip r:embed="rId3">
            <a:alphaModFix/>
          </a:blip>
          <a:srcRect l="7340" r="4538" b="19768"/>
          <a:stretch/>
        </p:blipFill>
        <p:spPr>
          <a:xfrm rot="6918516">
            <a:off x="3805956" y="1839008"/>
            <a:ext cx="1302260" cy="898456"/>
          </a:xfrm>
          <a:prstGeom prst="rect">
            <a:avLst/>
          </a:prstGeom>
          <a:noFill/>
          <a:ln>
            <a:noFill/>
          </a:ln>
        </p:spPr>
      </p:pic>
      <p:sp>
        <p:nvSpPr>
          <p:cNvPr id="882" name="Google Shape;882;p73"/>
          <p:cNvSpPr/>
          <p:nvPr/>
        </p:nvSpPr>
        <p:spPr>
          <a:xfrm>
            <a:off x="1297021" y="1697075"/>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73"/>
          <p:cNvSpPr/>
          <p:nvPr/>
        </p:nvSpPr>
        <p:spPr>
          <a:xfrm>
            <a:off x="6694802" y="1697075"/>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3"/>
          <p:cNvSpPr/>
          <p:nvPr/>
        </p:nvSpPr>
        <p:spPr>
          <a:xfrm>
            <a:off x="3995915" y="1697075"/>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73"/>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CHARACTERISTICS OF AI</a:t>
            </a:r>
            <a:endParaRPr/>
          </a:p>
        </p:txBody>
      </p:sp>
      <p:sp>
        <p:nvSpPr>
          <p:cNvPr id="886" name="Google Shape;886;p73"/>
          <p:cNvSpPr txBox="1">
            <a:spLocks noGrp="1"/>
          </p:cNvSpPr>
          <p:nvPr>
            <p:ph type="title"/>
          </p:nvPr>
        </p:nvSpPr>
        <p:spPr>
          <a:xfrm>
            <a:off x="780300" y="3151325"/>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887" name="Google Shape;887;p73"/>
          <p:cNvSpPr txBox="1">
            <a:spLocks noGrp="1"/>
          </p:cNvSpPr>
          <p:nvPr>
            <p:ph type="subTitle" idx="1"/>
          </p:nvPr>
        </p:nvSpPr>
        <p:spPr>
          <a:xfrm>
            <a:off x="780300" y="3637431"/>
            <a:ext cx="221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 cold place. It’s full of iron oxide dust</a:t>
            </a:r>
            <a:endParaRPr/>
          </a:p>
        </p:txBody>
      </p:sp>
      <p:sp>
        <p:nvSpPr>
          <p:cNvPr id="888" name="Google Shape;888;p73"/>
          <p:cNvSpPr txBox="1">
            <a:spLocks noGrp="1"/>
          </p:cNvSpPr>
          <p:nvPr>
            <p:ph type="title" idx="2"/>
          </p:nvPr>
        </p:nvSpPr>
        <p:spPr>
          <a:xfrm>
            <a:off x="3464100" y="3151325"/>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889" name="Google Shape;889;p73"/>
          <p:cNvSpPr txBox="1">
            <a:spLocks noGrp="1"/>
          </p:cNvSpPr>
          <p:nvPr>
            <p:ph type="subTitle" idx="3"/>
          </p:nvPr>
        </p:nvSpPr>
        <p:spPr>
          <a:xfrm>
            <a:off x="3464100" y="3637431"/>
            <a:ext cx="221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composed mostly of hydrogen and helium</a:t>
            </a:r>
            <a:endParaRPr/>
          </a:p>
        </p:txBody>
      </p:sp>
      <p:sp>
        <p:nvSpPr>
          <p:cNvPr id="890" name="Google Shape;890;p73"/>
          <p:cNvSpPr txBox="1">
            <a:spLocks noGrp="1"/>
          </p:cNvSpPr>
          <p:nvPr>
            <p:ph type="title" idx="4"/>
          </p:nvPr>
        </p:nvSpPr>
        <p:spPr>
          <a:xfrm>
            <a:off x="6178050" y="3151325"/>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891" name="Google Shape;891;p73"/>
          <p:cNvSpPr txBox="1">
            <a:spLocks noGrp="1"/>
          </p:cNvSpPr>
          <p:nvPr>
            <p:ph type="subTitle" idx="5"/>
          </p:nvPr>
        </p:nvSpPr>
        <p:spPr>
          <a:xfrm>
            <a:off x="6178050" y="3637431"/>
            <a:ext cx="221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a gas giant and the biggest planet in the Solar System</a:t>
            </a:r>
            <a:endParaRPr/>
          </a:p>
        </p:txBody>
      </p:sp>
      <p:grpSp>
        <p:nvGrpSpPr>
          <p:cNvPr id="892" name="Google Shape;892;p73"/>
          <p:cNvGrpSpPr/>
          <p:nvPr/>
        </p:nvGrpSpPr>
        <p:grpSpPr>
          <a:xfrm>
            <a:off x="1540767" y="1989519"/>
            <a:ext cx="694859" cy="613523"/>
            <a:chOff x="3280775" y="2494750"/>
            <a:chExt cx="1685325" cy="1488050"/>
          </a:xfrm>
        </p:grpSpPr>
        <p:sp>
          <p:nvSpPr>
            <p:cNvPr id="893" name="Google Shape;893;p73"/>
            <p:cNvSpPr/>
            <p:nvPr/>
          </p:nvSpPr>
          <p:spPr>
            <a:xfrm>
              <a:off x="3280775" y="2494750"/>
              <a:ext cx="1685325" cy="1488050"/>
            </a:xfrm>
            <a:custGeom>
              <a:avLst/>
              <a:gdLst/>
              <a:ahLst/>
              <a:cxnLst/>
              <a:rect l="l" t="t" r="r" b="b"/>
              <a:pathLst>
                <a:path w="67413" h="59522" extrusionOk="0">
                  <a:moveTo>
                    <a:pt x="63467" y="3945"/>
                  </a:moveTo>
                  <a:lnTo>
                    <a:pt x="63467" y="39769"/>
                  </a:lnTo>
                  <a:lnTo>
                    <a:pt x="3946" y="39769"/>
                  </a:lnTo>
                  <a:lnTo>
                    <a:pt x="3946" y="3945"/>
                  </a:lnTo>
                  <a:close/>
                  <a:moveTo>
                    <a:pt x="63467" y="43714"/>
                  </a:moveTo>
                  <a:lnTo>
                    <a:pt x="63467" y="47673"/>
                  </a:lnTo>
                  <a:lnTo>
                    <a:pt x="3946" y="47673"/>
                  </a:lnTo>
                  <a:lnTo>
                    <a:pt x="3946" y="43714"/>
                  </a:lnTo>
                  <a:close/>
                  <a:moveTo>
                    <a:pt x="37658" y="51618"/>
                  </a:moveTo>
                  <a:lnTo>
                    <a:pt x="37658" y="55563"/>
                  </a:lnTo>
                  <a:lnTo>
                    <a:pt x="29755" y="55563"/>
                  </a:lnTo>
                  <a:lnTo>
                    <a:pt x="29755" y="51618"/>
                  </a:lnTo>
                  <a:close/>
                  <a:moveTo>
                    <a:pt x="1" y="1"/>
                  </a:moveTo>
                  <a:lnTo>
                    <a:pt x="1" y="51618"/>
                  </a:lnTo>
                  <a:lnTo>
                    <a:pt x="25809" y="51618"/>
                  </a:lnTo>
                  <a:lnTo>
                    <a:pt x="25809" y="55563"/>
                  </a:lnTo>
                  <a:lnTo>
                    <a:pt x="7891" y="55563"/>
                  </a:lnTo>
                  <a:lnTo>
                    <a:pt x="7891" y="59521"/>
                  </a:lnTo>
                  <a:lnTo>
                    <a:pt x="59508" y="59521"/>
                  </a:lnTo>
                  <a:lnTo>
                    <a:pt x="59508" y="55563"/>
                  </a:lnTo>
                  <a:lnTo>
                    <a:pt x="41604" y="55563"/>
                  </a:lnTo>
                  <a:lnTo>
                    <a:pt x="41604" y="51618"/>
                  </a:lnTo>
                  <a:lnTo>
                    <a:pt x="67413" y="51618"/>
                  </a:lnTo>
                  <a:lnTo>
                    <a:pt x="67413" y="1"/>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73"/>
            <p:cNvSpPr/>
            <p:nvPr/>
          </p:nvSpPr>
          <p:spPr>
            <a:xfrm>
              <a:off x="3975150" y="2893225"/>
              <a:ext cx="296250" cy="296250"/>
            </a:xfrm>
            <a:custGeom>
              <a:avLst/>
              <a:gdLst/>
              <a:ahLst/>
              <a:cxnLst/>
              <a:rect l="l" t="t" r="r" b="b"/>
              <a:pathLst>
                <a:path w="11850" h="11850" extrusionOk="0">
                  <a:moveTo>
                    <a:pt x="5925" y="3945"/>
                  </a:moveTo>
                  <a:cubicBezTo>
                    <a:pt x="7020" y="3945"/>
                    <a:pt x="7904" y="4830"/>
                    <a:pt x="7904" y="5925"/>
                  </a:cubicBezTo>
                  <a:cubicBezTo>
                    <a:pt x="7904" y="7007"/>
                    <a:pt x="7020" y="7891"/>
                    <a:pt x="5925" y="7891"/>
                  </a:cubicBezTo>
                  <a:cubicBezTo>
                    <a:pt x="4843" y="7891"/>
                    <a:pt x="3959" y="7007"/>
                    <a:pt x="3959" y="5925"/>
                  </a:cubicBezTo>
                  <a:cubicBezTo>
                    <a:pt x="3959" y="4830"/>
                    <a:pt x="4843" y="3945"/>
                    <a:pt x="5925" y="3945"/>
                  </a:cubicBezTo>
                  <a:close/>
                  <a:moveTo>
                    <a:pt x="5925" y="1"/>
                  </a:moveTo>
                  <a:cubicBezTo>
                    <a:pt x="2666" y="1"/>
                    <a:pt x="1" y="2652"/>
                    <a:pt x="1" y="5925"/>
                  </a:cubicBezTo>
                  <a:cubicBezTo>
                    <a:pt x="1" y="9184"/>
                    <a:pt x="2666" y="11850"/>
                    <a:pt x="5925" y="11850"/>
                  </a:cubicBezTo>
                  <a:cubicBezTo>
                    <a:pt x="9197" y="11850"/>
                    <a:pt x="11850" y="9184"/>
                    <a:pt x="11850" y="5925"/>
                  </a:cubicBezTo>
                  <a:cubicBezTo>
                    <a:pt x="11850" y="2652"/>
                    <a:pt x="9197" y="1"/>
                    <a:pt x="5925" y="1"/>
                  </a:cubicBez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73"/>
            <p:cNvSpPr/>
            <p:nvPr/>
          </p:nvSpPr>
          <p:spPr>
            <a:xfrm>
              <a:off x="3674975" y="2695625"/>
              <a:ext cx="896925" cy="691125"/>
            </a:xfrm>
            <a:custGeom>
              <a:avLst/>
              <a:gdLst/>
              <a:ahLst/>
              <a:cxnLst/>
              <a:rect l="l" t="t" r="r" b="b"/>
              <a:pathLst>
                <a:path w="35877" h="27645" extrusionOk="0">
                  <a:moveTo>
                    <a:pt x="17932" y="3946"/>
                  </a:moveTo>
                  <a:cubicBezTo>
                    <a:pt x="21811" y="3946"/>
                    <a:pt x="25308" y="5688"/>
                    <a:pt x="28343" y="9119"/>
                  </a:cubicBezTo>
                  <a:cubicBezTo>
                    <a:pt x="29965" y="10952"/>
                    <a:pt x="31035" y="12813"/>
                    <a:pt x="31549" y="13829"/>
                  </a:cubicBezTo>
                  <a:cubicBezTo>
                    <a:pt x="30296" y="16270"/>
                    <a:pt x="25848" y="23698"/>
                    <a:pt x="17932" y="23698"/>
                  </a:cubicBezTo>
                  <a:cubicBezTo>
                    <a:pt x="14066" y="23698"/>
                    <a:pt x="10569" y="21957"/>
                    <a:pt x="7534" y="18526"/>
                  </a:cubicBezTo>
                  <a:cubicBezTo>
                    <a:pt x="5912" y="16692"/>
                    <a:pt x="4843" y="14831"/>
                    <a:pt x="4329" y="13829"/>
                  </a:cubicBezTo>
                  <a:cubicBezTo>
                    <a:pt x="5569" y="11388"/>
                    <a:pt x="10029" y="3946"/>
                    <a:pt x="17932" y="3946"/>
                  </a:cubicBezTo>
                  <a:close/>
                  <a:moveTo>
                    <a:pt x="17932" y="1"/>
                  </a:moveTo>
                  <a:cubicBezTo>
                    <a:pt x="12918" y="1"/>
                    <a:pt x="8261" y="2284"/>
                    <a:pt x="4487" y="6598"/>
                  </a:cubicBezTo>
                  <a:cubicBezTo>
                    <a:pt x="1716" y="9765"/>
                    <a:pt x="370" y="12931"/>
                    <a:pt x="317" y="13063"/>
                  </a:cubicBezTo>
                  <a:lnTo>
                    <a:pt x="1" y="13829"/>
                  </a:lnTo>
                  <a:lnTo>
                    <a:pt x="317" y="14581"/>
                  </a:lnTo>
                  <a:cubicBezTo>
                    <a:pt x="370" y="14713"/>
                    <a:pt x="1716" y="17880"/>
                    <a:pt x="4487" y="21047"/>
                  </a:cubicBezTo>
                  <a:cubicBezTo>
                    <a:pt x="8261" y="25361"/>
                    <a:pt x="12918" y="27644"/>
                    <a:pt x="17932" y="27644"/>
                  </a:cubicBezTo>
                  <a:cubicBezTo>
                    <a:pt x="22959" y="27644"/>
                    <a:pt x="27604" y="25361"/>
                    <a:pt x="31390" y="21047"/>
                  </a:cubicBezTo>
                  <a:cubicBezTo>
                    <a:pt x="34161" y="17880"/>
                    <a:pt x="35507" y="14713"/>
                    <a:pt x="35560" y="14581"/>
                  </a:cubicBezTo>
                  <a:lnTo>
                    <a:pt x="35876" y="13829"/>
                  </a:lnTo>
                  <a:lnTo>
                    <a:pt x="35560" y="13063"/>
                  </a:lnTo>
                  <a:cubicBezTo>
                    <a:pt x="35507" y="12931"/>
                    <a:pt x="34161" y="9765"/>
                    <a:pt x="31390" y="6598"/>
                  </a:cubicBezTo>
                  <a:cubicBezTo>
                    <a:pt x="27604" y="2284"/>
                    <a:pt x="22959" y="1"/>
                    <a:pt x="17932" y="1"/>
                  </a:cubicBez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73"/>
            <p:cNvSpPr/>
            <p:nvPr/>
          </p:nvSpPr>
          <p:spPr>
            <a:xfrm>
              <a:off x="3478025" y="3291375"/>
              <a:ext cx="99000" cy="98675"/>
            </a:xfrm>
            <a:custGeom>
              <a:avLst/>
              <a:gdLst/>
              <a:ahLst/>
              <a:cxnLst/>
              <a:rect l="l" t="t" r="r" b="b"/>
              <a:pathLst>
                <a:path w="3960" h="3947" extrusionOk="0">
                  <a:moveTo>
                    <a:pt x="1" y="0"/>
                  </a:moveTo>
                  <a:lnTo>
                    <a:pt x="1" y="3946"/>
                  </a:lnTo>
                  <a:lnTo>
                    <a:pt x="3959" y="3946"/>
                  </a:lnTo>
                  <a:lnTo>
                    <a:pt x="3959" y="0"/>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73"/>
            <p:cNvSpPr/>
            <p:nvPr/>
          </p:nvSpPr>
          <p:spPr>
            <a:xfrm>
              <a:off x="3478025" y="3093800"/>
              <a:ext cx="99000" cy="98975"/>
            </a:xfrm>
            <a:custGeom>
              <a:avLst/>
              <a:gdLst/>
              <a:ahLst/>
              <a:cxnLst/>
              <a:rect l="l" t="t" r="r" b="b"/>
              <a:pathLst>
                <a:path w="3960" h="3959" extrusionOk="0">
                  <a:moveTo>
                    <a:pt x="1" y="0"/>
                  </a:moveTo>
                  <a:lnTo>
                    <a:pt x="1" y="3959"/>
                  </a:lnTo>
                  <a:lnTo>
                    <a:pt x="3959" y="3959"/>
                  </a:lnTo>
                  <a:lnTo>
                    <a:pt x="3959" y="0"/>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73"/>
            <p:cNvSpPr/>
            <p:nvPr/>
          </p:nvSpPr>
          <p:spPr>
            <a:xfrm>
              <a:off x="3478025" y="2896525"/>
              <a:ext cx="99000" cy="98650"/>
            </a:xfrm>
            <a:custGeom>
              <a:avLst/>
              <a:gdLst/>
              <a:ahLst/>
              <a:cxnLst/>
              <a:rect l="l" t="t" r="r" b="b"/>
              <a:pathLst>
                <a:path w="3960" h="3946" extrusionOk="0">
                  <a:moveTo>
                    <a:pt x="1" y="1"/>
                  </a:moveTo>
                  <a:lnTo>
                    <a:pt x="1" y="3945"/>
                  </a:lnTo>
                  <a:lnTo>
                    <a:pt x="3959" y="3945"/>
                  </a:lnTo>
                  <a:lnTo>
                    <a:pt x="3959" y="1"/>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73"/>
            <p:cNvSpPr/>
            <p:nvPr/>
          </p:nvSpPr>
          <p:spPr>
            <a:xfrm>
              <a:off x="3478025" y="2698925"/>
              <a:ext cx="99000" cy="98675"/>
            </a:xfrm>
            <a:custGeom>
              <a:avLst/>
              <a:gdLst/>
              <a:ahLst/>
              <a:cxnLst/>
              <a:rect l="l" t="t" r="r" b="b"/>
              <a:pathLst>
                <a:path w="3960" h="3947" extrusionOk="0">
                  <a:moveTo>
                    <a:pt x="1" y="1"/>
                  </a:moveTo>
                  <a:lnTo>
                    <a:pt x="1" y="3946"/>
                  </a:lnTo>
                  <a:lnTo>
                    <a:pt x="3959" y="3946"/>
                  </a:lnTo>
                  <a:lnTo>
                    <a:pt x="3959" y="1"/>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73"/>
            <p:cNvSpPr/>
            <p:nvPr/>
          </p:nvSpPr>
          <p:spPr>
            <a:xfrm>
              <a:off x="4669850" y="3291375"/>
              <a:ext cx="98650" cy="98675"/>
            </a:xfrm>
            <a:custGeom>
              <a:avLst/>
              <a:gdLst/>
              <a:ahLst/>
              <a:cxnLst/>
              <a:rect l="l" t="t" r="r" b="b"/>
              <a:pathLst>
                <a:path w="3946" h="3947" extrusionOk="0">
                  <a:moveTo>
                    <a:pt x="1" y="0"/>
                  </a:moveTo>
                  <a:lnTo>
                    <a:pt x="1" y="3946"/>
                  </a:lnTo>
                  <a:lnTo>
                    <a:pt x="3945" y="3946"/>
                  </a:lnTo>
                  <a:lnTo>
                    <a:pt x="3945" y="0"/>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73"/>
            <p:cNvSpPr/>
            <p:nvPr/>
          </p:nvSpPr>
          <p:spPr>
            <a:xfrm>
              <a:off x="4669850" y="3093800"/>
              <a:ext cx="98650" cy="98975"/>
            </a:xfrm>
            <a:custGeom>
              <a:avLst/>
              <a:gdLst/>
              <a:ahLst/>
              <a:cxnLst/>
              <a:rect l="l" t="t" r="r" b="b"/>
              <a:pathLst>
                <a:path w="3946" h="3959" extrusionOk="0">
                  <a:moveTo>
                    <a:pt x="1" y="0"/>
                  </a:moveTo>
                  <a:lnTo>
                    <a:pt x="1" y="3959"/>
                  </a:lnTo>
                  <a:lnTo>
                    <a:pt x="3945" y="3959"/>
                  </a:lnTo>
                  <a:lnTo>
                    <a:pt x="3945" y="0"/>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73"/>
            <p:cNvSpPr/>
            <p:nvPr/>
          </p:nvSpPr>
          <p:spPr>
            <a:xfrm>
              <a:off x="4669850" y="2896525"/>
              <a:ext cx="98650" cy="98650"/>
            </a:xfrm>
            <a:custGeom>
              <a:avLst/>
              <a:gdLst/>
              <a:ahLst/>
              <a:cxnLst/>
              <a:rect l="l" t="t" r="r" b="b"/>
              <a:pathLst>
                <a:path w="3946" h="3946" extrusionOk="0">
                  <a:moveTo>
                    <a:pt x="1" y="1"/>
                  </a:moveTo>
                  <a:lnTo>
                    <a:pt x="1" y="3945"/>
                  </a:lnTo>
                  <a:lnTo>
                    <a:pt x="3945" y="3945"/>
                  </a:lnTo>
                  <a:lnTo>
                    <a:pt x="3945" y="1"/>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73"/>
            <p:cNvSpPr/>
            <p:nvPr/>
          </p:nvSpPr>
          <p:spPr>
            <a:xfrm>
              <a:off x="4669850" y="2698925"/>
              <a:ext cx="98650" cy="98675"/>
            </a:xfrm>
            <a:custGeom>
              <a:avLst/>
              <a:gdLst/>
              <a:ahLst/>
              <a:cxnLst/>
              <a:rect l="l" t="t" r="r" b="b"/>
              <a:pathLst>
                <a:path w="3946" h="3947" extrusionOk="0">
                  <a:moveTo>
                    <a:pt x="1" y="1"/>
                  </a:moveTo>
                  <a:lnTo>
                    <a:pt x="1" y="3946"/>
                  </a:lnTo>
                  <a:lnTo>
                    <a:pt x="3945" y="3946"/>
                  </a:lnTo>
                  <a:lnTo>
                    <a:pt x="3945" y="1"/>
                  </a:ln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 name="Google Shape;904;p73"/>
          <p:cNvGrpSpPr/>
          <p:nvPr/>
        </p:nvGrpSpPr>
        <p:grpSpPr>
          <a:xfrm>
            <a:off x="4239652" y="1948857"/>
            <a:ext cx="694833" cy="694833"/>
            <a:chOff x="5154100" y="238125"/>
            <a:chExt cx="1210300" cy="1210300"/>
          </a:xfrm>
        </p:grpSpPr>
        <p:sp>
          <p:nvSpPr>
            <p:cNvPr id="905" name="Google Shape;905;p73"/>
            <p:cNvSpPr/>
            <p:nvPr/>
          </p:nvSpPr>
          <p:spPr>
            <a:xfrm>
              <a:off x="5652850" y="736875"/>
              <a:ext cx="212775" cy="212800"/>
            </a:xfrm>
            <a:custGeom>
              <a:avLst/>
              <a:gdLst/>
              <a:ahLst/>
              <a:cxnLst/>
              <a:rect l="l" t="t" r="r" b="b"/>
              <a:pathLst>
                <a:path w="8511" h="8512" extrusionOk="0">
                  <a:moveTo>
                    <a:pt x="4262" y="2838"/>
                  </a:moveTo>
                  <a:cubicBezTo>
                    <a:pt x="5041" y="2838"/>
                    <a:pt x="5675" y="3471"/>
                    <a:pt x="5675" y="4263"/>
                  </a:cubicBezTo>
                  <a:cubicBezTo>
                    <a:pt x="5675" y="5041"/>
                    <a:pt x="5041" y="5674"/>
                    <a:pt x="4262" y="5674"/>
                  </a:cubicBezTo>
                  <a:cubicBezTo>
                    <a:pt x="3484" y="5674"/>
                    <a:pt x="2837" y="5041"/>
                    <a:pt x="2837" y="4263"/>
                  </a:cubicBezTo>
                  <a:cubicBezTo>
                    <a:pt x="2837" y="3471"/>
                    <a:pt x="3484" y="2838"/>
                    <a:pt x="4262" y="2838"/>
                  </a:cubicBezTo>
                  <a:close/>
                  <a:moveTo>
                    <a:pt x="4262" y="0"/>
                  </a:moveTo>
                  <a:cubicBezTo>
                    <a:pt x="1914" y="0"/>
                    <a:pt x="1" y="1914"/>
                    <a:pt x="1" y="4263"/>
                  </a:cubicBezTo>
                  <a:cubicBezTo>
                    <a:pt x="1" y="6598"/>
                    <a:pt x="1914" y="8512"/>
                    <a:pt x="4262" y="8512"/>
                  </a:cubicBezTo>
                  <a:cubicBezTo>
                    <a:pt x="6611" y="8512"/>
                    <a:pt x="8511" y="6598"/>
                    <a:pt x="8511" y="4263"/>
                  </a:cubicBezTo>
                  <a:cubicBezTo>
                    <a:pt x="8511" y="1914"/>
                    <a:pt x="6611" y="0"/>
                    <a:pt x="4262" y="0"/>
                  </a:cubicBez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73"/>
            <p:cNvSpPr/>
            <p:nvPr/>
          </p:nvSpPr>
          <p:spPr>
            <a:xfrm>
              <a:off x="5154100" y="238125"/>
              <a:ext cx="1210300" cy="1210300"/>
            </a:xfrm>
            <a:custGeom>
              <a:avLst/>
              <a:gdLst/>
              <a:ahLst/>
              <a:cxnLst/>
              <a:rect l="l" t="t" r="r" b="b"/>
              <a:pathLst>
                <a:path w="48412" h="48412" extrusionOk="0">
                  <a:moveTo>
                    <a:pt x="5674" y="2837"/>
                  </a:moveTo>
                  <a:cubicBezTo>
                    <a:pt x="7244" y="2837"/>
                    <a:pt x="8511" y="4104"/>
                    <a:pt x="8511" y="5674"/>
                  </a:cubicBezTo>
                  <a:cubicBezTo>
                    <a:pt x="8511" y="7231"/>
                    <a:pt x="7244" y="8511"/>
                    <a:pt x="5674" y="8511"/>
                  </a:cubicBezTo>
                  <a:cubicBezTo>
                    <a:pt x="4117" y="8511"/>
                    <a:pt x="2837" y="7231"/>
                    <a:pt x="2837" y="5674"/>
                  </a:cubicBezTo>
                  <a:cubicBezTo>
                    <a:pt x="2837" y="4104"/>
                    <a:pt x="4117" y="2837"/>
                    <a:pt x="5674" y="2837"/>
                  </a:cubicBezTo>
                  <a:close/>
                  <a:moveTo>
                    <a:pt x="24212" y="2837"/>
                  </a:moveTo>
                  <a:cubicBezTo>
                    <a:pt x="25769" y="2837"/>
                    <a:pt x="27050" y="4104"/>
                    <a:pt x="27050" y="5674"/>
                  </a:cubicBezTo>
                  <a:cubicBezTo>
                    <a:pt x="27050" y="7231"/>
                    <a:pt x="25769" y="8511"/>
                    <a:pt x="24212" y="8511"/>
                  </a:cubicBezTo>
                  <a:cubicBezTo>
                    <a:pt x="22643" y="8511"/>
                    <a:pt x="21376" y="7231"/>
                    <a:pt x="21376" y="5674"/>
                  </a:cubicBezTo>
                  <a:cubicBezTo>
                    <a:pt x="21376" y="4104"/>
                    <a:pt x="22643" y="2837"/>
                    <a:pt x="24212" y="2837"/>
                  </a:cubicBezTo>
                  <a:close/>
                  <a:moveTo>
                    <a:pt x="42737" y="2837"/>
                  </a:moveTo>
                  <a:cubicBezTo>
                    <a:pt x="44308" y="2837"/>
                    <a:pt x="45575" y="4104"/>
                    <a:pt x="45575" y="5674"/>
                  </a:cubicBezTo>
                  <a:cubicBezTo>
                    <a:pt x="45575" y="7231"/>
                    <a:pt x="44308" y="8511"/>
                    <a:pt x="42737" y="8511"/>
                  </a:cubicBezTo>
                  <a:cubicBezTo>
                    <a:pt x="41181" y="8511"/>
                    <a:pt x="39901" y="7231"/>
                    <a:pt x="39901" y="5674"/>
                  </a:cubicBezTo>
                  <a:cubicBezTo>
                    <a:pt x="39901" y="4104"/>
                    <a:pt x="41181" y="2837"/>
                    <a:pt x="42737" y="2837"/>
                  </a:cubicBezTo>
                  <a:close/>
                  <a:moveTo>
                    <a:pt x="24212" y="17114"/>
                  </a:moveTo>
                  <a:cubicBezTo>
                    <a:pt x="26983" y="17114"/>
                    <a:pt x="29504" y="18367"/>
                    <a:pt x="31680" y="20821"/>
                  </a:cubicBezTo>
                  <a:cubicBezTo>
                    <a:pt x="32855" y="22141"/>
                    <a:pt x="33620" y="23487"/>
                    <a:pt x="33990" y="24213"/>
                  </a:cubicBezTo>
                  <a:cubicBezTo>
                    <a:pt x="33093" y="25955"/>
                    <a:pt x="29886" y="31298"/>
                    <a:pt x="24212" y="31298"/>
                  </a:cubicBezTo>
                  <a:cubicBezTo>
                    <a:pt x="21429" y="31298"/>
                    <a:pt x="18922" y="30045"/>
                    <a:pt x="16731" y="27591"/>
                  </a:cubicBezTo>
                  <a:cubicBezTo>
                    <a:pt x="15570" y="26271"/>
                    <a:pt x="14805" y="24925"/>
                    <a:pt x="14435" y="24213"/>
                  </a:cubicBezTo>
                  <a:cubicBezTo>
                    <a:pt x="15333" y="22457"/>
                    <a:pt x="18526" y="17114"/>
                    <a:pt x="24212" y="17114"/>
                  </a:cubicBezTo>
                  <a:close/>
                  <a:moveTo>
                    <a:pt x="5674" y="39901"/>
                  </a:moveTo>
                  <a:cubicBezTo>
                    <a:pt x="7244" y="39901"/>
                    <a:pt x="8511" y="41181"/>
                    <a:pt x="8511" y="42738"/>
                  </a:cubicBezTo>
                  <a:cubicBezTo>
                    <a:pt x="8511" y="44308"/>
                    <a:pt x="7244" y="45575"/>
                    <a:pt x="5674" y="45575"/>
                  </a:cubicBezTo>
                  <a:cubicBezTo>
                    <a:pt x="4117" y="45575"/>
                    <a:pt x="2837" y="44308"/>
                    <a:pt x="2837" y="42738"/>
                  </a:cubicBezTo>
                  <a:cubicBezTo>
                    <a:pt x="2837" y="41181"/>
                    <a:pt x="4117" y="39901"/>
                    <a:pt x="5674" y="39901"/>
                  </a:cubicBezTo>
                  <a:close/>
                  <a:moveTo>
                    <a:pt x="24212" y="39901"/>
                  </a:moveTo>
                  <a:cubicBezTo>
                    <a:pt x="25769" y="39901"/>
                    <a:pt x="27050" y="41181"/>
                    <a:pt x="27050" y="42738"/>
                  </a:cubicBezTo>
                  <a:cubicBezTo>
                    <a:pt x="27050" y="44308"/>
                    <a:pt x="25769" y="45575"/>
                    <a:pt x="24212" y="45575"/>
                  </a:cubicBezTo>
                  <a:cubicBezTo>
                    <a:pt x="22643" y="45575"/>
                    <a:pt x="21376" y="44308"/>
                    <a:pt x="21376" y="42738"/>
                  </a:cubicBezTo>
                  <a:cubicBezTo>
                    <a:pt x="21376" y="41181"/>
                    <a:pt x="22643" y="39901"/>
                    <a:pt x="24212" y="39901"/>
                  </a:cubicBezTo>
                  <a:close/>
                  <a:moveTo>
                    <a:pt x="42737" y="39901"/>
                  </a:moveTo>
                  <a:cubicBezTo>
                    <a:pt x="44308" y="39901"/>
                    <a:pt x="45575" y="41181"/>
                    <a:pt x="45575" y="42738"/>
                  </a:cubicBezTo>
                  <a:cubicBezTo>
                    <a:pt x="45575" y="44308"/>
                    <a:pt x="44308" y="45575"/>
                    <a:pt x="42737" y="45575"/>
                  </a:cubicBezTo>
                  <a:cubicBezTo>
                    <a:pt x="41181" y="45575"/>
                    <a:pt x="39901" y="44308"/>
                    <a:pt x="39901" y="42738"/>
                  </a:cubicBezTo>
                  <a:cubicBezTo>
                    <a:pt x="39901" y="41181"/>
                    <a:pt x="41181" y="39901"/>
                    <a:pt x="42737" y="39901"/>
                  </a:cubicBezTo>
                  <a:close/>
                  <a:moveTo>
                    <a:pt x="5674" y="0"/>
                  </a:moveTo>
                  <a:cubicBezTo>
                    <a:pt x="2547" y="0"/>
                    <a:pt x="1" y="2547"/>
                    <a:pt x="1" y="5674"/>
                  </a:cubicBezTo>
                  <a:cubicBezTo>
                    <a:pt x="1" y="8801"/>
                    <a:pt x="2547" y="11347"/>
                    <a:pt x="5674" y="11347"/>
                  </a:cubicBezTo>
                  <a:cubicBezTo>
                    <a:pt x="8313" y="11347"/>
                    <a:pt x="10543" y="9540"/>
                    <a:pt x="11163" y="7086"/>
                  </a:cubicBezTo>
                  <a:lnTo>
                    <a:pt x="18711" y="7086"/>
                  </a:lnTo>
                  <a:cubicBezTo>
                    <a:pt x="19225" y="9078"/>
                    <a:pt x="20795" y="10649"/>
                    <a:pt x="22787" y="11163"/>
                  </a:cubicBezTo>
                  <a:lnTo>
                    <a:pt x="22787" y="14370"/>
                  </a:lnTo>
                  <a:cubicBezTo>
                    <a:pt x="19726" y="14739"/>
                    <a:pt x="16902" y="16322"/>
                    <a:pt x="14554" y="19014"/>
                  </a:cubicBezTo>
                  <a:cubicBezTo>
                    <a:pt x="12562" y="21296"/>
                    <a:pt x="11598" y="23566"/>
                    <a:pt x="11559" y="23659"/>
                  </a:cubicBezTo>
                  <a:lnTo>
                    <a:pt x="11322" y="24213"/>
                  </a:lnTo>
                  <a:lnTo>
                    <a:pt x="11559" y="24753"/>
                  </a:lnTo>
                  <a:cubicBezTo>
                    <a:pt x="11598" y="24846"/>
                    <a:pt x="12562" y="27116"/>
                    <a:pt x="14554" y="29398"/>
                  </a:cubicBezTo>
                  <a:cubicBezTo>
                    <a:pt x="16902" y="32090"/>
                    <a:pt x="19726" y="33673"/>
                    <a:pt x="22787" y="34042"/>
                  </a:cubicBezTo>
                  <a:lnTo>
                    <a:pt x="22787" y="37249"/>
                  </a:lnTo>
                  <a:cubicBezTo>
                    <a:pt x="20795" y="37763"/>
                    <a:pt x="19225" y="39334"/>
                    <a:pt x="18711" y="41326"/>
                  </a:cubicBezTo>
                  <a:lnTo>
                    <a:pt x="11176" y="41326"/>
                  </a:lnTo>
                  <a:cubicBezTo>
                    <a:pt x="10543" y="38872"/>
                    <a:pt x="8313" y="37064"/>
                    <a:pt x="5674" y="37064"/>
                  </a:cubicBezTo>
                  <a:cubicBezTo>
                    <a:pt x="2547" y="37064"/>
                    <a:pt x="1" y="39611"/>
                    <a:pt x="1" y="42738"/>
                  </a:cubicBezTo>
                  <a:cubicBezTo>
                    <a:pt x="1" y="45865"/>
                    <a:pt x="2547" y="48412"/>
                    <a:pt x="5674" y="48412"/>
                  </a:cubicBezTo>
                  <a:cubicBezTo>
                    <a:pt x="8313" y="48412"/>
                    <a:pt x="10543" y="46604"/>
                    <a:pt x="11176" y="44163"/>
                  </a:cubicBezTo>
                  <a:lnTo>
                    <a:pt x="18711" y="44163"/>
                  </a:lnTo>
                  <a:cubicBezTo>
                    <a:pt x="19344" y="46604"/>
                    <a:pt x="21573" y="48412"/>
                    <a:pt x="24212" y="48412"/>
                  </a:cubicBezTo>
                  <a:cubicBezTo>
                    <a:pt x="26851" y="48412"/>
                    <a:pt x="29068" y="46604"/>
                    <a:pt x="29701" y="44163"/>
                  </a:cubicBezTo>
                  <a:lnTo>
                    <a:pt x="37248" y="44163"/>
                  </a:lnTo>
                  <a:cubicBezTo>
                    <a:pt x="37882" y="46604"/>
                    <a:pt x="40099" y="48412"/>
                    <a:pt x="42737" y="48412"/>
                  </a:cubicBezTo>
                  <a:cubicBezTo>
                    <a:pt x="45878" y="48412"/>
                    <a:pt x="48411" y="45865"/>
                    <a:pt x="48411" y="42738"/>
                  </a:cubicBezTo>
                  <a:cubicBezTo>
                    <a:pt x="48411" y="39611"/>
                    <a:pt x="45878" y="37064"/>
                    <a:pt x="42737" y="37064"/>
                  </a:cubicBezTo>
                  <a:cubicBezTo>
                    <a:pt x="40099" y="37064"/>
                    <a:pt x="37882" y="38872"/>
                    <a:pt x="37248" y="41326"/>
                  </a:cubicBezTo>
                  <a:lnTo>
                    <a:pt x="29701" y="41326"/>
                  </a:lnTo>
                  <a:cubicBezTo>
                    <a:pt x="29187" y="39334"/>
                    <a:pt x="27616" y="37763"/>
                    <a:pt x="25625" y="37249"/>
                  </a:cubicBezTo>
                  <a:lnTo>
                    <a:pt x="25625" y="34042"/>
                  </a:lnTo>
                  <a:cubicBezTo>
                    <a:pt x="28686" y="33673"/>
                    <a:pt x="31509" y="32090"/>
                    <a:pt x="33871" y="29398"/>
                  </a:cubicBezTo>
                  <a:cubicBezTo>
                    <a:pt x="35864" y="27116"/>
                    <a:pt x="36826" y="24846"/>
                    <a:pt x="36866" y="24753"/>
                  </a:cubicBezTo>
                  <a:lnTo>
                    <a:pt x="37090" y="24213"/>
                  </a:lnTo>
                  <a:lnTo>
                    <a:pt x="36866" y="23659"/>
                  </a:lnTo>
                  <a:cubicBezTo>
                    <a:pt x="36826" y="23566"/>
                    <a:pt x="35864" y="21296"/>
                    <a:pt x="33871" y="19014"/>
                  </a:cubicBezTo>
                  <a:cubicBezTo>
                    <a:pt x="31509" y="16322"/>
                    <a:pt x="28686" y="14739"/>
                    <a:pt x="25625" y="14370"/>
                  </a:cubicBezTo>
                  <a:lnTo>
                    <a:pt x="25625" y="11163"/>
                  </a:lnTo>
                  <a:cubicBezTo>
                    <a:pt x="27616" y="10649"/>
                    <a:pt x="29187" y="9078"/>
                    <a:pt x="29701" y="7086"/>
                  </a:cubicBezTo>
                  <a:lnTo>
                    <a:pt x="37248" y="7086"/>
                  </a:lnTo>
                  <a:cubicBezTo>
                    <a:pt x="37882" y="9540"/>
                    <a:pt x="40099" y="11347"/>
                    <a:pt x="42737" y="11347"/>
                  </a:cubicBezTo>
                  <a:cubicBezTo>
                    <a:pt x="45878" y="11347"/>
                    <a:pt x="48411" y="8801"/>
                    <a:pt x="48411" y="5674"/>
                  </a:cubicBezTo>
                  <a:cubicBezTo>
                    <a:pt x="48411" y="2547"/>
                    <a:pt x="45878" y="0"/>
                    <a:pt x="42737" y="0"/>
                  </a:cubicBezTo>
                  <a:cubicBezTo>
                    <a:pt x="40099" y="0"/>
                    <a:pt x="37882" y="1808"/>
                    <a:pt x="37248" y="4249"/>
                  </a:cubicBezTo>
                  <a:lnTo>
                    <a:pt x="29701" y="4249"/>
                  </a:lnTo>
                  <a:cubicBezTo>
                    <a:pt x="29068" y="1808"/>
                    <a:pt x="26851" y="0"/>
                    <a:pt x="24212" y="0"/>
                  </a:cubicBezTo>
                  <a:cubicBezTo>
                    <a:pt x="21573" y="0"/>
                    <a:pt x="19344" y="1808"/>
                    <a:pt x="18711" y="4249"/>
                  </a:cubicBezTo>
                  <a:lnTo>
                    <a:pt x="11176" y="4249"/>
                  </a:lnTo>
                  <a:cubicBezTo>
                    <a:pt x="10543" y="1808"/>
                    <a:pt x="8313" y="0"/>
                    <a:pt x="5674" y="0"/>
                  </a:cubicBez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 name="Google Shape;907;p73"/>
          <p:cNvGrpSpPr/>
          <p:nvPr/>
        </p:nvGrpSpPr>
        <p:grpSpPr>
          <a:xfrm>
            <a:off x="6982332" y="1948860"/>
            <a:ext cx="607241" cy="694827"/>
            <a:chOff x="1360950" y="2635600"/>
            <a:chExt cx="1077050" cy="1232400"/>
          </a:xfrm>
        </p:grpSpPr>
        <p:sp>
          <p:nvSpPr>
            <p:cNvPr id="908" name="Google Shape;908;p73"/>
            <p:cNvSpPr/>
            <p:nvPr/>
          </p:nvSpPr>
          <p:spPr>
            <a:xfrm>
              <a:off x="1360950" y="2635600"/>
              <a:ext cx="1077050" cy="1232400"/>
            </a:xfrm>
            <a:custGeom>
              <a:avLst/>
              <a:gdLst/>
              <a:ahLst/>
              <a:cxnLst/>
              <a:rect l="l" t="t" r="r" b="b"/>
              <a:pathLst>
                <a:path w="43082" h="49296" extrusionOk="0">
                  <a:moveTo>
                    <a:pt x="17379" y="2956"/>
                  </a:moveTo>
                  <a:lnTo>
                    <a:pt x="17379" y="8828"/>
                  </a:lnTo>
                  <a:cubicBezTo>
                    <a:pt x="12958" y="9461"/>
                    <a:pt x="9462" y="12957"/>
                    <a:pt x="8828" y="17378"/>
                  </a:cubicBezTo>
                  <a:lnTo>
                    <a:pt x="2956" y="17378"/>
                  </a:lnTo>
                  <a:cubicBezTo>
                    <a:pt x="3642" y="9752"/>
                    <a:pt x="9752" y="3656"/>
                    <a:pt x="17379" y="2956"/>
                  </a:cubicBezTo>
                  <a:close/>
                  <a:moveTo>
                    <a:pt x="20268" y="2956"/>
                  </a:moveTo>
                  <a:cubicBezTo>
                    <a:pt x="27908" y="3656"/>
                    <a:pt x="34004" y="9752"/>
                    <a:pt x="34690" y="17378"/>
                  </a:cubicBezTo>
                  <a:lnTo>
                    <a:pt x="28832" y="17378"/>
                  </a:lnTo>
                  <a:cubicBezTo>
                    <a:pt x="28198" y="12957"/>
                    <a:pt x="24688" y="9461"/>
                    <a:pt x="20268" y="8828"/>
                  </a:cubicBezTo>
                  <a:lnTo>
                    <a:pt x="20268" y="2956"/>
                  </a:lnTo>
                  <a:close/>
                  <a:moveTo>
                    <a:pt x="18830" y="11612"/>
                  </a:moveTo>
                  <a:cubicBezTo>
                    <a:pt x="22815" y="11612"/>
                    <a:pt x="26047" y="14845"/>
                    <a:pt x="26047" y="18830"/>
                  </a:cubicBezTo>
                  <a:cubicBezTo>
                    <a:pt x="26047" y="22814"/>
                    <a:pt x="22815" y="26047"/>
                    <a:pt x="18830" y="26047"/>
                  </a:cubicBezTo>
                  <a:cubicBezTo>
                    <a:pt x="14845" y="26047"/>
                    <a:pt x="11612" y="22814"/>
                    <a:pt x="11612" y="18830"/>
                  </a:cubicBezTo>
                  <a:cubicBezTo>
                    <a:pt x="11612" y="14845"/>
                    <a:pt x="14845" y="11612"/>
                    <a:pt x="18830" y="11612"/>
                  </a:cubicBezTo>
                  <a:close/>
                  <a:moveTo>
                    <a:pt x="35191" y="20267"/>
                  </a:moveTo>
                  <a:lnTo>
                    <a:pt x="38965" y="30691"/>
                  </a:lnTo>
                  <a:lnTo>
                    <a:pt x="34755" y="30691"/>
                  </a:lnTo>
                  <a:lnTo>
                    <a:pt x="34755" y="37751"/>
                  </a:lnTo>
                  <a:lnTo>
                    <a:pt x="26073" y="37751"/>
                  </a:lnTo>
                  <a:lnTo>
                    <a:pt x="26073" y="46407"/>
                  </a:lnTo>
                  <a:lnTo>
                    <a:pt x="8696" y="46407"/>
                  </a:lnTo>
                  <a:lnTo>
                    <a:pt x="8696" y="31140"/>
                  </a:lnTo>
                  <a:lnTo>
                    <a:pt x="8221" y="30717"/>
                  </a:lnTo>
                  <a:cubicBezTo>
                    <a:pt x="5199" y="28013"/>
                    <a:pt x="3326" y="24266"/>
                    <a:pt x="2956" y="20267"/>
                  </a:cubicBezTo>
                  <a:lnTo>
                    <a:pt x="8828" y="20267"/>
                  </a:lnTo>
                  <a:cubicBezTo>
                    <a:pt x="9527" y="25163"/>
                    <a:pt x="13750" y="28937"/>
                    <a:pt x="18830" y="28937"/>
                  </a:cubicBezTo>
                  <a:cubicBezTo>
                    <a:pt x="23909" y="28937"/>
                    <a:pt x="28132" y="25163"/>
                    <a:pt x="28832" y="20267"/>
                  </a:cubicBezTo>
                  <a:close/>
                  <a:moveTo>
                    <a:pt x="18830" y="0"/>
                  </a:moveTo>
                  <a:cubicBezTo>
                    <a:pt x="8445" y="0"/>
                    <a:pt x="1" y="8445"/>
                    <a:pt x="1" y="18830"/>
                  </a:cubicBezTo>
                  <a:cubicBezTo>
                    <a:pt x="1" y="23962"/>
                    <a:pt x="2112" y="28884"/>
                    <a:pt x="5806" y="32420"/>
                  </a:cubicBezTo>
                  <a:lnTo>
                    <a:pt x="5806" y="49296"/>
                  </a:lnTo>
                  <a:lnTo>
                    <a:pt x="28950" y="49296"/>
                  </a:lnTo>
                  <a:lnTo>
                    <a:pt x="28950" y="40640"/>
                  </a:lnTo>
                  <a:lnTo>
                    <a:pt x="37646" y="40640"/>
                  </a:lnTo>
                  <a:lnTo>
                    <a:pt x="37646" y="33581"/>
                  </a:lnTo>
                  <a:lnTo>
                    <a:pt x="43082" y="33581"/>
                  </a:lnTo>
                  <a:lnTo>
                    <a:pt x="37646" y="18566"/>
                  </a:lnTo>
                  <a:cubicBezTo>
                    <a:pt x="37514" y="8313"/>
                    <a:pt x="29122" y="0"/>
                    <a:pt x="18830" y="0"/>
                  </a:cubicBez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73"/>
            <p:cNvSpPr/>
            <p:nvPr/>
          </p:nvSpPr>
          <p:spPr>
            <a:xfrm>
              <a:off x="1723500" y="2998125"/>
              <a:ext cx="216400" cy="216425"/>
            </a:xfrm>
            <a:custGeom>
              <a:avLst/>
              <a:gdLst/>
              <a:ahLst/>
              <a:cxnLst/>
              <a:rect l="l" t="t" r="r" b="b"/>
              <a:pathLst>
                <a:path w="8656" h="8657" extrusionOk="0">
                  <a:moveTo>
                    <a:pt x="4328" y="2877"/>
                  </a:moveTo>
                  <a:cubicBezTo>
                    <a:pt x="5120" y="2877"/>
                    <a:pt x="5766" y="3537"/>
                    <a:pt x="5766" y="4329"/>
                  </a:cubicBezTo>
                  <a:cubicBezTo>
                    <a:pt x="5766" y="5120"/>
                    <a:pt x="5120" y="5766"/>
                    <a:pt x="4328" y="5766"/>
                  </a:cubicBezTo>
                  <a:cubicBezTo>
                    <a:pt x="3536" y="5766"/>
                    <a:pt x="2877" y="5120"/>
                    <a:pt x="2877" y="4329"/>
                  </a:cubicBezTo>
                  <a:cubicBezTo>
                    <a:pt x="2877" y="3537"/>
                    <a:pt x="3536" y="2877"/>
                    <a:pt x="4328" y="2877"/>
                  </a:cubicBezTo>
                  <a:close/>
                  <a:moveTo>
                    <a:pt x="4328" y="1"/>
                  </a:moveTo>
                  <a:cubicBezTo>
                    <a:pt x="1939" y="1"/>
                    <a:pt x="0" y="1940"/>
                    <a:pt x="0" y="4329"/>
                  </a:cubicBezTo>
                  <a:cubicBezTo>
                    <a:pt x="0" y="6716"/>
                    <a:pt x="1939" y="8656"/>
                    <a:pt x="4328" y="8656"/>
                  </a:cubicBezTo>
                  <a:cubicBezTo>
                    <a:pt x="6716" y="8656"/>
                    <a:pt x="8656" y="6716"/>
                    <a:pt x="8656" y="4329"/>
                  </a:cubicBezTo>
                  <a:cubicBezTo>
                    <a:pt x="8656" y="1940"/>
                    <a:pt x="6716" y="1"/>
                    <a:pt x="4328" y="1"/>
                  </a:cubicBezTo>
                  <a:close/>
                </a:path>
              </a:pathLst>
            </a:cu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 name="Google Shape;910;p73">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73">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73"/>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5"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913" name="Google Shape;913;p73">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73">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5" name="Google Shape;915;p73">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916" name="Google Shape;916;p73">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 name="Google Shape;917;p73">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Shape 921"/>
        <p:cNvGrpSpPr/>
        <p:nvPr/>
      </p:nvGrpSpPr>
      <p:grpSpPr>
        <a:xfrm>
          <a:off x="0" y="0"/>
          <a:ext cx="0" cy="0"/>
          <a:chOff x="0" y="0"/>
          <a:chExt cx="0" cy="0"/>
        </a:xfrm>
      </p:grpSpPr>
      <p:pic>
        <p:nvPicPr>
          <p:cNvPr id="922" name="Google Shape;922;p74"/>
          <p:cNvPicPr preferRelativeResize="0"/>
          <p:nvPr/>
        </p:nvPicPr>
        <p:blipFill rotWithShape="1">
          <a:blip r:embed="rId3">
            <a:alphaModFix/>
          </a:blip>
          <a:srcRect l="7340" r="4538" b="19768"/>
          <a:stretch/>
        </p:blipFill>
        <p:spPr>
          <a:xfrm rot="-4473003">
            <a:off x="-2057542" y="-130732"/>
            <a:ext cx="3431406" cy="2367394"/>
          </a:xfrm>
          <a:prstGeom prst="rect">
            <a:avLst/>
          </a:prstGeom>
          <a:noFill/>
          <a:ln>
            <a:noFill/>
          </a:ln>
        </p:spPr>
      </p:pic>
      <p:pic>
        <p:nvPicPr>
          <p:cNvPr id="923" name="Google Shape;923;p74"/>
          <p:cNvPicPr preferRelativeResize="0"/>
          <p:nvPr/>
        </p:nvPicPr>
        <p:blipFill rotWithShape="1">
          <a:blip r:embed="rId3">
            <a:alphaModFix/>
          </a:blip>
          <a:srcRect l="7340" r="4538" b="19768"/>
          <a:stretch/>
        </p:blipFill>
        <p:spPr>
          <a:xfrm rot="8099935">
            <a:off x="6999120" y="3643905"/>
            <a:ext cx="3431410" cy="2367397"/>
          </a:xfrm>
          <a:prstGeom prst="rect">
            <a:avLst/>
          </a:prstGeom>
          <a:noFill/>
          <a:ln>
            <a:noFill/>
          </a:ln>
        </p:spPr>
      </p:pic>
      <p:sp>
        <p:nvSpPr>
          <p:cNvPr id="924" name="Google Shape;924;p74"/>
          <p:cNvSpPr/>
          <p:nvPr/>
        </p:nvSpPr>
        <p:spPr>
          <a:xfrm rot="10800000">
            <a:off x="7513188" y="-3212207"/>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74"/>
          <p:cNvSpPr txBox="1">
            <a:spLocks noGrp="1"/>
          </p:cNvSpPr>
          <p:nvPr>
            <p:ph type="title"/>
          </p:nvPr>
        </p:nvSpPr>
        <p:spPr>
          <a:xfrm>
            <a:off x="780300" y="1920041"/>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KEYWORDS</a:t>
            </a:r>
            <a:endParaRPr/>
          </a:p>
        </p:txBody>
      </p:sp>
      <p:sp>
        <p:nvSpPr>
          <p:cNvPr id="926" name="Google Shape;926;p74"/>
          <p:cNvSpPr txBox="1">
            <a:spLocks noGrp="1"/>
          </p:cNvSpPr>
          <p:nvPr>
            <p:ph type="subTitle" idx="1"/>
          </p:nvPr>
        </p:nvSpPr>
        <p:spPr>
          <a:xfrm>
            <a:off x="780300" y="2420170"/>
            <a:ext cx="221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composed mostly of hydrogen and helium</a:t>
            </a:r>
            <a:endParaRPr/>
          </a:p>
        </p:txBody>
      </p:sp>
      <p:sp>
        <p:nvSpPr>
          <p:cNvPr id="927" name="Google Shape;927;p74"/>
          <p:cNvSpPr txBox="1">
            <a:spLocks noGrp="1"/>
          </p:cNvSpPr>
          <p:nvPr>
            <p:ph type="title" idx="2"/>
          </p:nvPr>
        </p:nvSpPr>
        <p:spPr>
          <a:xfrm>
            <a:off x="3464100" y="3151325"/>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TRENDS</a:t>
            </a:r>
            <a:endParaRPr/>
          </a:p>
        </p:txBody>
      </p:sp>
      <p:sp>
        <p:nvSpPr>
          <p:cNvPr id="928" name="Google Shape;928;p74"/>
          <p:cNvSpPr txBox="1">
            <a:spLocks noGrp="1"/>
          </p:cNvSpPr>
          <p:nvPr>
            <p:ph type="subTitle" idx="3"/>
          </p:nvPr>
        </p:nvSpPr>
        <p:spPr>
          <a:xfrm>
            <a:off x="3464100" y="3651454"/>
            <a:ext cx="221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a gas giant and the biggest planet in the Solar System</a:t>
            </a:r>
            <a:endParaRPr/>
          </a:p>
        </p:txBody>
      </p:sp>
      <p:sp>
        <p:nvSpPr>
          <p:cNvPr id="929" name="Google Shape;929;p74"/>
          <p:cNvSpPr txBox="1">
            <a:spLocks noGrp="1"/>
          </p:cNvSpPr>
          <p:nvPr>
            <p:ph type="title" idx="4"/>
          </p:nvPr>
        </p:nvSpPr>
        <p:spPr>
          <a:xfrm>
            <a:off x="6147900" y="1920041"/>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PREDICTIONS</a:t>
            </a:r>
            <a:endParaRPr/>
          </a:p>
        </p:txBody>
      </p:sp>
      <p:sp>
        <p:nvSpPr>
          <p:cNvPr id="930" name="Google Shape;930;p74"/>
          <p:cNvSpPr txBox="1">
            <a:spLocks noGrp="1"/>
          </p:cNvSpPr>
          <p:nvPr>
            <p:ph type="subTitle" idx="5"/>
          </p:nvPr>
        </p:nvSpPr>
        <p:spPr>
          <a:xfrm>
            <a:off x="6147900" y="2420170"/>
            <a:ext cx="221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 cold place. It’s full of iron oxide dust</a:t>
            </a:r>
            <a:endParaRPr/>
          </a:p>
        </p:txBody>
      </p:sp>
      <p:sp>
        <p:nvSpPr>
          <p:cNvPr id="931" name="Google Shape;931;p74"/>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ADVERTISING STRATEGIES</a:t>
            </a:r>
            <a:endParaRPr/>
          </a:p>
        </p:txBody>
      </p:sp>
      <p:pic>
        <p:nvPicPr>
          <p:cNvPr id="932" name="Google Shape;932;p74"/>
          <p:cNvPicPr preferRelativeResize="0"/>
          <p:nvPr/>
        </p:nvPicPr>
        <p:blipFill rotWithShape="1">
          <a:blip r:embed="rId3">
            <a:alphaModFix/>
          </a:blip>
          <a:srcRect l="7340" r="4538" b="19768"/>
          <a:stretch/>
        </p:blipFill>
        <p:spPr>
          <a:xfrm rot="10421793">
            <a:off x="6429753" y="3293833"/>
            <a:ext cx="1302265" cy="898456"/>
          </a:xfrm>
          <a:prstGeom prst="rect">
            <a:avLst/>
          </a:prstGeom>
          <a:noFill/>
          <a:ln>
            <a:noFill/>
          </a:ln>
        </p:spPr>
      </p:pic>
      <p:pic>
        <p:nvPicPr>
          <p:cNvPr id="933" name="Google Shape;933;p74"/>
          <p:cNvPicPr preferRelativeResize="0"/>
          <p:nvPr/>
        </p:nvPicPr>
        <p:blipFill rotWithShape="1">
          <a:blip r:embed="rId3">
            <a:alphaModFix/>
          </a:blip>
          <a:srcRect l="7340" r="4538" b="19768"/>
          <a:stretch/>
        </p:blipFill>
        <p:spPr>
          <a:xfrm rot="7441999">
            <a:off x="1486179" y="3370039"/>
            <a:ext cx="1302260" cy="898452"/>
          </a:xfrm>
          <a:prstGeom prst="rect">
            <a:avLst/>
          </a:prstGeom>
          <a:noFill/>
          <a:ln>
            <a:noFill/>
          </a:ln>
        </p:spPr>
      </p:pic>
      <p:pic>
        <p:nvPicPr>
          <p:cNvPr id="934" name="Google Shape;934;p74"/>
          <p:cNvPicPr preferRelativeResize="0"/>
          <p:nvPr/>
        </p:nvPicPr>
        <p:blipFill rotWithShape="1">
          <a:blip r:embed="rId3">
            <a:alphaModFix/>
          </a:blip>
          <a:srcRect l="7340" r="4538" b="19768"/>
          <a:stretch/>
        </p:blipFill>
        <p:spPr>
          <a:xfrm rot="-8416504">
            <a:off x="4034558" y="1610410"/>
            <a:ext cx="1302258" cy="898454"/>
          </a:xfrm>
          <a:prstGeom prst="rect">
            <a:avLst/>
          </a:prstGeom>
          <a:noFill/>
          <a:ln>
            <a:noFill/>
          </a:ln>
        </p:spPr>
      </p:pic>
      <p:sp>
        <p:nvSpPr>
          <p:cNvPr id="935" name="Google Shape;935;p74"/>
          <p:cNvSpPr/>
          <p:nvPr/>
        </p:nvSpPr>
        <p:spPr>
          <a:xfrm>
            <a:off x="1297050" y="3279413"/>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4"/>
          <p:cNvSpPr/>
          <p:nvPr/>
        </p:nvSpPr>
        <p:spPr>
          <a:xfrm>
            <a:off x="6664650" y="3279413"/>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4"/>
          <p:cNvSpPr/>
          <p:nvPr/>
        </p:nvSpPr>
        <p:spPr>
          <a:xfrm>
            <a:off x="3995915" y="1697075"/>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74"/>
          <p:cNvSpPr/>
          <p:nvPr/>
        </p:nvSpPr>
        <p:spPr>
          <a:xfrm>
            <a:off x="1551470" y="3533637"/>
            <a:ext cx="673488" cy="673865"/>
          </a:xfrm>
          <a:custGeom>
            <a:avLst/>
            <a:gdLst/>
            <a:ahLst/>
            <a:cxnLst/>
            <a:rect l="l" t="t" r="r" b="b"/>
            <a:pathLst>
              <a:path w="14290" h="14298" extrusionOk="0">
                <a:moveTo>
                  <a:pt x="5669" y="836"/>
                </a:moveTo>
                <a:cubicBezTo>
                  <a:pt x="6065" y="836"/>
                  <a:pt x="6443" y="999"/>
                  <a:pt x="6748" y="1286"/>
                </a:cubicBezTo>
                <a:lnTo>
                  <a:pt x="7144" y="1682"/>
                </a:lnTo>
                <a:lnTo>
                  <a:pt x="7540" y="1286"/>
                </a:lnTo>
                <a:cubicBezTo>
                  <a:pt x="7838" y="989"/>
                  <a:pt x="8229" y="841"/>
                  <a:pt x="8618" y="841"/>
                </a:cubicBezTo>
                <a:cubicBezTo>
                  <a:pt x="9008" y="841"/>
                  <a:pt x="9395" y="989"/>
                  <a:pt x="9683" y="1286"/>
                </a:cubicBezTo>
                <a:cubicBezTo>
                  <a:pt x="9971" y="1574"/>
                  <a:pt x="10132" y="1952"/>
                  <a:pt x="10132" y="2348"/>
                </a:cubicBezTo>
                <a:cubicBezTo>
                  <a:pt x="10132" y="2762"/>
                  <a:pt x="9971" y="3139"/>
                  <a:pt x="9683" y="3427"/>
                </a:cubicBezTo>
                <a:lnTo>
                  <a:pt x="7144" y="5966"/>
                </a:lnTo>
                <a:lnTo>
                  <a:pt x="4608" y="3427"/>
                </a:lnTo>
                <a:cubicBezTo>
                  <a:pt x="4320" y="3139"/>
                  <a:pt x="4157" y="2762"/>
                  <a:pt x="4157" y="2348"/>
                </a:cubicBezTo>
                <a:cubicBezTo>
                  <a:pt x="4157" y="1952"/>
                  <a:pt x="4320" y="1574"/>
                  <a:pt x="4608" y="1286"/>
                </a:cubicBezTo>
                <a:cubicBezTo>
                  <a:pt x="4896" y="999"/>
                  <a:pt x="5291" y="836"/>
                  <a:pt x="5669" y="836"/>
                </a:cubicBezTo>
                <a:close/>
                <a:moveTo>
                  <a:pt x="1476" y="10789"/>
                </a:moveTo>
                <a:cubicBezTo>
                  <a:pt x="1817" y="10789"/>
                  <a:pt x="2105" y="11077"/>
                  <a:pt x="2105" y="11418"/>
                </a:cubicBezTo>
                <a:cubicBezTo>
                  <a:pt x="2105" y="11778"/>
                  <a:pt x="1817" y="12066"/>
                  <a:pt x="1476" y="12066"/>
                </a:cubicBezTo>
                <a:cubicBezTo>
                  <a:pt x="1116" y="12066"/>
                  <a:pt x="846" y="11778"/>
                  <a:pt x="846" y="11418"/>
                </a:cubicBezTo>
                <a:cubicBezTo>
                  <a:pt x="846" y="11077"/>
                  <a:pt x="1116" y="10789"/>
                  <a:pt x="1476" y="10789"/>
                </a:cubicBezTo>
                <a:close/>
                <a:moveTo>
                  <a:pt x="12814" y="10789"/>
                </a:moveTo>
                <a:cubicBezTo>
                  <a:pt x="13174" y="10789"/>
                  <a:pt x="13443" y="11077"/>
                  <a:pt x="13443" y="11418"/>
                </a:cubicBezTo>
                <a:cubicBezTo>
                  <a:pt x="13443" y="11778"/>
                  <a:pt x="13174" y="12066"/>
                  <a:pt x="12814" y="12066"/>
                </a:cubicBezTo>
                <a:cubicBezTo>
                  <a:pt x="12471" y="12066"/>
                  <a:pt x="12183" y="11778"/>
                  <a:pt x="12183" y="11418"/>
                </a:cubicBezTo>
                <a:cubicBezTo>
                  <a:pt x="12183" y="11077"/>
                  <a:pt x="12471" y="10789"/>
                  <a:pt x="12814" y="10789"/>
                </a:cubicBezTo>
                <a:close/>
                <a:moveTo>
                  <a:pt x="5255" y="12192"/>
                </a:moveTo>
                <a:cubicBezTo>
                  <a:pt x="5597" y="12192"/>
                  <a:pt x="5885" y="12462"/>
                  <a:pt x="5885" y="12821"/>
                </a:cubicBezTo>
                <a:cubicBezTo>
                  <a:pt x="5885" y="13164"/>
                  <a:pt x="5597" y="13452"/>
                  <a:pt x="5255" y="13452"/>
                </a:cubicBezTo>
                <a:cubicBezTo>
                  <a:pt x="4913" y="13452"/>
                  <a:pt x="4625" y="13164"/>
                  <a:pt x="4625" y="12821"/>
                </a:cubicBezTo>
                <a:cubicBezTo>
                  <a:pt x="4625" y="12462"/>
                  <a:pt x="4913" y="12192"/>
                  <a:pt x="5255" y="12192"/>
                </a:cubicBezTo>
                <a:close/>
                <a:moveTo>
                  <a:pt x="9035" y="12192"/>
                </a:moveTo>
                <a:cubicBezTo>
                  <a:pt x="9376" y="12192"/>
                  <a:pt x="9664" y="12462"/>
                  <a:pt x="9664" y="12821"/>
                </a:cubicBezTo>
                <a:cubicBezTo>
                  <a:pt x="9664" y="13164"/>
                  <a:pt x="9376" y="13452"/>
                  <a:pt x="9035" y="13452"/>
                </a:cubicBezTo>
                <a:cubicBezTo>
                  <a:pt x="8692" y="13452"/>
                  <a:pt x="8404" y="13164"/>
                  <a:pt x="8404" y="12821"/>
                </a:cubicBezTo>
                <a:cubicBezTo>
                  <a:pt x="8404" y="12462"/>
                  <a:pt x="8692" y="12192"/>
                  <a:pt x="9035" y="12192"/>
                </a:cubicBezTo>
                <a:close/>
                <a:moveTo>
                  <a:pt x="5665" y="1"/>
                </a:moveTo>
                <a:cubicBezTo>
                  <a:pt x="5064" y="1"/>
                  <a:pt x="4464" y="231"/>
                  <a:pt x="4013" y="692"/>
                </a:cubicBezTo>
                <a:cubicBezTo>
                  <a:pt x="3564" y="1142"/>
                  <a:pt x="3312" y="1718"/>
                  <a:pt x="3312" y="2348"/>
                </a:cubicBezTo>
                <a:cubicBezTo>
                  <a:pt x="3312" y="2978"/>
                  <a:pt x="3564" y="3571"/>
                  <a:pt x="4013" y="4022"/>
                </a:cubicBezTo>
                <a:lnTo>
                  <a:pt x="6731" y="6739"/>
                </a:lnTo>
                <a:lnTo>
                  <a:pt x="6731" y="8269"/>
                </a:lnTo>
                <a:lnTo>
                  <a:pt x="1062" y="8269"/>
                </a:lnTo>
                <a:lnTo>
                  <a:pt x="1062" y="10014"/>
                </a:lnTo>
                <a:cubicBezTo>
                  <a:pt x="450" y="10194"/>
                  <a:pt x="0" y="10753"/>
                  <a:pt x="0" y="11418"/>
                </a:cubicBezTo>
                <a:cubicBezTo>
                  <a:pt x="0" y="12228"/>
                  <a:pt x="666" y="12893"/>
                  <a:pt x="1476" y="12893"/>
                </a:cubicBezTo>
                <a:cubicBezTo>
                  <a:pt x="2285" y="12893"/>
                  <a:pt x="2952" y="12228"/>
                  <a:pt x="2952" y="11418"/>
                </a:cubicBezTo>
                <a:cubicBezTo>
                  <a:pt x="2952" y="10753"/>
                  <a:pt x="2501" y="10194"/>
                  <a:pt x="1889" y="10014"/>
                </a:cubicBezTo>
                <a:lnTo>
                  <a:pt x="1889" y="9114"/>
                </a:lnTo>
                <a:lnTo>
                  <a:pt x="4841" y="9114"/>
                </a:lnTo>
                <a:lnTo>
                  <a:pt x="4841" y="11400"/>
                </a:lnTo>
                <a:cubicBezTo>
                  <a:pt x="4229" y="11598"/>
                  <a:pt x="3780" y="12156"/>
                  <a:pt x="3780" y="12821"/>
                </a:cubicBezTo>
                <a:cubicBezTo>
                  <a:pt x="3780" y="13632"/>
                  <a:pt x="4445" y="14297"/>
                  <a:pt x="5255" y="14297"/>
                </a:cubicBezTo>
                <a:cubicBezTo>
                  <a:pt x="6065" y="14297"/>
                  <a:pt x="6731" y="13632"/>
                  <a:pt x="6731" y="12821"/>
                </a:cubicBezTo>
                <a:cubicBezTo>
                  <a:pt x="6731" y="12156"/>
                  <a:pt x="6281" y="11598"/>
                  <a:pt x="5669" y="11400"/>
                </a:cubicBezTo>
                <a:lnTo>
                  <a:pt x="5669" y="9114"/>
                </a:lnTo>
                <a:lnTo>
                  <a:pt x="8620" y="9114"/>
                </a:lnTo>
                <a:lnTo>
                  <a:pt x="8620" y="11400"/>
                </a:lnTo>
                <a:cubicBezTo>
                  <a:pt x="8008" y="11598"/>
                  <a:pt x="7559" y="12156"/>
                  <a:pt x="7559" y="12821"/>
                </a:cubicBezTo>
                <a:cubicBezTo>
                  <a:pt x="7559" y="13632"/>
                  <a:pt x="8224" y="14297"/>
                  <a:pt x="9035" y="14297"/>
                </a:cubicBezTo>
                <a:cubicBezTo>
                  <a:pt x="9844" y="14297"/>
                  <a:pt x="10510" y="13632"/>
                  <a:pt x="10510" y="12821"/>
                </a:cubicBezTo>
                <a:cubicBezTo>
                  <a:pt x="10510" y="12156"/>
                  <a:pt x="10060" y="11598"/>
                  <a:pt x="9448" y="11400"/>
                </a:cubicBezTo>
                <a:lnTo>
                  <a:pt x="9448" y="9114"/>
                </a:lnTo>
                <a:lnTo>
                  <a:pt x="12399" y="9114"/>
                </a:lnTo>
                <a:lnTo>
                  <a:pt x="12399" y="10014"/>
                </a:lnTo>
                <a:cubicBezTo>
                  <a:pt x="11787" y="10194"/>
                  <a:pt x="11338" y="10753"/>
                  <a:pt x="11338" y="11418"/>
                </a:cubicBezTo>
                <a:cubicBezTo>
                  <a:pt x="11338" y="12228"/>
                  <a:pt x="12003" y="12893"/>
                  <a:pt x="12814" y="12893"/>
                </a:cubicBezTo>
                <a:cubicBezTo>
                  <a:pt x="13623" y="12893"/>
                  <a:pt x="14290" y="12228"/>
                  <a:pt x="14290" y="11418"/>
                </a:cubicBezTo>
                <a:cubicBezTo>
                  <a:pt x="14290" y="10753"/>
                  <a:pt x="13839" y="10194"/>
                  <a:pt x="13227" y="10014"/>
                </a:cubicBezTo>
                <a:lnTo>
                  <a:pt x="13227" y="8269"/>
                </a:lnTo>
                <a:lnTo>
                  <a:pt x="7559" y="8269"/>
                </a:lnTo>
                <a:lnTo>
                  <a:pt x="7559" y="6739"/>
                </a:lnTo>
                <a:lnTo>
                  <a:pt x="10276" y="4022"/>
                </a:lnTo>
                <a:cubicBezTo>
                  <a:pt x="10726" y="3571"/>
                  <a:pt x="10978" y="2978"/>
                  <a:pt x="10978" y="2348"/>
                </a:cubicBezTo>
                <a:cubicBezTo>
                  <a:pt x="10978" y="1718"/>
                  <a:pt x="10726" y="1142"/>
                  <a:pt x="10276" y="692"/>
                </a:cubicBezTo>
                <a:cubicBezTo>
                  <a:pt x="9825" y="231"/>
                  <a:pt x="9226" y="1"/>
                  <a:pt x="8625" y="1"/>
                </a:cubicBezTo>
                <a:cubicBezTo>
                  <a:pt x="8100" y="1"/>
                  <a:pt x="7573" y="177"/>
                  <a:pt x="7144" y="531"/>
                </a:cubicBezTo>
                <a:cubicBezTo>
                  <a:pt x="6716" y="177"/>
                  <a:pt x="6190" y="1"/>
                  <a:pt x="5665"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 name="Google Shape;939;p74"/>
          <p:cNvGrpSpPr/>
          <p:nvPr/>
        </p:nvGrpSpPr>
        <p:grpSpPr>
          <a:xfrm>
            <a:off x="6848642" y="3584353"/>
            <a:ext cx="814222" cy="572707"/>
            <a:chOff x="8032179" y="1626057"/>
            <a:chExt cx="375304" cy="263969"/>
          </a:xfrm>
        </p:grpSpPr>
        <p:sp>
          <p:nvSpPr>
            <p:cNvPr id="940" name="Google Shape;940;p74"/>
            <p:cNvSpPr/>
            <p:nvPr/>
          </p:nvSpPr>
          <p:spPr>
            <a:xfrm>
              <a:off x="8032179" y="1626057"/>
              <a:ext cx="375304" cy="263969"/>
            </a:xfrm>
            <a:custGeom>
              <a:avLst/>
              <a:gdLst/>
              <a:ahLst/>
              <a:cxnLst/>
              <a:rect l="l" t="t" r="r" b="b"/>
              <a:pathLst>
                <a:path w="13895" h="9773" extrusionOk="0">
                  <a:moveTo>
                    <a:pt x="6947" y="811"/>
                  </a:moveTo>
                  <a:cubicBezTo>
                    <a:pt x="9808" y="811"/>
                    <a:pt x="12292" y="4014"/>
                    <a:pt x="12922" y="4878"/>
                  </a:cubicBezTo>
                  <a:cubicBezTo>
                    <a:pt x="12292" y="5759"/>
                    <a:pt x="9808" y="8962"/>
                    <a:pt x="6947" y="8962"/>
                  </a:cubicBezTo>
                  <a:cubicBezTo>
                    <a:pt x="4085" y="8962"/>
                    <a:pt x="1620" y="5759"/>
                    <a:pt x="990" y="4878"/>
                  </a:cubicBezTo>
                  <a:cubicBezTo>
                    <a:pt x="1602" y="4014"/>
                    <a:pt x="4085" y="811"/>
                    <a:pt x="6947" y="811"/>
                  </a:cubicBezTo>
                  <a:close/>
                  <a:moveTo>
                    <a:pt x="6947" y="0"/>
                  </a:moveTo>
                  <a:cubicBezTo>
                    <a:pt x="6065" y="0"/>
                    <a:pt x="5148" y="252"/>
                    <a:pt x="4248" y="739"/>
                  </a:cubicBezTo>
                  <a:cubicBezTo>
                    <a:pt x="3528" y="1134"/>
                    <a:pt x="2808" y="1674"/>
                    <a:pt x="2106" y="2358"/>
                  </a:cubicBezTo>
                  <a:cubicBezTo>
                    <a:pt x="918" y="3491"/>
                    <a:pt x="181" y="4607"/>
                    <a:pt x="145" y="4662"/>
                  </a:cubicBezTo>
                  <a:lnTo>
                    <a:pt x="1" y="4878"/>
                  </a:lnTo>
                  <a:lnTo>
                    <a:pt x="145" y="5111"/>
                  </a:lnTo>
                  <a:cubicBezTo>
                    <a:pt x="181" y="5147"/>
                    <a:pt x="918" y="6281"/>
                    <a:pt x="2106" y="7415"/>
                  </a:cubicBezTo>
                  <a:cubicBezTo>
                    <a:pt x="2808" y="8098"/>
                    <a:pt x="3528" y="8638"/>
                    <a:pt x="4248" y="9017"/>
                  </a:cubicBezTo>
                  <a:cubicBezTo>
                    <a:pt x="5148" y="9521"/>
                    <a:pt x="6065" y="9773"/>
                    <a:pt x="6947" y="9773"/>
                  </a:cubicBezTo>
                  <a:cubicBezTo>
                    <a:pt x="7829" y="9773"/>
                    <a:pt x="8747" y="9521"/>
                    <a:pt x="9664" y="9017"/>
                  </a:cubicBezTo>
                  <a:cubicBezTo>
                    <a:pt x="10367" y="8638"/>
                    <a:pt x="11087" y="8098"/>
                    <a:pt x="11806" y="7415"/>
                  </a:cubicBezTo>
                  <a:cubicBezTo>
                    <a:pt x="12994" y="6281"/>
                    <a:pt x="13714" y="5147"/>
                    <a:pt x="13750" y="5111"/>
                  </a:cubicBezTo>
                  <a:lnTo>
                    <a:pt x="13894" y="4878"/>
                  </a:lnTo>
                  <a:lnTo>
                    <a:pt x="13750" y="4662"/>
                  </a:lnTo>
                  <a:cubicBezTo>
                    <a:pt x="13714" y="4607"/>
                    <a:pt x="12994" y="3491"/>
                    <a:pt x="11806" y="2358"/>
                  </a:cubicBezTo>
                  <a:cubicBezTo>
                    <a:pt x="11087" y="1674"/>
                    <a:pt x="10367" y="1134"/>
                    <a:pt x="9664" y="739"/>
                  </a:cubicBezTo>
                  <a:cubicBezTo>
                    <a:pt x="8747" y="252"/>
                    <a:pt x="7829" y="0"/>
                    <a:pt x="694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4"/>
            <p:cNvSpPr/>
            <p:nvPr/>
          </p:nvSpPr>
          <p:spPr>
            <a:xfrm>
              <a:off x="8131819" y="1669787"/>
              <a:ext cx="175997" cy="175997"/>
            </a:xfrm>
            <a:custGeom>
              <a:avLst/>
              <a:gdLst/>
              <a:ahLst/>
              <a:cxnLst/>
              <a:rect l="l" t="t" r="r" b="b"/>
              <a:pathLst>
                <a:path w="6516" h="6516" extrusionOk="0">
                  <a:moveTo>
                    <a:pt x="2862" y="847"/>
                  </a:moveTo>
                  <a:lnTo>
                    <a:pt x="2862" y="1836"/>
                  </a:lnTo>
                  <a:cubicBezTo>
                    <a:pt x="2611" y="1891"/>
                    <a:pt x="2395" y="2016"/>
                    <a:pt x="2215" y="2196"/>
                  </a:cubicBezTo>
                  <a:lnTo>
                    <a:pt x="1368" y="1711"/>
                  </a:lnTo>
                  <a:cubicBezTo>
                    <a:pt x="1747" y="1260"/>
                    <a:pt x="2268" y="955"/>
                    <a:pt x="2862" y="847"/>
                  </a:cubicBezTo>
                  <a:close/>
                  <a:moveTo>
                    <a:pt x="3672" y="847"/>
                  </a:moveTo>
                  <a:cubicBezTo>
                    <a:pt x="4266" y="955"/>
                    <a:pt x="4770" y="1260"/>
                    <a:pt x="5147" y="1711"/>
                  </a:cubicBezTo>
                  <a:lnTo>
                    <a:pt x="4302" y="2196"/>
                  </a:lnTo>
                  <a:cubicBezTo>
                    <a:pt x="4122" y="2016"/>
                    <a:pt x="3906" y="1891"/>
                    <a:pt x="3672" y="1836"/>
                  </a:cubicBezTo>
                  <a:lnTo>
                    <a:pt x="3672" y="847"/>
                  </a:lnTo>
                  <a:close/>
                  <a:moveTo>
                    <a:pt x="3258" y="2592"/>
                  </a:moveTo>
                  <a:cubicBezTo>
                    <a:pt x="3636" y="2592"/>
                    <a:pt x="3942" y="2899"/>
                    <a:pt x="3942" y="3259"/>
                  </a:cubicBezTo>
                  <a:cubicBezTo>
                    <a:pt x="3942" y="3636"/>
                    <a:pt x="3636" y="3943"/>
                    <a:pt x="3258" y="3943"/>
                  </a:cubicBezTo>
                  <a:cubicBezTo>
                    <a:pt x="2880" y="3943"/>
                    <a:pt x="2575" y="3636"/>
                    <a:pt x="2575" y="3259"/>
                  </a:cubicBezTo>
                  <a:cubicBezTo>
                    <a:pt x="2575" y="2899"/>
                    <a:pt x="2880" y="2592"/>
                    <a:pt x="3258" y="2592"/>
                  </a:cubicBezTo>
                  <a:close/>
                  <a:moveTo>
                    <a:pt x="972" y="2412"/>
                  </a:moveTo>
                  <a:lnTo>
                    <a:pt x="1819" y="2899"/>
                  </a:lnTo>
                  <a:cubicBezTo>
                    <a:pt x="1783" y="3024"/>
                    <a:pt x="1764" y="3132"/>
                    <a:pt x="1764" y="3259"/>
                  </a:cubicBezTo>
                  <a:cubicBezTo>
                    <a:pt x="1764" y="3384"/>
                    <a:pt x="1783" y="3511"/>
                    <a:pt x="1819" y="3636"/>
                  </a:cubicBezTo>
                  <a:lnTo>
                    <a:pt x="972" y="4123"/>
                  </a:lnTo>
                  <a:cubicBezTo>
                    <a:pt x="864" y="3852"/>
                    <a:pt x="811" y="3564"/>
                    <a:pt x="811" y="3259"/>
                  </a:cubicBezTo>
                  <a:cubicBezTo>
                    <a:pt x="811" y="2971"/>
                    <a:pt x="864" y="2683"/>
                    <a:pt x="972" y="2412"/>
                  </a:cubicBezTo>
                  <a:close/>
                  <a:moveTo>
                    <a:pt x="5562" y="2412"/>
                  </a:moveTo>
                  <a:cubicBezTo>
                    <a:pt x="5651" y="2683"/>
                    <a:pt x="5706" y="2971"/>
                    <a:pt x="5706" y="3259"/>
                  </a:cubicBezTo>
                  <a:cubicBezTo>
                    <a:pt x="5706" y="3564"/>
                    <a:pt x="5651" y="3852"/>
                    <a:pt x="5562" y="4123"/>
                  </a:cubicBezTo>
                  <a:lnTo>
                    <a:pt x="4715" y="3636"/>
                  </a:lnTo>
                  <a:cubicBezTo>
                    <a:pt x="4734" y="3511"/>
                    <a:pt x="4751" y="3384"/>
                    <a:pt x="4751" y="3259"/>
                  </a:cubicBezTo>
                  <a:cubicBezTo>
                    <a:pt x="4751" y="3132"/>
                    <a:pt x="4734" y="3024"/>
                    <a:pt x="4715" y="2899"/>
                  </a:cubicBezTo>
                  <a:lnTo>
                    <a:pt x="5562" y="2412"/>
                  </a:lnTo>
                  <a:close/>
                  <a:moveTo>
                    <a:pt x="2215" y="4339"/>
                  </a:moveTo>
                  <a:cubicBezTo>
                    <a:pt x="2395" y="4500"/>
                    <a:pt x="2611" y="4626"/>
                    <a:pt x="2862" y="4698"/>
                  </a:cubicBezTo>
                  <a:lnTo>
                    <a:pt x="2862" y="5670"/>
                  </a:lnTo>
                  <a:cubicBezTo>
                    <a:pt x="2268" y="5580"/>
                    <a:pt x="1747" y="5274"/>
                    <a:pt x="1368" y="4824"/>
                  </a:cubicBezTo>
                  <a:lnTo>
                    <a:pt x="2215" y="4339"/>
                  </a:lnTo>
                  <a:close/>
                  <a:moveTo>
                    <a:pt x="4302" y="4339"/>
                  </a:moveTo>
                  <a:lnTo>
                    <a:pt x="5147" y="4824"/>
                  </a:lnTo>
                  <a:cubicBezTo>
                    <a:pt x="4770" y="5274"/>
                    <a:pt x="4266" y="5580"/>
                    <a:pt x="3672" y="5670"/>
                  </a:cubicBezTo>
                  <a:lnTo>
                    <a:pt x="3672" y="4698"/>
                  </a:lnTo>
                  <a:cubicBezTo>
                    <a:pt x="3906" y="4626"/>
                    <a:pt x="4122" y="4500"/>
                    <a:pt x="4302" y="4339"/>
                  </a:cubicBezTo>
                  <a:close/>
                  <a:moveTo>
                    <a:pt x="3258" y="1"/>
                  </a:moveTo>
                  <a:cubicBezTo>
                    <a:pt x="1459" y="1"/>
                    <a:pt x="0" y="1459"/>
                    <a:pt x="0" y="3259"/>
                  </a:cubicBezTo>
                  <a:cubicBezTo>
                    <a:pt x="0" y="5058"/>
                    <a:pt x="1459" y="6515"/>
                    <a:pt x="3258" y="6515"/>
                  </a:cubicBezTo>
                  <a:cubicBezTo>
                    <a:pt x="5058" y="6515"/>
                    <a:pt x="6515" y="5058"/>
                    <a:pt x="6515" y="3259"/>
                  </a:cubicBezTo>
                  <a:cubicBezTo>
                    <a:pt x="6515" y="1459"/>
                    <a:pt x="5058" y="1"/>
                    <a:pt x="325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4"/>
          <p:cNvGrpSpPr/>
          <p:nvPr/>
        </p:nvGrpSpPr>
        <p:grpSpPr>
          <a:xfrm>
            <a:off x="4268346" y="1951127"/>
            <a:ext cx="607247" cy="673862"/>
            <a:chOff x="3987000" y="3393430"/>
            <a:chExt cx="359233" cy="398641"/>
          </a:xfrm>
        </p:grpSpPr>
        <p:sp>
          <p:nvSpPr>
            <p:cNvPr id="943" name="Google Shape;943;p74"/>
            <p:cNvSpPr/>
            <p:nvPr/>
          </p:nvSpPr>
          <p:spPr>
            <a:xfrm>
              <a:off x="3987000" y="3393430"/>
              <a:ext cx="359233" cy="398641"/>
            </a:xfrm>
            <a:custGeom>
              <a:avLst/>
              <a:gdLst/>
              <a:ahLst/>
              <a:cxnLst/>
              <a:rect l="l" t="t" r="r" b="b"/>
              <a:pathLst>
                <a:path w="13300" h="14759" extrusionOk="0">
                  <a:moveTo>
                    <a:pt x="6803" y="865"/>
                  </a:moveTo>
                  <a:cubicBezTo>
                    <a:pt x="8207" y="865"/>
                    <a:pt x="9448" y="1765"/>
                    <a:pt x="9935" y="3060"/>
                  </a:cubicBezTo>
                  <a:lnTo>
                    <a:pt x="3653" y="3060"/>
                  </a:lnTo>
                  <a:cubicBezTo>
                    <a:pt x="4140" y="1765"/>
                    <a:pt x="5381" y="865"/>
                    <a:pt x="6803" y="865"/>
                  </a:cubicBezTo>
                  <a:close/>
                  <a:moveTo>
                    <a:pt x="10996" y="3924"/>
                  </a:moveTo>
                  <a:lnTo>
                    <a:pt x="10996" y="6516"/>
                  </a:lnTo>
                  <a:lnTo>
                    <a:pt x="2592" y="6516"/>
                  </a:lnTo>
                  <a:lnTo>
                    <a:pt x="2592" y="3924"/>
                  </a:lnTo>
                  <a:close/>
                  <a:moveTo>
                    <a:pt x="9935" y="7379"/>
                  </a:moveTo>
                  <a:cubicBezTo>
                    <a:pt x="9448" y="8675"/>
                    <a:pt x="8207" y="9558"/>
                    <a:pt x="6803" y="9558"/>
                  </a:cubicBezTo>
                  <a:cubicBezTo>
                    <a:pt x="5381" y="9558"/>
                    <a:pt x="4140" y="8675"/>
                    <a:pt x="3653" y="7379"/>
                  </a:cubicBezTo>
                  <a:close/>
                  <a:moveTo>
                    <a:pt x="1728" y="5671"/>
                  </a:moveTo>
                  <a:lnTo>
                    <a:pt x="1728" y="7379"/>
                  </a:lnTo>
                  <a:lnTo>
                    <a:pt x="2753" y="7379"/>
                  </a:lnTo>
                  <a:cubicBezTo>
                    <a:pt x="2897" y="7902"/>
                    <a:pt x="3149" y="8387"/>
                    <a:pt x="3473" y="8802"/>
                  </a:cubicBezTo>
                  <a:cubicBezTo>
                    <a:pt x="2880" y="8946"/>
                    <a:pt x="2304" y="9215"/>
                    <a:pt x="1818" y="9611"/>
                  </a:cubicBezTo>
                  <a:cubicBezTo>
                    <a:pt x="1224" y="9215"/>
                    <a:pt x="864" y="8550"/>
                    <a:pt x="864" y="7847"/>
                  </a:cubicBezTo>
                  <a:lnTo>
                    <a:pt x="864" y="6696"/>
                  </a:lnTo>
                  <a:cubicBezTo>
                    <a:pt x="864" y="6192"/>
                    <a:pt x="1242" y="5760"/>
                    <a:pt x="1728" y="5671"/>
                  </a:cubicBezTo>
                  <a:close/>
                  <a:moveTo>
                    <a:pt x="4860" y="9954"/>
                  </a:moveTo>
                  <a:lnTo>
                    <a:pt x="4860" y="9954"/>
                  </a:lnTo>
                  <a:cubicBezTo>
                    <a:pt x="5436" y="10259"/>
                    <a:pt x="6101" y="10422"/>
                    <a:pt x="6803" y="10422"/>
                  </a:cubicBezTo>
                  <a:cubicBezTo>
                    <a:pt x="7487" y="10422"/>
                    <a:pt x="8152" y="10259"/>
                    <a:pt x="8728" y="9954"/>
                  </a:cubicBezTo>
                  <a:lnTo>
                    <a:pt x="8728" y="9954"/>
                  </a:lnTo>
                  <a:cubicBezTo>
                    <a:pt x="8567" y="10871"/>
                    <a:pt x="7756" y="11573"/>
                    <a:pt x="6803" y="11573"/>
                  </a:cubicBezTo>
                  <a:cubicBezTo>
                    <a:pt x="5831" y="11573"/>
                    <a:pt x="5021" y="10871"/>
                    <a:pt x="4860" y="9954"/>
                  </a:cubicBezTo>
                  <a:close/>
                  <a:moveTo>
                    <a:pt x="9628" y="9594"/>
                  </a:moveTo>
                  <a:cubicBezTo>
                    <a:pt x="11212" y="9810"/>
                    <a:pt x="12435" y="11177"/>
                    <a:pt x="12435" y="12814"/>
                  </a:cubicBezTo>
                  <a:lnTo>
                    <a:pt x="12435" y="13894"/>
                  </a:lnTo>
                  <a:lnTo>
                    <a:pt x="1152" y="13894"/>
                  </a:lnTo>
                  <a:lnTo>
                    <a:pt x="1152" y="12814"/>
                  </a:lnTo>
                  <a:cubicBezTo>
                    <a:pt x="1152" y="11177"/>
                    <a:pt x="2376" y="9810"/>
                    <a:pt x="3960" y="9594"/>
                  </a:cubicBezTo>
                  <a:lnTo>
                    <a:pt x="3960" y="9611"/>
                  </a:lnTo>
                  <a:cubicBezTo>
                    <a:pt x="3960" y="11177"/>
                    <a:pt x="5237" y="12437"/>
                    <a:pt x="6803" y="12437"/>
                  </a:cubicBezTo>
                  <a:cubicBezTo>
                    <a:pt x="8351" y="12437"/>
                    <a:pt x="9628" y="11177"/>
                    <a:pt x="9628" y="9611"/>
                  </a:cubicBezTo>
                  <a:lnTo>
                    <a:pt x="9628" y="9594"/>
                  </a:lnTo>
                  <a:close/>
                  <a:moveTo>
                    <a:pt x="6803" y="1"/>
                  </a:moveTo>
                  <a:cubicBezTo>
                    <a:pt x="4913" y="1"/>
                    <a:pt x="3257" y="1261"/>
                    <a:pt x="2753" y="3060"/>
                  </a:cubicBezTo>
                  <a:lnTo>
                    <a:pt x="1728" y="3060"/>
                  </a:lnTo>
                  <a:lnTo>
                    <a:pt x="1728" y="4788"/>
                  </a:lnTo>
                  <a:cubicBezTo>
                    <a:pt x="756" y="4896"/>
                    <a:pt x="1" y="5707"/>
                    <a:pt x="1" y="6696"/>
                  </a:cubicBezTo>
                  <a:lnTo>
                    <a:pt x="1" y="7847"/>
                  </a:lnTo>
                  <a:cubicBezTo>
                    <a:pt x="1" y="8406"/>
                    <a:pt x="162" y="8946"/>
                    <a:pt x="450" y="9431"/>
                  </a:cubicBezTo>
                  <a:cubicBezTo>
                    <a:pt x="648" y="9738"/>
                    <a:pt x="900" y="10007"/>
                    <a:pt x="1206" y="10223"/>
                  </a:cubicBezTo>
                  <a:cubicBezTo>
                    <a:pt x="612" y="10961"/>
                    <a:pt x="289" y="11861"/>
                    <a:pt x="289" y="12814"/>
                  </a:cubicBezTo>
                  <a:lnTo>
                    <a:pt x="289" y="14758"/>
                  </a:lnTo>
                  <a:lnTo>
                    <a:pt x="13299" y="14758"/>
                  </a:lnTo>
                  <a:lnTo>
                    <a:pt x="13299" y="12814"/>
                  </a:lnTo>
                  <a:cubicBezTo>
                    <a:pt x="13299" y="11717"/>
                    <a:pt x="12886" y="10691"/>
                    <a:pt x="12094" y="9918"/>
                  </a:cubicBezTo>
                  <a:cubicBezTo>
                    <a:pt x="11554" y="9359"/>
                    <a:pt x="10852" y="8982"/>
                    <a:pt x="10115" y="8802"/>
                  </a:cubicBezTo>
                  <a:cubicBezTo>
                    <a:pt x="10439" y="8387"/>
                    <a:pt x="10690" y="7902"/>
                    <a:pt x="10834" y="7379"/>
                  </a:cubicBezTo>
                  <a:lnTo>
                    <a:pt x="11860" y="7379"/>
                  </a:lnTo>
                  <a:lnTo>
                    <a:pt x="11860" y="3060"/>
                  </a:lnTo>
                  <a:lnTo>
                    <a:pt x="10834" y="3060"/>
                  </a:lnTo>
                  <a:cubicBezTo>
                    <a:pt x="10331" y="1261"/>
                    <a:pt x="8675" y="1"/>
                    <a:pt x="680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4"/>
            <p:cNvSpPr/>
            <p:nvPr/>
          </p:nvSpPr>
          <p:spPr>
            <a:xfrm>
              <a:off x="4080319" y="3522754"/>
              <a:ext cx="180346" cy="23337"/>
            </a:xfrm>
            <a:custGeom>
              <a:avLst/>
              <a:gdLst/>
              <a:ahLst/>
              <a:cxnLst/>
              <a:rect l="l" t="t" r="r" b="b"/>
              <a:pathLst>
                <a:path w="6677" h="864" extrusionOk="0">
                  <a:moveTo>
                    <a:pt x="1" y="0"/>
                  </a:moveTo>
                  <a:lnTo>
                    <a:pt x="1" y="864"/>
                  </a:lnTo>
                  <a:lnTo>
                    <a:pt x="6677" y="864"/>
                  </a:lnTo>
                  <a:lnTo>
                    <a:pt x="667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45" name="Google Shape;945;p74"/>
          <p:cNvPicPr preferRelativeResize="0"/>
          <p:nvPr/>
        </p:nvPicPr>
        <p:blipFill>
          <a:blip r:embed="rId4">
            <a:alphaModFix/>
          </a:blip>
          <a:stretch>
            <a:fillRect/>
          </a:stretch>
        </p:blipFill>
        <p:spPr>
          <a:xfrm rot="-2845445">
            <a:off x="147321" y="962760"/>
            <a:ext cx="512555" cy="388415"/>
          </a:xfrm>
          <a:prstGeom prst="rect">
            <a:avLst/>
          </a:prstGeom>
          <a:noFill/>
          <a:ln>
            <a:noFill/>
          </a:ln>
        </p:spPr>
      </p:pic>
      <p:sp>
        <p:nvSpPr>
          <p:cNvPr id="946" name="Google Shape;946;p74">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74">
            <a:hlinkClick r:id="rId5"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4"/>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6"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949" name="Google Shape;949;p74">
            <a:hlinkClick r:id="rId5"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74">
            <a:hlinkClick r:id="rId5"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1" name="Google Shape;951;p74">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952" name="Google Shape;952;p74">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3" name="Google Shape;953;p74">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922"/>
                                        </p:tgtEl>
                                        <p:attrNameLst>
                                          <p:attrName>style.visibility</p:attrName>
                                        </p:attrNameLst>
                                      </p:cBhvr>
                                      <p:to>
                                        <p:strVal val="visible"/>
                                      </p:to>
                                    </p:set>
                                    <p:anim calcmode="lin" valueType="num">
                                      <p:cBhvr additive="base">
                                        <p:cTn id="7" dur="1000"/>
                                        <p:tgtEl>
                                          <p:spTgt spid="922"/>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923"/>
                                        </p:tgtEl>
                                        <p:attrNameLst>
                                          <p:attrName>style.visibility</p:attrName>
                                        </p:attrNameLst>
                                      </p:cBhvr>
                                      <p:to>
                                        <p:strVal val="visible"/>
                                      </p:to>
                                    </p:set>
                                    <p:anim calcmode="lin" valueType="num">
                                      <p:cBhvr additive="base">
                                        <p:cTn id="10" dur="1000"/>
                                        <p:tgtEl>
                                          <p:spTgt spid="923"/>
                                        </p:tgtEl>
                                        <p:attrNameLst>
                                          <p:attrName>ppt_x</p:attrName>
                                        </p:attrNameLst>
                                      </p:cBhvr>
                                      <p:tavLst>
                                        <p:tav tm="0">
                                          <p:val>
                                            <p:strVal val="#ppt_x+1"/>
                                          </p:val>
                                        </p:tav>
                                        <p:tav tm="100000">
                                          <p:val>
                                            <p:strVal val="#ppt_x"/>
                                          </p:val>
                                        </p:tav>
                                      </p:tavLst>
                                    </p:anim>
                                  </p:childTnLst>
                                </p:cTn>
                              </p:par>
                              <p:par>
                                <p:cTn id="11" presetID="23" presetClass="entr" presetSubtype="16" fill="hold" nodeType="withEffect">
                                  <p:stCondLst>
                                    <p:cond delay="0"/>
                                  </p:stCondLst>
                                  <p:childTnLst>
                                    <p:set>
                                      <p:cBhvr>
                                        <p:cTn id="12" dur="1" fill="hold">
                                          <p:stCondLst>
                                            <p:cond delay="0"/>
                                          </p:stCondLst>
                                        </p:cTn>
                                        <p:tgtEl>
                                          <p:spTgt spid="933"/>
                                        </p:tgtEl>
                                        <p:attrNameLst>
                                          <p:attrName>style.visibility</p:attrName>
                                        </p:attrNameLst>
                                      </p:cBhvr>
                                      <p:to>
                                        <p:strVal val="visible"/>
                                      </p:to>
                                    </p:set>
                                    <p:anim calcmode="lin" valueType="num">
                                      <p:cBhvr additive="base">
                                        <p:cTn id="13" dur="1000"/>
                                        <p:tgtEl>
                                          <p:spTgt spid="933"/>
                                        </p:tgtEl>
                                        <p:attrNameLst>
                                          <p:attrName>ppt_w</p:attrName>
                                        </p:attrNameLst>
                                      </p:cBhvr>
                                      <p:tavLst>
                                        <p:tav tm="0">
                                          <p:val>
                                            <p:strVal val="0"/>
                                          </p:val>
                                        </p:tav>
                                        <p:tav tm="100000">
                                          <p:val>
                                            <p:strVal val="#ppt_w"/>
                                          </p:val>
                                        </p:tav>
                                      </p:tavLst>
                                    </p:anim>
                                    <p:anim calcmode="lin" valueType="num">
                                      <p:cBhvr additive="base">
                                        <p:cTn id="14" dur="1000"/>
                                        <p:tgtEl>
                                          <p:spTgt spid="933"/>
                                        </p:tgtEl>
                                        <p:attrNameLst>
                                          <p:attrName>ppt_h</p:attrName>
                                        </p:attrNameLst>
                                      </p:cBhvr>
                                      <p:tavLst>
                                        <p:tav tm="0">
                                          <p:val>
                                            <p:strVal val="0"/>
                                          </p:val>
                                        </p:tav>
                                        <p:tav tm="100000">
                                          <p:val>
                                            <p:strVal val="#ppt_h"/>
                                          </p:val>
                                        </p:tav>
                                      </p:tavLst>
                                    </p:anim>
                                  </p:childTnLst>
                                </p:cTn>
                              </p:par>
                              <p:par>
                                <p:cTn id="15" presetID="23" presetClass="entr" presetSubtype="16" fill="hold" nodeType="withEffect">
                                  <p:stCondLst>
                                    <p:cond delay="0"/>
                                  </p:stCondLst>
                                  <p:childTnLst>
                                    <p:set>
                                      <p:cBhvr>
                                        <p:cTn id="16" dur="1" fill="hold">
                                          <p:stCondLst>
                                            <p:cond delay="0"/>
                                          </p:stCondLst>
                                        </p:cTn>
                                        <p:tgtEl>
                                          <p:spTgt spid="934"/>
                                        </p:tgtEl>
                                        <p:attrNameLst>
                                          <p:attrName>style.visibility</p:attrName>
                                        </p:attrNameLst>
                                      </p:cBhvr>
                                      <p:to>
                                        <p:strVal val="visible"/>
                                      </p:to>
                                    </p:set>
                                    <p:anim calcmode="lin" valueType="num">
                                      <p:cBhvr additive="base">
                                        <p:cTn id="17" dur="1000"/>
                                        <p:tgtEl>
                                          <p:spTgt spid="934"/>
                                        </p:tgtEl>
                                        <p:attrNameLst>
                                          <p:attrName>ppt_w</p:attrName>
                                        </p:attrNameLst>
                                      </p:cBhvr>
                                      <p:tavLst>
                                        <p:tav tm="0">
                                          <p:val>
                                            <p:strVal val="0"/>
                                          </p:val>
                                        </p:tav>
                                        <p:tav tm="100000">
                                          <p:val>
                                            <p:strVal val="#ppt_w"/>
                                          </p:val>
                                        </p:tav>
                                      </p:tavLst>
                                    </p:anim>
                                    <p:anim calcmode="lin" valueType="num">
                                      <p:cBhvr additive="base">
                                        <p:cTn id="18" dur="1000"/>
                                        <p:tgtEl>
                                          <p:spTgt spid="934"/>
                                        </p:tgtEl>
                                        <p:attrNameLst>
                                          <p:attrName>ppt_h</p:attrName>
                                        </p:attrNameLst>
                                      </p:cBhvr>
                                      <p:tavLst>
                                        <p:tav tm="0">
                                          <p:val>
                                            <p:strVal val="0"/>
                                          </p:val>
                                        </p:tav>
                                        <p:tav tm="100000">
                                          <p:val>
                                            <p:strVal val="#ppt_h"/>
                                          </p:val>
                                        </p:tav>
                                      </p:tavLst>
                                    </p:anim>
                                  </p:childTnLst>
                                </p:cTn>
                              </p:par>
                              <p:par>
                                <p:cTn id="19" presetID="23" presetClass="entr" presetSubtype="16" fill="hold" nodeType="withEffect">
                                  <p:stCondLst>
                                    <p:cond delay="0"/>
                                  </p:stCondLst>
                                  <p:childTnLst>
                                    <p:set>
                                      <p:cBhvr>
                                        <p:cTn id="20" dur="1" fill="hold">
                                          <p:stCondLst>
                                            <p:cond delay="0"/>
                                          </p:stCondLst>
                                        </p:cTn>
                                        <p:tgtEl>
                                          <p:spTgt spid="932"/>
                                        </p:tgtEl>
                                        <p:attrNameLst>
                                          <p:attrName>style.visibility</p:attrName>
                                        </p:attrNameLst>
                                      </p:cBhvr>
                                      <p:to>
                                        <p:strVal val="visible"/>
                                      </p:to>
                                    </p:set>
                                    <p:anim calcmode="lin" valueType="num">
                                      <p:cBhvr additive="base">
                                        <p:cTn id="21" dur="1000"/>
                                        <p:tgtEl>
                                          <p:spTgt spid="932"/>
                                        </p:tgtEl>
                                        <p:attrNameLst>
                                          <p:attrName>ppt_w</p:attrName>
                                        </p:attrNameLst>
                                      </p:cBhvr>
                                      <p:tavLst>
                                        <p:tav tm="0">
                                          <p:val>
                                            <p:strVal val="0"/>
                                          </p:val>
                                        </p:tav>
                                        <p:tav tm="100000">
                                          <p:val>
                                            <p:strVal val="#ppt_w"/>
                                          </p:val>
                                        </p:tav>
                                      </p:tavLst>
                                    </p:anim>
                                    <p:anim calcmode="lin" valueType="num">
                                      <p:cBhvr additive="base">
                                        <p:cTn id="22" dur="1000"/>
                                        <p:tgtEl>
                                          <p:spTgt spid="932"/>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Shape 957"/>
        <p:cNvGrpSpPr/>
        <p:nvPr/>
      </p:nvGrpSpPr>
      <p:grpSpPr>
        <a:xfrm>
          <a:off x="0" y="0"/>
          <a:ext cx="0" cy="0"/>
          <a:chOff x="0" y="0"/>
          <a:chExt cx="0" cy="0"/>
        </a:xfrm>
      </p:grpSpPr>
      <p:pic>
        <p:nvPicPr>
          <p:cNvPr id="958" name="Google Shape;958;p75"/>
          <p:cNvPicPr preferRelativeResize="0"/>
          <p:nvPr/>
        </p:nvPicPr>
        <p:blipFill rotWithShape="1">
          <a:blip r:embed="rId3">
            <a:alphaModFix/>
          </a:blip>
          <a:srcRect l="13668" t="16585" r="30012" b="18752"/>
          <a:stretch/>
        </p:blipFill>
        <p:spPr>
          <a:xfrm>
            <a:off x="4572000" y="-80800"/>
            <a:ext cx="4572001" cy="5249700"/>
          </a:xfrm>
          <a:prstGeom prst="rect">
            <a:avLst/>
          </a:prstGeom>
          <a:noFill/>
          <a:ln>
            <a:noFill/>
          </a:ln>
        </p:spPr>
      </p:pic>
      <p:sp>
        <p:nvSpPr>
          <p:cNvPr id="959" name="Google Shape;959;p75"/>
          <p:cNvSpPr txBox="1">
            <a:spLocks noGrp="1"/>
          </p:cNvSpPr>
          <p:nvPr>
            <p:ph type="title"/>
          </p:nvPr>
        </p:nvSpPr>
        <p:spPr>
          <a:xfrm>
            <a:off x="720000" y="937425"/>
            <a:ext cx="2907600" cy="163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ALWAYS REINFORCES THE CONCEPT</a:t>
            </a:r>
            <a:endParaRPr/>
          </a:p>
        </p:txBody>
      </p:sp>
      <p:sp>
        <p:nvSpPr>
          <p:cNvPr id="960" name="Google Shape;960;p75"/>
          <p:cNvSpPr txBox="1">
            <a:spLocks noGrp="1"/>
          </p:cNvSpPr>
          <p:nvPr>
            <p:ph type="subTitle" idx="1"/>
          </p:nvPr>
        </p:nvSpPr>
        <p:spPr>
          <a:xfrm>
            <a:off x="720000" y="2571525"/>
            <a:ext cx="2907600" cy="9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Images reveal large amounts of data, so remember: use an image instead of a long text</a:t>
            </a:r>
            <a:endParaRPr/>
          </a:p>
        </p:txBody>
      </p:sp>
      <p:grpSp>
        <p:nvGrpSpPr>
          <p:cNvPr id="961" name="Google Shape;961;p75"/>
          <p:cNvGrpSpPr/>
          <p:nvPr/>
        </p:nvGrpSpPr>
        <p:grpSpPr>
          <a:xfrm>
            <a:off x="846349" y="334183"/>
            <a:ext cx="43276" cy="411646"/>
            <a:chOff x="1256711" y="1178908"/>
            <a:chExt cx="43276" cy="411646"/>
          </a:xfrm>
        </p:grpSpPr>
        <p:grpSp>
          <p:nvGrpSpPr>
            <p:cNvPr id="962" name="Google Shape;962;p75"/>
            <p:cNvGrpSpPr/>
            <p:nvPr/>
          </p:nvGrpSpPr>
          <p:grpSpPr>
            <a:xfrm>
              <a:off x="1256711" y="1178908"/>
              <a:ext cx="43276" cy="184846"/>
              <a:chOff x="1256700" y="1103575"/>
              <a:chExt cx="60900" cy="260200"/>
            </a:xfrm>
          </p:grpSpPr>
          <p:sp>
            <p:nvSpPr>
              <p:cNvPr id="963" name="Google Shape;963;p7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7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7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 name="Google Shape;966;p75"/>
            <p:cNvGrpSpPr/>
            <p:nvPr/>
          </p:nvGrpSpPr>
          <p:grpSpPr>
            <a:xfrm>
              <a:off x="1256711" y="1405708"/>
              <a:ext cx="43276" cy="184846"/>
              <a:chOff x="1256700" y="1103575"/>
              <a:chExt cx="60900" cy="260200"/>
            </a:xfrm>
          </p:grpSpPr>
          <p:sp>
            <p:nvSpPr>
              <p:cNvPr id="967" name="Google Shape;967;p7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7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7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70" name="Google Shape;970;p75">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75">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75"/>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5"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973" name="Google Shape;973;p75">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75">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5" name="Google Shape;975;p75">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976" name="Google Shape;976;p75">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7" name="Google Shape;977;p75">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Shape 981"/>
        <p:cNvGrpSpPr/>
        <p:nvPr/>
      </p:nvGrpSpPr>
      <p:grpSpPr>
        <a:xfrm>
          <a:off x="0" y="0"/>
          <a:ext cx="0" cy="0"/>
          <a:chOff x="0" y="0"/>
          <a:chExt cx="0" cy="0"/>
        </a:xfrm>
      </p:grpSpPr>
      <p:sp>
        <p:nvSpPr>
          <p:cNvPr id="982" name="Google Shape;982;p76"/>
          <p:cNvSpPr txBox="1">
            <a:spLocks noGrp="1"/>
          </p:cNvSpPr>
          <p:nvPr>
            <p:ph type="subTitle" idx="1"/>
          </p:nvPr>
        </p:nvSpPr>
        <p:spPr>
          <a:xfrm>
            <a:off x="5675175" y="2571525"/>
            <a:ext cx="2755500" cy="939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Images reveal large amounts of data, so remember: use an image instead of a long tex.</a:t>
            </a:r>
            <a:endParaRPr/>
          </a:p>
        </p:txBody>
      </p:sp>
      <p:sp>
        <p:nvSpPr>
          <p:cNvPr id="983" name="Google Shape;983;p76"/>
          <p:cNvSpPr txBox="1">
            <a:spLocks noGrp="1"/>
          </p:cNvSpPr>
          <p:nvPr>
            <p:ph type="title"/>
          </p:nvPr>
        </p:nvSpPr>
        <p:spPr>
          <a:xfrm>
            <a:off x="5523175" y="937425"/>
            <a:ext cx="2907600" cy="1634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A PICTURE ALWAYS REINFORCES THE CONCEPT</a:t>
            </a:r>
            <a:endParaRPr/>
          </a:p>
        </p:txBody>
      </p:sp>
      <p:pic>
        <p:nvPicPr>
          <p:cNvPr id="984" name="Google Shape;984;p76"/>
          <p:cNvPicPr preferRelativeResize="0"/>
          <p:nvPr/>
        </p:nvPicPr>
        <p:blipFill rotWithShape="1">
          <a:blip r:embed="rId3">
            <a:alphaModFix/>
          </a:blip>
          <a:srcRect l="16818" r="26932"/>
          <a:stretch/>
        </p:blipFill>
        <p:spPr>
          <a:xfrm>
            <a:off x="-1478395" y="-469300"/>
            <a:ext cx="6050400" cy="6050400"/>
          </a:xfrm>
          <a:prstGeom prst="ellipse">
            <a:avLst/>
          </a:prstGeom>
          <a:noFill/>
          <a:ln>
            <a:noFill/>
          </a:ln>
          <a:effectLst>
            <a:outerShdw blurRad="128588" dist="28575" dir="11040000" algn="bl" rotWithShape="0">
              <a:schemeClr val="accent1">
                <a:alpha val="23000"/>
              </a:schemeClr>
            </a:outerShdw>
          </a:effectLst>
        </p:spPr>
      </p:pic>
      <p:pic>
        <p:nvPicPr>
          <p:cNvPr id="985" name="Google Shape;985;p76"/>
          <p:cNvPicPr preferRelativeResize="0"/>
          <p:nvPr/>
        </p:nvPicPr>
        <p:blipFill rotWithShape="1">
          <a:blip r:embed="rId4">
            <a:alphaModFix/>
          </a:blip>
          <a:srcRect l="7340" r="4538" b="19768"/>
          <a:stretch/>
        </p:blipFill>
        <p:spPr>
          <a:xfrm rot="-8100080">
            <a:off x="3694808" y="-1817854"/>
            <a:ext cx="3431403" cy="2367392"/>
          </a:xfrm>
          <a:prstGeom prst="rect">
            <a:avLst/>
          </a:prstGeom>
          <a:noFill/>
          <a:ln>
            <a:noFill/>
          </a:ln>
        </p:spPr>
      </p:pic>
      <p:sp>
        <p:nvSpPr>
          <p:cNvPr id="986" name="Google Shape;986;p76"/>
          <p:cNvSpPr/>
          <p:nvPr/>
        </p:nvSpPr>
        <p:spPr>
          <a:xfrm rot="10800000">
            <a:off x="7163163" y="3510818"/>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7" name="Google Shape;987;p76"/>
          <p:cNvPicPr preferRelativeResize="0"/>
          <p:nvPr/>
        </p:nvPicPr>
        <p:blipFill>
          <a:blip r:embed="rId5">
            <a:alphaModFix/>
          </a:blip>
          <a:stretch>
            <a:fillRect/>
          </a:stretch>
        </p:blipFill>
        <p:spPr>
          <a:xfrm rot="-2845474">
            <a:off x="4218827" y="4189212"/>
            <a:ext cx="732394" cy="555006"/>
          </a:xfrm>
          <a:prstGeom prst="rect">
            <a:avLst/>
          </a:prstGeom>
          <a:noFill/>
          <a:ln>
            <a:noFill/>
          </a:ln>
        </p:spPr>
      </p:pic>
      <p:sp>
        <p:nvSpPr>
          <p:cNvPr id="988" name="Google Shape;988;p76">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6">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76"/>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7"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991" name="Google Shape;991;p76">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6">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3" name="Google Shape;993;p76">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994" name="Google Shape;994;p76">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5" name="Google Shape;995;p76">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985"/>
                                        </p:tgtEl>
                                        <p:attrNameLst>
                                          <p:attrName>style.visibility</p:attrName>
                                        </p:attrNameLst>
                                      </p:cBhvr>
                                      <p:to>
                                        <p:strVal val="visible"/>
                                      </p:to>
                                    </p:set>
                                    <p:anim calcmode="lin" valueType="num">
                                      <p:cBhvr additive="base">
                                        <p:cTn id="7" dur="1000"/>
                                        <p:tgtEl>
                                          <p:spTgt spid="985"/>
                                        </p:tgtEl>
                                        <p:attrNameLst>
                                          <p:attrName>ppt_y</p:attrName>
                                        </p:attrNameLst>
                                      </p:cBhvr>
                                      <p:tavLst>
                                        <p:tav tm="0">
                                          <p:val>
                                            <p:strVal val="#ppt_y-1"/>
                                          </p:val>
                                        </p:tav>
                                        <p:tav tm="100000">
                                          <p:val>
                                            <p:strVal val="#ppt_y"/>
                                          </p:val>
                                        </p:tav>
                                      </p:tavLst>
                                    </p:anim>
                                  </p:childTnLst>
                                </p:cTn>
                              </p:par>
                              <p:par>
                                <p:cTn id="8" presetID="10" presetClass="entr" presetSubtype="0" fill="hold" nodeType="withEffect">
                                  <p:stCondLst>
                                    <p:cond delay="0"/>
                                  </p:stCondLst>
                                  <p:childTnLst>
                                    <p:set>
                                      <p:cBhvr>
                                        <p:cTn id="9" dur="1" fill="hold">
                                          <p:stCondLst>
                                            <p:cond delay="0"/>
                                          </p:stCondLst>
                                        </p:cTn>
                                        <p:tgtEl>
                                          <p:spTgt spid="987"/>
                                        </p:tgtEl>
                                        <p:attrNameLst>
                                          <p:attrName>style.visibility</p:attrName>
                                        </p:attrNameLst>
                                      </p:cBhvr>
                                      <p:to>
                                        <p:strVal val="visible"/>
                                      </p:to>
                                    </p:set>
                                    <p:animEffect transition="in" filter="fade">
                                      <p:cBhvr>
                                        <p:cTn id="10" dur="1000"/>
                                        <p:tgtEl>
                                          <p:spTgt spid="9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show="0">
  <p:cSld>
    <p:bg>
      <p:bgPr>
        <a:blipFill>
          <a:blip r:embed="rId3">
            <a:alphaModFix/>
          </a:blip>
          <a:stretch>
            <a:fillRect/>
          </a:stretch>
        </a:blipFill>
        <a:effectLst/>
      </p:bgPr>
    </p:bg>
    <p:spTree>
      <p:nvGrpSpPr>
        <p:cNvPr id="1" name="Shape 999"/>
        <p:cNvGrpSpPr/>
        <p:nvPr/>
      </p:nvGrpSpPr>
      <p:grpSpPr>
        <a:xfrm>
          <a:off x="0" y="0"/>
          <a:ext cx="0" cy="0"/>
          <a:chOff x="0" y="0"/>
          <a:chExt cx="0" cy="0"/>
        </a:xfrm>
      </p:grpSpPr>
      <p:sp>
        <p:nvSpPr>
          <p:cNvPr id="1000" name="Google Shape;1000;p77"/>
          <p:cNvSpPr/>
          <p:nvPr/>
        </p:nvSpPr>
        <p:spPr>
          <a:xfrm>
            <a:off x="-36075" y="-506250"/>
            <a:ext cx="5210100" cy="2575500"/>
          </a:xfrm>
          <a:prstGeom prst="ellipse">
            <a:avLst/>
          </a:prstGeom>
          <a:gradFill>
            <a:gsLst>
              <a:gs pos="0">
                <a:srgbClr val="191919">
                  <a:alpha val="47843"/>
                </a:srgbClr>
              </a:gs>
              <a:gs pos="50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77"/>
          <p:cNvSpPr txBox="1">
            <a:spLocks noGrp="1"/>
          </p:cNvSpPr>
          <p:nvPr>
            <p:ph type="title"/>
          </p:nvPr>
        </p:nvSpPr>
        <p:spPr>
          <a:xfrm>
            <a:off x="720000" y="540000"/>
            <a:ext cx="3852000" cy="857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 A THOUSAND WORDS</a:t>
            </a:r>
            <a:endParaRPr/>
          </a:p>
        </p:txBody>
      </p:sp>
      <p:sp>
        <p:nvSpPr>
          <p:cNvPr id="1002" name="Google Shape;1002;p77">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7">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7"/>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5"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005" name="Google Shape;1005;p77">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7">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7" name="Google Shape;1007;p77">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008" name="Google Shape;1008;p77">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 name="Google Shape;1009;p77">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bg>
      <p:bgPr>
        <a:blipFill>
          <a:blip r:embed="rId3">
            <a:alphaModFix/>
          </a:blip>
          <a:stretch>
            <a:fillRect/>
          </a:stretch>
        </a:blipFill>
        <a:effectLst/>
      </p:bgPr>
    </p:bg>
    <p:spTree>
      <p:nvGrpSpPr>
        <p:cNvPr id="1" name="Shape 1013"/>
        <p:cNvGrpSpPr/>
        <p:nvPr/>
      </p:nvGrpSpPr>
      <p:grpSpPr>
        <a:xfrm>
          <a:off x="0" y="0"/>
          <a:ext cx="0" cy="0"/>
          <a:chOff x="0" y="0"/>
          <a:chExt cx="0" cy="0"/>
        </a:xfrm>
      </p:grpSpPr>
      <p:sp>
        <p:nvSpPr>
          <p:cNvPr id="1014" name="Google Shape;1014;p78"/>
          <p:cNvSpPr txBox="1">
            <a:spLocks noGrp="1"/>
          </p:cNvSpPr>
          <p:nvPr>
            <p:ph type="title"/>
          </p:nvPr>
        </p:nvSpPr>
        <p:spPr>
          <a:xfrm>
            <a:off x="5455975" y="1555800"/>
            <a:ext cx="2974800" cy="2031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A PICTURE IS WORTH A THOUSAND WORDS</a:t>
            </a:r>
            <a:endParaRPr/>
          </a:p>
        </p:txBody>
      </p:sp>
      <p:pic>
        <p:nvPicPr>
          <p:cNvPr id="1015" name="Google Shape;1015;p78"/>
          <p:cNvPicPr preferRelativeResize="0"/>
          <p:nvPr/>
        </p:nvPicPr>
        <p:blipFill rotWithShape="1">
          <a:blip r:embed="rId4">
            <a:alphaModFix/>
          </a:blip>
          <a:srcRect l="7340" r="4538" b="19768"/>
          <a:stretch/>
        </p:blipFill>
        <p:spPr>
          <a:xfrm rot="-1453736">
            <a:off x="-1573681" y="-1354339"/>
            <a:ext cx="4377389" cy="3020051"/>
          </a:xfrm>
          <a:prstGeom prst="rect">
            <a:avLst/>
          </a:prstGeom>
          <a:noFill/>
          <a:ln>
            <a:noFill/>
          </a:ln>
        </p:spPr>
      </p:pic>
      <p:pic>
        <p:nvPicPr>
          <p:cNvPr id="1016" name="Google Shape;1016;p78"/>
          <p:cNvPicPr preferRelativeResize="0"/>
          <p:nvPr/>
        </p:nvPicPr>
        <p:blipFill>
          <a:blip r:embed="rId5">
            <a:alphaModFix/>
          </a:blip>
          <a:stretch>
            <a:fillRect/>
          </a:stretch>
        </p:blipFill>
        <p:spPr>
          <a:xfrm rot="-2845474">
            <a:off x="4205802" y="3767612"/>
            <a:ext cx="732394" cy="555006"/>
          </a:xfrm>
          <a:prstGeom prst="rect">
            <a:avLst/>
          </a:prstGeom>
          <a:noFill/>
          <a:ln>
            <a:noFill/>
          </a:ln>
        </p:spPr>
      </p:pic>
      <p:pic>
        <p:nvPicPr>
          <p:cNvPr id="1017" name="Google Shape;1017;p78"/>
          <p:cNvPicPr preferRelativeResize="0"/>
          <p:nvPr/>
        </p:nvPicPr>
        <p:blipFill rotWithShape="1">
          <a:blip r:embed="rId4">
            <a:alphaModFix/>
          </a:blip>
          <a:srcRect l="7340" r="4538" b="19768"/>
          <a:stretch/>
        </p:blipFill>
        <p:spPr>
          <a:xfrm rot="-2107225">
            <a:off x="6999444" y="4007611"/>
            <a:ext cx="4377389" cy="3020052"/>
          </a:xfrm>
          <a:prstGeom prst="rect">
            <a:avLst/>
          </a:prstGeom>
          <a:noFill/>
          <a:ln>
            <a:noFill/>
          </a:ln>
        </p:spPr>
      </p:pic>
      <p:sp>
        <p:nvSpPr>
          <p:cNvPr id="1018" name="Google Shape;1018;p78">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8">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8"/>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7"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021" name="Google Shape;1021;p78">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8">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3" name="Google Shape;1023;p78">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024" name="Google Shape;1024;p78">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5" name="Google Shape;1025;p78">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15"/>
                                        </p:tgtEl>
                                        <p:attrNameLst>
                                          <p:attrName>style.visibility</p:attrName>
                                        </p:attrNameLst>
                                      </p:cBhvr>
                                      <p:to>
                                        <p:strVal val="visible"/>
                                      </p:to>
                                    </p:set>
                                    <p:anim calcmode="lin" valueType="num">
                                      <p:cBhvr additive="base">
                                        <p:cTn id="7" dur="1000"/>
                                        <p:tgtEl>
                                          <p:spTgt spid="1015"/>
                                        </p:tgtEl>
                                        <p:attrNameLst>
                                          <p:attrName>ppt_x</p:attrName>
                                        </p:attrNameLst>
                                      </p:cBhvr>
                                      <p:tavLst>
                                        <p:tav tm="0">
                                          <p:val>
                                            <p:strVal val="#ppt_x-1"/>
                                          </p:val>
                                        </p:tav>
                                        <p:tav tm="100000">
                                          <p:val>
                                            <p:strVal val="#ppt_x"/>
                                          </p:val>
                                        </p:tav>
                                      </p:tavLst>
                                    </p:anim>
                                  </p:childTnLst>
                                </p:cTn>
                              </p:par>
                              <p:par>
                                <p:cTn id="8" presetID="2" presetClass="entr" presetSubtype="4" fill="hold" nodeType="withEffect">
                                  <p:stCondLst>
                                    <p:cond delay="0"/>
                                  </p:stCondLst>
                                  <p:childTnLst>
                                    <p:set>
                                      <p:cBhvr>
                                        <p:cTn id="9" dur="1" fill="hold">
                                          <p:stCondLst>
                                            <p:cond delay="0"/>
                                          </p:stCondLst>
                                        </p:cTn>
                                        <p:tgtEl>
                                          <p:spTgt spid="1017"/>
                                        </p:tgtEl>
                                        <p:attrNameLst>
                                          <p:attrName>style.visibility</p:attrName>
                                        </p:attrNameLst>
                                      </p:cBhvr>
                                      <p:to>
                                        <p:strVal val="visible"/>
                                      </p:to>
                                    </p:set>
                                    <p:anim calcmode="lin" valueType="num">
                                      <p:cBhvr additive="base">
                                        <p:cTn id="10" dur="1000"/>
                                        <p:tgtEl>
                                          <p:spTgt spid="1017"/>
                                        </p:tgtEl>
                                        <p:attrNameLst>
                                          <p:attrName>ppt_y</p:attrName>
                                        </p:attrNameLst>
                                      </p:cBhvr>
                                      <p:tavLst>
                                        <p:tav tm="0">
                                          <p:val>
                                            <p:strVal val="#ppt_y+1"/>
                                          </p:val>
                                        </p:tav>
                                        <p:tav tm="100000">
                                          <p:val>
                                            <p:strVal val="#ppt_y"/>
                                          </p:val>
                                        </p:tav>
                                      </p:tavLst>
                                    </p:anim>
                                  </p:childTnLst>
                                </p:cTn>
                              </p:par>
                              <p:par>
                                <p:cTn id="11" presetID="10" presetClass="entr" presetSubtype="0" fill="hold" nodeType="withEffect">
                                  <p:stCondLst>
                                    <p:cond delay="0"/>
                                  </p:stCondLst>
                                  <p:childTnLst>
                                    <p:set>
                                      <p:cBhvr>
                                        <p:cTn id="12" dur="1" fill="hold">
                                          <p:stCondLst>
                                            <p:cond delay="0"/>
                                          </p:stCondLst>
                                        </p:cTn>
                                        <p:tgtEl>
                                          <p:spTgt spid="1016"/>
                                        </p:tgtEl>
                                        <p:attrNameLst>
                                          <p:attrName>style.visibility</p:attrName>
                                        </p:attrNameLst>
                                      </p:cBhvr>
                                      <p:to>
                                        <p:strVal val="visible"/>
                                      </p:to>
                                    </p:set>
                                    <p:animEffect transition="in" filter="fade">
                                      <p:cBhvr>
                                        <p:cTn id="13" dur="1000"/>
                                        <p:tgtEl>
                                          <p:spTgt spid="10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Shape 1029"/>
        <p:cNvGrpSpPr/>
        <p:nvPr/>
      </p:nvGrpSpPr>
      <p:grpSpPr>
        <a:xfrm>
          <a:off x="0" y="0"/>
          <a:ext cx="0" cy="0"/>
          <a:chOff x="0" y="0"/>
          <a:chExt cx="0" cy="0"/>
        </a:xfrm>
      </p:grpSpPr>
      <p:sp>
        <p:nvSpPr>
          <p:cNvPr id="1030" name="Google Shape;1030;p79"/>
          <p:cNvSpPr/>
          <p:nvPr/>
        </p:nvSpPr>
        <p:spPr>
          <a:xfrm>
            <a:off x="3129340" y="2712763"/>
            <a:ext cx="2692703" cy="444668"/>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WORDS</a:t>
            </a:r>
          </a:p>
        </p:txBody>
      </p:sp>
      <p:sp>
        <p:nvSpPr>
          <p:cNvPr id="1031" name="Google Shape;1031;p79"/>
          <p:cNvSpPr/>
          <p:nvPr/>
        </p:nvSpPr>
        <p:spPr>
          <a:xfrm>
            <a:off x="2653261" y="1983532"/>
            <a:ext cx="3699997" cy="444668"/>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AWESOME</a:t>
            </a:r>
          </a:p>
        </p:txBody>
      </p:sp>
      <p:sp>
        <p:nvSpPr>
          <p:cNvPr id="1032" name="Google Shape;1032;p79"/>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rPr>
              <a:t>AWESOME WORDS</a:t>
            </a:r>
            <a:endParaRPr>
              <a:solidFill>
                <a:schemeClr val="dk2"/>
              </a:solidFill>
            </a:endParaRPr>
          </a:p>
        </p:txBody>
      </p:sp>
      <p:sp>
        <p:nvSpPr>
          <p:cNvPr id="1033" name="Google Shape;1033;p79">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79">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9"/>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4"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036" name="Google Shape;1036;p79">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79">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8" name="Google Shape;1038;p79">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039" name="Google Shape;1039;p79">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0" name="Google Shape;1040;p79">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Shape 1044"/>
        <p:cNvGrpSpPr/>
        <p:nvPr/>
      </p:nvGrpSpPr>
      <p:grpSpPr>
        <a:xfrm>
          <a:off x="0" y="0"/>
          <a:ext cx="0" cy="0"/>
          <a:chOff x="0" y="0"/>
          <a:chExt cx="0" cy="0"/>
        </a:xfrm>
      </p:grpSpPr>
      <p:sp>
        <p:nvSpPr>
          <p:cNvPr id="1045" name="Google Shape;1045;p80"/>
          <p:cNvSpPr/>
          <p:nvPr/>
        </p:nvSpPr>
        <p:spPr>
          <a:xfrm>
            <a:off x="4876725" y="-2473628"/>
            <a:ext cx="4323600" cy="43236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80"/>
          <p:cNvSpPr/>
          <p:nvPr/>
        </p:nvSpPr>
        <p:spPr>
          <a:xfrm>
            <a:off x="1221300" y="3898681"/>
            <a:ext cx="2784600" cy="27846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80"/>
          <p:cNvSpPr/>
          <p:nvPr/>
        </p:nvSpPr>
        <p:spPr>
          <a:xfrm>
            <a:off x="-1095287" y="-2143862"/>
            <a:ext cx="4116000" cy="41160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48" name="Google Shape;1048;p80"/>
          <p:cNvPicPr preferRelativeResize="0"/>
          <p:nvPr/>
        </p:nvPicPr>
        <p:blipFill rotWithShape="1">
          <a:blip r:embed="rId3">
            <a:alphaModFix/>
          </a:blip>
          <a:srcRect l="7340" r="4538" b="19768"/>
          <a:stretch/>
        </p:blipFill>
        <p:spPr>
          <a:xfrm rot="9134658">
            <a:off x="6198456" y="3484670"/>
            <a:ext cx="4017216" cy="2771563"/>
          </a:xfrm>
          <a:prstGeom prst="rect">
            <a:avLst/>
          </a:prstGeom>
          <a:noFill/>
          <a:ln>
            <a:noFill/>
          </a:ln>
        </p:spPr>
      </p:pic>
      <p:pic>
        <p:nvPicPr>
          <p:cNvPr id="1049" name="Google Shape;1049;p80"/>
          <p:cNvPicPr preferRelativeResize="0"/>
          <p:nvPr/>
        </p:nvPicPr>
        <p:blipFill rotWithShape="1">
          <a:blip r:embed="rId3">
            <a:alphaModFix/>
          </a:blip>
          <a:srcRect l="7340" r="4538" b="19768"/>
          <a:stretch/>
        </p:blipFill>
        <p:spPr>
          <a:xfrm rot="-151338" flipH="1">
            <a:off x="3409941" y="-2595477"/>
            <a:ext cx="6209997" cy="4284400"/>
          </a:xfrm>
          <a:prstGeom prst="rect">
            <a:avLst/>
          </a:prstGeom>
          <a:noFill/>
          <a:ln>
            <a:noFill/>
          </a:ln>
        </p:spPr>
      </p:pic>
      <p:pic>
        <p:nvPicPr>
          <p:cNvPr id="1050" name="Google Shape;1050;p80"/>
          <p:cNvPicPr preferRelativeResize="0"/>
          <p:nvPr/>
        </p:nvPicPr>
        <p:blipFill rotWithShape="1">
          <a:blip r:embed="rId3">
            <a:alphaModFix/>
          </a:blip>
          <a:srcRect l="7340" r="4538" b="19768"/>
          <a:stretch/>
        </p:blipFill>
        <p:spPr>
          <a:xfrm rot="-3218813">
            <a:off x="-1858633" y="-455457"/>
            <a:ext cx="4118967" cy="2841738"/>
          </a:xfrm>
          <a:prstGeom prst="rect">
            <a:avLst/>
          </a:prstGeom>
          <a:noFill/>
          <a:ln>
            <a:noFill/>
          </a:ln>
        </p:spPr>
      </p:pic>
      <p:pic>
        <p:nvPicPr>
          <p:cNvPr id="1051" name="Google Shape;1051;p80"/>
          <p:cNvPicPr preferRelativeResize="0"/>
          <p:nvPr/>
        </p:nvPicPr>
        <p:blipFill rotWithShape="1">
          <a:blip r:embed="rId3">
            <a:alphaModFix/>
          </a:blip>
          <a:srcRect l="7340" r="4538" b="19768"/>
          <a:stretch/>
        </p:blipFill>
        <p:spPr>
          <a:xfrm rot="7857552">
            <a:off x="-683926" y="4236036"/>
            <a:ext cx="3498427" cy="2413616"/>
          </a:xfrm>
          <a:prstGeom prst="rect">
            <a:avLst/>
          </a:prstGeom>
          <a:noFill/>
          <a:ln>
            <a:noFill/>
          </a:ln>
        </p:spPr>
      </p:pic>
      <p:pic>
        <p:nvPicPr>
          <p:cNvPr id="1052" name="Google Shape;1052;p80"/>
          <p:cNvPicPr preferRelativeResize="0"/>
          <p:nvPr/>
        </p:nvPicPr>
        <p:blipFill rotWithShape="1">
          <a:blip r:embed="rId3">
            <a:alphaModFix/>
          </a:blip>
          <a:srcRect l="7340" r="4538" b="19768"/>
          <a:stretch/>
        </p:blipFill>
        <p:spPr>
          <a:xfrm rot="-969080">
            <a:off x="1334578" y="611763"/>
            <a:ext cx="1486091" cy="1025275"/>
          </a:xfrm>
          <a:prstGeom prst="rect">
            <a:avLst/>
          </a:prstGeom>
          <a:noFill/>
          <a:ln>
            <a:noFill/>
          </a:ln>
        </p:spPr>
      </p:pic>
      <p:pic>
        <p:nvPicPr>
          <p:cNvPr id="1053" name="Google Shape;1053;p80"/>
          <p:cNvPicPr preferRelativeResize="0"/>
          <p:nvPr/>
        </p:nvPicPr>
        <p:blipFill rotWithShape="1">
          <a:blip r:embed="rId3">
            <a:alphaModFix/>
          </a:blip>
          <a:srcRect l="7340" r="4538" b="19768"/>
          <a:stretch/>
        </p:blipFill>
        <p:spPr>
          <a:xfrm rot="-3600069">
            <a:off x="7532675" y="3364418"/>
            <a:ext cx="817221" cy="563813"/>
          </a:xfrm>
          <a:prstGeom prst="rect">
            <a:avLst/>
          </a:prstGeom>
          <a:noFill/>
          <a:ln>
            <a:noFill/>
          </a:ln>
        </p:spPr>
      </p:pic>
      <p:pic>
        <p:nvPicPr>
          <p:cNvPr id="1054" name="Google Shape;1054;p80"/>
          <p:cNvPicPr preferRelativeResize="0"/>
          <p:nvPr/>
        </p:nvPicPr>
        <p:blipFill>
          <a:blip r:embed="rId4">
            <a:alphaModFix/>
          </a:blip>
          <a:stretch>
            <a:fillRect/>
          </a:stretch>
        </p:blipFill>
        <p:spPr>
          <a:xfrm rot="10800000">
            <a:off x="4635204" y="3934327"/>
            <a:ext cx="3185085" cy="2413624"/>
          </a:xfrm>
          <a:prstGeom prst="rect">
            <a:avLst/>
          </a:prstGeom>
          <a:noFill/>
          <a:ln>
            <a:noFill/>
          </a:ln>
        </p:spPr>
      </p:pic>
      <p:sp>
        <p:nvSpPr>
          <p:cNvPr id="1055" name="Google Shape;1055;p80"/>
          <p:cNvSpPr/>
          <p:nvPr/>
        </p:nvSpPr>
        <p:spPr>
          <a:xfrm>
            <a:off x="1951353" y="2712763"/>
            <a:ext cx="5103784" cy="44528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INTELLIGENCE</a:t>
            </a:r>
          </a:p>
        </p:txBody>
      </p:sp>
      <p:sp>
        <p:nvSpPr>
          <p:cNvPr id="1056" name="Google Shape;1056;p80"/>
          <p:cNvSpPr/>
          <p:nvPr/>
        </p:nvSpPr>
        <p:spPr>
          <a:xfrm>
            <a:off x="2614369" y="1983532"/>
            <a:ext cx="3805605" cy="44528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ARTIFICIAL</a:t>
            </a:r>
          </a:p>
        </p:txBody>
      </p:sp>
      <p:sp>
        <p:nvSpPr>
          <p:cNvPr id="1057" name="Google Shape;1057;p80"/>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ARTIFICIAL INTELLIGENCE</a:t>
            </a:r>
            <a:endParaRPr/>
          </a:p>
        </p:txBody>
      </p:sp>
      <p:pic>
        <p:nvPicPr>
          <p:cNvPr id="1058" name="Google Shape;1058;p80"/>
          <p:cNvPicPr preferRelativeResize="0"/>
          <p:nvPr/>
        </p:nvPicPr>
        <p:blipFill>
          <a:blip r:embed="rId4">
            <a:alphaModFix/>
          </a:blip>
          <a:stretch>
            <a:fillRect/>
          </a:stretch>
        </p:blipFill>
        <p:spPr>
          <a:xfrm rot="9253969">
            <a:off x="7082251" y="477729"/>
            <a:ext cx="3185088" cy="2413623"/>
          </a:xfrm>
          <a:prstGeom prst="rect">
            <a:avLst/>
          </a:prstGeom>
          <a:noFill/>
          <a:ln>
            <a:noFill/>
          </a:ln>
        </p:spPr>
      </p:pic>
      <p:pic>
        <p:nvPicPr>
          <p:cNvPr id="1059" name="Google Shape;1059;p80"/>
          <p:cNvPicPr preferRelativeResize="0"/>
          <p:nvPr/>
        </p:nvPicPr>
        <p:blipFill>
          <a:blip r:embed="rId4">
            <a:alphaModFix/>
          </a:blip>
          <a:stretch>
            <a:fillRect/>
          </a:stretch>
        </p:blipFill>
        <p:spPr>
          <a:xfrm rot="-5400000">
            <a:off x="-871798" y="3915988"/>
            <a:ext cx="1969777" cy="1492675"/>
          </a:xfrm>
          <a:prstGeom prst="rect">
            <a:avLst/>
          </a:prstGeom>
          <a:noFill/>
          <a:ln>
            <a:noFill/>
          </a:ln>
        </p:spPr>
      </p:pic>
      <p:sp>
        <p:nvSpPr>
          <p:cNvPr id="1060" name="Google Shape;1060;p80">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80">
            <a:hlinkClick r:id="rId5"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80"/>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6"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063" name="Google Shape;1063;p80">
            <a:hlinkClick r:id="rId5"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80">
            <a:hlinkClick r:id="rId5"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 name="Google Shape;1065;p80">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066" name="Google Shape;1066;p80">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 name="Google Shape;1067;p80">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48"/>
                                        </p:tgtEl>
                                        <p:attrNameLst>
                                          <p:attrName>style.visibility</p:attrName>
                                        </p:attrNameLst>
                                      </p:cBhvr>
                                      <p:to>
                                        <p:strVal val="visible"/>
                                      </p:to>
                                    </p:set>
                                    <p:anim calcmode="lin" valueType="num">
                                      <p:cBhvr additive="base">
                                        <p:cTn id="7" dur="1000"/>
                                        <p:tgtEl>
                                          <p:spTgt spid="1048"/>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1049"/>
                                        </p:tgtEl>
                                        <p:attrNameLst>
                                          <p:attrName>style.visibility</p:attrName>
                                        </p:attrNameLst>
                                      </p:cBhvr>
                                      <p:to>
                                        <p:strVal val="visible"/>
                                      </p:to>
                                    </p:set>
                                    <p:anim calcmode="lin" valueType="num">
                                      <p:cBhvr additive="base">
                                        <p:cTn id="10" dur="1000"/>
                                        <p:tgtEl>
                                          <p:spTgt spid="1049"/>
                                        </p:tgtEl>
                                        <p:attrNameLst>
                                          <p:attrName>ppt_y</p:attrName>
                                        </p:attrNameLst>
                                      </p:cBhvr>
                                      <p:tavLst>
                                        <p:tav tm="0">
                                          <p:val>
                                            <p:strVal val="#ppt_y-1"/>
                                          </p:val>
                                        </p:tav>
                                        <p:tav tm="100000">
                                          <p:val>
                                            <p:strVal val="#ppt_y"/>
                                          </p:val>
                                        </p:tav>
                                      </p:tavLst>
                                    </p:anim>
                                  </p:childTnLst>
                                </p:cTn>
                              </p:par>
                              <p:par>
                                <p:cTn id="11" presetID="2" presetClass="entr" presetSubtype="8" fill="hold" nodeType="withEffect">
                                  <p:stCondLst>
                                    <p:cond delay="0"/>
                                  </p:stCondLst>
                                  <p:childTnLst>
                                    <p:set>
                                      <p:cBhvr>
                                        <p:cTn id="12" dur="1" fill="hold">
                                          <p:stCondLst>
                                            <p:cond delay="0"/>
                                          </p:stCondLst>
                                        </p:cTn>
                                        <p:tgtEl>
                                          <p:spTgt spid="1050"/>
                                        </p:tgtEl>
                                        <p:attrNameLst>
                                          <p:attrName>style.visibility</p:attrName>
                                        </p:attrNameLst>
                                      </p:cBhvr>
                                      <p:to>
                                        <p:strVal val="visible"/>
                                      </p:to>
                                    </p:set>
                                    <p:anim calcmode="lin" valueType="num">
                                      <p:cBhvr additive="base">
                                        <p:cTn id="13" dur="1000"/>
                                        <p:tgtEl>
                                          <p:spTgt spid="1050"/>
                                        </p:tgtEl>
                                        <p:attrNameLst>
                                          <p:attrName>ppt_x</p:attrName>
                                        </p:attrNameLst>
                                      </p:cBhvr>
                                      <p:tavLst>
                                        <p:tav tm="0">
                                          <p:val>
                                            <p:strVal val="#ppt_x-1"/>
                                          </p:val>
                                        </p:tav>
                                        <p:tav tm="100000">
                                          <p:val>
                                            <p:strVal val="#ppt_x"/>
                                          </p:val>
                                        </p:tav>
                                      </p:tavLst>
                                    </p:anim>
                                  </p:childTnLst>
                                </p:cTn>
                              </p:par>
                              <p:par>
                                <p:cTn id="14" presetID="2" presetClass="entr" presetSubtype="4" fill="hold" nodeType="withEffect">
                                  <p:stCondLst>
                                    <p:cond delay="0"/>
                                  </p:stCondLst>
                                  <p:childTnLst>
                                    <p:set>
                                      <p:cBhvr>
                                        <p:cTn id="15" dur="1" fill="hold">
                                          <p:stCondLst>
                                            <p:cond delay="0"/>
                                          </p:stCondLst>
                                        </p:cTn>
                                        <p:tgtEl>
                                          <p:spTgt spid="1051"/>
                                        </p:tgtEl>
                                        <p:attrNameLst>
                                          <p:attrName>style.visibility</p:attrName>
                                        </p:attrNameLst>
                                      </p:cBhvr>
                                      <p:to>
                                        <p:strVal val="visible"/>
                                      </p:to>
                                    </p:set>
                                    <p:anim calcmode="lin" valueType="num">
                                      <p:cBhvr additive="base">
                                        <p:cTn id="16" dur="1000"/>
                                        <p:tgtEl>
                                          <p:spTgt spid="1051"/>
                                        </p:tgtEl>
                                        <p:attrNameLst>
                                          <p:attrName>ppt_y</p:attrName>
                                        </p:attrNameLst>
                                      </p:cBhvr>
                                      <p:tavLst>
                                        <p:tav tm="0">
                                          <p:val>
                                            <p:strVal val="#ppt_y+1"/>
                                          </p:val>
                                        </p:tav>
                                        <p:tav tm="100000">
                                          <p:val>
                                            <p:strVal val="#ppt_y"/>
                                          </p:val>
                                        </p:tav>
                                      </p:tavLst>
                                    </p:anim>
                                  </p:childTnLst>
                                </p:cTn>
                              </p:par>
                              <p:par>
                                <p:cTn id="17" presetID="23" presetClass="entr" presetSubtype="16" fill="hold" nodeType="withEffect">
                                  <p:stCondLst>
                                    <p:cond delay="0"/>
                                  </p:stCondLst>
                                  <p:childTnLst>
                                    <p:set>
                                      <p:cBhvr>
                                        <p:cTn id="18" dur="1" fill="hold">
                                          <p:stCondLst>
                                            <p:cond delay="0"/>
                                          </p:stCondLst>
                                        </p:cTn>
                                        <p:tgtEl>
                                          <p:spTgt spid="1055"/>
                                        </p:tgtEl>
                                        <p:attrNameLst>
                                          <p:attrName>style.visibility</p:attrName>
                                        </p:attrNameLst>
                                      </p:cBhvr>
                                      <p:to>
                                        <p:strVal val="visible"/>
                                      </p:to>
                                    </p:set>
                                    <p:anim calcmode="lin" valueType="num">
                                      <p:cBhvr additive="base">
                                        <p:cTn id="19" dur="600"/>
                                        <p:tgtEl>
                                          <p:spTgt spid="1055"/>
                                        </p:tgtEl>
                                        <p:attrNameLst>
                                          <p:attrName>ppt_w</p:attrName>
                                        </p:attrNameLst>
                                      </p:cBhvr>
                                      <p:tavLst>
                                        <p:tav tm="0">
                                          <p:val>
                                            <p:strVal val="0"/>
                                          </p:val>
                                        </p:tav>
                                        <p:tav tm="100000">
                                          <p:val>
                                            <p:strVal val="#ppt_w"/>
                                          </p:val>
                                        </p:tav>
                                      </p:tavLst>
                                    </p:anim>
                                    <p:anim calcmode="lin" valueType="num">
                                      <p:cBhvr additive="base">
                                        <p:cTn id="20" dur="600"/>
                                        <p:tgtEl>
                                          <p:spTgt spid="1055"/>
                                        </p:tgtEl>
                                        <p:attrNameLst>
                                          <p:attrName>ppt_h</p:attrName>
                                        </p:attrNameLst>
                                      </p:cBhvr>
                                      <p:tavLst>
                                        <p:tav tm="0">
                                          <p:val>
                                            <p:strVal val="0"/>
                                          </p:val>
                                        </p:tav>
                                        <p:tav tm="100000">
                                          <p:val>
                                            <p:strVal val="#ppt_h"/>
                                          </p:val>
                                        </p:tav>
                                      </p:tavLst>
                                    </p:anim>
                                  </p:childTnLst>
                                </p:cTn>
                              </p:par>
                              <p:par>
                                <p:cTn id="21" presetID="23" presetClass="entr" presetSubtype="16" fill="hold" nodeType="withEffect">
                                  <p:stCondLst>
                                    <p:cond delay="0"/>
                                  </p:stCondLst>
                                  <p:childTnLst>
                                    <p:set>
                                      <p:cBhvr>
                                        <p:cTn id="22" dur="1" fill="hold">
                                          <p:stCondLst>
                                            <p:cond delay="0"/>
                                          </p:stCondLst>
                                        </p:cTn>
                                        <p:tgtEl>
                                          <p:spTgt spid="1056"/>
                                        </p:tgtEl>
                                        <p:attrNameLst>
                                          <p:attrName>style.visibility</p:attrName>
                                        </p:attrNameLst>
                                      </p:cBhvr>
                                      <p:to>
                                        <p:strVal val="visible"/>
                                      </p:to>
                                    </p:set>
                                    <p:anim calcmode="lin" valueType="num">
                                      <p:cBhvr additive="base">
                                        <p:cTn id="23" dur="600"/>
                                        <p:tgtEl>
                                          <p:spTgt spid="1056"/>
                                        </p:tgtEl>
                                        <p:attrNameLst>
                                          <p:attrName>ppt_w</p:attrName>
                                        </p:attrNameLst>
                                      </p:cBhvr>
                                      <p:tavLst>
                                        <p:tav tm="0">
                                          <p:val>
                                            <p:strVal val="0"/>
                                          </p:val>
                                        </p:tav>
                                        <p:tav tm="100000">
                                          <p:val>
                                            <p:strVal val="#ppt_w"/>
                                          </p:val>
                                        </p:tav>
                                      </p:tavLst>
                                    </p:anim>
                                    <p:anim calcmode="lin" valueType="num">
                                      <p:cBhvr additive="base">
                                        <p:cTn id="24" dur="600"/>
                                        <p:tgtEl>
                                          <p:spTgt spid="1056"/>
                                        </p:tgtEl>
                                        <p:attrNameLst>
                                          <p:attrName>ppt_h</p:attrName>
                                        </p:attrNameLst>
                                      </p:cBhvr>
                                      <p:tavLst>
                                        <p:tav tm="0">
                                          <p:val>
                                            <p:str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1057"/>
                                        </p:tgtEl>
                                        <p:attrNameLst>
                                          <p:attrName>style.visibility</p:attrName>
                                        </p:attrNameLst>
                                      </p:cBhvr>
                                      <p:to>
                                        <p:strVal val="visible"/>
                                      </p:to>
                                    </p:set>
                                    <p:anim calcmode="lin" valueType="num">
                                      <p:cBhvr additive="base">
                                        <p:cTn id="27" dur="600"/>
                                        <p:tgtEl>
                                          <p:spTgt spid="1057"/>
                                        </p:tgtEl>
                                        <p:attrNameLst>
                                          <p:attrName>ppt_w</p:attrName>
                                        </p:attrNameLst>
                                      </p:cBhvr>
                                      <p:tavLst>
                                        <p:tav tm="0">
                                          <p:val>
                                            <p:strVal val="0"/>
                                          </p:val>
                                        </p:tav>
                                        <p:tav tm="100000">
                                          <p:val>
                                            <p:strVal val="#ppt_w"/>
                                          </p:val>
                                        </p:tav>
                                      </p:tavLst>
                                    </p:anim>
                                    <p:anim calcmode="lin" valueType="num">
                                      <p:cBhvr additive="base">
                                        <p:cTn id="28" dur="600"/>
                                        <p:tgtEl>
                                          <p:spTgt spid="1057"/>
                                        </p:tgtEl>
                                        <p:attrNameLst>
                                          <p:attrName>ppt_h</p:attrName>
                                        </p:attrNameLst>
                                      </p:cBhvr>
                                      <p:tavLst>
                                        <p:tav tm="0">
                                          <p:val>
                                            <p:strVal val="0"/>
                                          </p:val>
                                        </p:tav>
                                        <p:tav tm="100000">
                                          <p:val>
                                            <p:strVal val="#ppt_h"/>
                                          </p:val>
                                        </p:tav>
                                      </p:tavLst>
                                    </p:anim>
                                  </p:childTnLst>
                                </p:cTn>
                              </p:par>
                              <p:par>
                                <p:cTn id="29" presetID="2" presetClass="entr" presetSubtype="4" fill="hold" nodeType="withEffect">
                                  <p:stCondLst>
                                    <p:cond delay="0"/>
                                  </p:stCondLst>
                                  <p:childTnLst>
                                    <p:set>
                                      <p:cBhvr>
                                        <p:cTn id="30" dur="1" fill="hold">
                                          <p:stCondLst>
                                            <p:cond delay="0"/>
                                          </p:stCondLst>
                                        </p:cTn>
                                        <p:tgtEl>
                                          <p:spTgt spid="1054"/>
                                        </p:tgtEl>
                                        <p:attrNameLst>
                                          <p:attrName>style.visibility</p:attrName>
                                        </p:attrNameLst>
                                      </p:cBhvr>
                                      <p:to>
                                        <p:strVal val="visible"/>
                                      </p:to>
                                    </p:set>
                                    <p:anim calcmode="lin" valueType="num">
                                      <p:cBhvr additive="base">
                                        <p:cTn id="31" dur="1000"/>
                                        <p:tgtEl>
                                          <p:spTgt spid="1054"/>
                                        </p:tgtEl>
                                        <p:attrNameLst>
                                          <p:attrName>ppt_y</p:attrName>
                                        </p:attrNameLst>
                                      </p:cBhvr>
                                      <p:tavLst>
                                        <p:tav tm="0">
                                          <p:val>
                                            <p:strVal val="#ppt_y+1"/>
                                          </p:val>
                                        </p:tav>
                                        <p:tav tm="100000">
                                          <p:val>
                                            <p:strVal val="#ppt_y"/>
                                          </p:val>
                                        </p:tav>
                                      </p:tavLst>
                                    </p:anim>
                                  </p:childTnLst>
                                </p:cTn>
                              </p:par>
                              <p:par>
                                <p:cTn id="32" presetID="2" presetClass="entr" presetSubtype="2" fill="hold" nodeType="withEffect">
                                  <p:stCondLst>
                                    <p:cond delay="0"/>
                                  </p:stCondLst>
                                  <p:childTnLst>
                                    <p:set>
                                      <p:cBhvr>
                                        <p:cTn id="33" dur="1" fill="hold">
                                          <p:stCondLst>
                                            <p:cond delay="0"/>
                                          </p:stCondLst>
                                        </p:cTn>
                                        <p:tgtEl>
                                          <p:spTgt spid="1058"/>
                                        </p:tgtEl>
                                        <p:attrNameLst>
                                          <p:attrName>style.visibility</p:attrName>
                                        </p:attrNameLst>
                                      </p:cBhvr>
                                      <p:to>
                                        <p:strVal val="visible"/>
                                      </p:to>
                                    </p:set>
                                    <p:anim calcmode="lin" valueType="num">
                                      <p:cBhvr additive="base">
                                        <p:cTn id="34" dur="1000"/>
                                        <p:tgtEl>
                                          <p:spTgt spid="1058"/>
                                        </p:tgtEl>
                                        <p:attrNameLst>
                                          <p:attrName>ppt_x</p:attrName>
                                        </p:attrNameLst>
                                      </p:cBhvr>
                                      <p:tavLst>
                                        <p:tav tm="0">
                                          <p:val>
                                            <p:strVal val="#ppt_x+1"/>
                                          </p:val>
                                        </p:tav>
                                        <p:tav tm="100000">
                                          <p:val>
                                            <p:strVal val="#ppt_x"/>
                                          </p:val>
                                        </p:tav>
                                      </p:tavLst>
                                    </p:anim>
                                  </p:childTnLst>
                                </p:cTn>
                              </p:par>
                              <p:par>
                                <p:cTn id="35" presetID="2" presetClass="entr" presetSubtype="8" fill="hold" nodeType="withEffect">
                                  <p:stCondLst>
                                    <p:cond delay="0"/>
                                  </p:stCondLst>
                                  <p:childTnLst>
                                    <p:set>
                                      <p:cBhvr>
                                        <p:cTn id="36" dur="1" fill="hold">
                                          <p:stCondLst>
                                            <p:cond delay="0"/>
                                          </p:stCondLst>
                                        </p:cTn>
                                        <p:tgtEl>
                                          <p:spTgt spid="1059"/>
                                        </p:tgtEl>
                                        <p:attrNameLst>
                                          <p:attrName>style.visibility</p:attrName>
                                        </p:attrNameLst>
                                      </p:cBhvr>
                                      <p:to>
                                        <p:strVal val="visible"/>
                                      </p:to>
                                    </p:set>
                                    <p:anim calcmode="lin" valueType="num">
                                      <p:cBhvr additive="base">
                                        <p:cTn id="37" dur="1000"/>
                                        <p:tgtEl>
                                          <p:spTgt spid="1059"/>
                                        </p:tgtEl>
                                        <p:attrNameLst>
                                          <p:attrName>ppt_x</p:attrName>
                                        </p:attrNameLst>
                                      </p:cBhvr>
                                      <p:tavLst>
                                        <p:tav tm="0">
                                          <p:val>
                                            <p:strVal val="#ppt_x-1"/>
                                          </p:val>
                                        </p:tav>
                                        <p:tav tm="100000">
                                          <p:val>
                                            <p:strVal val="#ppt_x"/>
                                          </p:val>
                                        </p:tav>
                                      </p:tavLst>
                                    </p:anim>
                                  </p:childTnLst>
                                </p:cTn>
                              </p:par>
                              <p:par>
                                <p:cTn id="38" presetID="2" presetClass="entr" presetSubtype="1" fill="hold" nodeType="withEffect">
                                  <p:stCondLst>
                                    <p:cond delay="0"/>
                                  </p:stCondLst>
                                  <p:childTnLst>
                                    <p:set>
                                      <p:cBhvr>
                                        <p:cTn id="39" dur="1" fill="hold">
                                          <p:stCondLst>
                                            <p:cond delay="0"/>
                                          </p:stCondLst>
                                        </p:cTn>
                                        <p:tgtEl>
                                          <p:spTgt spid="1052"/>
                                        </p:tgtEl>
                                        <p:attrNameLst>
                                          <p:attrName>style.visibility</p:attrName>
                                        </p:attrNameLst>
                                      </p:cBhvr>
                                      <p:to>
                                        <p:strVal val="visible"/>
                                      </p:to>
                                    </p:set>
                                    <p:anim calcmode="lin" valueType="num">
                                      <p:cBhvr additive="base">
                                        <p:cTn id="40" dur="1000"/>
                                        <p:tgtEl>
                                          <p:spTgt spid="1052"/>
                                        </p:tgtEl>
                                        <p:attrNameLst>
                                          <p:attrName>ppt_y</p:attrName>
                                        </p:attrNameLst>
                                      </p:cBhvr>
                                      <p:tavLst>
                                        <p:tav tm="0">
                                          <p:val>
                                            <p:strVal val="#ppt_y-1"/>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1053"/>
                                        </p:tgtEl>
                                        <p:attrNameLst>
                                          <p:attrName>style.visibility</p:attrName>
                                        </p:attrNameLst>
                                      </p:cBhvr>
                                      <p:to>
                                        <p:strVal val="visible"/>
                                      </p:to>
                                    </p:set>
                                    <p:anim calcmode="lin" valueType="num">
                                      <p:cBhvr additive="base">
                                        <p:cTn id="43" dur="1000"/>
                                        <p:tgtEl>
                                          <p:spTgt spid="1053"/>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Shape 1071"/>
        <p:cNvGrpSpPr/>
        <p:nvPr/>
      </p:nvGrpSpPr>
      <p:grpSpPr>
        <a:xfrm>
          <a:off x="0" y="0"/>
          <a:ext cx="0" cy="0"/>
          <a:chOff x="0" y="0"/>
          <a:chExt cx="0" cy="0"/>
        </a:xfrm>
      </p:grpSpPr>
      <p:sp>
        <p:nvSpPr>
          <p:cNvPr id="1072" name="Google Shape;1072;p81"/>
          <p:cNvSpPr txBox="1"/>
          <p:nvPr/>
        </p:nvSpPr>
        <p:spPr>
          <a:xfrm>
            <a:off x="6037500" y="2022383"/>
            <a:ext cx="16386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Ceres is located in the main asteroid belt</a:t>
            </a:r>
            <a:endParaRPr>
              <a:solidFill>
                <a:schemeClr val="dk1"/>
              </a:solidFill>
              <a:latin typeface="Darker Grotesque Medium"/>
              <a:ea typeface="Darker Grotesque Medium"/>
              <a:cs typeface="Darker Grotesque Medium"/>
              <a:sym typeface="Darker Grotesque Medium"/>
            </a:endParaRPr>
          </a:p>
        </p:txBody>
      </p:sp>
      <p:sp>
        <p:nvSpPr>
          <p:cNvPr id="1073" name="Google Shape;1073;p81"/>
          <p:cNvSpPr txBox="1"/>
          <p:nvPr/>
        </p:nvSpPr>
        <p:spPr>
          <a:xfrm>
            <a:off x="6037500" y="2803317"/>
            <a:ext cx="16386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Saturn is a gas giant and has several rings</a:t>
            </a:r>
            <a:endParaRPr>
              <a:solidFill>
                <a:schemeClr val="dk1"/>
              </a:solidFill>
              <a:latin typeface="Darker Grotesque Medium"/>
              <a:ea typeface="Darker Grotesque Medium"/>
              <a:cs typeface="Darker Grotesque Medium"/>
              <a:sym typeface="Darker Grotesque Medium"/>
            </a:endParaRPr>
          </a:p>
        </p:txBody>
      </p:sp>
      <p:sp>
        <p:nvSpPr>
          <p:cNvPr id="1074" name="Google Shape;1074;p81"/>
          <p:cNvSpPr/>
          <p:nvPr/>
        </p:nvSpPr>
        <p:spPr>
          <a:xfrm>
            <a:off x="5863073" y="218707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075" name="Google Shape;1075;p81"/>
          <p:cNvSpPr/>
          <p:nvPr/>
        </p:nvSpPr>
        <p:spPr>
          <a:xfrm>
            <a:off x="5863073" y="296443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076" name="Google Shape;1076;p81"/>
          <p:cNvSpPr txBox="1"/>
          <p:nvPr/>
        </p:nvSpPr>
        <p:spPr>
          <a:xfrm>
            <a:off x="6037500" y="3584250"/>
            <a:ext cx="16386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Neptune is very far away from Earth</a:t>
            </a:r>
            <a:endParaRPr>
              <a:solidFill>
                <a:schemeClr val="dk1"/>
              </a:solidFill>
              <a:latin typeface="Darker Grotesque Medium"/>
              <a:ea typeface="Darker Grotesque Medium"/>
              <a:cs typeface="Darker Grotesque Medium"/>
              <a:sym typeface="Darker Grotesque Medium"/>
            </a:endParaRPr>
          </a:p>
        </p:txBody>
      </p:sp>
      <p:sp>
        <p:nvSpPr>
          <p:cNvPr id="1077" name="Google Shape;1077;p81"/>
          <p:cNvSpPr/>
          <p:nvPr/>
        </p:nvSpPr>
        <p:spPr>
          <a:xfrm>
            <a:off x="5863073" y="374179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pic>
        <p:nvPicPr>
          <p:cNvPr id="1078" name="Google Shape;1078;p81" title="Gráfico">
            <a:hlinkClick r:id="rId3"/>
          </p:cNvPr>
          <p:cNvPicPr preferRelativeResize="0"/>
          <p:nvPr/>
        </p:nvPicPr>
        <p:blipFill>
          <a:blip r:embed="rId4">
            <a:alphaModFix/>
          </a:blip>
          <a:stretch>
            <a:fillRect/>
          </a:stretch>
        </p:blipFill>
        <p:spPr>
          <a:xfrm>
            <a:off x="620825" y="1334400"/>
            <a:ext cx="4984177" cy="3078599"/>
          </a:xfrm>
          <a:prstGeom prst="rect">
            <a:avLst/>
          </a:prstGeom>
          <a:noFill/>
          <a:ln>
            <a:noFill/>
          </a:ln>
        </p:spPr>
      </p:pic>
      <p:sp>
        <p:nvSpPr>
          <p:cNvPr id="1079" name="Google Shape;1079;p81"/>
          <p:cNvSpPr txBox="1"/>
          <p:nvPr/>
        </p:nvSpPr>
        <p:spPr>
          <a:xfrm>
            <a:off x="719900" y="4329275"/>
            <a:ext cx="7704000" cy="338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Darker Grotesque Medium"/>
                <a:ea typeface="Darker Grotesque Medium"/>
                <a:cs typeface="Darker Grotesque Medium"/>
                <a:sym typeface="Darker Grotesque Medium"/>
              </a:rPr>
              <a:t>Follow the link in the graph to modify its data and then paste the new one here.</a:t>
            </a:r>
            <a:r>
              <a:rPr lang="en" sz="1200" b="1">
                <a:solidFill>
                  <a:schemeClr val="dk1"/>
                </a:solidFill>
                <a:latin typeface="Darker Grotesque"/>
                <a:ea typeface="Darker Grotesque"/>
                <a:cs typeface="Darker Grotesque"/>
                <a:sym typeface="Darker Grotesque"/>
              </a:rPr>
              <a:t> </a:t>
            </a:r>
            <a:r>
              <a:rPr lang="en" sz="1200" b="1">
                <a:solidFill>
                  <a:schemeClr val="dk1"/>
                </a:solidFill>
                <a:uFill>
                  <a:noFill/>
                </a:uFill>
                <a:latin typeface="Darker Grotesque"/>
                <a:ea typeface="Darker Grotesque"/>
                <a:cs typeface="Darker Grotesque"/>
                <a:sym typeface="Darker Grotesque"/>
                <a:hlinkClick r:id="rId5">
                  <a:extLst>
                    <a:ext uri="{A12FA001-AC4F-418D-AE19-62706E023703}">
                      <ahyp:hlinkClr xmlns:ahyp="http://schemas.microsoft.com/office/drawing/2018/hyperlinkcolor" val="tx"/>
                    </a:ext>
                  </a:extLst>
                </a:hlinkClick>
              </a:rPr>
              <a:t>For more info, click here</a:t>
            </a:r>
            <a:endParaRPr sz="1200" b="1">
              <a:solidFill>
                <a:schemeClr val="dk1"/>
              </a:solidFill>
              <a:latin typeface="Darker Grotesque"/>
              <a:ea typeface="Darker Grotesque"/>
              <a:cs typeface="Darker Grotesque"/>
              <a:sym typeface="Darker Grotesque"/>
            </a:endParaRPr>
          </a:p>
        </p:txBody>
      </p:sp>
      <p:sp>
        <p:nvSpPr>
          <p:cNvPr id="1080" name="Google Shape;1080;p81"/>
          <p:cNvSpPr txBox="1"/>
          <p:nvPr/>
        </p:nvSpPr>
        <p:spPr>
          <a:xfrm>
            <a:off x="6037500" y="1241450"/>
            <a:ext cx="16386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Earth is the third planet from the Sun</a:t>
            </a:r>
            <a:endParaRPr>
              <a:solidFill>
                <a:schemeClr val="dk1"/>
              </a:solidFill>
              <a:latin typeface="Darker Grotesque Medium"/>
              <a:ea typeface="Darker Grotesque Medium"/>
              <a:cs typeface="Darker Grotesque Medium"/>
              <a:sym typeface="Darker Grotesque Medium"/>
            </a:endParaRPr>
          </a:p>
        </p:txBody>
      </p:sp>
      <p:sp>
        <p:nvSpPr>
          <p:cNvPr id="1081" name="Google Shape;1081;p81"/>
          <p:cNvSpPr/>
          <p:nvPr/>
        </p:nvSpPr>
        <p:spPr>
          <a:xfrm>
            <a:off x="5863073" y="140971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dk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082" name="Google Shape;1082;p8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PAY-PER-CLICK BUDGETS</a:t>
            </a:r>
            <a:endParaRPr/>
          </a:p>
        </p:txBody>
      </p:sp>
      <p:sp>
        <p:nvSpPr>
          <p:cNvPr id="1083" name="Google Shape;1083;p81">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81">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81"/>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7"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086" name="Google Shape;1086;p81">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81">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8" name="Google Shape;1088;p81">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089" name="Google Shape;1089;p81">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0" name="Google Shape;1090;p81">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Shape 1094"/>
        <p:cNvGrpSpPr/>
        <p:nvPr/>
      </p:nvGrpSpPr>
      <p:grpSpPr>
        <a:xfrm>
          <a:off x="0" y="0"/>
          <a:ext cx="0" cy="0"/>
          <a:chOff x="0" y="0"/>
          <a:chExt cx="0" cy="0"/>
        </a:xfrm>
      </p:grpSpPr>
      <p:sp>
        <p:nvSpPr>
          <p:cNvPr id="1095" name="Google Shape;1095;p8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DATA ANALYSIS</a:t>
            </a:r>
            <a:endParaRPr/>
          </a:p>
        </p:txBody>
      </p:sp>
      <p:sp>
        <p:nvSpPr>
          <p:cNvPr id="1096" name="Google Shape;1096;p82"/>
          <p:cNvSpPr txBox="1"/>
          <p:nvPr/>
        </p:nvSpPr>
        <p:spPr>
          <a:xfrm>
            <a:off x="719900" y="4329275"/>
            <a:ext cx="7704000" cy="338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Darker Grotesque Medium"/>
                <a:ea typeface="Darker Grotesque Medium"/>
                <a:cs typeface="Darker Grotesque Medium"/>
                <a:sym typeface="Darker Grotesque Medium"/>
              </a:rPr>
              <a:t>Follow the link in the graph to modify its data and then paste the new one here. </a:t>
            </a:r>
            <a:r>
              <a:rPr lang="en" sz="1200" b="1">
                <a:solidFill>
                  <a:schemeClr val="dk1"/>
                </a:solidFill>
                <a:uFill>
                  <a:noFill/>
                </a:uFill>
                <a:latin typeface="Darker Grotesque"/>
                <a:ea typeface="Darker Grotesque"/>
                <a:cs typeface="Darker Grotesque"/>
                <a:sym typeface="Darker Grotesque"/>
                <a:hlinkClick r:id="rId3">
                  <a:extLst>
                    <a:ext uri="{A12FA001-AC4F-418D-AE19-62706E023703}">
                      <ahyp:hlinkClr xmlns:ahyp="http://schemas.microsoft.com/office/drawing/2018/hyperlinkcolor" val="tx"/>
                    </a:ext>
                  </a:extLst>
                </a:hlinkClick>
              </a:rPr>
              <a:t>For more info, click here</a:t>
            </a:r>
            <a:endParaRPr sz="1200" b="1">
              <a:solidFill>
                <a:schemeClr val="dk1"/>
              </a:solidFill>
              <a:latin typeface="Darker Grotesque"/>
              <a:ea typeface="Darker Grotesque"/>
              <a:cs typeface="Darker Grotesque"/>
              <a:sym typeface="Darker Grotesque"/>
            </a:endParaRPr>
          </a:p>
        </p:txBody>
      </p:sp>
      <p:pic>
        <p:nvPicPr>
          <p:cNvPr id="1097" name="Google Shape;1097;p82" title="Gráfico">
            <a:hlinkClick r:id="rId4"/>
          </p:cNvPr>
          <p:cNvPicPr preferRelativeResize="0"/>
          <p:nvPr/>
        </p:nvPicPr>
        <p:blipFill>
          <a:blip r:embed="rId5">
            <a:alphaModFix/>
          </a:blip>
          <a:stretch>
            <a:fillRect/>
          </a:stretch>
        </p:blipFill>
        <p:spPr>
          <a:xfrm>
            <a:off x="3713625" y="1170125"/>
            <a:ext cx="4862667" cy="3006749"/>
          </a:xfrm>
          <a:prstGeom prst="rect">
            <a:avLst/>
          </a:prstGeom>
          <a:noFill/>
          <a:ln>
            <a:noFill/>
          </a:ln>
        </p:spPr>
      </p:pic>
      <p:sp>
        <p:nvSpPr>
          <p:cNvPr id="1098" name="Google Shape;1098;p82"/>
          <p:cNvSpPr txBox="1"/>
          <p:nvPr/>
        </p:nvSpPr>
        <p:spPr>
          <a:xfrm>
            <a:off x="720000" y="1394300"/>
            <a:ext cx="1128300" cy="36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40%</a:t>
            </a:r>
            <a:endParaRPr sz="1800">
              <a:solidFill>
                <a:schemeClr val="dk1"/>
              </a:solidFill>
              <a:latin typeface="Orbitron Black"/>
              <a:ea typeface="Orbitron Black"/>
              <a:cs typeface="Orbitron Black"/>
              <a:sym typeface="Orbitron Black"/>
            </a:endParaRPr>
          </a:p>
        </p:txBody>
      </p:sp>
      <p:sp>
        <p:nvSpPr>
          <p:cNvPr id="1099" name="Google Shape;1099;p82"/>
          <p:cNvSpPr txBox="1"/>
          <p:nvPr/>
        </p:nvSpPr>
        <p:spPr>
          <a:xfrm>
            <a:off x="720000" y="2343276"/>
            <a:ext cx="1128300" cy="36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38%</a:t>
            </a:r>
            <a:endParaRPr sz="1800">
              <a:solidFill>
                <a:schemeClr val="dk1"/>
              </a:solidFill>
              <a:latin typeface="Orbitron Black"/>
              <a:ea typeface="Orbitron Black"/>
              <a:cs typeface="Orbitron Black"/>
              <a:sym typeface="Orbitron Black"/>
            </a:endParaRPr>
          </a:p>
        </p:txBody>
      </p:sp>
      <p:sp>
        <p:nvSpPr>
          <p:cNvPr id="1100" name="Google Shape;1100;p82"/>
          <p:cNvSpPr txBox="1"/>
          <p:nvPr/>
        </p:nvSpPr>
        <p:spPr>
          <a:xfrm>
            <a:off x="720000" y="3292249"/>
            <a:ext cx="1128300" cy="36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22%</a:t>
            </a:r>
            <a:endParaRPr sz="1800">
              <a:solidFill>
                <a:schemeClr val="dk1"/>
              </a:solidFill>
              <a:latin typeface="Orbitron Black"/>
              <a:ea typeface="Orbitron Black"/>
              <a:cs typeface="Orbitron Black"/>
              <a:sym typeface="Orbitron Black"/>
            </a:endParaRPr>
          </a:p>
        </p:txBody>
      </p:sp>
      <p:sp>
        <p:nvSpPr>
          <p:cNvPr id="1101" name="Google Shape;1101;p82"/>
          <p:cNvSpPr txBox="1"/>
          <p:nvPr/>
        </p:nvSpPr>
        <p:spPr>
          <a:xfrm>
            <a:off x="2068600" y="3292249"/>
            <a:ext cx="2384700" cy="367800"/>
          </a:xfrm>
          <a:prstGeom prst="rect">
            <a:avLst/>
          </a:prstGeom>
          <a:noFill/>
          <a:ln>
            <a:noFill/>
          </a:ln>
        </p:spPr>
        <p:txBody>
          <a:bodyPr spcFirstLastPara="1" wrap="square" lIns="91425" tIns="91425" rIns="91425" bIns="91425" anchor="b" anchorCtr="0">
            <a:noAutofit/>
          </a:bodyPr>
          <a:lstStyle/>
          <a:p>
            <a:pPr marL="0" lvl="0" indent="0" algn="l"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102" name="Google Shape;1102;p82"/>
          <p:cNvSpPr txBox="1"/>
          <p:nvPr/>
        </p:nvSpPr>
        <p:spPr>
          <a:xfrm>
            <a:off x="2068600" y="2343275"/>
            <a:ext cx="2384700" cy="367800"/>
          </a:xfrm>
          <a:prstGeom prst="rect">
            <a:avLst/>
          </a:prstGeom>
          <a:noFill/>
          <a:ln>
            <a:noFill/>
          </a:ln>
        </p:spPr>
        <p:txBody>
          <a:bodyPr spcFirstLastPara="1" wrap="square" lIns="91425" tIns="91425" rIns="91425" bIns="91425" anchor="b" anchorCtr="0">
            <a:noAutofit/>
          </a:bodyPr>
          <a:lstStyle/>
          <a:p>
            <a:pPr marL="0" lvl="0" indent="0" algn="l"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103" name="Google Shape;1103;p82"/>
          <p:cNvSpPr txBox="1"/>
          <p:nvPr/>
        </p:nvSpPr>
        <p:spPr>
          <a:xfrm>
            <a:off x="2068600" y="1394300"/>
            <a:ext cx="2384700" cy="367800"/>
          </a:xfrm>
          <a:prstGeom prst="rect">
            <a:avLst/>
          </a:prstGeom>
          <a:noFill/>
          <a:ln>
            <a:noFill/>
          </a:ln>
        </p:spPr>
        <p:txBody>
          <a:bodyPr spcFirstLastPara="1" wrap="square" lIns="91425" tIns="91425" rIns="91425" bIns="91425" anchor="b" anchorCtr="0">
            <a:noAutofit/>
          </a:bodyPr>
          <a:lstStyle/>
          <a:p>
            <a:pPr marL="0" lvl="0" indent="0" algn="l"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104" name="Google Shape;1104;p82"/>
          <p:cNvSpPr txBox="1"/>
          <p:nvPr/>
        </p:nvSpPr>
        <p:spPr>
          <a:xfrm>
            <a:off x="2068600" y="3555600"/>
            <a:ext cx="16449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105" name="Google Shape;1105;p82"/>
          <p:cNvSpPr txBox="1"/>
          <p:nvPr/>
        </p:nvSpPr>
        <p:spPr>
          <a:xfrm>
            <a:off x="2068600" y="2606625"/>
            <a:ext cx="16449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It’s composed of hydrogen and helium</a:t>
            </a:r>
            <a:endParaRPr>
              <a:solidFill>
                <a:schemeClr val="dk1"/>
              </a:solidFill>
              <a:latin typeface="Darker Grotesque"/>
              <a:ea typeface="Darker Grotesque"/>
              <a:cs typeface="Darker Grotesque"/>
              <a:sym typeface="Darker Grotesque"/>
            </a:endParaRPr>
          </a:p>
        </p:txBody>
      </p:sp>
      <p:sp>
        <p:nvSpPr>
          <p:cNvPr id="1106" name="Google Shape;1106;p82"/>
          <p:cNvSpPr txBox="1"/>
          <p:nvPr/>
        </p:nvSpPr>
        <p:spPr>
          <a:xfrm>
            <a:off x="2068600" y="1657650"/>
            <a:ext cx="16449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107" name="Google Shape;1107;p82"/>
          <p:cNvSpPr/>
          <p:nvPr/>
        </p:nvSpPr>
        <p:spPr>
          <a:xfrm>
            <a:off x="1848323" y="151436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108" name="Google Shape;1108;p82"/>
          <p:cNvSpPr/>
          <p:nvPr/>
        </p:nvSpPr>
        <p:spPr>
          <a:xfrm>
            <a:off x="1848323" y="247458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109" name="Google Shape;1109;p82"/>
          <p:cNvSpPr/>
          <p:nvPr/>
        </p:nvSpPr>
        <p:spPr>
          <a:xfrm>
            <a:off x="1848325" y="342279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110" name="Google Shape;1110;p82">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82">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82"/>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7"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113" name="Google Shape;1113;p82">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82">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5" name="Google Shape;1115;p82">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116" name="Google Shape;1116;p82">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82">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Shape 1121"/>
        <p:cNvGrpSpPr/>
        <p:nvPr/>
      </p:nvGrpSpPr>
      <p:grpSpPr>
        <a:xfrm>
          <a:off x="0" y="0"/>
          <a:ext cx="0" cy="0"/>
          <a:chOff x="0" y="0"/>
          <a:chExt cx="0" cy="0"/>
        </a:xfrm>
      </p:grpSpPr>
      <p:sp>
        <p:nvSpPr>
          <p:cNvPr id="1122" name="Google Shape;1122;p83"/>
          <p:cNvSpPr/>
          <p:nvPr/>
        </p:nvSpPr>
        <p:spPr>
          <a:xfrm>
            <a:off x="4243409" y="3016728"/>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83"/>
          <p:cNvSpPr/>
          <p:nvPr/>
        </p:nvSpPr>
        <p:spPr>
          <a:xfrm>
            <a:off x="6942740" y="3016728"/>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83"/>
          <p:cNvSpPr/>
          <p:nvPr/>
        </p:nvSpPr>
        <p:spPr>
          <a:xfrm>
            <a:off x="1544141" y="3016728"/>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83"/>
          <p:cNvSpPr/>
          <p:nvPr/>
        </p:nvSpPr>
        <p:spPr>
          <a:xfrm>
            <a:off x="4243409" y="1259702"/>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83"/>
          <p:cNvSpPr/>
          <p:nvPr/>
        </p:nvSpPr>
        <p:spPr>
          <a:xfrm>
            <a:off x="6942691" y="1259702"/>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83"/>
          <p:cNvSpPr/>
          <p:nvPr/>
        </p:nvSpPr>
        <p:spPr>
          <a:xfrm>
            <a:off x="1544141" y="1259702"/>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83"/>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INTELLIGENT EMAIL CONTENT</a:t>
            </a:r>
            <a:endParaRPr/>
          </a:p>
        </p:txBody>
      </p:sp>
      <p:sp>
        <p:nvSpPr>
          <p:cNvPr id="1129" name="Google Shape;1129;p83"/>
          <p:cNvSpPr txBox="1">
            <a:spLocks noGrp="1"/>
          </p:cNvSpPr>
          <p:nvPr>
            <p:ph type="subTitle" idx="5"/>
          </p:nvPr>
        </p:nvSpPr>
        <p:spPr>
          <a:xfrm>
            <a:off x="961500" y="4178994"/>
            <a:ext cx="1822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closest planet to the Sun</a:t>
            </a:r>
            <a:endParaRPr/>
          </a:p>
        </p:txBody>
      </p:sp>
      <p:sp>
        <p:nvSpPr>
          <p:cNvPr id="1130" name="Google Shape;1130;p83"/>
          <p:cNvSpPr txBox="1">
            <a:spLocks noGrp="1"/>
          </p:cNvSpPr>
          <p:nvPr>
            <p:ph type="title"/>
          </p:nvPr>
        </p:nvSpPr>
        <p:spPr>
          <a:xfrm>
            <a:off x="720000" y="2003094"/>
            <a:ext cx="2305500" cy="34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1131" name="Google Shape;1131;p83"/>
          <p:cNvSpPr txBox="1">
            <a:spLocks noGrp="1"/>
          </p:cNvSpPr>
          <p:nvPr>
            <p:ph type="subTitle" idx="1"/>
          </p:nvPr>
        </p:nvSpPr>
        <p:spPr>
          <a:xfrm>
            <a:off x="961500" y="2361019"/>
            <a:ext cx="1822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planet of them all</a:t>
            </a:r>
            <a:endParaRPr/>
          </a:p>
        </p:txBody>
      </p:sp>
      <p:sp>
        <p:nvSpPr>
          <p:cNvPr id="1132" name="Google Shape;1132;p83"/>
          <p:cNvSpPr txBox="1">
            <a:spLocks noGrp="1"/>
          </p:cNvSpPr>
          <p:nvPr>
            <p:ph type="title" idx="2"/>
          </p:nvPr>
        </p:nvSpPr>
        <p:spPr>
          <a:xfrm>
            <a:off x="3419268" y="2003094"/>
            <a:ext cx="2305500" cy="34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1133" name="Google Shape;1133;p83"/>
          <p:cNvSpPr txBox="1">
            <a:spLocks noGrp="1"/>
          </p:cNvSpPr>
          <p:nvPr>
            <p:ph type="subTitle" idx="3"/>
          </p:nvPr>
        </p:nvSpPr>
        <p:spPr>
          <a:xfrm>
            <a:off x="3660768" y="2361019"/>
            <a:ext cx="1822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farthest planet from the Sun</a:t>
            </a:r>
            <a:endParaRPr/>
          </a:p>
        </p:txBody>
      </p:sp>
      <p:sp>
        <p:nvSpPr>
          <p:cNvPr id="1134" name="Google Shape;1134;p83"/>
          <p:cNvSpPr txBox="1">
            <a:spLocks noGrp="1"/>
          </p:cNvSpPr>
          <p:nvPr>
            <p:ph type="title" idx="4"/>
          </p:nvPr>
        </p:nvSpPr>
        <p:spPr>
          <a:xfrm>
            <a:off x="720000" y="3821069"/>
            <a:ext cx="2305500" cy="34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1135" name="Google Shape;1135;p83"/>
          <p:cNvSpPr txBox="1">
            <a:spLocks noGrp="1"/>
          </p:cNvSpPr>
          <p:nvPr>
            <p:ph type="title" idx="6"/>
          </p:nvPr>
        </p:nvSpPr>
        <p:spPr>
          <a:xfrm>
            <a:off x="3419268" y="3821069"/>
            <a:ext cx="2305500" cy="34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1136" name="Google Shape;1136;p83"/>
          <p:cNvSpPr txBox="1">
            <a:spLocks noGrp="1"/>
          </p:cNvSpPr>
          <p:nvPr>
            <p:ph type="subTitle" idx="7"/>
          </p:nvPr>
        </p:nvSpPr>
        <p:spPr>
          <a:xfrm>
            <a:off x="3660768" y="4178994"/>
            <a:ext cx="1822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composed of hydrogen and helium</a:t>
            </a:r>
            <a:endParaRPr/>
          </a:p>
        </p:txBody>
      </p:sp>
      <p:sp>
        <p:nvSpPr>
          <p:cNvPr id="1137" name="Google Shape;1137;p83"/>
          <p:cNvSpPr txBox="1">
            <a:spLocks noGrp="1"/>
          </p:cNvSpPr>
          <p:nvPr>
            <p:ph type="title" idx="8"/>
          </p:nvPr>
        </p:nvSpPr>
        <p:spPr>
          <a:xfrm>
            <a:off x="6118578" y="2003094"/>
            <a:ext cx="2305500" cy="34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1138" name="Google Shape;1138;p83"/>
          <p:cNvSpPr txBox="1">
            <a:spLocks noGrp="1"/>
          </p:cNvSpPr>
          <p:nvPr>
            <p:ph type="subTitle" idx="9"/>
          </p:nvPr>
        </p:nvSpPr>
        <p:spPr>
          <a:xfrm>
            <a:off x="6360078" y="2361019"/>
            <a:ext cx="1822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actually a very cold place</a:t>
            </a:r>
            <a:endParaRPr/>
          </a:p>
        </p:txBody>
      </p:sp>
      <p:sp>
        <p:nvSpPr>
          <p:cNvPr id="1139" name="Google Shape;1139;p83"/>
          <p:cNvSpPr txBox="1">
            <a:spLocks noGrp="1"/>
          </p:cNvSpPr>
          <p:nvPr>
            <p:ph type="title" idx="13"/>
          </p:nvPr>
        </p:nvSpPr>
        <p:spPr>
          <a:xfrm>
            <a:off x="6118578" y="3821069"/>
            <a:ext cx="2305500" cy="34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1140" name="Google Shape;1140;p83"/>
          <p:cNvSpPr txBox="1">
            <a:spLocks noGrp="1"/>
          </p:cNvSpPr>
          <p:nvPr>
            <p:ph type="subTitle" idx="14"/>
          </p:nvPr>
        </p:nvSpPr>
        <p:spPr>
          <a:xfrm>
            <a:off x="6360078" y="4178994"/>
            <a:ext cx="1822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farthest planet from the Sun</a:t>
            </a:r>
            <a:endParaRPr/>
          </a:p>
        </p:txBody>
      </p:sp>
      <p:grpSp>
        <p:nvGrpSpPr>
          <p:cNvPr id="1141" name="Google Shape;1141;p83"/>
          <p:cNvGrpSpPr/>
          <p:nvPr/>
        </p:nvGrpSpPr>
        <p:grpSpPr>
          <a:xfrm>
            <a:off x="7112816" y="1429781"/>
            <a:ext cx="316821" cy="316821"/>
            <a:chOff x="3974928" y="1643039"/>
            <a:chExt cx="372468" cy="372468"/>
          </a:xfrm>
        </p:grpSpPr>
        <p:sp>
          <p:nvSpPr>
            <p:cNvPr id="1142" name="Google Shape;1142;p83"/>
            <p:cNvSpPr/>
            <p:nvPr/>
          </p:nvSpPr>
          <p:spPr>
            <a:xfrm>
              <a:off x="4106685" y="1737960"/>
              <a:ext cx="65282" cy="87313"/>
            </a:xfrm>
            <a:custGeom>
              <a:avLst/>
              <a:gdLst/>
              <a:ahLst/>
              <a:cxnLst/>
              <a:rect l="l" t="t" r="r" b="b"/>
              <a:pathLst>
                <a:path w="2421" h="3238" extrusionOk="0">
                  <a:moveTo>
                    <a:pt x="1620" y="818"/>
                  </a:moveTo>
                  <a:lnTo>
                    <a:pt x="1620" y="1618"/>
                  </a:lnTo>
                  <a:lnTo>
                    <a:pt x="803" y="1618"/>
                  </a:lnTo>
                  <a:lnTo>
                    <a:pt x="803" y="818"/>
                  </a:lnTo>
                  <a:close/>
                  <a:moveTo>
                    <a:pt x="1" y="0"/>
                  </a:moveTo>
                  <a:lnTo>
                    <a:pt x="1" y="3238"/>
                  </a:lnTo>
                  <a:lnTo>
                    <a:pt x="803" y="3238"/>
                  </a:lnTo>
                  <a:lnTo>
                    <a:pt x="803" y="2436"/>
                  </a:lnTo>
                  <a:lnTo>
                    <a:pt x="1620" y="2436"/>
                  </a:lnTo>
                  <a:lnTo>
                    <a:pt x="1620" y="3238"/>
                  </a:lnTo>
                  <a:lnTo>
                    <a:pt x="2421" y="3238"/>
                  </a:lnTo>
                  <a:lnTo>
                    <a:pt x="242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83"/>
            <p:cNvSpPr/>
            <p:nvPr/>
          </p:nvSpPr>
          <p:spPr>
            <a:xfrm>
              <a:off x="4194001" y="1737960"/>
              <a:ext cx="21653" cy="87313"/>
            </a:xfrm>
            <a:custGeom>
              <a:avLst/>
              <a:gdLst/>
              <a:ahLst/>
              <a:cxnLst/>
              <a:rect l="l" t="t" r="r" b="b"/>
              <a:pathLst>
                <a:path w="803" h="3238" extrusionOk="0">
                  <a:moveTo>
                    <a:pt x="0" y="0"/>
                  </a:moveTo>
                  <a:lnTo>
                    <a:pt x="0" y="3238"/>
                  </a:lnTo>
                  <a:lnTo>
                    <a:pt x="802" y="3238"/>
                  </a:lnTo>
                  <a:lnTo>
                    <a:pt x="80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83"/>
            <p:cNvSpPr/>
            <p:nvPr/>
          </p:nvSpPr>
          <p:spPr>
            <a:xfrm>
              <a:off x="3974928" y="1643039"/>
              <a:ext cx="372468" cy="372468"/>
            </a:xfrm>
            <a:custGeom>
              <a:avLst/>
              <a:gdLst/>
              <a:ahLst/>
              <a:cxnLst/>
              <a:rect l="l" t="t" r="r" b="b"/>
              <a:pathLst>
                <a:path w="13813" h="13813" extrusionOk="0">
                  <a:moveTo>
                    <a:pt x="8124" y="801"/>
                  </a:moveTo>
                  <a:cubicBezTo>
                    <a:pt x="9696" y="801"/>
                    <a:pt x="10969" y="2075"/>
                    <a:pt x="10969" y="3646"/>
                  </a:cubicBezTo>
                  <a:lnTo>
                    <a:pt x="10969" y="4023"/>
                  </a:lnTo>
                  <a:lnTo>
                    <a:pt x="11330" y="4070"/>
                  </a:lnTo>
                  <a:cubicBezTo>
                    <a:pt x="12273" y="4180"/>
                    <a:pt x="12996" y="4998"/>
                    <a:pt x="12996" y="5956"/>
                  </a:cubicBezTo>
                  <a:cubicBezTo>
                    <a:pt x="12996" y="7009"/>
                    <a:pt x="12147" y="7858"/>
                    <a:pt x="11095" y="7858"/>
                  </a:cubicBezTo>
                  <a:lnTo>
                    <a:pt x="2718" y="7858"/>
                  </a:lnTo>
                  <a:cubicBezTo>
                    <a:pt x="1666" y="7858"/>
                    <a:pt x="817" y="7009"/>
                    <a:pt x="817" y="5956"/>
                  </a:cubicBezTo>
                  <a:cubicBezTo>
                    <a:pt x="817" y="4998"/>
                    <a:pt x="1524" y="4180"/>
                    <a:pt x="2483" y="4070"/>
                  </a:cubicBezTo>
                  <a:lnTo>
                    <a:pt x="2844" y="4023"/>
                  </a:lnTo>
                  <a:lnTo>
                    <a:pt x="2844" y="3661"/>
                  </a:lnTo>
                  <a:lnTo>
                    <a:pt x="2844" y="3646"/>
                  </a:lnTo>
                  <a:cubicBezTo>
                    <a:pt x="2844" y="2530"/>
                    <a:pt x="3755" y="1618"/>
                    <a:pt x="4872" y="1618"/>
                  </a:cubicBezTo>
                  <a:cubicBezTo>
                    <a:pt x="5138" y="1618"/>
                    <a:pt x="5390" y="1681"/>
                    <a:pt x="5626" y="1775"/>
                  </a:cubicBezTo>
                  <a:lnTo>
                    <a:pt x="5878" y="1870"/>
                  </a:lnTo>
                  <a:lnTo>
                    <a:pt x="6066" y="1681"/>
                  </a:lnTo>
                  <a:cubicBezTo>
                    <a:pt x="6615" y="1115"/>
                    <a:pt x="7338" y="801"/>
                    <a:pt x="8124" y="801"/>
                  </a:cubicBezTo>
                  <a:close/>
                  <a:moveTo>
                    <a:pt x="1618" y="11378"/>
                  </a:moveTo>
                  <a:cubicBezTo>
                    <a:pt x="2058" y="11378"/>
                    <a:pt x="2435" y="11738"/>
                    <a:pt x="2435" y="12195"/>
                  </a:cubicBezTo>
                  <a:cubicBezTo>
                    <a:pt x="2435" y="12635"/>
                    <a:pt x="2058" y="12996"/>
                    <a:pt x="1618" y="12996"/>
                  </a:cubicBezTo>
                  <a:cubicBezTo>
                    <a:pt x="1178" y="12996"/>
                    <a:pt x="817" y="12635"/>
                    <a:pt x="817" y="12195"/>
                  </a:cubicBezTo>
                  <a:cubicBezTo>
                    <a:pt x="817" y="11738"/>
                    <a:pt x="1178" y="11378"/>
                    <a:pt x="1618" y="11378"/>
                  </a:cubicBezTo>
                  <a:close/>
                  <a:moveTo>
                    <a:pt x="6898" y="11378"/>
                  </a:moveTo>
                  <a:cubicBezTo>
                    <a:pt x="7355" y="11378"/>
                    <a:pt x="7715" y="11738"/>
                    <a:pt x="7715" y="12195"/>
                  </a:cubicBezTo>
                  <a:cubicBezTo>
                    <a:pt x="7715" y="12635"/>
                    <a:pt x="7355" y="12996"/>
                    <a:pt x="6898" y="12996"/>
                  </a:cubicBezTo>
                  <a:cubicBezTo>
                    <a:pt x="6458" y="12996"/>
                    <a:pt x="6098" y="12635"/>
                    <a:pt x="6098" y="12195"/>
                  </a:cubicBezTo>
                  <a:cubicBezTo>
                    <a:pt x="6098" y="11738"/>
                    <a:pt x="6458" y="11378"/>
                    <a:pt x="6898" y="11378"/>
                  </a:cubicBezTo>
                  <a:close/>
                  <a:moveTo>
                    <a:pt x="12195" y="11378"/>
                  </a:moveTo>
                  <a:cubicBezTo>
                    <a:pt x="12635" y="11378"/>
                    <a:pt x="12996" y="11738"/>
                    <a:pt x="12996" y="12195"/>
                  </a:cubicBezTo>
                  <a:cubicBezTo>
                    <a:pt x="12996" y="12635"/>
                    <a:pt x="12635" y="12996"/>
                    <a:pt x="12195" y="12996"/>
                  </a:cubicBezTo>
                  <a:cubicBezTo>
                    <a:pt x="11738" y="12996"/>
                    <a:pt x="11378" y="12635"/>
                    <a:pt x="11378" y="12195"/>
                  </a:cubicBezTo>
                  <a:cubicBezTo>
                    <a:pt x="11378" y="11738"/>
                    <a:pt x="11738" y="11378"/>
                    <a:pt x="12195" y="11378"/>
                  </a:cubicBezTo>
                  <a:close/>
                  <a:moveTo>
                    <a:pt x="8124" y="0"/>
                  </a:moveTo>
                  <a:cubicBezTo>
                    <a:pt x="7213" y="0"/>
                    <a:pt x="6349" y="330"/>
                    <a:pt x="5673" y="927"/>
                  </a:cubicBezTo>
                  <a:cubicBezTo>
                    <a:pt x="5421" y="849"/>
                    <a:pt x="5138" y="818"/>
                    <a:pt x="4872" y="818"/>
                  </a:cubicBezTo>
                  <a:cubicBezTo>
                    <a:pt x="3410" y="818"/>
                    <a:pt x="2215" y="1918"/>
                    <a:pt x="2058" y="3332"/>
                  </a:cubicBezTo>
                  <a:cubicBezTo>
                    <a:pt x="864" y="3615"/>
                    <a:pt x="0" y="4698"/>
                    <a:pt x="0" y="5956"/>
                  </a:cubicBezTo>
                  <a:cubicBezTo>
                    <a:pt x="0" y="7449"/>
                    <a:pt x="1210" y="8675"/>
                    <a:pt x="2718" y="8675"/>
                  </a:cubicBezTo>
                  <a:lnTo>
                    <a:pt x="6506" y="8675"/>
                  </a:lnTo>
                  <a:lnTo>
                    <a:pt x="6506" y="10623"/>
                  </a:lnTo>
                  <a:cubicBezTo>
                    <a:pt x="5940" y="10764"/>
                    <a:pt x="5484" y="11221"/>
                    <a:pt x="5343" y="11786"/>
                  </a:cubicBezTo>
                  <a:lnTo>
                    <a:pt x="3190" y="11786"/>
                  </a:lnTo>
                  <a:cubicBezTo>
                    <a:pt x="3001" y="11078"/>
                    <a:pt x="2373" y="10576"/>
                    <a:pt x="1618" y="10576"/>
                  </a:cubicBezTo>
                  <a:cubicBezTo>
                    <a:pt x="723" y="10576"/>
                    <a:pt x="0" y="11298"/>
                    <a:pt x="0" y="12195"/>
                  </a:cubicBezTo>
                  <a:cubicBezTo>
                    <a:pt x="0" y="13075"/>
                    <a:pt x="723" y="13813"/>
                    <a:pt x="1618" y="13813"/>
                  </a:cubicBezTo>
                  <a:cubicBezTo>
                    <a:pt x="2373" y="13813"/>
                    <a:pt x="3001" y="13295"/>
                    <a:pt x="3190" y="12587"/>
                  </a:cubicBezTo>
                  <a:lnTo>
                    <a:pt x="5343" y="12587"/>
                  </a:lnTo>
                  <a:cubicBezTo>
                    <a:pt x="5515" y="13295"/>
                    <a:pt x="6160" y="13813"/>
                    <a:pt x="6898" y="13813"/>
                  </a:cubicBezTo>
                  <a:cubicBezTo>
                    <a:pt x="7653" y="13813"/>
                    <a:pt x="8298" y="13295"/>
                    <a:pt x="8470" y="12587"/>
                  </a:cubicBezTo>
                  <a:lnTo>
                    <a:pt x="10623" y="12587"/>
                  </a:lnTo>
                  <a:cubicBezTo>
                    <a:pt x="10812" y="13295"/>
                    <a:pt x="11440" y="13813"/>
                    <a:pt x="12195" y="13813"/>
                  </a:cubicBezTo>
                  <a:cubicBezTo>
                    <a:pt x="13090" y="13813"/>
                    <a:pt x="13813" y="13075"/>
                    <a:pt x="13813" y="12195"/>
                  </a:cubicBezTo>
                  <a:cubicBezTo>
                    <a:pt x="13813" y="11298"/>
                    <a:pt x="13090" y="10576"/>
                    <a:pt x="12195" y="10576"/>
                  </a:cubicBezTo>
                  <a:cubicBezTo>
                    <a:pt x="11440" y="10576"/>
                    <a:pt x="10812" y="11078"/>
                    <a:pt x="10623" y="11786"/>
                  </a:cubicBezTo>
                  <a:lnTo>
                    <a:pt x="8470" y="11786"/>
                  </a:lnTo>
                  <a:cubicBezTo>
                    <a:pt x="8329" y="11221"/>
                    <a:pt x="7873" y="10764"/>
                    <a:pt x="7307" y="10623"/>
                  </a:cubicBezTo>
                  <a:lnTo>
                    <a:pt x="7307" y="8675"/>
                  </a:lnTo>
                  <a:lnTo>
                    <a:pt x="11095" y="8675"/>
                  </a:lnTo>
                  <a:cubicBezTo>
                    <a:pt x="12587" y="8675"/>
                    <a:pt x="13813" y="7449"/>
                    <a:pt x="13813" y="5956"/>
                  </a:cubicBezTo>
                  <a:cubicBezTo>
                    <a:pt x="13813" y="4698"/>
                    <a:pt x="12949" y="3630"/>
                    <a:pt x="11755" y="3332"/>
                  </a:cubicBezTo>
                  <a:cubicBezTo>
                    <a:pt x="11598" y="1461"/>
                    <a:pt x="10026" y="0"/>
                    <a:pt x="812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83"/>
          <p:cNvGrpSpPr/>
          <p:nvPr/>
        </p:nvGrpSpPr>
        <p:grpSpPr>
          <a:xfrm>
            <a:off x="7142705" y="3177363"/>
            <a:ext cx="257049" cy="335606"/>
            <a:chOff x="4010065" y="4021592"/>
            <a:chExt cx="302197" cy="394552"/>
          </a:xfrm>
        </p:grpSpPr>
        <p:sp>
          <p:nvSpPr>
            <p:cNvPr id="1146" name="Google Shape;1146;p83"/>
            <p:cNvSpPr/>
            <p:nvPr/>
          </p:nvSpPr>
          <p:spPr>
            <a:xfrm>
              <a:off x="4010065" y="4021592"/>
              <a:ext cx="302197" cy="394552"/>
            </a:xfrm>
            <a:custGeom>
              <a:avLst/>
              <a:gdLst/>
              <a:ahLst/>
              <a:cxnLst/>
              <a:rect l="l" t="t" r="r" b="b"/>
              <a:pathLst>
                <a:path w="11207" h="14632" extrusionOk="0">
                  <a:moveTo>
                    <a:pt x="8566" y="849"/>
                  </a:moveTo>
                  <a:cubicBezTo>
                    <a:pt x="9053" y="849"/>
                    <a:pt x="9461" y="1242"/>
                    <a:pt x="9493" y="1714"/>
                  </a:cubicBezTo>
                  <a:lnTo>
                    <a:pt x="1714" y="1714"/>
                  </a:lnTo>
                  <a:cubicBezTo>
                    <a:pt x="1746" y="1242"/>
                    <a:pt x="2154" y="849"/>
                    <a:pt x="2641" y="849"/>
                  </a:cubicBezTo>
                  <a:close/>
                  <a:moveTo>
                    <a:pt x="10357" y="2578"/>
                  </a:moveTo>
                  <a:lnTo>
                    <a:pt x="10357" y="12069"/>
                  </a:lnTo>
                  <a:lnTo>
                    <a:pt x="850" y="12069"/>
                  </a:lnTo>
                  <a:lnTo>
                    <a:pt x="850" y="2578"/>
                  </a:lnTo>
                  <a:close/>
                  <a:moveTo>
                    <a:pt x="9493" y="12918"/>
                  </a:moveTo>
                  <a:cubicBezTo>
                    <a:pt x="9461" y="13406"/>
                    <a:pt x="9053" y="13783"/>
                    <a:pt x="8566" y="13783"/>
                  </a:cubicBezTo>
                  <a:lnTo>
                    <a:pt x="2641" y="13783"/>
                  </a:lnTo>
                  <a:cubicBezTo>
                    <a:pt x="2154" y="13783"/>
                    <a:pt x="1746" y="13406"/>
                    <a:pt x="1714" y="12918"/>
                  </a:cubicBezTo>
                  <a:close/>
                  <a:moveTo>
                    <a:pt x="2641" y="0"/>
                  </a:moveTo>
                  <a:cubicBezTo>
                    <a:pt x="1667" y="0"/>
                    <a:pt x="897" y="755"/>
                    <a:pt x="850" y="1714"/>
                  </a:cubicBezTo>
                  <a:lnTo>
                    <a:pt x="1" y="1714"/>
                  </a:lnTo>
                  <a:lnTo>
                    <a:pt x="1" y="12918"/>
                  </a:lnTo>
                  <a:lnTo>
                    <a:pt x="850" y="12918"/>
                  </a:lnTo>
                  <a:cubicBezTo>
                    <a:pt x="897" y="13877"/>
                    <a:pt x="1667" y="14631"/>
                    <a:pt x="2641" y="14631"/>
                  </a:cubicBezTo>
                  <a:lnTo>
                    <a:pt x="8566" y="14631"/>
                  </a:lnTo>
                  <a:cubicBezTo>
                    <a:pt x="9524" y="14631"/>
                    <a:pt x="10310" y="13877"/>
                    <a:pt x="10341" y="12918"/>
                  </a:cubicBezTo>
                  <a:lnTo>
                    <a:pt x="11206" y="12918"/>
                  </a:lnTo>
                  <a:lnTo>
                    <a:pt x="11206" y="1714"/>
                  </a:lnTo>
                  <a:lnTo>
                    <a:pt x="10341" y="1714"/>
                  </a:lnTo>
                  <a:cubicBezTo>
                    <a:pt x="10310" y="755"/>
                    <a:pt x="9524" y="0"/>
                    <a:pt x="856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83"/>
            <p:cNvSpPr/>
            <p:nvPr/>
          </p:nvSpPr>
          <p:spPr>
            <a:xfrm>
              <a:off x="4056285" y="4113979"/>
              <a:ext cx="209761" cy="209788"/>
            </a:xfrm>
            <a:custGeom>
              <a:avLst/>
              <a:gdLst/>
              <a:ahLst/>
              <a:cxnLst/>
              <a:rect l="l" t="t" r="r" b="b"/>
              <a:pathLst>
                <a:path w="7779" h="7780" extrusionOk="0">
                  <a:moveTo>
                    <a:pt x="3881" y="2577"/>
                  </a:moveTo>
                  <a:cubicBezTo>
                    <a:pt x="4369" y="2577"/>
                    <a:pt x="4746" y="2954"/>
                    <a:pt x="4746" y="3442"/>
                  </a:cubicBezTo>
                  <a:cubicBezTo>
                    <a:pt x="4746" y="3914"/>
                    <a:pt x="4369" y="4291"/>
                    <a:pt x="3881" y="4291"/>
                  </a:cubicBezTo>
                  <a:cubicBezTo>
                    <a:pt x="3410" y="4291"/>
                    <a:pt x="3033" y="3914"/>
                    <a:pt x="3033" y="3442"/>
                  </a:cubicBezTo>
                  <a:cubicBezTo>
                    <a:pt x="3033" y="2954"/>
                    <a:pt x="3410" y="2577"/>
                    <a:pt x="3881" y="2577"/>
                  </a:cubicBezTo>
                  <a:close/>
                  <a:moveTo>
                    <a:pt x="3881" y="5155"/>
                  </a:moveTo>
                  <a:cubicBezTo>
                    <a:pt x="4621" y="5155"/>
                    <a:pt x="5201" y="5737"/>
                    <a:pt x="5201" y="6459"/>
                  </a:cubicBezTo>
                  <a:lnTo>
                    <a:pt x="5201" y="6931"/>
                  </a:lnTo>
                  <a:lnTo>
                    <a:pt x="2578" y="6931"/>
                  </a:lnTo>
                  <a:lnTo>
                    <a:pt x="2578" y="6459"/>
                  </a:lnTo>
                  <a:cubicBezTo>
                    <a:pt x="2578" y="5737"/>
                    <a:pt x="3158" y="5155"/>
                    <a:pt x="3881" y="5155"/>
                  </a:cubicBezTo>
                  <a:close/>
                  <a:moveTo>
                    <a:pt x="6915" y="865"/>
                  </a:moveTo>
                  <a:lnTo>
                    <a:pt x="6915" y="6931"/>
                  </a:lnTo>
                  <a:lnTo>
                    <a:pt x="6066" y="6931"/>
                  </a:lnTo>
                  <a:lnTo>
                    <a:pt x="6066" y="6459"/>
                  </a:lnTo>
                  <a:cubicBezTo>
                    <a:pt x="6066" y="5705"/>
                    <a:pt x="5673" y="5045"/>
                    <a:pt x="5092" y="4652"/>
                  </a:cubicBezTo>
                  <a:cubicBezTo>
                    <a:pt x="5406" y="4337"/>
                    <a:pt x="5610" y="3914"/>
                    <a:pt x="5610" y="3442"/>
                  </a:cubicBezTo>
                  <a:cubicBezTo>
                    <a:pt x="5610" y="2483"/>
                    <a:pt x="4841" y="1714"/>
                    <a:pt x="3881" y="1714"/>
                  </a:cubicBezTo>
                  <a:cubicBezTo>
                    <a:pt x="2938" y="1714"/>
                    <a:pt x="2169" y="2483"/>
                    <a:pt x="2169" y="3442"/>
                  </a:cubicBezTo>
                  <a:cubicBezTo>
                    <a:pt x="2169" y="3914"/>
                    <a:pt x="2373" y="4337"/>
                    <a:pt x="2687" y="4652"/>
                  </a:cubicBezTo>
                  <a:cubicBezTo>
                    <a:pt x="2106" y="5045"/>
                    <a:pt x="1713" y="5705"/>
                    <a:pt x="1713" y="6459"/>
                  </a:cubicBezTo>
                  <a:lnTo>
                    <a:pt x="1713" y="6931"/>
                  </a:lnTo>
                  <a:lnTo>
                    <a:pt x="864" y="6931"/>
                  </a:lnTo>
                  <a:lnTo>
                    <a:pt x="864" y="865"/>
                  </a:lnTo>
                  <a:close/>
                  <a:moveTo>
                    <a:pt x="0" y="0"/>
                  </a:moveTo>
                  <a:lnTo>
                    <a:pt x="0" y="7779"/>
                  </a:lnTo>
                  <a:lnTo>
                    <a:pt x="7779" y="7779"/>
                  </a:lnTo>
                  <a:lnTo>
                    <a:pt x="777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8" name="Google Shape;1148;p83"/>
          <p:cNvSpPr/>
          <p:nvPr/>
        </p:nvSpPr>
        <p:spPr>
          <a:xfrm>
            <a:off x="4420436" y="3176441"/>
            <a:ext cx="303165" cy="337755"/>
          </a:xfrm>
          <a:custGeom>
            <a:avLst/>
            <a:gdLst/>
            <a:ahLst/>
            <a:cxnLst/>
            <a:rect l="l" t="t" r="r" b="b"/>
            <a:pathLst>
              <a:path w="13217" h="14725" extrusionOk="0">
                <a:moveTo>
                  <a:pt x="6600" y="865"/>
                </a:moveTo>
                <a:cubicBezTo>
                  <a:pt x="7088" y="865"/>
                  <a:pt x="7465" y="1242"/>
                  <a:pt x="7465" y="1729"/>
                </a:cubicBezTo>
                <a:cubicBezTo>
                  <a:pt x="7465" y="2201"/>
                  <a:pt x="7088" y="2593"/>
                  <a:pt x="6600" y="2593"/>
                </a:cubicBezTo>
                <a:cubicBezTo>
                  <a:pt x="6129" y="2593"/>
                  <a:pt x="5737" y="2201"/>
                  <a:pt x="5737" y="1729"/>
                </a:cubicBezTo>
                <a:cubicBezTo>
                  <a:pt x="5737" y="1242"/>
                  <a:pt x="6129" y="865"/>
                  <a:pt x="6600" y="865"/>
                </a:cubicBezTo>
                <a:close/>
                <a:moveTo>
                  <a:pt x="1714" y="3678"/>
                </a:moveTo>
                <a:cubicBezTo>
                  <a:pt x="2200" y="3678"/>
                  <a:pt x="2577" y="4070"/>
                  <a:pt x="2577" y="4542"/>
                </a:cubicBezTo>
                <a:cubicBezTo>
                  <a:pt x="2577" y="5030"/>
                  <a:pt x="2200" y="5407"/>
                  <a:pt x="1714" y="5407"/>
                </a:cubicBezTo>
                <a:cubicBezTo>
                  <a:pt x="1242" y="5407"/>
                  <a:pt x="849" y="5030"/>
                  <a:pt x="849" y="4542"/>
                </a:cubicBezTo>
                <a:cubicBezTo>
                  <a:pt x="849" y="4070"/>
                  <a:pt x="1242" y="3678"/>
                  <a:pt x="1714" y="3678"/>
                </a:cubicBezTo>
                <a:close/>
                <a:moveTo>
                  <a:pt x="11488" y="3678"/>
                </a:moveTo>
                <a:cubicBezTo>
                  <a:pt x="11975" y="3678"/>
                  <a:pt x="12352" y="4070"/>
                  <a:pt x="12352" y="4542"/>
                </a:cubicBezTo>
                <a:cubicBezTo>
                  <a:pt x="12352" y="5030"/>
                  <a:pt x="11975" y="5407"/>
                  <a:pt x="11488" y="5407"/>
                </a:cubicBezTo>
                <a:cubicBezTo>
                  <a:pt x="11017" y="5407"/>
                  <a:pt x="10623" y="5030"/>
                  <a:pt x="10623" y="4542"/>
                </a:cubicBezTo>
                <a:cubicBezTo>
                  <a:pt x="10623" y="4070"/>
                  <a:pt x="11017" y="3678"/>
                  <a:pt x="11488" y="3678"/>
                </a:cubicBezTo>
                <a:close/>
                <a:moveTo>
                  <a:pt x="6177" y="5233"/>
                </a:moveTo>
                <a:lnTo>
                  <a:pt x="6177" y="9492"/>
                </a:lnTo>
                <a:cubicBezTo>
                  <a:pt x="5422" y="9304"/>
                  <a:pt x="4857" y="8612"/>
                  <a:pt x="4857" y="7795"/>
                </a:cubicBezTo>
                <a:lnTo>
                  <a:pt x="4857" y="6930"/>
                </a:lnTo>
                <a:cubicBezTo>
                  <a:pt x="4857" y="6113"/>
                  <a:pt x="5422" y="5422"/>
                  <a:pt x="6177" y="5233"/>
                </a:cubicBezTo>
                <a:close/>
                <a:moveTo>
                  <a:pt x="7040" y="5233"/>
                </a:moveTo>
                <a:cubicBezTo>
                  <a:pt x="7795" y="5422"/>
                  <a:pt x="8360" y="6113"/>
                  <a:pt x="8360" y="6930"/>
                </a:cubicBezTo>
                <a:lnTo>
                  <a:pt x="8360" y="7795"/>
                </a:lnTo>
                <a:cubicBezTo>
                  <a:pt x="8360" y="8612"/>
                  <a:pt x="7795" y="9304"/>
                  <a:pt x="7040" y="9492"/>
                </a:cubicBezTo>
                <a:lnTo>
                  <a:pt x="7040" y="5233"/>
                </a:lnTo>
                <a:close/>
                <a:moveTo>
                  <a:pt x="1729" y="9319"/>
                </a:moveTo>
                <a:cubicBezTo>
                  <a:pt x="2200" y="9319"/>
                  <a:pt x="2594" y="9712"/>
                  <a:pt x="2594" y="10184"/>
                </a:cubicBezTo>
                <a:cubicBezTo>
                  <a:pt x="2594" y="10655"/>
                  <a:pt x="2200" y="11048"/>
                  <a:pt x="1729" y="11048"/>
                </a:cubicBezTo>
                <a:cubicBezTo>
                  <a:pt x="1242" y="11048"/>
                  <a:pt x="865" y="10655"/>
                  <a:pt x="865" y="10184"/>
                </a:cubicBezTo>
                <a:cubicBezTo>
                  <a:pt x="865" y="9712"/>
                  <a:pt x="1242" y="9319"/>
                  <a:pt x="1729" y="9319"/>
                </a:cubicBezTo>
                <a:close/>
                <a:moveTo>
                  <a:pt x="11488" y="9319"/>
                </a:moveTo>
                <a:cubicBezTo>
                  <a:pt x="11960" y="9319"/>
                  <a:pt x="12352" y="9712"/>
                  <a:pt x="12352" y="10184"/>
                </a:cubicBezTo>
                <a:cubicBezTo>
                  <a:pt x="12352" y="10655"/>
                  <a:pt x="11960" y="11048"/>
                  <a:pt x="11488" y="11048"/>
                </a:cubicBezTo>
                <a:cubicBezTo>
                  <a:pt x="11017" y="11048"/>
                  <a:pt x="10623" y="10655"/>
                  <a:pt x="10623" y="10184"/>
                </a:cubicBezTo>
                <a:cubicBezTo>
                  <a:pt x="10623" y="9712"/>
                  <a:pt x="11017" y="9319"/>
                  <a:pt x="11488" y="9319"/>
                </a:cubicBezTo>
                <a:close/>
                <a:moveTo>
                  <a:pt x="6600" y="12148"/>
                </a:moveTo>
                <a:cubicBezTo>
                  <a:pt x="7088" y="12148"/>
                  <a:pt x="7465" y="12525"/>
                  <a:pt x="7465" y="12996"/>
                </a:cubicBezTo>
                <a:cubicBezTo>
                  <a:pt x="7465" y="13484"/>
                  <a:pt x="7088" y="13861"/>
                  <a:pt x="6600" y="13861"/>
                </a:cubicBezTo>
                <a:cubicBezTo>
                  <a:pt x="6129" y="13861"/>
                  <a:pt x="5737" y="13484"/>
                  <a:pt x="5737" y="12996"/>
                </a:cubicBezTo>
                <a:cubicBezTo>
                  <a:pt x="5737" y="12525"/>
                  <a:pt x="6129" y="12148"/>
                  <a:pt x="6600" y="12148"/>
                </a:cubicBezTo>
                <a:close/>
                <a:moveTo>
                  <a:pt x="6600" y="1"/>
                </a:moveTo>
                <a:cubicBezTo>
                  <a:pt x="5657" y="1"/>
                  <a:pt x="4872" y="770"/>
                  <a:pt x="4872" y="1729"/>
                </a:cubicBezTo>
                <a:cubicBezTo>
                  <a:pt x="4872" y="2530"/>
                  <a:pt x="5437" y="3207"/>
                  <a:pt x="6177" y="3395"/>
                </a:cubicBezTo>
                <a:lnTo>
                  <a:pt x="6177" y="4353"/>
                </a:lnTo>
                <a:cubicBezTo>
                  <a:pt x="5406" y="4479"/>
                  <a:pt x="4762" y="4935"/>
                  <a:pt x="4369" y="5579"/>
                </a:cubicBezTo>
                <a:lnTo>
                  <a:pt x="3379" y="5013"/>
                </a:lnTo>
                <a:cubicBezTo>
                  <a:pt x="3426" y="4856"/>
                  <a:pt x="3442" y="4699"/>
                  <a:pt x="3442" y="4542"/>
                </a:cubicBezTo>
                <a:cubicBezTo>
                  <a:pt x="3442" y="3599"/>
                  <a:pt x="2672" y="2813"/>
                  <a:pt x="1714" y="2813"/>
                </a:cubicBezTo>
                <a:cubicBezTo>
                  <a:pt x="771" y="2813"/>
                  <a:pt x="0" y="3599"/>
                  <a:pt x="0" y="4542"/>
                </a:cubicBezTo>
                <a:cubicBezTo>
                  <a:pt x="0" y="5501"/>
                  <a:pt x="771" y="6270"/>
                  <a:pt x="1714" y="6270"/>
                </a:cubicBezTo>
                <a:cubicBezTo>
                  <a:pt x="2200" y="6270"/>
                  <a:pt x="2640" y="6067"/>
                  <a:pt x="2955" y="5752"/>
                </a:cubicBezTo>
                <a:lnTo>
                  <a:pt x="4039" y="6381"/>
                </a:lnTo>
                <a:cubicBezTo>
                  <a:pt x="4008" y="6570"/>
                  <a:pt x="3992" y="6742"/>
                  <a:pt x="3992" y="6930"/>
                </a:cubicBezTo>
                <a:lnTo>
                  <a:pt x="3992" y="7795"/>
                </a:lnTo>
                <a:cubicBezTo>
                  <a:pt x="3992" y="7984"/>
                  <a:pt x="4008" y="8172"/>
                  <a:pt x="4039" y="8345"/>
                </a:cubicBezTo>
                <a:lnTo>
                  <a:pt x="2955" y="8973"/>
                </a:lnTo>
                <a:cubicBezTo>
                  <a:pt x="2640" y="8659"/>
                  <a:pt x="2200" y="8455"/>
                  <a:pt x="1729" y="8455"/>
                </a:cubicBezTo>
                <a:cubicBezTo>
                  <a:pt x="771" y="8455"/>
                  <a:pt x="0" y="9241"/>
                  <a:pt x="0" y="10184"/>
                </a:cubicBezTo>
                <a:cubicBezTo>
                  <a:pt x="0" y="11142"/>
                  <a:pt x="771" y="11912"/>
                  <a:pt x="1729" y="11912"/>
                </a:cubicBezTo>
                <a:cubicBezTo>
                  <a:pt x="2672" y="11912"/>
                  <a:pt x="3457" y="11142"/>
                  <a:pt x="3457" y="10184"/>
                </a:cubicBezTo>
                <a:cubicBezTo>
                  <a:pt x="3457" y="10027"/>
                  <a:pt x="3426" y="9870"/>
                  <a:pt x="3395" y="9728"/>
                </a:cubicBezTo>
                <a:lnTo>
                  <a:pt x="4369" y="9162"/>
                </a:lnTo>
                <a:cubicBezTo>
                  <a:pt x="4762" y="9790"/>
                  <a:pt x="5406" y="10247"/>
                  <a:pt x="6177" y="10372"/>
                </a:cubicBezTo>
                <a:lnTo>
                  <a:pt x="6177" y="11330"/>
                </a:lnTo>
                <a:cubicBezTo>
                  <a:pt x="5437" y="11519"/>
                  <a:pt x="4872" y="12195"/>
                  <a:pt x="4872" y="12996"/>
                </a:cubicBezTo>
                <a:cubicBezTo>
                  <a:pt x="4872" y="13955"/>
                  <a:pt x="5657" y="14725"/>
                  <a:pt x="6600" y="14725"/>
                </a:cubicBezTo>
                <a:cubicBezTo>
                  <a:pt x="7560" y="14725"/>
                  <a:pt x="8329" y="13955"/>
                  <a:pt x="8329" y="12996"/>
                </a:cubicBezTo>
                <a:cubicBezTo>
                  <a:pt x="8329" y="12195"/>
                  <a:pt x="7780" y="11519"/>
                  <a:pt x="7040" y="11330"/>
                </a:cubicBezTo>
                <a:lnTo>
                  <a:pt x="7040" y="10372"/>
                </a:lnTo>
                <a:cubicBezTo>
                  <a:pt x="7795" y="10247"/>
                  <a:pt x="8455" y="9790"/>
                  <a:pt x="8848" y="9162"/>
                </a:cubicBezTo>
                <a:lnTo>
                  <a:pt x="9822" y="9728"/>
                </a:lnTo>
                <a:cubicBezTo>
                  <a:pt x="9791" y="9870"/>
                  <a:pt x="9760" y="10027"/>
                  <a:pt x="9760" y="10184"/>
                </a:cubicBezTo>
                <a:cubicBezTo>
                  <a:pt x="9760" y="11142"/>
                  <a:pt x="10529" y="11912"/>
                  <a:pt x="11488" y="11912"/>
                </a:cubicBezTo>
                <a:cubicBezTo>
                  <a:pt x="12446" y="11912"/>
                  <a:pt x="13217" y="11142"/>
                  <a:pt x="13217" y="10184"/>
                </a:cubicBezTo>
                <a:cubicBezTo>
                  <a:pt x="13217" y="9241"/>
                  <a:pt x="12446" y="8455"/>
                  <a:pt x="11488" y="8455"/>
                </a:cubicBezTo>
                <a:cubicBezTo>
                  <a:pt x="11000" y="8455"/>
                  <a:pt x="10577" y="8659"/>
                  <a:pt x="10262" y="8973"/>
                </a:cubicBezTo>
                <a:lnTo>
                  <a:pt x="9162" y="8345"/>
                </a:lnTo>
                <a:cubicBezTo>
                  <a:pt x="9209" y="8172"/>
                  <a:pt x="9225" y="7984"/>
                  <a:pt x="9225" y="7795"/>
                </a:cubicBezTo>
                <a:lnTo>
                  <a:pt x="9225" y="6930"/>
                </a:lnTo>
                <a:cubicBezTo>
                  <a:pt x="9225" y="6742"/>
                  <a:pt x="9209" y="6570"/>
                  <a:pt x="9162" y="6381"/>
                </a:cubicBezTo>
                <a:lnTo>
                  <a:pt x="10262" y="5752"/>
                </a:lnTo>
                <a:cubicBezTo>
                  <a:pt x="10577" y="6067"/>
                  <a:pt x="11017" y="6270"/>
                  <a:pt x="11488" y="6270"/>
                </a:cubicBezTo>
                <a:cubicBezTo>
                  <a:pt x="12446" y="6270"/>
                  <a:pt x="13217" y="5501"/>
                  <a:pt x="13217" y="4542"/>
                </a:cubicBezTo>
                <a:cubicBezTo>
                  <a:pt x="13217" y="3599"/>
                  <a:pt x="12446" y="2813"/>
                  <a:pt x="11488" y="2813"/>
                </a:cubicBezTo>
                <a:cubicBezTo>
                  <a:pt x="10545" y="2813"/>
                  <a:pt x="9760" y="3599"/>
                  <a:pt x="9760" y="4542"/>
                </a:cubicBezTo>
                <a:cubicBezTo>
                  <a:pt x="9760" y="4699"/>
                  <a:pt x="9791" y="4856"/>
                  <a:pt x="9822" y="5013"/>
                </a:cubicBezTo>
                <a:lnTo>
                  <a:pt x="8848" y="5579"/>
                </a:lnTo>
                <a:cubicBezTo>
                  <a:pt x="8455" y="4935"/>
                  <a:pt x="7795" y="4479"/>
                  <a:pt x="7040" y="4353"/>
                </a:cubicBezTo>
                <a:lnTo>
                  <a:pt x="7040" y="3395"/>
                </a:lnTo>
                <a:cubicBezTo>
                  <a:pt x="7780" y="3207"/>
                  <a:pt x="8329" y="2530"/>
                  <a:pt x="8329" y="1729"/>
                </a:cubicBezTo>
                <a:cubicBezTo>
                  <a:pt x="8329" y="770"/>
                  <a:pt x="7560" y="1"/>
                  <a:pt x="6600"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 name="Google Shape;1149;p83"/>
          <p:cNvGrpSpPr/>
          <p:nvPr/>
        </p:nvGrpSpPr>
        <p:grpSpPr>
          <a:xfrm>
            <a:off x="4428906" y="1424468"/>
            <a:ext cx="286224" cy="327303"/>
            <a:chOff x="6454766" y="4026662"/>
            <a:chExt cx="336496" cy="384791"/>
          </a:xfrm>
        </p:grpSpPr>
        <p:sp>
          <p:nvSpPr>
            <p:cNvPr id="1150" name="Google Shape;1150;p83"/>
            <p:cNvSpPr/>
            <p:nvPr/>
          </p:nvSpPr>
          <p:spPr>
            <a:xfrm>
              <a:off x="6454766" y="4026662"/>
              <a:ext cx="336496" cy="384791"/>
            </a:xfrm>
            <a:custGeom>
              <a:avLst/>
              <a:gdLst/>
              <a:ahLst/>
              <a:cxnLst/>
              <a:rect l="l" t="t" r="r" b="b"/>
              <a:pathLst>
                <a:path w="12479" h="14270" extrusionOk="0">
                  <a:moveTo>
                    <a:pt x="5453" y="834"/>
                  </a:moveTo>
                  <a:cubicBezTo>
                    <a:pt x="7999" y="834"/>
                    <a:pt x="10058" y="2892"/>
                    <a:pt x="10058" y="5438"/>
                  </a:cubicBezTo>
                  <a:lnTo>
                    <a:pt x="10058" y="5517"/>
                  </a:lnTo>
                  <a:lnTo>
                    <a:pt x="11284" y="8880"/>
                  </a:lnTo>
                  <a:lnTo>
                    <a:pt x="10058" y="8880"/>
                  </a:lnTo>
                  <a:lnTo>
                    <a:pt x="10058" y="10923"/>
                  </a:lnTo>
                  <a:lnTo>
                    <a:pt x="7544" y="10923"/>
                  </a:lnTo>
                  <a:lnTo>
                    <a:pt x="7544" y="13421"/>
                  </a:lnTo>
                  <a:lnTo>
                    <a:pt x="2515" y="13421"/>
                  </a:lnTo>
                  <a:lnTo>
                    <a:pt x="2515" y="9006"/>
                  </a:lnTo>
                  <a:lnTo>
                    <a:pt x="2373" y="8880"/>
                  </a:lnTo>
                  <a:cubicBezTo>
                    <a:pt x="1399" y="8015"/>
                    <a:pt x="833" y="6758"/>
                    <a:pt x="833" y="5438"/>
                  </a:cubicBezTo>
                  <a:cubicBezTo>
                    <a:pt x="833" y="2892"/>
                    <a:pt x="2908" y="834"/>
                    <a:pt x="5453" y="834"/>
                  </a:cubicBezTo>
                  <a:close/>
                  <a:moveTo>
                    <a:pt x="5453" y="1"/>
                  </a:moveTo>
                  <a:cubicBezTo>
                    <a:pt x="2452" y="1"/>
                    <a:pt x="1" y="2437"/>
                    <a:pt x="1" y="5438"/>
                  </a:cubicBezTo>
                  <a:cubicBezTo>
                    <a:pt x="1" y="6932"/>
                    <a:pt x="613" y="8346"/>
                    <a:pt x="1682" y="9383"/>
                  </a:cubicBezTo>
                  <a:lnTo>
                    <a:pt x="1682" y="14270"/>
                  </a:lnTo>
                  <a:lnTo>
                    <a:pt x="8393" y="14270"/>
                  </a:lnTo>
                  <a:lnTo>
                    <a:pt x="8393" y="11755"/>
                  </a:lnTo>
                  <a:lnTo>
                    <a:pt x="10907" y="11755"/>
                  </a:lnTo>
                  <a:lnTo>
                    <a:pt x="10907" y="9713"/>
                  </a:lnTo>
                  <a:lnTo>
                    <a:pt x="12478" y="9713"/>
                  </a:lnTo>
                  <a:lnTo>
                    <a:pt x="10907" y="5375"/>
                  </a:lnTo>
                  <a:cubicBezTo>
                    <a:pt x="10859" y="2406"/>
                    <a:pt x="8439" y="1"/>
                    <a:pt x="545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83"/>
            <p:cNvSpPr/>
            <p:nvPr/>
          </p:nvSpPr>
          <p:spPr>
            <a:xfrm>
              <a:off x="6511126" y="4083048"/>
              <a:ext cx="181394" cy="180962"/>
            </a:xfrm>
            <a:custGeom>
              <a:avLst/>
              <a:gdLst/>
              <a:ahLst/>
              <a:cxnLst/>
              <a:rect l="l" t="t" r="r" b="b"/>
              <a:pathLst>
                <a:path w="6727" h="6711" extrusionOk="0">
                  <a:moveTo>
                    <a:pt x="3788" y="864"/>
                  </a:moveTo>
                  <a:cubicBezTo>
                    <a:pt x="4840" y="1038"/>
                    <a:pt x="5674" y="1870"/>
                    <a:pt x="5846" y="2939"/>
                  </a:cubicBezTo>
                  <a:lnTo>
                    <a:pt x="3788" y="2939"/>
                  </a:lnTo>
                  <a:lnTo>
                    <a:pt x="3788" y="864"/>
                  </a:lnTo>
                  <a:close/>
                  <a:moveTo>
                    <a:pt x="2940" y="864"/>
                  </a:moveTo>
                  <a:lnTo>
                    <a:pt x="2940" y="3175"/>
                  </a:lnTo>
                  <a:lnTo>
                    <a:pt x="1305" y="4809"/>
                  </a:lnTo>
                  <a:cubicBezTo>
                    <a:pt x="1006" y="4401"/>
                    <a:pt x="834" y="3898"/>
                    <a:pt x="834" y="3347"/>
                  </a:cubicBezTo>
                  <a:cubicBezTo>
                    <a:pt x="834" y="2106"/>
                    <a:pt x="1745" y="1069"/>
                    <a:pt x="2940" y="864"/>
                  </a:cubicBezTo>
                  <a:close/>
                  <a:moveTo>
                    <a:pt x="5846" y="3772"/>
                  </a:moveTo>
                  <a:cubicBezTo>
                    <a:pt x="5658" y="4966"/>
                    <a:pt x="4605" y="5878"/>
                    <a:pt x="3363" y="5878"/>
                  </a:cubicBezTo>
                  <a:cubicBezTo>
                    <a:pt x="2814" y="5878"/>
                    <a:pt x="2311" y="5704"/>
                    <a:pt x="1902" y="5406"/>
                  </a:cubicBezTo>
                  <a:lnTo>
                    <a:pt x="3537" y="3772"/>
                  </a:lnTo>
                  <a:close/>
                  <a:moveTo>
                    <a:pt x="3363" y="1"/>
                  </a:moveTo>
                  <a:cubicBezTo>
                    <a:pt x="1509" y="1"/>
                    <a:pt x="0" y="1493"/>
                    <a:pt x="0" y="3347"/>
                  </a:cubicBezTo>
                  <a:cubicBezTo>
                    <a:pt x="0" y="5201"/>
                    <a:pt x="1509" y="6710"/>
                    <a:pt x="3363" y="6710"/>
                  </a:cubicBezTo>
                  <a:cubicBezTo>
                    <a:pt x="5218" y="6710"/>
                    <a:pt x="6726" y="5201"/>
                    <a:pt x="6726" y="3347"/>
                  </a:cubicBezTo>
                  <a:cubicBezTo>
                    <a:pt x="6726" y="1493"/>
                    <a:pt x="5218" y="1"/>
                    <a:pt x="336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 name="Google Shape;1152;p83"/>
          <p:cNvGrpSpPr/>
          <p:nvPr/>
        </p:nvGrpSpPr>
        <p:grpSpPr>
          <a:xfrm>
            <a:off x="1714317" y="3186811"/>
            <a:ext cx="316867" cy="316847"/>
            <a:chOff x="7242530" y="2182902"/>
            <a:chExt cx="372521" cy="372498"/>
          </a:xfrm>
        </p:grpSpPr>
        <p:sp>
          <p:nvSpPr>
            <p:cNvPr id="1153" name="Google Shape;1153;p83"/>
            <p:cNvSpPr/>
            <p:nvPr/>
          </p:nvSpPr>
          <p:spPr>
            <a:xfrm>
              <a:off x="7242530" y="2264259"/>
              <a:ext cx="372521" cy="291141"/>
            </a:xfrm>
            <a:custGeom>
              <a:avLst/>
              <a:gdLst/>
              <a:ahLst/>
              <a:cxnLst/>
              <a:rect l="l" t="t" r="r" b="b"/>
              <a:pathLst>
                <a:path w="13815" h="10797" extrusionOk="0">
                  <a:moveTo>
                    <a:pt x="1226" y="818"/>
                  </a:moveTo>
                  <a:cubicBezTo>
                    <a:pt x="1446" y="818"/>
                    <a:pt x="1620" y="990"/>
                    <a:pt x="1620" y="1227"/>
                  </a:cubicBezTo>
                  <a:lnTo>
                    <a:pt x="1620" y="3913"/>
                  </a:lnTo>
                  <a:cubicBezTo>
                    <a:pt x="1620" y="4244"/>
                    <a:pt x="1746" y="4542"/>
                    <a:pt x="1981" y="4778"/>
                  </a:cubicBezTo>
                  <a:lnTo>
                    <a:pt x="3615" y="6396"/>
                  </a:lnTo>
                  <a:lnTo>
                    <a:pt x="4181" y="5830"/>
                  </a:lnTo>
                  <a:lnTo>
                    <a:pt x="2546" y="4196"/>
                  </a:lnTo>
                  <a:cubicBezTo>
                    <a:pt x="2484" y="4118"/>
                    <a:pt x="2437" y="4024"/>
                    <a:pt x="2437" y="3913"/>
                  </a:cubicBezTo>
                  <a:cubicBezTo>
                    <a:pt x="2437" y="3804"/>
                    <a:pt x="2484" y="3693"/>
                    <a:pt x="2546" y="3630"/>
                  </a:cubicBezTo>
                  <a:cubicBezTo>
                    <a:pt x="2626" y="3552"/>
                    <a:pt x="2735" y="3505"/>
                    <a:pt x="2846" y="3505"/>
                  </a:cubicBezTo>
                  <a:cubicBezTo>
                    <a:pt x="2955" y="3505"/>
                    <a:pt x="3049" y="3552"/>
                    <a:pt x="3129" y="3630"/>
                  </a:cubicBezTo>
                  <a:lnTo>
                    <a:pt x="6507" y="7010"/>
                  </a:lnTo>
                  <a:lnTo>
                    <a:pt x="6507" y="9979"/>
                  </a:lnTo>
                  <a:lnTo>
                    <a:pt x="3914" y="9979"/>
                  </a:lnTo>
                  <a:lnTo>
                    <a:pt x="3914" y="8612"/>
                  </a:lnTo>
                  <a:lnTo>
                    <a:pt x="818" y="5124"/>
                  </a:lnTo>
                  <a:lnTo>
                    <a:pt x="818" y="1227"/>
                  </a:lnTo>
                  <a:cubicBezTo>
                    <a:pt x="818" y="990"/>
                    <a:pt x="991" y="818"/>
                    <a:pt x="1226" y="818"/>
                  </a:cubicBezTo>
                  <a:close/>
                  <a:moveTo>
                    <a:pt x="12604" y="818"/>
                  </a:moveTo>
                  <a:cubicBezTo>
                    <a:pt x="12824" y="818"/>
                    <a:pt x="12997" y="990"/>
                    <a:pt x="12997" y="1227"/>
                  </a:cubicBezTo>
                  <a:lnTo>
                    <a:pt x="12997" y="5124"/>
                  </a:lnTo>
                  <a:lnTo>
                    <a:pt x="9917" y="8612"/>
                  </a:lnTo>
                  <a:lnTo>
                    <a:pt x="9917" y="9979"/>
                  </a:lnTo>
                  <a:lnTo>
                    <a:pt x="7309" y="9979"/>
                  </a:lnTo>
                  <a:lnTo>
                    <a:pt x="7309" y="7010"/>
                  </a:lnTo>
                  <a:lnTo>
                    <a:pt x="10687" y="3630"/>
                  </a:lnTo>
                  <a:cubicBezTo>
                    <a:pt x="10766" y="3552"/>
                    <a:pt x="10875" y="3505"/>
                    <a:pt x="10986" y="3505"/>
                  </a:cubicBezTo>
                  <a:cubicBezTo>
                    <a:pt x="11095" y="3505"/>
                    <a:pt x="11189" y="3552"/>
                    <a:pt x="11269" y="3630"/>
                  </a:cubicBezTo>
                  <a:cubicBezTo>
                    <a:pt x="11347" y="3693"/>
                    <a:pt x="11378" y="3804"/>
                    <a:pt x="11378" y="3913"/>
                  </a:cubicBezTo>
                  <a:cubicBezTo>
                    <a:pt x="11378" y="4024"/>
                    <a:pt x="11347" y="4118"/>
                    <a:pt x="11269" y="4196"/>
                  </a:cubicBezTo>
                  <a:lnTo>
                    <a:pt x="9634" y="5830"/>
                  </a:lnTo>
                  <a:lnTo>
                    <a:pt x="10200" y="6396"/>
                  </a:lnTo>
                  <a:lnTo>
                    <a:pt x="11834" y="4778"/>
                  </a:lnTo>
                  <a:cubicBezTo>
                    <a:pt x="12069" y="4542"/>
                    <a:pt x="12195" y="4244"/>
                    <a:pt x="12195" y="3913"/>
                  </a:cubicBezTo>
                  <a:lnTo>
                    <a:pt x="12195" y="1227"/>
                  </a:lnTo>
                  <a:cubicBezTo>
                    <a:pt x="12195" y="990"/>
                    <a:pt x="12369" y="818"/>
                    <a:pt x="12604" y="818"/>
                  </a:cubicBezTo>
                  <a:close/>
                  <a:moveTo>
                    <a:pt x="1226" y="1"/>
                  </a:moveTo>
                  <a:cubicBezTo>
                    <a:pt x="551" y="1"/>
                    <a:pt x="1" y="550"/>
                    <a:pt x="1" y="1227"/>
                  </a:cubicBezTo>
                  <a:lnTo>
                    <a:pt x="1" y="5422"/>
                  </a:lnTo>
                  <a:lnTo>
                    <a:pt x="3097" y="8927"/>
                  </a:lnTo>
                  <a:lnTo>
                    <a:pt x="3097" y="10796"/>
                  </a:lnTo>
                  <a:lnTo>
                    <a:pt x="10718" y="10796"/>
                  </a:lnTo>
                  <a:lnTo>
                    <a:pt x="10718" y="8927"/>
                  </a:lnTo>
                  <a:lnTo>
                    <a:pt x="13814" y="5422"/>
                  </a:lnTo>
                  <a:lnTo>
                    <a:pt x="13814" y="1227"/>
                  </a:lnTo>
                  <a:cubicBezTo>
                    <a:pt x="13814" y="550"/>
                    <a:pt x="13264" y="1"/>
                    <a:pt x="12604" y="1"/>
                  </a:cubicBezTo>
                  <a:cubicBezTo>
                    <a:pt x="11929" y="1"/>
                    <a:pt x="11378" y="550"/>
                    <a:pt x="11378" y="1227"/>
                  </a:cubicBezTo>
                  <a:lnTo>
                    <a:pt x="11378" y="2767"/>
                  </a:lnTo>
                  <a:cubicBezTo>
                    <a:pt x="11252" y="2719"/>
                    <a:pt x="11127" y="2704"/>
                    <a:pt x="10986" y="2704"/>
                  </a:cubicBezTo>
                  <a:cubicBezTo>
                    <a:pt x="10655" y="2704"/>
                    <a:pt x="10357" y="2829"/>
                    <a:pt x="10121" y="3049"/>
                  </a:cubicBezTo>
                  <a:lnTo>
                    <a:pt x="6915" y="6270"/>
                  </a:lnTo>
                  <a:lnTo>
                    <a:pt x="3694" y="3049"/>
                  </a:lnTo>
                  <a:cubicBezTo>
                    <a:pt x="3474" y="2829"/>
                    <a:pt x="3160" y="2704"/>
                    <a:pt x="2846" y="2704"/>
                  </a:cubicBezTo>
                  <a:cubicBezTo>
                    <a:pt x="2704" y="2704"/>
                    <a:pt x="2563" y="2719"/>
                    <a:pt x="2437" y="2767"/>
                  </a:cubicBezTo>
                  <a:lnTo>
                    <a:pt x="2437" y="1227"/>
                  </a:lnTo>
                  <a:cubicBezTo>
                    <a:pt x="2437" y="550"/>
                    <a:pt x="1886" y="1"/>
                    <a:pt x="122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3"/>
            <p:cNvSpPr/>
            <p:nvPr/>
          </p:nvSpPr>
          <p:spPr>
            <a:xfrm>
              <a:off x="7330278" y="2182902"/>
              <a:ext cx="197033" cy="128003"/>
            </a:xfrm>
            <a:custGeom>
              <a:avLst/>
              <a:gdLst/>
              <a:ahLst/>
              <a:cxnLst/>
              <a:rect l="l" t="t" r="r" b="b"/>
              <a:pathLst>
                <a:path w="7307" h="4747" extrusionOk="0">
                  <a:moveTo>
                    <a:pt x="4258" y="801"/>
                  </a:moveTo>
                  <a:cubicBezTo>
                    <a:pt x="4935" y="801"/>
                    <a:pt x="5484" y="1352"/>
                    <a:pt x="5484" y="2027"/>
                  </a:cubicBezTo>
                  <a:lnTo>
                    <a:pt x="5484" y="2404"/>
                  </a:lnTo>
                  <a:lnTo>
                    <a:pt x="5846" y="2436"/>
                  </a:lnTo>
                  <a:cubicBezTo>
                    <a:pt x="6223" y="2484"/>
                    <a:pt x="6506" y="2798"/>
                    <a:pt x="6506" y="3175"/>
                  </a:cubicBezTo>
                  <a:cubicBezTo>
                    <a:pt x="6506" y="3599"/>
                    <a:pt x="6160" y="3929"/>
                    <a:pt x="5752" y="3929"/>
                  </a:cubicBezTo>
                  <a:lnTo>
                    <a:pt x="1555" y="3929"/>
                  </a:lnTo>
                  <a:cubicBezTo>
                    <a:pt x="1147" y="3929"/>
                    <a:pt x="817" y="3599"/>
                    <a:pt x="817" y="3175"/>
                  </a:cubicBezTo>
                  <a:cubicBezTo>
                    <a:pt x="817" y="2798"/>
                    <a:pt x="1100" y="2484"/>
                    <a:pt x="1477" y="2436"/>
                  </a:cubicBezTo>
                  <a:lnTo>
                    <a:pt x="1838" y="2404"/>
                  </a:lnTo>
                  <a:lnTo>
                    <a:pt x="1823" y="2027"/>
                  </a:lnTo>
                  <a:cubicBezTo>
                    <a:pt x="1823" y="1587"/>
                    <a:pt x="2200" y="1226"/>
                    <a:pt x="2640" y="1226"/>
                  </a:cubicBezTo>
                  <a:cubicBezTo>
                    <a:pt x="2750" y="1226"/>
                    <a:pt x="2844" y="1241"/>
                    <a:pt x="2938" y="1273"/>
                  </a:cubicBezTo>
                  <a:lnTo>
                    <a:pt x="3190" y="1384"/>
                  </a:lnTo>
                  <a:lnTo>
                    <a:pt x="3378" y="1179"/>
                  </a:lnTo>
                  <a:cubicBezTo>
                    <a:pt x="3615" y="944"/>
                    <a:pt x="3929" y="801"/>
                    <a:pt x="4258" y="801"/>
                  </a:cubicBezTo>
                  <a:close/>
                  <a:moveTo>
                    <a:pt x="4258" y="1"/>
                  </a:moveTo>
                  <a:cubicBezTo>
                    <a:pt x="3787" y="1"/>
                    <a:pt x="3347" y="158"/>
                    <a:pt x="2986" y="456"/>
                  </a:cubicBezTo>
                  <a:cubicBezTo>
                    <a:pt x="2875" y="424"/>
                    <a:pt x="2750" y="409"/>
                    <a:pt x="2640" y="409"/>
                  </a:cubicBezTo>
                  <a:cubicBezTo>
                    <a:pt x="1855" y="409"/>
                    <a:pt x="1195" y="975"/>
                    <a:pt x="1052" y="1713"/>
                  </a:cubicBezTo>
                  <a:cubicBezTo>
                    <a:pt x="440" y="1918"/>
                    <a:pt x="0" y="2499"/>
                    <a:pt x="0" y="3175"/>
                  </a:cubicBezTo>
                  <a:cubicBezTo>
                    <a:pt x="0" y="4039"/>
                    <a:pt x="707" y="4746"/>
                    <a:pt x="1555" y="4746"/>
                  </a:cubicBezTo>
                  <a:lnTo>
                    <a:pt x="5752" y="4746"/>
                  </a:lnTo>
                  <a:cubicBezTo>
                    <a:pt x="6615" y="4746"/>
                    <a:pt x="7307" y="4039"/>
                    <a:pt x="7307" y="3175"/>
                  </a:cubicBezTo>
                  <a:cubicBezTo>
                    <a:pt x="7307" y="2515"/>
                    <a:pt x="6883" y="1933"/>
                    <a:pt x="6270" y="1713"/>
                  </a:cubicBezTo>
                  <a:cubicBezTo>
                    <a:pt x="6113" y="739"/>
                    <a:pt x="5280" y="1"/>
                    <a:pt x="425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 name="Google Shape;1155;p83"/>
          <p:cNvGrpSpPr/>
          <p:nvPr/>
        </p:nvGrpSpPr>
        <p:grpSpPr>
          <a:xfrm>
            <a:off x="1709099" y="1424548"/>
            <a:ext cx="327303" cy="327280"/>
            <a:chOff x="6430605" y="1636675"/>
            <a:chExt cx="384791" cy="384764"/>
          </a:xfrm>
        </p:grpSpPr>
        <p:sp>
          <p:nvSpPr>
            <p:cNvPr id="1156" name="Google Shape;1156;p83"/>
            <p:cNvSpPr/>
            <p:nvPr/>
          </p:nvSpPr>
          <p:spPr>
            <a:xfrm>
              <a:off x="6544186" y="1954067"/>
              <a:ext cx="22489" cy="22489"/>
            </a:xfrm>
            <a:custGeom>
              <a:avLst/>
              <a:gdLst/>
              <a:ahLst/>
              <a:cxnLst/>
              <a:rect l="l" t="t" r="r" b="b"/>
              <a:pathLst>
                <a:path w="834" h="834" extrusionOk="0">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3"/>
            <p:cNvSpPr/>
            <p:nvPr/>
          </p:nvSpPr>
          <p:spPr>
            <a:xfrm>
              <a:off x="6498398" y="1749394"/>
              <a:ext cx="114035" cy="159336"/>
            </a:xfrm>
            <a:custGeom>
              <a:avLst/>
              <a:gdLst/>
              <a:ahLst/>
              <a:cxnLst/>
              <a:rect l="l" t="t" r="r" b="b"/>
              <a:pathLst>
                <a:path w="4229" h="5909" extrusionOk="0">
                  <a:moveTo>
                    <a:pt x="2107" y="834"/>
                  </a:moveTo>
                  <a:cubicBezTo>
                    <a:pt x="2578" y="834"/>
                    <a:pt x="2955" y="1211"/>
                    <a:pt x="2955" y="1682"/>
                  </a:cubicBezTo>
                  <a:cubicBezTo>
                    <a:pt x="2955" y="2137"/>
                    <a:pt x="2578" y="2514"/>
                    <a:pt x="2107" y="2514"/>
                  </a:cubicBezTo>
                  <a:cubicBezTo>
                    <a:pt x="1652" y="2514"/>
                    <a:pt x="1274" y="2137"/>
                    <a:pt x="1274" y="1682"/>
                  </a:cubicBezTo>
                  <a:cubicBezTo>
                    <a:pt x="1274" y="1211"/>
                    <a:pt x="1652" y="834"/>
                    <a:pt x="2107" y="834"/>
                  </a:cubicBezTo>
                  <a:close/>
                  <a:moveTo>
                    <a:pt x="2107" y="3348"/>
                  </a:moveTo>
                  <a:cubicBezTo>
                    <a:pt x="2814" y="3348"/>
                    <a:pt x="3395" y="3929"/>
                    <a:pt x="3395" y="4636"/>
                  </a:cubicBezTo>
                  <a:lnTo>
                    <a:pt x="3395" y="5076"/>
                  </a:lnTo>
                  <a:lnTo>
                    <a:pt x="834" y="5076"/>
                  </a:lnTo>
                  <a:lnTo>
                    <a:pt x="834" y="4636"/>
                  </a:lnTo>
                  <a:cubicBezTo>
                    <a:pt x="834" y="3929"/>
                    <a:pt x="1400" y="3348"/>
                    <a:pt x="2107" y="3348"/>
                  </a:cubicBezTo>
                  <a:close/>
                  <a:moveTo>
                    <a:pt x="2107" y="0"/>
                  </a:moveTo>
                  <a:cubicBezTo>
                    <a:pt x="1195" y="0"/>
                    <a:pt x="441" y="754"/>
                    <a:pt x="441" y="1682"/>
                  </a:cubicBezTo>
                  <a:cubicBezTo>
                    <a:pt x="441" y="2137"/>
                    <a:pt x="629" y="2562"/>
                    <a:pt x="944" y="2860"/>
                  </a:cubicBezTo>
                  <a:cubicBezTo>
                    <a:pt x="363" y="3254"/>
                    <a:pt x="1" y="3897"/>
                    <a:pt x="1" y="4636"/>
                  </a:cubicBezTo>
                  <a:lnTo>
                    <a:pt x="1" y="5909"/>
                  </a:lnTo>
                  <a:lnTo>
                    <a:pt x="4229" y="5909"/>
                  </a:lnTo>
                  <a:lnTo>
                    <a:pt x="4229" y="4636"/>
                  </a:lnTo>
                  <a:cubicBezTo>
                    <a:pt x="4229" y="3897"/>
                    <a:pt x="3852" y="3254"/>
                    <a:pt x="3286" y="2860"/>
                  </a:cubicBezTo>
                  <a:cubicBezTo>
                    <a:pt x="3600" y="2562"/>
                    <a:pt x="3789" y="2137"/>
                    <a:pt x="3789" y="1682"/>
                  </a:cubicBezTo>
                  <a:cubicBezTo>
                    <a:pt x="3789" y="754"/>
                    <a:pt x="3034" y="0"/>
                    <a:pt x="210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3"/>
            <p:cNvSpPr/>
            <p:nvPr/>
          </p:nvSpPr>
          <p:spPr>
            <a:xfrm>
              <a:off x="6430605" y="1636675"/>
              <a:ext cx="384791" cy="384764"/>
            </a:xfrm>
            <a:custGeom>
              <a:avLst/>
              <a:gdLst/>
              <a:ahLst/>
              <a:cxnLst/>
              <a:rect l="l" t="t" r="r" b="b"/>
              <a:pathLst>
                <a:path w="14270" h="14269" extrusionOk="0">
                  <a:moveTo>
                    <a:pt x="6743" y="834"/>
                  </a:moveTo>
                  <a:lnTo>
                    <a:pt x="6743" y="1682"/>
                  </a:lnTo>
                  <a:lnTo>
                    <a:pt x="2515" y="1682"/>
                  </a:lnTo>
                  <a:lnTo>
                    <a:pt x="2515" y="834"/>
                  </a:lnTo>
                  <a:close/>
                  <a:moveTo>
                    <a:pt x="13437" y="4180"/>
                  </a:moveTo>
                  <a:lnTo>
                    <a:pt x="13437" y="8423"/>
                  </a:lnTo>
                  <a:lnTo>
                    <a:pt x="11583" y="8423"/>
                  </a:lnTo>
                  <a:lnTo>
                    <a:pt x="10923" y="9083"/>
                  </a:lnTo>
                  <a:lnTo>
                    <a:pt x="10263" y="8423"/>
                  </a:lnTo>
                  <a:lnTo>
                    <a:pt x="8424" y="8423"/>
                  </a:lnTo>
                  <a:lnTo>
                    <a:pt x="8424" y="4180"/>
                  </a:lnTo>
                  <a:close/>
                  <a:moveTo>
                    <a:pt x="8424" y="834"/>
                  </a:moveTo>
                  <a:lnTo>
                    <a:pt x="8424" y="3348"/>
                  </a:lnTo>
                  <a:lnTo>
                    <a:pt x="7575" y="3348"/>
                  </a:lnTo>
                  <a:lnTo>
                    <a:pt x="7575" y="9256"/>
                  </a:lnTo>
                  <a:lnTo>
                    <a:pt x="8424" y="9256"/>
                  </a:lnTo>
                  <a:lnTo>
                    <a:pt x="8424" y="13437"/>
                  </a:lnTo>
                  <a:lnTo>
                    <a:pt x="834" y="13437"/>
                  </a:lnTo>
                  <a:lnTo>
                    <a:pt x="834" y="834"/>
                  </a:lnTo>
                  <a:lnTo>
                    <a:pt x="1666" y="834"/>
                  </a:lnTo>
                  <a:lnTo>
                    <a:pt x="1666" y="2514"/>
                  </a:lnTo>
                  <a:lnTo>
                    <a:pt x="7575" y="2514"/>
                  </a:lnTo>
                  <a:lnTo>
                    <a:pt x="7575" y="834"/>
                  </a:lnTo>
                  <a:close/>
                  <a:moveTo>
                    <a:pt x="1" y="0"/>
                  </a:moveTo>
                  <a:lnTo>
                    <a:pt x="1" y="14269"/>
                  </a:lnTo>
                  <a:lnTo>
                    <a:pt x="9257" y="14269"/>
                  </a:lnTo>
                  <a:lnTo>
                    <a:pt x="9257" y="9256"/>
                  </a:lnTo>
                  <a:lnTo>
                    <a:pt x="9917" y="9256"/>
                  </a:lnTo>
                  <a:lnTo>
                    <a:pt x="10923" y="10262"/>
                  </a:lnTo>
                  <a:lnTo>
                    <a:pt x="11929" y="9256"/>
                  </a:lnTo>
                  <a:lnTo>
                    <a:pt x="14269" y="9256"/>
                  </a:lnTo>
                  <a:lnTo>
                    <a:pt x="14269" y="3348"/>
                  </a:lnTo>
                  <a:lnTo>
                    <a:pt x="9257" y="3348"/>
                  </a:lnTo>
                  <a:lnTo>
                    <a:pt x="925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3"/>
            <p:cNvSpPr/>
            <p:nvPr/>
          </p:nvSpPr>
          <p:spPr>
            <a:xfrm>
              <a:off x="6680231" y="1772693"/>
              <a:ext cx="90252" cy="22489"/>
            </a:xfrm>
            <a:custGeom>
              <a:avLst/>
              <a:gdLst/>
              <a:ahLst/>
              <a:cxnLst/>
              <a:rect l="l" t="t" r="r" b="b"/>
              <a:pathLst>
                <a:path w="3347" h="834" extrusionOk="0">
                  <a:moveTo>
                    <a:pt x="0" y="1"/>
                  </a:moveTo>
                  <a:lnTo>
                    <a:pt x="0" y="833"/>
                  </a:lnTo>
                  <a:lnTo>
                    <a:pt x="3347" y="833"/>
                  </a:lnTo>
                  <a:lnTo>
                    <a:pt x="334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3"/>
            <p:cNvSpPr/>
            <p:nvPr/>
          </p:nvSpPr>
          <p:spPr>
            <a:xfrm>
              <a:off x="6680231" y="1818023"/>
              <a:ext cx="90252" cy="22516"/>
            </a:xfrm>
            <a:custGeom>
              <a:avLst/>
              <a:gdLst/>
              <a:ahLst/>
              <a:cxnLst/>
              <a:rect l="l" t="t" r="r" b="b"/>
              <a:pathLst>
                <a:path w="3347" h="835" extrusionOk="0">
                  <a:moveTo>
                    <a:pt x="0" y="1"/>
                  </a:moveTo>
                  <a:lnTo>
                    <a:pt x="0" y="834"/>
                  </a:lnTo>
                  <a:lnTo>
                    <a:pt x="3347" y="834"/>
                  </a:lnTo>
                  <a:lnTo>
                    <a:pt x="334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 name="Google Shape;1161;p83">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3">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3"/>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4"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164" name="Google Shape;1164;p83">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3">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6" name="Google Shape;1166;p83">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167" name="Google Shape;1167;p83">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8" name="Google Shape;1168;p83">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Shape 1172"/>
        <p:cNvGrpSpPr/>
        <p:nvPr/>
      </p:nvGrpSpPr>
      <p:grpSpPr>
        <a:xfrm>
          <a:off x="0" y="0"/>
          <a:ext cx="0" cy="0"/>
          <a:chOff x="0" y="0"/>
          <a:chExt cx="0" cy="0"/>
        </a:xfrm>
      </p:grpSpPr>
      <p:sp>
        <p:nvSpPr>
          <p:cNvPr id="1173" name="Google Shape;1173;p84"/>
          <p:cNvSpPr/>
          <p:nvPr/>
        </p:nvSpPr>
        <p:spPr>
          <a:xfrm rot="10800000" flipH="1">
            <a:off x="7871779" y="-1248099"/>
            <a:ext cx="3561900" cy="3562200"/>
          </a:xfrm>
          <a:prstGeom prst="ellipse">
            <a:avLst/>
          </a:prstGeom>
          <a:solidFill>
            <a:schemeClr val="dk2"/>
          </a:solidFill>
          <a:ln>
            <a:noFill/>
          </a:ln>
          <a:effectLst>
            <a:outerShdw blurRad="57150" dist="9525" dir="1032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4"/>
          <p:cNvSpPr txBox="1">
            <a:spLocks noGrp="1"/>
          </p:cNvSpPr>
          <p:nvPr>
            <p:ph type="title"/>
          </p:nvPr>
        </p:nvSpPr>
        <p:spPr>
          <a:xfrm>
            <a:off x="1063722" y="1678175"/>
            <a:ext cx="1822500" cy="34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NEPTUNE</a:t>
            </a:r>
            <a:endParaRPr/>
          </a:p>
        </p:txBody>
      </p:sp>
      <p:sp>
        <p:nvSpPr>
          <p:cNvPr id="1175" name="Google Shape;1175;p84"/>
          <p:cNvSpPr txBox="1">
            <a:spLocks noGrp="1"/>
          </p:cNvSpPr>
          <p:nvPr>
            <p:ph type="subTitle" idx="1"/>
          </p:nvPr>
        </p:nvSpPr>
        <p:spPr>
          <a:xfrm>
            <a:off x="1063718" y="2036100"/>
            <a:ext cx="18225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latin typeface="Darker Grotesque"/>
                <a:ea typeface="Darker Grotesque"/>
                <a:cs typeface="Darker Grotesque"/>
                <a:sym typeface="Darker Grotesque"/>
              </a:rPr>
              <a:t>It’s the farthest planet from the Sun</a:t>
            </a:r>
            <a:endParaRPr>
              <a:latin typeface="Darker Grotesque"/>
              <a:ea typeface="Darker Grotesque"/>
              <a:cs typeface="Darker Grotesque"/>
              <a:sym typeface="Darker Grotesque"/>
            </a:endParaRPr>
          </a:p>
        </p:txBody>
      </p:sp>
      <p:sp>
        <p:nvSpPr>
          <p:cNvPr id="1176" name="Google Shape;1176;p84"/>
          <p:cNvSpPr txBox="1">
            <a:spLocks noGrp="1"/>
          </p:cNvSpPr>
          <p:nvPr>
            <p:ph type="title" idx="2"/>
          </p:nvPr>
        </p:nvSpPr>
        <p:spPr>
          <a:xfrm>
            <a:off x="6262232" y="1678175"/>
            <a:ext cx="18225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SUN</a:t>
            </a:r>
            <a:endParaRPr/>
          </a:p>
        </p:txBody>
      </p:sp>
      <p:sp>
        <p:nvSpPr>
          <p:cNvPr id="1177" name="Google Shape;1177;p84"/>
          <p:cNvSpPr txBox="1">
            <a:spLocks noGrp="1"/>
          </p:cNvSpPr>
          <p:nvPr>
            <p:ph type="subTitle" idx="3"/>
          </p:nvPr>
        </p:nvSpPr>
        <p:spPr>
          <a:xfrm>
            <a:off x="6262211" y="2036094"/>
            <a:ext cx="18225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Its the star at the center of the Solar System</a:t>
            </a:r>
            <a:endParaRPr>
              <a:latin typeface="Darker Grotesque"/>
              <a:ea typeface="Darker Grotesque"/>
              <a:cs typeface="Darker Grotesque"/>
              <a:sym typeface="Darker Grotesque"/>
            </a:endParaRPr>
          </a:p>
        </p:txBody>
      </p:sp>
      <p:sp>
        <p:nvSpPr>
          <p:cNvPr id="1178" name="Google Shape;1178;p84"/>
          <p:cNvSpPr txBox="1">
            <a:spLocks noGrp="1"/>
          </p:cNvSpPr>
          <p:nvPr>
            <p:ph type="title" idx="4"/>
          </p:nvPr>
        </p:nvSpPr>
        <p:spPr>
          <a:xfrm>
            <a:off x="682697" y="2719725"/>
            <a:ext cx="1822500" cy="34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JUPITER</a:t>
            </a:r>
            <a:endParaRPr/>
          </a:p>
        </p:txBody>
      </p:sp>
      <p:sp>
        <p:nvSpPr>
          <p:cNvPr id="1179" name="Google Shape;1179;p84"/>
          <p:cNvSpPr txBox="1">
            <a:spLocks noGrp="1"/>
          </p:cNvSpPr>
          <p:nvPr>
            <p:ph type="subTitle" idx="5"/>
          </p:nvPr>
        </p:nvSpPr>
        <p:spPr>
          <a:xfrm>
            <a:off x="682693" y="3077647"/>
            <a:ext cx="18225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latin typeface="Darker Grotesque"/>
                <a:ea typeface="Darker Grotesque"/>
                <a:cs typeface="Darker Grotesque"/>
                <a:sym typeface="Darker Grotesque"/>
              </a:rPr>
              <a:t>Jupiter is the biggest planet of them all</a:t>
            </a:r>
            <a:endParaRPr>
              <a:latin typeface="Darker Grotesque"/>
              <a:ea typeface="Darker Grotesque"/>
              <a:cs typeface="Darker Grotesque"/>
              <a:sym typeface="Darker Grotesque"/>
            </a:endParaRPr>
          </a:p>
        </p:txBody>
      </p:sp>
      <p:sp>
        <p:nvSpPr>
          <p:cNvPr id="1180" name="Google Shape;1180;p84"/>
          <p:cNvSpPr txBox="1">
            <a:spLocks noGrp="1"/>
          </p:cNvSpPr>
          <p:nvPr>
            <p:ph type="title" idx="6"/>
          </p:nvPr>
        </p:nvSpPr>
        <p:spPr>
          <a:xfrm>
            <a:off x="1063720" y="3761275"/>
            <a:ext cx="1822500" cy="34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a:t>
            </a:r>
            <a:endParaRPr/>
          </a:p>
        </p:txBody>
      </p:sp>
      <p:sp>
        <p:nvSpPr>
          <p:cNvPr id="1181" name="Google Shape;1181;p84"/>
          <p:cNvSpPr txBox="1">
            <a:spLocks noGrp="1"/>
          </p:cNvSpPr>
          <p:nvPr>
            <p:ph type="subTitle" idx="7"/>
          </p:nvPr>
        </p:nvSpPr>
        <p:spPr>
          <a:xfrm>
            <a:off x="1063699" y="4119197"/>
            <a:ext cx="18225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latin typeface="Darker Grotesque"/>
                <a:ea typeface="Darker Grotesque"/>
                <a:cs typeface="Darker Grotesque"/>
                <a:sym typeface="Darker Grotesque"/>
              </a:rPr>
              <a:t>Venus is the second planet from the Sun</a:t>
            </a:r>
            <a:endParaRPr>
              <a:latin typeface="Darker Grotesque"/>
              <a:ea typeface="Darker Grotesque"/>
              <a:cs typeface="Darker Grotesque"/>
              <a:sym typeface="Darker Grotesque"/>
            </a:endParaRPr>
          </a:p>
        </p:txBody>
      </p:sp>
      <p:sp>
        <p:nvSpPr>
          <p:cNvPr id="1182" name="Google Shape;1182;p84"/>
          <p:cNvSpPr txBox="1">
            <a:spLocks noGrp="1"/>
          </p:cNvSpPr>
          <p:nvPr>
            <p:ph type="title" idx="8"/>
          </p:nvPr>
        </p:nvSpPr>
        <p:spPr>
          <a:xfrm>
            <a:off x="6643209" y="2719725"/>
            <a:ext cx="18225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1183" name="Google Shape;1183;p84"/>
          <p:cNvSpPr txBox="1">
            <a:spLocks noGrp="1"/>
          </p:cNvSpPr>
          <p:nvPr>
            <p:ph type="subTitle" idx="9"/>
          </p:nvPr>
        </p:nvSpPr>
        <p:spPr>
          <a:xfrm>
            <a:off x="6643209" y="3077645"/>
            <a:ext cx="18225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Saturn is a gas giant and has several rings</a:t>
            </a:r>
            <a:endParaRPr>
              <a:latin typeface="Darker Grotesque"/>
              <a:ea typeface="Darker Grotesque"/>
              <a:cs typeface="Darker Grotesque"/>
              <a:sym typeface="Darker Grotesque"/>
            </a:endParaRPr>
          </a:p>
        </p:txBody>
      </p:sp>
      <p:sp>
        <p:nvSpPr>
          <p:cNvPr id="1184" name="Google Shape;1184;p84"/>
          <p:cNvSpPr txBox="1">
            <a:spLocks noGrp="1"/>
          </p:cNvSpPr>
          <p:nvPr>
            <p:ph type="title" idx="13"/>
          </p:nvPr>
        </p:nvSpPr>
        <p:spPr>
          <a:xfrm>
            <a:off x="6262209" y="3761275"/>
            <a:ext cx="18225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1185" name="Google Shape;1185;p84"/>
          <p:cNvSpPr txBox="1">
            <a:spLocks noGrp="1"/>
          </p:cNvSpPr>
          <p:nvPr>
            <p:ph type="subTitle" idx="14"/>
          </p:nvPr>
        </p:nvSpPr>
        <p:spPr>
          <a:xfrm>
            <a:off x="6262209" y="4119197"/>
            <a:ext cx="18225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Despite being red, Mars is a cold place</a:t>
            </a:r>
            <a:endParaRPr>
              <a:latin typeface="Darker Grotesque"/>
              <a:ea typeface="Darker Grotesque"/>
              <a:cs typeface="Darker Grotesque"/>
              <a:sym typeface="Darker Grotesque"/>
            </a:endParaRPr>
          </a:p>
        </p:txBody>
      </p:sp>
      <p:sp>
        <p:nvSpPr>
          <p:cNvPr id="1186" name="Google Shape;1186;p84"/>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EXAMPLES OF AI IN MARKETING</a:t>
            </a:r>
            <a:endParaRPr/>
          </a:p>
        </p:txBody>
      </p:sp>
      <p:pic>
        <p:nvPicPr>
          <p:cNvPr id="1187" name="Google Shape;1187;p84"/>
          <p:cNvPicPr preferRelativeResize="0"/>
          <p:nvPr/>
        </p:nvPicPr>
        <p:blipFill rotWithShape="1">
          <a:blip r:embed="rId3">
            <a:alphaModFix/>
          </a:blip>
          <a:srcRect l="21875" r="21875"/>
          <a:stretch/>
        </p:blipFill>
        <p:spPr>
          <a:xfrm>
            <a:off x="3110423" y="1678164"/>
            <a:ext cx="2927700" cy="2927700"/>
          </a:xfrm>
          <a:prstGeom prst="ellipse">
            <a:avLst/>
          </a:prstGeom>
          <a:noFill/>
          <a:ln>
            <a:noFill/>
          </a:ln>
          <a:effectLst>
            <a:outerShdw blurRad="128588" dist="28575" dir="11040000" algn="bl" rotWithShape="0">
              <a:schemeClr val="accent1">
                <a:alpha val="23000"/>
              </a:schemeClr>
            </a:outerShdw>
          </a:effectLst>
        </p:spPr>
      </p:pic>
      <p:pic>
        <p:nvPicPr>
          <p:cNvPr id="1188" name="Google Shape;1188;p84"/>
          <p:cNvPicPr preferRelativeResize="0"/>
          <p:nvPr/>
        </p:nvPicPr>
        <p:blipFill rotWithShape="1">
          <a:blip r:embed="rId4">
            <a:alphaModFix/>
          </a:blip>
          <a:srcRect l="7340" r="4538" b="19768"/>
          <a:stretch/>
        </p:blipFill>
        <p:spPr>
          <a:xfrm rot="-8480918" flipH="1">
            <a:off x="-970865" y="3760400"/>
            <a:ext cx="2940004" cy="2028357"/>
          </a:xfrm>
          <a:prstGeom prst="rect">
            <a:avLst/>
          </a:prstGeom>
          <a:noFill/>
          <a:ln>
            <a:noFill/>
          </a:ln>
        </p:spPr>
      </p:pic>
      <p:pic>
        <p:nvPicPr>
          <p:cNvPr id="1189" name="Google Shape;1189;p84"/>
          <p:cNvPicPr preferRelativeResize="0"/>
          <p:nvPr/>
        </p:nvPicPr>
        <p:blipFill>
          <a:blip r:embed="rId5">
            <a:alphaModFix/>
          </a:blip>
          <a:stretch>
            <a:fillRect/>
          </a:stretch>
        </p:blipFill>
        <p:spPr>
          <a:xfrm rot="1010085" flipH="1">
            <a:off x="7370488" y="3782867"/>
            <a:ext cx="3048322" cy="2309979"/>
          </a:xfrm>
          <a:prstGeom prst="rect">
            <a:avLst/>
          </a:prstGeom>
          <a:noFill/>
          <a:ln>
            <a:noFill/>
          </a:ln>
        </p:spPr>
      </p:pic>
      <p:pic>
        <p:nvPicPr>
          <p:cNvPr id="1190" name="Google Shape;1190;p84"/>
          <p:cNvPicPr preferRelativeResize="0"/>
          <p:nvPr/>
        </p:nvPicPr>
        <p:blipFill rotWithShape="1">
          <a:blip r:embed="rId4">
            <a:alphaModFix/>
          </a:blip>
          <a:srcRect l="7340" r="4538" b="19768"/>
          <a:stretch/>
        </p:blipFill>
        <p:spPr>
          <a:xfrm rot="7733488" flipH="1">
            <a:off x="-1154500" y="-1130137"/>
            <a:ext cx="2940003" cy="2028357"/>
          </a:xfrm>
          <a:prstGeom prst="rect">
            <a:avLst/>
          </a:prstGeom>
          <a:noFill/>
          <a:ln>
            <a:noFill/>
          </a:ln>
        </p:spPr>
      </p:pic>
      <p:sp>
        <p:nvSpPr>
          <p:cNvPr id="1191" name="Google Shape;1191;p84">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4">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4"/>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7"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194" name="Google Shape;1194;p84">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4">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6" name="Google Shape;1196;p84">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197" name="Google Shape;1197;p84">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8" name="Google Shape;1198;p84">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188"/>
                                        </p:tgtEl>
                                        <p:attrNameLst>
                                          <p:attrName>style.visibility</p:attrName>
                                        </p:attrNameLst>
                                      </p:cBhvr>
                                      <p:to>
                                        <p:strVal val="visible"/>
                                      </p:to>
                                    </p:set>
                                    <p:anim calcmode="lin" valueType="num">
                                      <p:cBhvr additive="base">
                                        <p:cTn id="7" dur="1000"/>
                                        <p:tgtEl>
                                          <p:spTgt spid="1188"/>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1190"/>
                                        </p:tgtEl>
                                        <p:attrNameLst>
                                          <p:attrName>style.visibility</p:attrName>
                                        </p:attrNameLst>
                                      </p:cBhvr>
                                      <p:to>
                                        <p:strVal val="visible"/>
                                      </p:to>
                                    </p:set>
                                    <p:anim calcmode="lin" valueType="num">
                                      <p:cBhvr additive="base">
                                        <p:cTn id="10" dur="1000"/>
                                        <p:tgtEl>
                                          <p:spTgt spid="1190"/>
                                        </p:tgtEl>
                                        <p:attrNameLst>
                                          <p:attrName>ppt_y</p:attrName>
                                        </p:attrNameLst>
                                      </p:cBhvr>
                                      <p:tavLst>
                                        <p:tav tm="0">
                                          <p:val>
                                            <p:strVal val="#ppt_y-1"/>
                                          </p:val>
                                        </p:tav>
                                        <p:tav tm="100000">
                                          <p:val>
                                            <p:strVal val="#ppt_y"/>
                                          </p:val>
                                        </p:tav>
                                      </p:tavLst>
                                    </p:anim>
                                  </p:childTnLst>
                                </p:cTn>
                              </p:par>
                              <p:par>
                                <p:cTn id="11" presetID="2" presetClass="entr" presetSubtype="4" fill="hold" nodeType="withEffect">
                                  <p:stCondLst>
                                    <p:cond delay="0"/>
                                  </p:stCondLst>
                                  <p:childTnLst>
                                    <p:set>
                                      <p:cBhvr>
                                        <p:cTn id="12" dur="1" fill="hold">
                                          <p:stCondLst>
                                            <p:cond delay="0"/>
                                          </p:stCondLst>
                                        </p:cTn>
                                        <p:tgtEl>
                                          <p:spTgt spid="1189"/>
                                        </p:tgtEl>
                                        <p:attrNameLst>
                                          <p:attrName>style.visibility</p:attrName>
                                        </p:attrNameLst>
                                      </p:cBhvr>
                                      <p:to>
                                        <p:strVal val="visible"/>
                                      </p:to>
                                    </p:set>
                                    <p:anim calcmode="lin" valueType="num">
                                      <p:cBhvr additive="base">
                                        <p:cTn id="13" dur="1000"/>
                                        <p:tgtEl>
                                          <p:spTgt spid="118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Shape 1202"/>
        <p:cNvGrpSpPr/>
        <p:nvPr/>
      </p:nvGrpSpPr>
      <p:grpSpPr>
        <a:xfrm>
          <a:off x="0" y="0"/>
          <a:ext cx="0" cy="0"/>
          <a:chOff x="0" y="0"/>
          <a:chExt cx="0" cy="0"/>
        </a:xfrm>
      </p:grpSpPr>
      <p:pic>
        <p:nvPicPr>
          <p:cNvPr id="1203" name="Google Shape;1203;p85"/>
          <p:cNvPicPr preferRelativeResize="0"/>
          <p:nvPr/>
        </p:nvPicPr>
        <p:blipFill>
          <a:blip r:embed="rId3">
            <a:alphaModFix/>
          </a:blip>
          <a:stretch>
            <a:fillRect/>
          </a:stretch>
        </p:blipFill>
        <p:spPr>
          <a:xfrm rot="-8502208">
            <a:off x="7413836" y="184545"/>
            <a:ext cx="3048323" cy="2309978"/>
          </a:xfrm>
          <a:prstGeom prst="rect">
            <a:avLst/>
          </a:prstGeom>
          <a:noFill/>
          <a:ln>
            <a:noFill/>
          </a:ln>
        </p:spPr>
      </p:pic>
      <p:sp>
        <p:nvSpPr>
          <p:cNvPr id="1204" name="Google Shape;1204;p85"/>
          <p:cNvSpPr txBox="1">
            <a:spLocks noGrp="1"/>
          </p:cNvSpPr>
          <p:nvPr>
            <p:ph type="title"/>
          </p:nvPr>
        </p:nvSpPr>
        <p:spPr>
          <a:xfrm>
            <a:off x="1980827" y="1678175"/>
            <a:ext cx="23898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1205" name="Google Shape;1205;p85"/>
          <p:cNvSpPr txBox="1">
            <a:spLocks noGrp="1"/>
          </p:cNvSpPr>
          <p:nvPr>
            <p:ph type="subTitle" idx="1"/>
          </p:nvPr>
        </p:nvSpPr>
        <p:spPr>
          <a:xfrm>
            <a:off x="1980827" y="2036100"/>
            <a:ext cx="2389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Saturn is a gas giant and has several rings</a:t>
            </a:r>
            <a:endParaRPr>
              <a:latin typeface="Darker Grotesque"/>
              <a:ea typeface="Darker Grotesque"/>
              <a:cs typeface="Darker Grotesque"/>
              <a:sym typeface="Darker Grotesque"/>
            </a:endParaRPr>
          </a:p>
        </p:txBody>
      </p:sp>
      <p:sp>
        <p:nvSpPr>
          <p:cNvPr id="1206" name="Google Shape;1206;p85"/>
          <p:cNvSpPr txBox="1">
            <a:spLocks noGrp="1"/>
          </p:cNvSpPr>
          <p:nvPr>
            <p:ph type="title" idx="2"/>
          </p:nvPr>
        </p:nvSpPr>
        <p:spPr>
          <a:xfrm>
            <a:off x="5832822" y="1678175"/>
            <a:ext cx="23898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 SUN</a:t>
            </a:r>
            <a:endParaRPr/>
          </a:p>
        </p:txBody>
      </p:sp>
      <p:sp>
        <p:nvSpPr>
          <p:cNvPr id="1207" name="Google Shape;1207;p85"/>
          <p:cNvSpPr txBox="1">
            <a:spLocks noGrp="1"/>
          </p:cNvSpPr>
          <p:nvPr>
            <p:ph type="subTitle" idx="3"/>
          </p:nvPr>
        </p:nvSpPr>
        <p:spPr>
          <a:xfrm>
            <a:off x="5832822" y="2036094"/>
            <a:ext cx="2389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The Sun is the star at the center of the Solar System</a:t>
            </a:r>
            <a:endParaRPr>
              <a:latin typeface="Darker Grotesque"/>
              <a:ea typeface="Darker Grotesque"/>
              <a:cs typeface="Darker Grotesque"/>
              <a:sym typeface="Darker Grotesque"/>
            </a:endParaRPr>
          </a:p>
        </p:txBody>
      </p:sp>
      <p:sp>
        <p:nvSpPr>
          <p:cNvPr id="1208" name="Google Shape;1208;p85"/>
          <p:cNvSpPr txBox="1">
            <a:spLocks noGrp="1"/>
          </p:cNvSpPr>
          <p:nvPr>
            <p:ph type="title" idx="4"/>
          </p:nvPr>
        </p:nvSpPr>
        <p:spPr>
          <a:xfrm>
            <a:off x="1980827" y="2719726"/>
            <a:ext cx="23898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1209" name="Google Shape;1209;p85"/>
          <p:cNvSpPr txBox="1">
            <a:spLocks noGrp="1"/>
          </p:cNvSpPr>
          <p:nvPr>
            <p:ph type="subTitle" idx="5"/>
          </p:nvPr>
        </p:nvSpPr>
        <p:spPr>
          <a:xfrm>
            <a:off x="1980827" y="3077648"/>
            <a:ext cx="2389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It’s a gas giant and the biggest planet in the Solar System</a:t>
            </a:r>
            <a:endParaRPr>
              <a:latin typeface="Darker Grotesque"/>
              <a:ea typeface="Darker Grotesque"/>
              <a:cs typeface="Darker Grotesque"/>
              <a:sym typeface="Darker Grotesque"/>
            </a:endParaRPr>
          </a:p>
        </p:txBody>
      </p:sp>
      <p:sp>
        <p:nvSpPr>
          <p:cNvPr id="1210" name="Google Shape;1210;p85"/>
          <p:cNvSpPr txBox="1">
            <a:spLocks noGrp="1"/>
          </p:cNvSpPr>
          <p:nvPr>
            <p:ph type="title" idx="6"/>
          </p:nvPr>
        </p:nvSpPr>
        <p:spPr>
          <a:xfrm>
            <a:off x="1980827" y="3761277"/>
            <a:ext cx="23898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1211" name="Google Shape;1211;p85"/>
          <p:cNvSpPr txBox="1">
            <a:spLocks noGrp="1"/>
          </p:cNvSpPr>
          <p:nvPr>
            <p:ph type="subTitle" idx="7"/>
          </p:nvPr>
        </p:nvSpPr>
        <p:spPr>
          <a:xfrm>
            <a:off x="1980827" y="4119199"/>
            <a:ext cx="2389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It's composed mostly of hydrogen and helium</a:t>
            </a:r>
            <a:endParaRPr>
              <a:latin typeface="Darker Grotesque"/>
              <a:ea typeface="Darker Grotesque"/>
              <a:cs typeface="Darker Grotesque"/>
              <a:sym typeface="Darker Grotesque"/>
            </a:endParaRPr>
          </a:p>
        </p:txBody>
      </p:sp>
      <p:sp>
        <p:nvSpPr>
          <p:cNvPr id="1212" name="Google Shape;1212;p85"/>
          <p:cNvSpPr txBox="1">
            <a:spLocks noGrp="1"/>
          </p:cNvSpPr>
          <p:nvPr>
            <p:ph type="title" idx="8"/>
          </p:nvPr>
        </p:nvSpPr>
        <p:spPr>
          <a:xfrm>
            <a:off x="5832822" y="2719726"/>
            <a:ext cx="23898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1213" name="Google Shape;1213;p85"/>
          <p:cNvSpPr txBox="1">
            <a:spLocks noGrp="1"/>
          </p:cNvSpPr>
          <p:nvPr>
            <p:ph type="subTitle" idx="9"/>
          </p:nvPr>
        </p:nvSpPr>
        <p:spPr>
          <a:xfrm>
            <a:off x="5832822" y="3077647"/>
            <a:ext cx="2389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Venus has a beautiful name and is the second planet from the Sun</a:t>
            </a:r>
            <a:endParaRPr>
              <a:latin typeface="Darker Grotesque"/>
              <a:ea typeface="Darker Grotesque"/>
              <a:cs typeface="Darker Grotesque"/>
              <a:sym typeface="Darker Grotesque"/>
            </a:endParaRPr>
          </a:p>
        </p:txBody>
      </p:sp>
      <p:sp>
        <p:nvSpPr>
          <p:cNvPr id="1214" name="Google Shape;1214;p85"/>
          <p:cNvSpPr txBox="1">
            <a:spLocks noGrp="1"/>
          </p:cNvSpPr>
          <p:nvPr>
            <p:ph type="title" idx="13"/>
          </p:nvPr>
        </p:nvSpPr>
        <p:spPr>
          <a:xfrm>
            <a:off x="5832822" y="3761277"/>
            <a:ext cx="2389800" cy="34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1215" name="Google Shape;1215;p85"/>
          <p:cNvSpPr txBox="1">
            <a:spLocks noGrp="1"/>
          </p:cNvSpPr>
          <p:nvPr>
            <p:ph type="subTitle" idx="14"/>
          </p:nvPr>
        </p:nvSpPr>
        <p:spPr>
          <a:xfrm>
            <a:off x="5832822" y="4119199"/>
            <a:ext cx="2389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Darker Grotesque"/>
                <a:ea typeface="Darker Grotesque"/>
                <a:cs typeface="Darker Grotesque"/>
                <a:sym typeface="Darker Grotesque"/>
              </a:rPr>
              <a:t>It's the fourth-largest object by diameter in the Solar System</a:t>
            </a:r>
            <a:endParaRPr>
              <a:latin typeface="Darker Grotesque"/>
              <a:ea typeface="Darker Grotesque"/>
              <a:cs typeface="Darker Grotesque"/>
              <a:sym typeface="Darker Grotesque"/>
            </a:endParaRPr>
          </a:p>
        </p:txBody>
      </p:sp>
      <p:sp>
        <p:nvSpPr>
          <p:cNvPr id="1216" name="Google Shape;1216;p85"/>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GOALS</a:t>
            </a:r>
            <a:endParaRPr/>
          </a:p>
        </p:txBody>
      </p:sp>
      <p:sp>
        <p:nvSpPr>
          <p:cNvPr id="1217" name="Google Shape;1217;p85"/>
          <p:cNvSpPr/>
          <p:nvPr/>
        </p:nvSpPr>
        <p:spPr>
          <a:xfrm>
            <a:off x="948608" y="1678178"/>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5"/>
          <p:cNvSpPr/>
          <p:nvPr/>
        </p:nvSpPr>
        <p:spPr>
          <a:xfrm>
            <a:off x="948608" y="3761271"/>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5"/>
          <p:cNvSpPr/>
          <p:nvPr/>
        </p:nvSpPr>
        <p:spPr>
          <a:xfrm>
            <a:off x="948621" y="2723045"/>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5"/>
          <p:cNvSpPr/>
          <p:nvPr/>
        </p:nvSpPr>
        <p:spPr>
          <a:xfrm>
            <a:off x="4800608" y="1678178"/>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5"/>
          <p:cNvSpPr/>
          <p:nvPr/>
        </p:nvSpPr>
        <p:spPr>
          <a:xfrm>
            <a:off x="4800608" y="3761271"/>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5"/>
          <p:cNvSpPr/>
          <p:nvPr/>
        </p:nvSpPr>
        <p:spPr>
          <a:xfrm>
            <a:off x="4800621" y="2723045"/>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5"/>
          <p:cNvSpPr/>
          <p:nvPr/>
        </p:nvSpPr>
        <p:spPr>
          <a:xfrm>
            <a:off x="1090531" y="1820064"/>
            <a:ext cx="373359" cy="373332"/>
          </a:xfrm>
          <a:custGeom>
            <a:avLst/>
            <a:gdLst/>
            <a:ahLst/>
            <a:cxnLst/>
            <a:rect l="l" t="t" r="r" b="b"/>
            <a:pathLst>
              <a:path w="13823" h="13822" extrusionOk="0">
                <a:moveTo>
                  <a:pt x="6912" y="5776"/>
                </a:moveTo>
                <a:cubicBezTo>
                  <a:pt x="7290" y="5776"/>
                  <a:pt x="7595" y="6064"/>
                  <a:pt x="7595" y="6443"/>
                </a:cubicBezTo>
                <a:cubicBezTo>
                  <a:pt x="7595" y="6820"/>
                  <a:pt x="7290" y="7127"/>
                  <a:pt x="6912" y="7127"/>
                </a:cubicBezTo>
                <a:cubicBezTo>
                  <a:pt x="6552" y="7127"/>
                  <a:pt x="6246" y="6820"/>
                  <a:pt x="6246" y="6443"/>
                </a:cubicBezTo>
                <a:cubicBezTo>
                  <a:pt x="6246" y="6064"/>
                  <a:pt x="6552" y="5776"/>
                  <a:pt x="6912" y="5776"/>
                </a:cubicBezTo>
                <a:close/>
                <a:moveTo>
                  <a:pt x="6912" y="4139"/>
                </a:moveTo>
                <a:cubicBezTo>
                  <a:pt x="8442" y="4139"/>
                  <a:pt x="9683" y="5380"/>
                  <a:pt x="9683" y="6911"/>
                </a:cubicBezTo>
                <a:cubicBezTo>
                  <a:pt x="9683" y="7648"/>
                  <a:pt x="9395" y="8314"/>
                  <a:pt x="8910" y="8818"/>
                </a:cubicBezTo>
                <a:cubicBezTo>
                  <a:pt x="8819" y="8242"/>
                  <a:pt x="8478" y="7756"/>
                  <a:pt x="8010" y="7451"/>
                </a:cubicBezTo>
                <a:cubicBezTo>
                  <a:pt x="8262" y="7180"/>
                  <a:pt x="8406" y="6839"/>
                  <a:pt x="8406" y="6443"/>
                </a:cubicBezTo>
                <a:cubicBezTo>
                  <a:pt x="8406" y="5632"/>
                  <a:pt x="7739" y="4967"/>
                  <a:pt x="6912" y="4967"/>
                </a:cubicBezTo>
                <a:cubicBezTo>
                  <a:pt x="6102" y="4967"/>
                  <a:pt x="5436" y="5632"/>
                  <a:pt x="5436" y="6443"/>
                </a:cubicBezTo>
                <a:cubicBezTo>
                  <a:pt x="5436" y="6839"/>
                  <a:pt x="5580" y="7180"/>
                  <a:pt x="5815" y="7451"/>
                </a:cubicBezTo>
                <a:cubicBezTo>
                  <a:pt x="5347" y="7756"/>
                  <a:pt x="5004" y="8242"/>
                  <a:pt x="4915" y="8818"/>
                </a:cubicBezTo>
                <a:cubicBezTo>
                  <a:pt x="4447" y="8314"/>
                  <a:pt x="4159" y="7648"/>
                  <a:pt x="4159" y="6911"/>
                </a:cubicBezTo>
                <a:cubicBezTo>
                  <a:pt x="4159" y="5380"/>
                  <a:pt x="5400" y="4139"/>
                  <a:pt x="6912" y="4139"/>
                </a:cubicBezTo>
                <a:close/>
                <a:moveTo>
                  <a:pt x="6912" y="7936"/>
                </a:moveTo>
                <a:cubicBezTo>
                  <a:pt x="7595" y="7936"/>
                  <a:pt x="8135" y="8476"/>
                  <a:pt x="8135" y="9142"/>
                </a:cubicBezTo>
                <a:lnTo>
                  <a:pt x="8135" y="9394"/>
                </a:lnTo>
                <a:cubicBezTo>
                  <a:pt x="7758" y="9574"/>
                  <a:pt x="7343" y="9682"/>
                  <a:pt x="6912" y="9682"/>
                </a:cubicBezTo>
                <a:cubicBezTo>
                  <a:pt x="6480" y="9682"/>
                  <a:pt x="6066" y="9574"/>
                  <a:pt x="5707" y="9394"/>
                </a:cubicBezTo>
                <a:lnTo>
                  <a:pt x="5707" y="9142"/>
                </a:lnTo>
                <a:cubicBezTo>
                  <a:pt x="5707" y="8476"/>
                  <a:pt x="6246" y="7936"/>
                  <a:pt x="6912" y="7936"/>
                </a:cubicBezTo>
                <a:close/>
                <a:moveTo>
                  <a:pt x="6516" y="0"/>
                </a:moveTo>
                <a:lnTo>
                  <a:pt x="6516" y="3365"/>
                </a:lnTo>
                <a:cubicBezTo>
                  <a:pt x="6228" y="3401"/>
                  <a:pt x="5958" y="3455"/>
                  <a:pt x="5707" y="3545"/>
                </a:cubicBezTo>
                <a:lnTo>
                  <a:pt x="5707" y="1620"/>
                </a:lnTo>
                <a:lnTo>
                  <a:pt x="4087" y="1620"/>
                </a:lnTo>
                <a:lnTo>
                  <a:pt x="4087" y="2429"/>
                </a:lnTo>
                <a:lnTo>
                  <a:pt x="4896" y="2429"/>
                </a:lnTo>
                <a:lnTo>
                  <a:pt x="4896" y="3977"/>
                </a:lnTo>
                <a:cubicBezTo>
                  <a:pt x="4536" y="4211"/>
                  <a:pt x="4212" y="4535"/>
                  <a:pt x="3979" y="4876"/>
                </a:cubicBezTo>
                <a:lnTo>
                  <a:pt x="1621" y="4876"/>
                </a:lnTo>
                <a:lnTo>
                  <a:pt x="1621" y="4067"/>
                </a:lnTo>
                <a:lnTo>
                  <a:pt x="812" y="4067"/>
                </a:lnTo>
                <a:lnTo>
                  <a:pt x="812" y="5687"/>
                </a:lnTo>
                <a:lnTo>
                  <a:pt x="3547" y="5687"/>
                </a:lnTo>
                <a:cubicBezTo>
                  <a:pt x="3456" y="5956"/>
                  <a:pt x="3403" y="6227"/>
                  <a:pt x="3367" y="6515"/>
                </a:cubicBezTo>
                <a:lnTo>
                  <a:pt x="1" y="6515"/>
                </a:lnTo>
                <a:lnTo>
                  <a:pt x="1" y="7324"/>
                </a:lnTo>
                <a:lnTo>
                  <a:pt x="3367" y="7324"/>
                </a:lnTo>
                <a:cubicBezTo>
                  <a:pt x="3403" y="7595"/>
                  <a:pt x="3456" y="7864"/>
                  <a:pt x="3547" y="8134"/>
                </a:cubicBezTo>
                <a:lnTo>
                  <a:pt x="1621" y="8134"/>
                </a:lnTo>
                <a:lnTo>
                  <a:pt x="1621" y="9754"/>
                </a:lnTo>
                <a:lnTo>
                  <a:pt x="2431" y="9754"/>
                </a:lnTo>
                <a:lnTo>
                  <a:pt x="2431" y="8944"/>
                </a:lnTo>
                <a:lnTo>
                  <a:pt x="3979" y="8944"/>
                </a:lnTo>
                <a:cubicBezTo>
                  <a:pt x="4212" y="9304"/>
                  <a:pt x="4536" y="9610"/>
                  <a:pt x="4896" y="9862"/>
                </a:cubicBezTo>
                <a:lnTo>
                  <a:pt x="4896" y="12202"/>
                </a:lnTo>
                <a:lnTo>
                  <a:pt x="4087" y="12202"/>
                </a:lnTo>
                <a:lnTo>
                  <a:pt x="4087" y="13011"/>
                </a:lnTo>
                <a:lnTo>
                  <a:pt x="5707" y="13011"/>
                </a:lnTo>
                <a:lnTo>
                  <a:pt x="5707" y="10275"/>
                </a:lnTo>
                <a:cubicBezTo>
                  <a:pt x="5958" y="10366"/>
                  <a:pt x="6228" y="10438"/>
                  <a:pt x="6516" y="10455"/>
                </a:cubicBezTo>
                <a:lnTo>
                  <a:pt x="6516" y="13821"/>
                </a:lnTo>
                <a:lnTo>
                  <a:pt x="7326" y="13821"/>
                </a:lnTo>
                <a:lnTo>
                  <a:pt x="7326" y="10455"/>
                </a:lnTo>
                <a:cubicBezTo>
                  <a:pt x="7595" y="10438"/>
                  <a:pt x="7866" y="10366"/>
                  <a:pt x="8135" y="10275"/>
                </a:cubicBezTo>
                <a:lnTo>
                  <a:pt x="8135" y="12202"/>
                </a:lnTo>
                <a:lnTo>
                  <a:pt x="9755" y="12202"/>
                </a:lnTo>
                <a:lnTo>
                  <a:pt x="9755" y="11391"/>
                </a:lnTo>
                <a:lnTo>
                  <a:pt x="8946" y="11391"/>
                </a:lnTo>
                <a:lnTo>
                  <a:pt x="8946" y="9862"/>
                </a:lnTo>
                <a:cubicBezTo>
                  <a:pt x="9306" y="9610"/>
                  <a:pt x="9611" y="9304"/>
                  <a:pt x="9863" y="8944"/>
                </a:cubicBezTo>
                <a:lnTo>
                  <a:pt x="12203" y="8944"/>
                </a:lnTo>
                <a:lnTo>
                  <a:pt x="12203" y="9754"/>
                </a:lnTo>
                <a:lnTo>
                  <a:pt x="13013" y="9754"/>
                </a:lnTo>
                <a:lnTo>
                  <a:pt x="13013" y="8134"/>
                </a:lnTo>
                <a:lnTo>
                  <a:pt x="10278" y="8134"/>
                </a:lnTo>
                <a:cubicBezTo>
                  <a:pt x="10367" y="7864"/>
                  <a:pt x="10439" y="7595"/>
                  <a:pt x="10475" y="7324"/>
                </a:cubicBezTo>
                <a:lnTo>
                  <a:pt x="13822" y="7324"/>
                </a:lnTo>
                <a:lnTo>
                  <a:pt x="13822" y="6515"/>
                </a:lnTo>
                <a:lnTo>
                  <a:pt x="10475" y="6515"/>
                </a:lnTo>
                <a:cubicBezTo>
                  <a:pt x="10439" y="6227"/>
                  <a:pt x="10367" y="5956"/>
                  <a:pt x="10278" y="5687"/>
                </a:cubicBezTo>
                <a:lnTo>
                  <a:pt x="12203" y="5687"/>
                </a:lnTo>
                <a:lnTo>
                  <a:pt x="12203" y="4067"/>
                </a:lnTo>
                <a:lnTo>
                  <a:pt x="11393" y="4067"/>
                </a:lnTo>
                <a:lnTo>
                  <a:pt x="11393" y="4876"/>
                </a:lnTo>
                <a:lnTo>
                  <a:pt x="9863" y="4876"/>
                </a:lnTo>
                <a:cubicBezTo>
                  <a:pt x="9611" y="4535"/>
                  <a:pt x="9306" y="4211"/>
                  <a:pt x="8946" y="3977"/>
                </a:cubicBezTo>
                <a:lnTo>
                  <a:pt x="8946" y="1620"/>
                </a:lnTo>
                <a:lnTo>
                  <a:pt x="9755" y="1620"/>
                </a:lnTo>
                <a:lnTo>
                  <a:pt x="9755" y="809"/>
                </a:lnTo>
                <a:lnTo>
                  <a:pt x="8135" y="809"/>
                </a:lnTo>
                <a:lnTo>
                  <a:pt x="8135" y="3545"/>
                </a:lnTo>
                <a:cubicBezTo>
                  <a:pt x="7866" y="3455"/>
                  <a:pt x="7595" y="3401"/>
                  <a:pt x="7326" y="3365"/>
                </a:cubicBezTo>
                <a:lnTo>
                  <a:pt x="732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 name="Google Shape;1224;p85"/>
          <p:cNvGrpSpPr/>
          <p:nvPr/>
        </p:nvGrpSpPr>
        <p:grpSpPr>
          <a:xfrm>
            <a:off x="4936022" y="1848024"/>
            <a:ext cx="386432" cy="317422"/>
            <a:chOff x="4821122" y="2173874"/>
            <a:chExt cx="386432" cy="317422"/>
          </a:xfrm>
        </p:grpSpPr>
        <p:sp>
          <p:nvSpPr>
            <p:cNvPr id="1225" name="Google Shape;1225;p85"/>
            <p:cNvSpPr/>
            <p:nvPr/>
          </p:nvSpPr>
          <p:spPr>
            <a:xfrm>
              <a:off x="4821122" y="2173874"/>
              <a:ext cx="386432" cy="317422"/>
            </a:xfrm>
            <a:custGeom>
              <a:avLst/>
              <a:gdLst/>
              <a:ahLst/>
              <a:cxnLst/>
              <a:rect l="l" t="t" r="r" b="b"/>
              <a:pathLst>
                <a:path w="14307" h="11752" extrusionOk="0">
                  <a:moveTo>
                    <a:pt x="12634" y="829"/>
                  </a:moveTo>
                  <a:lnTo>
                    <a:pt x="12634" y="9232"/>
                  </a:lnTo>
                  <a:lnTo>
                    <a:pt x="1673" y="9232"/>
                  </a:lnTo>
                  <a:lnTo>
                    <a:pt x="1673" y="829"/>
                  </a:lnTo>
                  <a:close/>
                  <a:moveTo>
                    <a:pt x="13479" y="10060"/>
                  </a:moveTo>
                  <a:lnTo>
                    <a:pt x="13479" y="10907"/>
                  </a:lnTo>
                  <a:lnTo>
                    <a:pt x="828" y="10907"/>
                  </a:lnTo>
                  <a:lnTo>
                    <a:pt x="828" y="10060"/>
                  </a:lnTo>
                  <a:close/>
                  <a:moveTo>
                    <a:pt x="828" y="1"/>
                  </a:moveTo>
                  <a:lnTo>
                    <a:pt x="828" y="9232"/>
                  </a:lnTo>
                  <a:lnTo>
                    <a:pt x="0" y="9232"/>
                  </a:lnTo>
                  <a:lnTo>
                    <a:pt x="0" y="11752"/>
                  </a:lnTo>
                  <a:lnTo>
                    <a:pt x="14307" y="11752"/>
                  </a:lnTo>
                  <a:lnTo>
                    <a:pt x="14307" y="9232"/>
                  </a:lnTo>
                  <a:lnTo>
                    <a:pt x="13479" y="9232"/>
                  </a:lnTo>
                  <a:lnTo>
                    <a:pt x="1347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5"/>
            <p:cNvSpPr/>
            <p:nvPr/>
          </p:nvSpPr>
          <p:spPr>
            <a:xfrm>
              <a:off x="4888674" y="2219062"/>
              <a:ext cx="250842" cy="181372"/>
            </a:xfrm>
            <a:custGeom>
              <a:avLst/>
              <a:gdLst/>
              <a:ahLst/>
              <a:cxnLst/>
              <a:rect l="l" t="t" r="r" b="b"/>
              <a:pathLst>
                <a:path w="9287" h="6715" extrusionOk="0">
                  <a:moveTo>
                    <a:pt x="8459" y="828"/>
                  </a:moveTo>
                  <a:lnTo>
                    <a:pt x="8459" y="5867"/>
                  </a:lnTo>
                  <a:lnTo>
                    <a:pt x="847" y="5867"/>
                  </a:lnTo>
                  <a:lnTo>
                    <a:pt x="847" y="828"/>
                  </a:lnTo>
                  <a:close/>
                  <a:moveTo>
                    <a:pt x="0" y="1"/>
                  </a:moveTo>
                  <a:lnTo>
                    <a:pt x="0" y="6714"/>
                  </a:lnTo>
                  <a:lnTo>
                    <a:pt x="9286" y="6714"/>
                  </a:lnTo>
                  <a:lnTo>
                    <a:pt x="92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5"/>
            <p:cNvSpPr/>
            <p:nvPr/>
          </p:nvSpPr>
          <p:spPr>
            <a:xfrm>
              <a:off x="4957685" y="2264304"/>
              <a:ext cx="68092" cy="90889"/>
            </a:xfrm>
            <a:custGeom>
              <a:avLst/>
              <a:gdLst/>
              <a:ahLst/>
              <a:cxnLst/>
              <a:rect l="l" t="t" r="r" b="b"/>
              <a:pathLst>
                <a:path w="2521" h="3365" extrusionOk="0">
                  <a:moveTo>
                    <a:pt x="1675" y="845"/>
                  </a:moveTo>
                  <a:lnTo>
                    <a:pt x="1675" y="1673"/>
                  </a:lnTo>
                  <a:lnTo>
                    <a:pt x="829" y="1673"/>
                  </a:lnTo>
                  <a:lnTo>
                    <a:pt x="829" y="845"/>
                  </a:lnTo>
                  <a:close/>
                  <a:moveTo>
                    <a:pt x="1" y="0"/>
                  </a:moveTo>
                  <a:lnTo>
                    <a:pt x="1" y="3365"/>
                  </a:lnTo>
                  <a:lnTo>
                    <a:pt x="829" y="3365"/>
                  </a:lnTo>
                  <a:lnTo>
                    <a:pt x="829" y="2520"/>
                  </a:lnTo>
                  <a:lnTo>
                    <a:pt x="1675" y="2520"/>
                  </a:lnTo>
                  <a:lnTo>
                    <a:pt x="1675" y="3365"/>
                  </a:lnTo>
                  <a:lnTo>
                    <a:pt x="2520" y="3365"/>
                  </a:lnTo>
                  <a:lnTo>
                    <a:pt x="252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5"/>
            <p:cNvSpPr/>
            <p:nvPr/>
          </p:nvSpPr>
          <p:spPr>
            <a:xfrm>
              <a:off x="5048114" y="2264304"/>
              <a:ext cx="22877" cy="90889"/>
            </a:xfrm>
            <a:custGeom>
              <a:avLst/>
              <a:gdLst/>
              <a:ahLst/>
              <a:cxnLst/>
              <a:rect l="l" t="t" r="r" b="b"/>
              <a:pathLst>
                <a:path w="847" h="3365" extrusionOk="0">
                  <a:moveTo>
                    <a:pt x="0" y="0"/>
                  </a:moveTo>
                  <a:lnTo>
                    <a:pt x="0" y="3365"/>
                  </a:lnTo>
                  <a:lnTo>
                    <a:pt x="847" y="3365"/>
                  </a:lnTo>
                  <a:lnTo>
                    <a:pt x="84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 name="Google Shape;1229;p85"/>
          <p:cNvSpPr/>
          <p:nvPr/>
        </p:nvSpPr>
        <p:spPr>
          <a:xfrm>
            <a:off x="4974151" y="2861629"/>
            <a:ext cx="310156" cy="373305"/>
          </a:xfrm>
          <a:custGeom>
            <a:avLst/>
            <a:gdLst/>
            <a:ahLst/>
            <a:cxnLst/>
            <a:rect l="l" t="t" r="r" b="b"/>
            <a:pathLst>
              <a:path w="11483" h="13821" extrusionOk="0">
                <a:moveTo>
                  <a:pt x="3237" y="805"/>
                </a:moveTo>
                <a:cubicBezTo>
                  <a:pt x="3497" y="805"/>
                  <a:pt x="3776" y="862"/>
                  <a:pt x="4013" y="988"/>
                </a:cubicBezTo>
                <a:lnTo>
                  <a:pt x="4013" y="2032"/>
                </a:lnTo>
                <a:lnTo>
                  <a:pt x="1529" y="2032"/>
                </a:lnTo>
                <a:cubicBezTo>
                  <a:pt x="1692" y="1780"/>
                  <a:pt x="1872" y="1547"/>
                  <a:pt x="2088" y="1312"/>
                </a:cubicBezTo>
                <a:cubicBezTo>
                  <a:pt x="2376" y="1024"/>
                  <a:pt x="2736" y="844"/>
                  <a:pt x="3132" y="808"/>
                </a:cubicBezTo>
                <a:cubicBezTo>
                  <a:pt x="3167" y="806"/>
                  <a:pt x="3202" y="805"/>
                  <a:pt x="3237" y="805"/>
                </a:cubicBezTo>
                <a:close/>
                <a:moveTo>
                  <a:pt x="5594" y="805"/>
                </a:moveTo>
                <a:cubicBezTo>
                  <a:pt x="5631" y="805"/>
                  <a:pt x="5668" y="806"/>
                  <a:pt x="5705" y="808"/>
                </a:cubicBezTo>
                <a:cubicBezTo>
                  <a:pt x="6101" y="844"/>
                  <a:pt x="6460" y="1024"/>
                  <a:pt x="6748" y="1312"/>
                </a:cubicBezTo>
                <a:cubicBezTo>
                  <a:pt x="6964" y="1547"/>
                  <a:pt x="7144" y="1780"/>
                  <a:pt x="7307" y="2032"/>
                </a:cubicBezTo>
                <a:lnTo>
                  <a:pt x="4824" y="2032"/>
                </a:lnTo>
                <a:lnTo>
                  <a:pt x="4824" y="988"/>
                </a:lnTo>
                <a:cubicBezTo>
                  <a:pt x="5060" y="862"/>
                  <a:pt x="5326" y="805"/>
                  <a:pt x="5594" y="805"/>
                </a:cubicBezTo>
                <a:close/>
                <a:moveTo>
                  <a:pt x="4013" y="2843"/>
                </a:moveTo>
                <a:lnTo>
                  <a:pt x="4013" y="4084"/>
                </a:lnTo>
                <a:lnTo>
                  <a:pt x="828" y="4084"/>
                </a:lnTo>
                <a:cubicBezTo>
                  <a:pt x="864" y="3652"/>
                  <a:pt x="954" y="3238"/>
                  <a:pt x="1116" y="2843"/>
                </a:cubicBezTo>
                <a:close/>
                <a:moveTo>
                  <a:pt x="7720" y="2843"/>
                </a:moveTo>
                <a:cubicBezTo>
                  <a:pt x="7864" y="3238"/>
                  <a:pt x="7972" y="3652"/>
                  <a:pt x="8008" y="4084"/>
                </a:cubicBezTo>
                <a:lnTo>
                  <a:pt x="4824" y="4084"/>
                </a:lnTo>
                <a:lnTo>
                  <a:pt x="4824" y="2843"/>
                </a:lnTo>
                <a:close/>
                <a:moveTo>
                  <a:pt x="4013" y="4894"/>
                </a:moveTo>
                <a:lnTo>
                  <a:pt x="4013" y="6118"/>
                </a:lnTo>
                <a:lnTo>
                  <a:pt x="1116" y="6118"/>
                </a:lnTo>
                <a:cubicBezTo>
                  <a:pt x="954" y="5722"/>
                  <a:pt x="864" y="5307"/>
                  <a:pt x="828" y="4894"/>
                </a:cubicBezTo>
                <a:close/>
                <a:moveTo>
                  <a:pt x="8008" y="4894"/>
                </a:moveTo>
                <a:cubicBezTo>
                  <a:pt x="7972" y="5307"/>
                  <a:pt x="7864" y="5722"/>
                  <a:pt x="7720" y="6118"/>
                </a:cubicBezTo>
                <a:lnTo>
                  <a:pt x="4824" y="6118"/>
                </a:lnTo>
                <a:lnTo>
                  <a:pt x="4824" y="4894"/>
                </a:lnTo>
                <a:close/>
                <a:moveTo>
                  <a:pt x="4013" y="6927"/>
                </a:moveTo>
                <a:lnTo>
                  <a:pt x="4013" y="7989"/>
                </a:lnTo>
                <a:cubicBezTo>
                  <a:pt x="3778" y="8099"/>
                  <a:pt x="3502" y="8154"/>
                  <a:pt x="3244" y="8154"/>
                </a:cubicBezTo>
                <a:cubicBezTo>
                  <a:pt x="3206" y="8154"/>
                  <a:pt x="3169" y="8153"/>
                  <a:pt x="3132" y="8151"/>
                </a:cubicBezTo>
                <a:cubicBezTo>
                  <a:pt x="2736" y="8115"/>
                  <a:pt x="2376" y="7935"/>
                  <a:pt x="2088" y="7647"/>
                </a:cubicBezTo>
                <a:cubicBezTo>
                  <a:pt x="1872" y="7414"/>
                  <a:pt x="1692" y="7179"/>
                  <a:pt x="1529" y="6927"/>
                </a:cubicBezTo>
                <a:close/>
                <a:moveTo>
                  <a:pt x="7307" y="6927"/>
                </a:moveTo>
                <a:cubicBezTo>
                  <a:pt x="7144" y="7179"/>
                  <a:pt x="6964" y="7414"/>
                  <a:pt x="6748" y="7647"/>
                </a:cubicBezTo>
                <a:cubicBezTo>
                  <a:pt x="6460" y="7935"/>
                  <a:pt x="6101" y="8115"/>
                  <a:pt x="5705" y="8151"/>
                </a:cubicBezTo>
                <a:cubicBezTo>
                  <a:pt x="5666" y="8153"/>
                  <a:pt x="5627" y="8154"/>
                  <a:pt x="5588" y="8154"/>
                </a:cubicBezTo>
                <a:cubicBezTo>
                  <a:pt x="5322" y="8154"/>
                  <a:pt x="5058" y="8099"/>
                  <a:pt x="4824" y="7989"/>
                </a:cubicBezTo>
                <a:lnTo>
                  <a:pt x="4824" y="6927"/>
                </a:lnTo>
                <a:close/>
                <a:moveTo>
                  <a:pt x="9863" y="11390"/>
                </a:moveTo>
                <a:lnTo>
                  <a:pt x="9863" y="13010"/>
                </a:lnTo>
                <a:lnTo>
                  <a:pt x="9323" y="13010"/>
                </a:lnTo>
                <a:cubicBezTo>
                  <a:pt x="8872" y="13010"/>
                  <a:pt x="8512" y="12650"/>
                  <a:pt x="8512" y="12201"/>
                </a:cubicBezTo>
                <a:cubicBezTo>
                  <a:pt x="8512" y="11750"/>
                  <a:pt x="8872" y="11390"/>
                  <a:pt x="9323" y="11390"/>
                </a:cubicBezTo>
                <a:close/>
                <a:moveTo>
                  <a:pt x="3279" y="0"/>
                </a:moveTo>
                <a:cubicBezTo>
                  <a:pt x="2626" y="0"/>
                  <a:pt x="1981" y="256"/>
                  <a:pt x="1493" y="755"/>
                </a:cubicBezTo>
                <a:cubicBezTo>
                  <a:pt x="540" y="1763"/>
                  <a:pt x="0" y="3094"/>
                  <a:pt x="0" y="4479"/>
                </a:cubicBezTo>
                <a:cubicBezTo>
                  <a:pt x="0" y="5883"/>
                  <a:pt x="540" y="7198"/>
                  <a:pt x="1493" y="8205"/>
                </a:cubicBezTo>
                <a:cubicBezTo>
                  <a:pt x="1980" y="8709"/>
                  <a:pt x="2628" y="8961"/>
                  <a:pt x="3276" y="8961"/>
                </a:cubicBezTo>
                <a:cubicBezTo>
                  <a:pt x="3528" y="8961"/>
                  <a:pt x="3761" y="8925"/>
                  <a:pt x="4013" y="8853"/>
                </a:cubicBezTo>
                <a:lnTo>
                  <a:pt x="4013" y="10581"/>
                </a:lnTo>
                <a:cubicBezTo>
                  <a:pt x="4013" y="11697"/>
                  <a:pt x="4913" y="12614"/>
                  <a:pt x="6047" y="12614"/>
                </a:cubicBezTo>
                <a:lnTo>
                  <a:pt x="7739" y="12614"/>
                </a:lnTo>
                <a:cubicBezTo>
                  <a:pt x="7919" y="13298"/>
                  <a:pt x="8567" y="13820"/>
                  <a:pt x="9323" y="13820"/>
                </a:cubicBezTo>
                <a:lnTo>
                  <a:pt x="11482" y="13820"/>
                </a:lnTo>
                <a:lnTo>
                  <a:pt x="11482" y="13010"/>
                </a:lnTo>
                <a:lnTo>
                  <a:pt x="10672" y="13010"/>
                </a:lnTo>
                <a:lnTo>
                  <a:pt x="10672" y="11390"/>
                </a:lnTo>
                <a:lnTo>
                  <a:pt x="11482" y="11390"/>
                </a:lnTo>
                <a:lnTo>
                  <a:pt x="11482" y="10581"/>
                </a:lnTo>
                <a:lnTo>
                  <a:pt x="9323" y="10581"/>
                </a:lnTo>
                <a:cubicBezTo>
                  <a:pt x="8567" y="10581"/>
                  <a:pt x="7919" y="11102"/>
                  <a:pt x="7739" y="11805"/>
                </a:cubicBezTo>
                <a:lnTo>
                  <a:pt x="6047" y="11805"/>
                </a:lnTo>
                <a:cubicBezTo>
                  <a:pt x="5363" y="11805"/>
                  <a:pt x="4824" y="11246"/>
                  <a:pt x="4824" y="10581"/>
                </a:cubicBezTo>
                <a:lnTo>
                  <a:pt x="4824" y="8853"/>
                </a:lnTo>
                <a:cubicBezTo>
                  <a:pt x="5063" y="8926"/>
                  <a:pt x="5308" y="8963"/>
                  <a:pt x="5551" y="8963"/>
                </a:cubicBezTo>
                <a:cubicBezTo>
                  <a:pt x="6202" y="8963"/>
                  <a:pt x="6840" y="8703"/>
                  <a:pt x="7324" y="8205"/>
                </a:cubicBezTo>
                <a:cubicBezTo>
                  <a:pt x="8296" y="7198"/>
                  <a:pt x="8836" y="5883"/>
                  <a:pt x="8836" y="4479"/>
                </a:cubicBezTo>
                <a:cubicBezTo>
                  <a:pt x="8836" y="3094"/>
                  <a:pt x="8296" y="1763"/>
                  <a:pt x="7324" y="755"/>
                </a:cubicBezTo>
                <a:cubicBezTo>
                  <a:pt x="6848" y="256"/>
                  <a:pt x="6208" y="0"/>
                  <a:pt x="5552" y="0"/>
                </a:cubicBezTo>
                <a:cubicBezTo>
                  <a:pt x="5167" y="0"/>
                  <a:pt x="4776" y="89"/>
                  <a:pt x="4409" y="268"/>
                </a:cubicBezTo>
                <a:cubicBezTo>
                  <a:pt x="4049" y="89"/>
                  <a:pt x="3662" y="0"/>
                  <a:pt x="327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 name="Google Shape;1230;p85"/>
          <p:cNvGrpSpPr/>
          <p:nvPr/>
        </p:nvGrpSpPr>
        <p:grpSpPr>
          <a:xfrm>
            <a:off x="4942552" y="3903157"/>
            <a:ext cx="373359" cy="373332"/>
            <a:chOff x="6439265" y="1626057"/>
            <a:chExt cx="373359" cy="373332"/>
          </a:xfrm>
        </p:grpSpPr>
        <p:sp>
          <p:nvSpPr>
            <p:cNvPr id="1231" name="Google Shape;1231;p85"/>
            <p:cNvSpPr/>
            <p:nvPr/>
          </p:nvSpPr>
          <p:spPr>
            <a:xfrm>
              <a:off x="6439265" y="1626057"/>
              <a:ext cx="373359" cy="373332"/>
            </a:xfrm>
            <a:custGeom>
              <a:avLst/>
              <a:gdLst/>
              <a:ahLst/>
              <a:cxnLst/>
              <a:rect l="l" t="t" r="r" b="b"/>
              <a:pathLst>
                <a:path w="13823" h="13822" extrusionOk="0">
                  <a:moveTo>
                    <a:pt x="6911" y="883"/>
                  </a:moveTo>
                  <a:lnTo>
                    <a:pt x="13013" y="3671"/>
                  </a:lnTo>
                  <a:lnTo>
                    <a:pt x="13013" y="4571"/>
                  </a:lnTo>
                  <a:lnTo>
                    <a:pt x="6911" y="1782"/>
                  </a:lnTo>
                  <a:lnTo>
                    <a:pt x="811" y="4571"/>
                  </a:lnTo>
                  <a:lnTo>
                    <a:pt x="811" y="3671"/>
                  </a:lnTo>
                  <a:lnTo>
                    <a:pt x="6911" y="883"/>
                  </a:lnTo>
                  <a:close/>
                  <a:moveTo>
                    <a:pt x="6498" y="2862"/>
                  </a:moveTo>
                  <a:lnTo>
                    <a:pt x="6498" y="5723"/>
                  </a:lnTo>
                  <a:lnTo>
                    <a:pt x="5688" y="5723"/>
                  </a:lnTo>
                  <a:lnTo>
                    <a:pt x="5688" y="3222"/>
                  </a:lnTo>
                  <a:lnTo>
                    <a:pt x="6498" y="2862"/>
                  </a:lnTo>
                  <a:close/>
                  <a:moveTo>
                    <a:pt x="7307" y="2862"/>
                  </a:moveTo>
                  <a:lnTo>
                    <a:pt x="8118" y="3222"/>
                  </a:lnTo>
                  <a:lnTo>
                    <a:pt x="8118" y="5723"/>
                  </a:lnTo>
                  <a:lnTo>
                    <a:pt x="7307" y="5723"/>
                  </a:lnTo>
                  <a:lnTo>
                    <a:pt x="7307" y="2862"/>
                  </a:lnTo>
                  <a:close/>
                  <a:moveTo>
                    <a:pt x="4879" y="3599"/>
                  </a:moveTo>
                  <a:lnTo>
                    <a:pt x="4879" y="5723"/>
                  </a:lnTo>
                  <a:lnTo>
                    <a:pt x="4068" y="5723"/>
                  </a:lnTo>
                  <a:lnTo>
                    <a:pt x="4068" y="6533"/>
                  </a:lnTo>
                  <a:lnTo>
                    <a:pt x="811" y="6533"/>
                  </a:lnTo>
                  <a:lnTo>
                    <a:pt x="811" y="5454"/>
                  </a:lnTo>
                  <a:lnTo>
                    <a:pt x="4879" y="3599"/>
                  </a:lnTo>
                  <a:close/>
                  <a:moveTo>
                    <a:pt x="8927" y="3599"/>
                  </a:moveTo>
                  <a:lnTo>
                    <a:pt x="13013" y="5454"/>
                  </a:lnTo>
                  <a:lnTo>
                    <a:pt x="13013" y="6533"/>
                  </a:lnTo>
                  <a:lnTo>
                    <a:pt x="9738" y="6533"/>
                  </a:lnTo>
                  <a:lnTo>
                    <a:pt x="9738" y="5723"/>
                  </a:lnTo>
                  <a:lnTo>
                    <a:pt x="8927" y="5723"/>
                  </a:lnTo>
                  <a:lnTo>
                    <a:pt x="8927" y="3599"/>
                  </a:lnTo>
                  <a:close/>
                  <a:moveTo>
                    <a:pt x="4068" y="7343"/>
                  </a:moveTo>
                  <a:lnTo>
                    <a:pt x="4068" y="8153"/>
                  </a:lnTo>
                  <a:lnTo>
                    <a:pt x="811" y="8153"/>
                  </a:lnTo>
                  <a:lnTo>
                    <a:pt x="811" y="7343"/>
                  </a:lnTo>
                  <a:close/>
                  <a:moveTo>
                    <a:pt x="13013" y="7343"/>
                  </a:moveTo>
                  <a:lnTo>
                    <a:pt x="13013" y="8153"/>
                  </a:lnTo>
                  <a:lnTo>
                    <a:pt x="9738" y="8153"/>
                  </a:lnTo>
                  <a:lnTo>
                    <a:pt x="9738" y="7343"/>
                  </a:lnTo>
                  <a:close/>
                  <a:moveTo>
                    <a:pt x="4068" y="8962"/>
                  </a:moveTo>
                  <a:lnTo>
                    <a:pt x="4068" y="9773"/>
                  </a:lnTo>
                  <a:lnTo>
                    <a:pt x="811" y="9773"/>
                  </a:lnTo>
                  <a:lnTo>
                    <a:pt x="811" y="8962"/>
                  </a:lnTo>
                  <a:close/>
                  <a:moveTo>
                    <a:pt x="13013" y="8962"/>
                  </a:moveTo>
                  <a:lnTo>
                    <a:pt x="13013" y="9773"/>
                  </a:lnTo>
                  <a:lnTo>
                    <a:pt x="9738" y="9773"/>
                  </a:lnTo>
                  <a:lnTo>
                    <a:pt x="9738" y="8962"/>
                  </a:lnTo>
                  <a:close/>
                  <a:moveTo>
                    <a:pt x="8927" y="6533"/>
                  </a:moveTo>
                  <a:lnTo>
                    <a:pt x="8927" y="10582"/>
                  </a:lnTo>
                  <a:lnTo>
                    <a:pt x="4879" y="10582"/>
                  </a:lnTo>
                  <a:lnTo>
                    <a:pt x="4879" y="6533"/>
                  </a:lnTo>
                  <a:close/>
                  <a:moveTo>
                    <a:pt x="4068" y="10582"/>
                  </a:moveTo>
                  <a:lnTo>
                    <a:pt x="4068" y="11392"/>
                  </a:lnTo>
                  <a:lnTo>
                    <a:pt x="4879" y="11392"/>
                  </a:lnTo>
                  <a:lnTo>
                    <a:pt x="4879" y="13012"/>
                  </a:lnTo>
                  <a:lnTo>
                    <a:pt x="811" y="13012"/>
                  </a:lnTo>
                  <a:lnTo>
                    <a:pt x="811" y="10582"/>
                  </a:lnTo>
                  <a:close/>
                  <a:moveTo>
                    <a:pt x="6498" y="11392"/>
                  </a:moveTo>
                  <a:lnTo>
                    <a:pt x="6498" y="13012"/>
                  </a:lnTo>
                  <a:lnTo>
                    <a:pt x="5688" y="13012"/>
                  </a:lnTo>
                  <a:lnTo>
                    <a:pt x="5688" y="11392"/>
                  </a:lnTo>
                  <a:close/>
                  <a:moveTo>
                    <a:pt x="8118" y="11392"/>
                  </a:moveTo>
                  <a:lnTo>
                    <a:pt x="8118" y="13012"/>
                  </a:lnTo>
                  <a:lnTo>
                    <a:pt x="7307" y="13012"/>
                  </a:lnTo>
                  <a:lnTo>
                    <a:pt x="7307" y="11392"/>
                  </a:lnTo>
                  <a:close/>
                  <a:moveTo>
                    <a:pt x="13013" y="10582"/>
                  </a:moveTo>
                  <a:lnTo>
                    <a:pt x="13013" y="13012"/>
                  </a:lnTo>
                  <a:lnTo>
                    <a:pt x="8927" y="13012"/>
                  </a:lnTo>
                  <a:lnTo>
                    <a:pt x="8927" y="11392"/>
                  </a:lnTo>
                  <a:lnTo>
                    <a:pt x="9738" y="11392"/>
                  </a:lnTo>
                  <a:lnTo>
                    <a:pt x="9738" y="10582"/>
                  </a:lnTo>
                  <a:close/>
                  <a:moveTo>
                    <a:pt x="6911" y="0"/>
                  </a:moveTo>
                  <a:lnTo>
                    <a:pt x="1" y="3150"/>
                  </a:lnTo>
                  <a:lnTo>
                    <a:pt x="1" y="13821"/>
                  </a:lnTo>
                  <a:lnTo>
                    <a:pt x="13822" y="13821"/>
                  </a:lnTo>
                  <a:lnTo>
                    <a:pt x="13822" y="3150"/>
                  </a:lnTo>
                  <a:lnTo>
                    <a:pt x="69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85"/>
            <p:cNvSpPr/>
            <p:nvPr/>
          </p:nvSpPr>
          <p:spPr>
            <a:xfrm>
              <a:off x="6592870" y="1824365"/>
              <a:ext cx="65661" cy="65661"/>
            </a:xfrm>
            <a:custGeom>
              <a:avLst/>
              <a:gdLst/>
              <a:ahLst/>
              <a:cxnLst/>
              <a:rect l="l" t="t" r="r" b="b"/>
              <a:pathLst>
                <a:path w="2431" h="2431" extrusionOk="0">
                  <a:moveTo>
                    <a:pt x="1620" y="811"/>
                  </a:moveTo>
                  <a:lnTo>
                    <a:pt x="1620" y="1620"/>
                  </a:lnTo>
                  <a:lnTo>
                    <a:pt x="811" y="1620"/>
                  </a:lnTo>
                  <a:lnTo>
                    <a:pt x="811" y="811"/>
                  </a:lnTo>
                  <a:close/>
                  <a:moveTo>
                    <a:pt x="1" y="1"/>
                  </a:moveTo>
                  <a:lnTo>
                    <a:pt x="1" y="2431"/>
                  </a:lnTo>
                  <a:lnTo>
                    <a:pt x="2431" y="2431"/>
                  </a:lnTo>
                  <a:lnTo>
                    <a:pt x="243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 name="Google Shape;1233;p85"/>
          <p:cNvGrpSpPr/>
          <p:nvPr/>
        </p:nvGrpSpPr>
        <p:grpSpPr>
          <a:xfrm>
            <a:off x="1102453" y="3909780"/>
            <a:ext cx="349563" cy="349563"/>
            <a:chOff x="7235465" y="3393430"/>
            <a:chExt cx="349563" cy="349563"/>
          </a:xfrm>
        </p:grpSpPr>
        <p:sp>
          <p:nvSpPr>
            <p:cNvPr id="1234" name="Google Shape;1234;p85"/>
            <p:cNvSpPr/>
            <p:nvPr/>
          </p:nvSpPr>
          <p:spPr>
            <a:xfrm>
              <a:off x="7235465" y="3393430"/>
              <a:ext cx="349563" cy="349563"/>
            </a:xfrm>
            <a:custGeom>
              <a:avLst/>
              <a:gdLst/>
              <a:ahLst/>
              <a:cxnLst/>
              <a:rect l="l" t="t" r="r" b="b"/>
              <a:pathLst>
                <a:path w="12942" h="12942" extrusionOk="0">
                  <a:moveTo>
                    <a:pt x="1585" y="3708"/>
                  </a:moveTo>
                  <a:cubicBezTo>
                    <a:pt x="1549" y="3960"/>
                    <a:pt x="1531" y="4212"/>
                    <a:pt x="1531" y="4483"/>
                  </a:cubicBezTo>
                  <a:cubicBezTo>
                    <a:pt x="1531" y="4735"/>
                    <a:pt x="1549" y="4987"/>
                    <a:pt x="1585" y="5239"/>
                  </a:cubicBezTo>
                  <a:lnTo>
                    <a:pt x="776" y="5239"/>
                  </a:lnTo>
                  <a:lnTo>
                    <a:pt x="776" y="3708"/>
                  </a:lnTo>
                  <a:close/>
                  <a:moveTo>
                    <a:pt x="12185" y="3708"/>
                  </a:moveTo>
                  <a:lnTo>
                    <a:pt x="12185" y="5239"/>
                  </a:lnTo>
                  <a:lnTo>
                    <a:pt x="11357" y="5239"/>
                  </a:lnTo>
                  <a:cubicBezTo>
                    <a:pt x="11393" y="4987"/>
                    <a:pt x="11429" y="4735"/>
                    <a:pt x="11429" y="4483"/>
                  </a:cubicBezTo>
                  <a:cubicBezTo>
                    <a:pt x="11429" y="4212"/>
                    <a:pt x="11393" y="3960"/>
                    <a:pt x="11357" y="3708"/>
                  </a:cubicBezTo>
                  <a:close/>
                  <a:moveTo>
                    <a:pt x="6948" y="757"/>
                  </a:moveTo>
                  <a:cubicBezTo>
                    <a:pt x="8999" y="757"/>
                    <a:pt x="10674" y="2431"/>
                    <a:pt x="10674" y="4483"/>
                  </a:cubicBezTo>
                  <a:cubicBezTo>
                    <a:pt x="10674" y="6516"/>
                    <a:pt x="8999" y="8190"/>
                    <a:pt x="6948" y="8190"/>
                  </a:cubicBezTo>
                  <a:lnTo>
                    <a:pt x="5994" y="8190"/>
                  </a:lnTo>
                  <a:cubicBezTo>
                    <a:pt x="3943" y="8190"/>
                    <a:pt x="2287" y="6516"/>
                    <a:pt x="2287" y="4483"/>
                  </a:cubicBezTo>
                  <a:cubicBezTo>
                    <a:pt x="2287" y="2431"/>
                    <a:pt x="3943" y="757"/>
                    <a:pt x="5994" y="757"/>
                  </a:cubicBezTo>
                  <a:close/>
                  <a:moveTo>
                    <a:pt x="7236" y="8946"/>
                  </a:moveTo>
                  <a:lnTo>
                    <a:pt x="7236" y="9702"/>
                  </a:lnTo>
                  <a:lnTo>
                    <a:pt x="5724" y="9702"/>
                  </a:lnTo>
                  <a:lnTo>
                    <a:pt x="5724" y="8946"/>
                  </a:lnTo>
                  <a:close/>
                  <a:moveTo>
                    <a:pt x="10763" y="10458"/>
                  </a:moveTo>
                  <a:lnTo>
                    <a:pt x="11285" y="12185"/>
                  </a:lnTo>
                  <a:lnTo>
                    <a:pt x="1657" y="12185"/>
                  </a:lnTo>
                  <a:lnTo>
                    <a:pt x="2179" y="10458"/>
                  </a:lnTo>
                  <a:close/>
                  <a:moveTo>
                    <a:pt x="1" y="1"/>
                  </a:moveTo>
                  <a:lnTo>
                    <a:pt x="1" y="5994"/>
                  </a:lnTo>
                  <a:lnTo>
                    <a:pt x="1783" y="5994"/>
                  </a:lnTo>
                  <a:cubicBezTo>
                    <a:pt x="2304" y="7398"/>
                    <a:pt x="3492" y="8478"/>
                    <a:pt x="4951" y="8819"/>
                  </a:cubicBezTo>
                  <a:lnTo>
                    <a:pt x="4951" y="9702"/>
                  </a:lnTo>
                  <a:lnTo>
                    <a:pt x="1621" y="9702"/>
                  </a:lnTo>
                  <a:lnTo>
                    <a:pt x="632" y="12941"/>
                  </a:lnTo>
                  <a:lnTo>
                    <a:pt x="12310" y="12941"/>
                  </a:lnTo>
                  <a:lnTo>
                    <a:pt x="11321" y="9702"/>
                  </a:lnTo>
                  <a:lnTo>
                    <a:pt x="7991" y="9702"/>
                  </a:lnTo>
                  <a:lnTo>
                    <a:pt x="7991" y="8819"/>
                  </a:lnTo>
                  <a:cubicBezTo>
                    <a:pt x="9467" y="8478"/>
                    <a:pt x="10655" y="7398"/>
                    <a:pt x="11159" y="5994"/>
                  </a:cubicBezTo>
                  <a:lnTo>
                    <a:pt x="12941" y="5994"/>
                  </a:lnTo>
                  <a:lnTo>
                    <a:pt x="12941" y="1"/>
                  </a:lnTo>
                  <a:lnTo>
                    <a:pt x="12185" y="1"/>
                  </a:lnTo>
                  <a:lnTo>
                    <a:pt x="12185" y="2952"/>
                  </a:lnTo>
                  <a:lnTo>
                    <a:pt x="11159" y="2952"/>
                  </a:lnTo>
                  <a:cubicBezTo>
                    <a:pt x="10530" y="1243"/>
                    <a:pt x="8891" y="1"/>
                    <a:pt x="6948" y="1"/>
                  </a:cubicBezTo>
                  <a:lnTo>
                    <a:pt x="5994" y="1"/>
                  </a:lnTo>
                  <a:cubicBezTo>
                    <a:pt x="4068" y="1"/>
                    <a:pt x="2412" y="1243"/>
                    <a:pt x="1783" y="2952"/>
                  </a:cubicBezTo>
                  <a:lnTo>
                    <a:pt x="776" y="2952"/>
                  </a:lnTo>
                  <a:lnTo>
                    <a:pt x="77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5"/>
            <p:cNvSpPr/>
            <p:nvPr/>
          </p:nvSpPr>
          <p:spPr>
            <a:xfrm>
              <a:off x="7317657" y="3434269"/>
              <a:ext cx="185694" cy="159980"/>
            </a:xfrm>
            <a:custGeom>
              <a:avLst/>
              <a:gdLst/>
              <a:ahLst/>
              <a:cxnLst/>
              <a:rect l="l" t="t" r="r" b="b"/>
              <a:pathLst>
                <a:path w="6875" h="5923" extrusionOk="0">
                  <a:moveTo>
                    <a:pt x="3905" y="757"/>
                  </a:moveTo>
                  <a:cubicBezTo>
                    <a:pt x="5128" y="757"/>
                    <a:pt x="6100" y="1747"/>
                    <a:pt x="6100" y="2971"/>
                  </a:cubicBezTo>
                  <a:cubicBezTo>
                    <a:pt x="6100" y="4176"/>
                    <a:pt x="5128" y="5166"/>
                    <a:pt x="3905" y="5166"/>
                  </a:cubicBezTo>
                  <a:lnTo>
                    <a:pt x="2951" y="5166"/>
                  </a:lnTo>
                  <a:cubicBezTo>
                    <a:pt x="1745" y="5166"/>
                    <a:pt x="756" y="4176"/>
                    <a:pt x="756" y="2971"/>
                  </a:cubicBezTo>
                  <a:cubicBezTo>
                    <a:pt x="756" y="1747"/>
                    <a:pt x="1745" y="757"/>
                    <a:pt x="2951" y="757"/>
                  </a:cubicBezTo>
                  <a:close/>
                  <a:moveTo>
                    <a:pt x="2951" y="1"/>
                  </a:moveTo>
                  <a:cubicBezTo>
                    <a:pt x="1332" y="1"/>
                    <a:pt x="0" y="1332"/>
                    <a:pt x="0" y="2971"/>
                  </a:cubicBezTo>
                  <a:cubicBezTo>
                    <a:pt x="0" y="4590"/>
                    <a:pt x="1332" y="5922"/>
                    <a:pt x="2951" y="5922"/>
                  </a:cubicBezTo>
                  <a:lnTo>
                    <a:pt x="3905" y="5922"/>
                  </a:lnTo>
                  <a:cubicBezTo>
                    <a:pt x="5543" y="5922"/>
                    <a:pt x="6875" y="4590"/>
                    <a:pt x="6875" y="2971"/>
                  </a:cubicBezTo>
                  <a:cubicBezTo>
                    <a:pt x="6875" y="1332"/>
                    <a:pt x="5543" y="1"/>
                    <a:pt x="3905"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5"/>
            <p:cNvSpPr/>
            <p:nvPr/>
          </p:nvSpPr>
          <p:spPr>
            <a:xfrm>
              <a:off x="7434313" y="3504279"/>
              <a:ext cx="20447" cy="20420"/>
            </a:xfrm>
            <a:custGeom>
              <a:avLst/>
              <a:gdLst/>
              <a:ahLst/>
              <a:cxnLst/>
              <a:rect l="l" t="t" r="r" b="b"/>
              <a:pathLst>
                <a:path w="757" h="756" extrusionOk="0">
                  <a:moveTo>
                    <a:pt x="0" y="0"/>
                  </a:moveTo>
                  <a:lnTo>
                    <a:pt x="0" y="756"/>
                  </a:lnTo>
                  <a:lnTo>
                    <a:pt x="756" y="756"/>
                  </a:lnTo>
                  <a:lnTo>
                    <a:pt x="75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5"/>
            <p:cNvSpPr/>
            <p:nvPr/>
          </p:nvSpPr>
          <p:spPr>
            <a:xfrm>
              <a:off x="7366248" y="3504279"/>
              <a:ext cx="20447" cy="20420"/>
            </a:xfrm>
            <a:custGeom>
              <a:avLst/>
              <a:gdLst/>
              <a:ahLst/>
              <a:cxnLst/>
              <a:rect l="l" t="t" r="r" b="b"/>
              <a:pathLst>
                <a:path w="757" h="756" extrusionOk="0">
                  <a:moveTo>
                    <a:pt x="1" y="0"/>
                  </a:moveTo>
                  <a:lnTo>
                    <a:pt x="1" y="756"/>
                  </a:lnTo>
                  <a:lnTo>
                    <a:pt x="757" y="756"/>
                  </a:lnTo>
                  <a:lnTo>
                    <a:pt x="75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 name="Google Shape;1238;p85"/>
          <p:cNvGrpSpPr/>
          <p:nvPr/>
        </p:nvGrpSpPr>
        <p:grpSpPr>
          <a:xfrm>
            <a:off x="1091542" y="2862583"/>
            <a:ext cx="371388" cy="371388"/>
            <a:chOff x="3165517" y="4016145"/>
            <a:chExt cx="371388" cy="371388"/>
          </a:xfrm>
        </p:grpSpPr>
        <p:sp>
          <p:nvSpPr>
            <p:cNvPr id="1239" name="Google Shape;1239;p85"/>
            <p:cNvSpPr/>
            <p:nvPr/>
          </p:nvSpPr>
          <p:spPr>
            <a:xfrm>
              <a:off x="3165517" y="4016145"/>
              <a:ext cx="371388" cy="371388"/>
            </a:xfrm>
            <a:custGeom>
              <a:avLst/>
              <a:gdLst/>
              <a:ahLst/>
              <a:cxnLst/>
              <a:rect l="l" t="t" r="r" b="b"/>
              <a:pathLst>
                <a:path w="13750" h="13750" extrusionOk="0">
                  <a:moveTo>
                    <a:pt x="11248" y="2501"/>
                  </a:moveTo>
                  <a:lnTo>
                    <a:pt x="11248" y="11230"/>
                  </a:lnTo>
                  <a:lnTo>
                    <a:pt x="2520" y="11230"/>
                  </a:lnTo>
                  <a:lnTo>
                    <a:pt x="2520" y="2501"/>
                  </a:lnTo>
                  <a:close/>
                  <a:moveTo>
                    <a:pt x="4049" y="0"/>
                  </a:moveTo>
                  <a:lnTo>
                    <a:pt x="4049" y="1709"/>
                  </a:lnTo>
                  <a:lnTo>
                    <a:pt x="1710" y="1709"/>
                  </a:lnTo>
                  <a:lnTo>
                    <a:pt x="1710" y="4049"/>
                  </a:lnTo>
                  <a:lnTo>
                    <a:pt x="1" y="4049"/>
                  </a:lnTo>
                  <a:lnTo>
                    <a:pt x="1" y="4859"/>
                  </a:lnTo>
                  <a:lnTo>
                    <a:pt x="1710" y="4859"/>
                  </a:lnTo>
                  <a:lnTo>
                    <a:pt x="1710" y="5668"/>
                  </a:lnTo>
                  <a:lnTo>
                    <a:pt x="1" y="5668"/>
                  </a:lnTo>
                  <a:lnTo>
                    <a:pt x="1" y="6460"/>
                  </a:lnTo>
                  <a:lnTo>
                    <a:pt x="1710" y="6460"/>
                  </a:lnTo>
                  <a:lnTo>
                    <a:pt x="1710" y="7271"/>
                  </a:lnTo>
                  <a:lnTo>
                    <a:pt x="1" y="7271"/>
                  </a:lnTo>
                  <a:lnTo>
                    <a:pt x="1" y="8080"/>
                  </a:lnTo>
                  <a:lnTo>
                    <a:pt x="1710" y="8080"/>
                  </a:lnTo>
                  <a:lnTo>
                    <a:pt x="1710" y="8890"/>
                  </a:lnTo>
                  <a:lnTo>
                    <a:pt x="1" y="8890"/>
                  </a:lnTo>
                  <a:lnTo>
                    <a:pt x="1" y="9699"/>
                  </a:lnTo>
                  <a:lnTo>
                    <a:pt x="1710" y="9699"/>
                  </a:lnTo>
                  <a:lnTo>
                    <a:pt x="1710" y="12039"/>
                  </a:lnTo>
                  <a:lnTo>
                    <a:pt x="4049" y="12039"/>
                  </a:lnTo>
                  <a:lnTo>
                    <a:pt x="4049" y="13749"/>
                  </a:lnTo>
                  <a:lnTo>
                    <a:pt x="4860" y="13749"/>
                  </a:lnTo>
                  <a:lnTo>
                    <a:pt x="4860" y="12039"/>
                  </a:lnTo>
                  <a:lnTo>
                    <a:pt x="5669" y="12039"/>
                  </a:lnTo>
                  <a:lnTo>
                    <a:pt x="5669" y="13749"/>
                  </a:lnTo>
                  <a:lnTo>
                    <a:pt x="6479" y="13749"/>
                  </a:lnTo>
                  <a:lnTo>
                    <a:pt x="6479" y="12039"/>
                  </a:lnTo>
                  <a:lnTo>
                    <a:pt x="7288" y="12039"/>
                  </a:lnTo>
                  <a:lnTo>
                    <a:pt x="7288" y="13749"/>
                  </a:lnTo>
                  <a:lnTo>
                    <a:pt x="8080" y="13749"/>
                  </a:lnTo>
                  <a:lnTo>
                    <a:pt x="8080" y="12039"/>
                  </a:lnTo>
                  <a:lnTo>
                    <a:pt x="8891" y="12039"/>
                  </a:lnTo>
                  <a:lnTo>
                    <a:pt x="8891" y="13749"/>
                  </a:lnTo>
                  <a:lnTo>
                    <a:pt x="9700" y="13749"/>
                  </a:lnTo>
                  <a:lnTo>
                    <a:pt x="9700" y="12039"/>
                  </a:lnTo>
                  <a:lnTo>
                    <a:pt x="12040" y="12039"/>
                  </a:lnTo>
                  <a:lnTo>
                    <a:pt x="12040" y="9699"/>
                  </a:lnTo>
                  <a:lnTo>
                    <a:pt x="13750" y="9699"/>
                  </a:lnTo>
                  <a:lnTo>
                    <a:pt x="13750" y="8890"/>
                  </a:lnTo>
                  <a:lnTo>
                    <a:pt x="12040" y="8890"/>
                  </a:lnTo>
                  <a:lnTo>
                    <a:pt x="12040" y="8080"/>
                  </a:lnTo>
                  <a:lnTo>
                    <a:pt x="13750" y="8080"/>
                  </a:lnTo>
                  <a:lnTo>
                    <a:pt x="13750" y="7271"/>
                  </a:lnTo>
                  <a:lnTo>
                    <a:pt x="12040" y="7271"/>
                  </a:lnTo>
                  <a:lnTo>
                    <a:pt x="12040" y="6460"/>
                  </a:lnTo>
                  <a:lnTo>
                    <a:pt x="13750" y="6460"/>
                  </a:lnTo>
                  <a:lnTo>
                    <a:pt x="13750" y="5668"/>
                  </a:lnTo>
                  <a:lnTo>
                    <a:pt x="12040" y="5668"/>
                  </a:lnTo>
                  <a:lnTo>
                    <a:pt x="12040" y="4859"/>
                  </a:lnTo>
                  <a:lnTo>
                    <a:pt x="13750" y="4859"/>
                  </a:lnTo>
                  <a:lnTo>
                    <a:pt x="13750" y="4049"/>
                  </a:lnTo>
                  <a:lnTo>
                    <a:pt x="12040" y="4049"/>
                  </a:lnTo>
                  <a:lnTo>
                    <a:pt x="12040" y="1709"/>
                  </a:lnTo>
                  <a:lnTo>
                    <a:pt x="9700" y="1709"/>
                  </a:lnTo>
                  <a:lnTo>
                    <a:pt x="9700" y="0"/>
                  </a:lnTo>
                  <a:lnTo>
                    <a:pt x="8891" y="0"/>
                  </a:lnTo>
                  <a:lnTo>
                    <a:pt x="8891" y="1709"/>
                  </a:lnTo>
                  <a:lnTo>
                    <a:pt x="8080" y="1709"/>
                  </a:lnTo>
                  <a:lnTo>
                    <a:pt x="8080" y="0"/>
                  </a:lnTo>
                  <a:lnTo>
                    <a:pt x="7288" y="0"/>
                  </a:lnTo>
                  <a:lnTo>
                    <a:pt x="7288" y="1709"/>
                  </a:lnTo>
                  <a:lnTo>
                    <a:pt x="6479" y="1709"/>
                  </a:lnTo>
                  <a:lnTo>
                    <a:pt x="6479" y="0"/>
                  </a:lnTo>
                  <a:lnTo>
                    <a:pt x="5669" y="0"/>
                  </a:lnTo>
                  <a:lnTo>
                    <a:pt x="5669" y="1709"/>
                  </a:lnTo>
                  <a:lnTo>
                    <a:pt x="4860" y="1709"/>
                  </a:lnTo>
                  <a:lnTo>
                    <a:pt x="486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5"/>
            <p:cNvSpPr/>
            <p:nvPr/>
          </p:nvSpPr>
          <p:spPr>
            <a:xfrm>
              <a:off x="3254948" y="4105575"/>
              <a:ext cx="192527" cy="192500"/>
            </a:xfrm>
            <a:custGeom>
              <a:avLst/>
              <a:gdLst/>
              <a:ahLst/>
              <a:cxnLst/>
              <a:rect l="l" t="t" r="r" b="b"/>
              <a:pathLst>
                <a:path w="7128" h="7127" extrusionOk="0">
                  <a:moveTo>
                    <a:pt x="3564" y="2429"/>
                  </a:moveTo>
                  <a:cubicBezTo>
                    <a:pt x="3941" y="2429"/>
                    <a:pt x="4229" y="2717"/>
                    <a:pt x="4229" y="3096"/>
                  </a:cubicBezTo>
                  <a:cubicBezTo>
                    <a:pt x="4229" y="3473"/>
                    <a:pt x="3941" y="3761"/>
                    <a:pt x="3564" y="3761"/>
                  </a:cubicBezTo>
                  <a:cubicBezTo>
                    <a:pt x="3186" y="3761"/>
                    <a:pt x="2898" y="3473"/>
                    <a:pt x="2898" y="3096"/>
                  </a:cubicBezTo>
                  <a:cubicBezTo>
                    <a:pt x="2898" y="2717"/>
                    <a:pt x="3186" y="2429"/>
                    <a:pt x="3564" y="2429"/>
                  </a:cubicBezTo>
                  <a:close/>
                  <a:moveTo>
                    <a:pt x="3564" y="810"/>
                  </a:moveTo>
                  <a:cubicBezTo>
                    <a:pt x="5076" y="810"/>
                    <a:pt x="6317" y="2052"/>
                    <a:pt x="6317" y="3564"/>
                  </a:cubicBezTo>
                  <a:cubicBezTo>
                    <a:pt x="6317" y="4301"/>
                    <a:pt x="6029" y="4967"/>
                    <a:pt x="5561" y="5453"/>
                  </a:cubicBezTo>
                  <a:cubicBezTo>
                    <a:pt x="5453" y="4895"/>
                    <a:pt x="5129" y="4392"/>
                    <a:pt x="4661" y="4085"/>
                  </a:cubicBezTo>
                  <a:cubicBezTo>
                    <a:pt x="4896" y="3833"/>
                    <a:pt x="5040" y="3473"/>
                    <a:pt x="5040" y="3096"/>
                  </a:cubicBezTo>
                  <a:cubicBezTo>
                    <a:pt x="5040" y="2285"/>
                    <a:pt x="4373" y="1620"/>
                    <a:pt x="3564" y="1620"/>
                  </a:cubicBezTo>
                  <a:cubicBezTo>
                    <a:pt x="2754" y="1620"/>
                    <a:pt x="2089" y="2285"/>
                    <a:pt x="2089" y="3096"/>
                  </a:cubicBezTo>
                  <a:cubicBezTo>
                    <a:pt x="2089" y="3473"/>
                    <a:pt x="2233" y="3833"/>
                    <a:pt x="2466" y="4085"/>
                  </a:cubicBezTo>
                  <a:cubicBezTo>
                    <a:pt x="1998" y="4392"/>
                    <a:pt x="1674" y="4895"/>
                    <a:pt x="1585" y="5453"/>
                  </a:cubicBezTo>
                  <a:cubicBezTo>
                    <a:pt x="1098" y="4967"/>
                    <a:pt x="810" y="4301"/>
                    <a:pt x="810" y="3564"/>
                  </a:cubicBezTo>
                  <a:cubicBezTo>
                    <a:pt x="810" y="2052"/>
                    <a:pt x="2053" y="810"/>
                    <a:pt x="3564" y="810"/>
                  </a:cubicBezTo>
                  <a:close/>
                  <a:moveTo>
                    <a:pt x="3564" y="4572"/>
                  </a:moveTo>
                  <a:cubicBezTo>
                    <a:pt x="4229" y="4572"/>
                    <a:pt x="4769" y="5111"/>
                    <a:pt x="4769" y="5795"/>
                  </a:cubicBezTo>
                  <a:lnTo>
                    <a:pt x="4769" y="6029"/>
                  </a:lnTo>
                  <a:cubicBezTo>
                    <a:pt x="4409" y="6208"/>
                    <a:pt x="3996" y="6316"/>
                    <a:pt x="3564" y="6316"/>
                  </a:cubicBezTo>
                  <a:cubicBezTo>
                    <a:pt x="3132" y="6316"/>
                    <a:pt x="2718" y="6208"/>
                    <a:pt x="2358" y="6029"/>
                  </a:cubicBezTo>
                  <a:lnTo>
                    <a:pt x="2358" y="5795"/>
                  </a:lnTo>
                  <a:cubicBezTo>
                    <a:pt x="2358" y="5111"/>
                    <a:pt x="2898" y="4572"/>
                    <a:pt x="3564" y="4572"/>
                  </a:cubicBezTo>
                  <a:close/>
                  <a:moveTo>
                    <a:pt x="3564" y="0"/>
                  </a:moveTo>
                  <a:cubicBezTo>
                    <a:pt x="1602" y="0"/>
                    <a:pt x="1" y="1601"/>
                    <a:pt x="1" y="3564"/>
                  </a:cubicBezTo>
                  <a:cubicBezTo>
                    <a:pt x="1" y="5525"/>
                    <a:pt x="1602" y="7127"/>
                    <a:pt x="3564" y="7127"/>
                  </a:cubicBezTo>
                  <a:cubicBezTo>
                    <a:pt x="5525" y="7127"/>
                    <a:pt x="7128" y="5525"/>
                    <a:pt x="7128" y="3564"/>
                  </a:cubicBezTo>
                  <a:cubicBezTo>
                    <a:pt x="7128" y="1601"/>
                    <a:pt x="5525" y="0"/>
                    <a:pt x="356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41" name="Google Shape;1241;p85"/>
          <p:cNvPicPr preferRelativeResize="0"/>
          <p:nvPr/>
        </p:nvPicPr>
        <p:blipFill rotWithShape="1">
          <a:blip r:embed="rId4">
            <a:alphaModFix/>
          </a:blip>
          <a:srcRect l="7340" r="4538" b="19768"/>
          <a:stretch/>
        </p:blipFill>
        <p:spPr>
          <a:xfrm rot="-2319082">
            <a:off x="-942465" y="-764591"/>
            <a:ext cx="2940004" cy="2028357"/>
          </a:xfrm>
          <a:prstGeom prst="rect">
            <a:avLst/>
          </a:prstGeom>
          <a:noFill/>
          <a:ln>
            <a:noFill/>
          </a:ln>
        </p:spPr>
      </p:pic>
      <p:pic>
        <p:nvPicPr>
          <p:cNvPr id="1242" name="Google Shape;1242;p85"/>
          <p:cNvPicPr preferRelativeResize="0"/>
          <p:nvPr/>
        </p:nvPicPr>
        <p:blipFill rotWithShape="1">
          <a:blip r:embed="rId4">
            <a:alphaModFix/>
          </a:blip>
          <a:srcRect l="7340" r="4538" b="19768"/>
          <a:stretch/>
        </p:blipFill>
        <p:spPr>
          <a:xfrm rot="-8999957">
            <a:off x="-756776" y="4367046"/>
            <a:ext cx="2940004" cy="2028356"/>
          </a:xfrm>
          <a:prstGeom prst="rect">
            <a:avLst/>
          </a:prstGeom>
          <a:noFill/>
          <a:ln>
            <a:noFill/>
          </a:ln>
        </p:spPr>
      </p:pic>
      <p:sp>
        <p:nvSpPr>
          <p:cNvPr id="1243" name="Google Shape;1243;p85">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5">
            <a:hlinkClick r:id="rId5"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5"/>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6"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246" name="Google Shape;1246;p85">
            <a:hlinkClick r:id="rId5"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5">
            <a:hlinkClick r:id="rId5"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8" name="Google Shape;1248;p85">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249" name="Google Shape;1249;p85">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0" name="Google Shape;1250;p85">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203"/>
                                        </p:tgtEl>
                                        <p:attrNameLst>
                                          <p:attrName>style.visibility</p:attrName>
                                        </p:attrNameLst>
                                      </p:cBhvr>
                                      <p:to>
                                        <p:strVal val="visible"/>
                                      </p:to>
                                    </p:set>
                                    <p:anim calcmode="lin" valueType="num">
                                      <p:cBhvr additive="base">
                                        <p:cTn id="7" dur="1000"/>
                                        <p:tgtEl>
                                          <p:spTgt spid="1203"/>
                                        </p:tgtEl>
                                        <p:attrNameLst>
                                          <p:attrName>ppt_x</p:attrName>
                                        </p:attrNameLst>
                                      </p:cBhvr>
                                      <p:tavLst>
                                        <p:tav tm="0">
                                          <p:val>
                                            <p:strVal val="#ppt_x+1"/>
                                          </p:val>
                                        </p:tav>
                                        <p:tav tm="100000">
                                          <p:val>
                                            <p:strVal val="#ppt_x"/>
                                          </p:val>
                                        </p:tav>
                                      </p:tavLst>
                                    </p:anim>
                                  </p:childTnLst>
                                </p:cTn>
                              </p:par>
                              <p:par>
                                <p:cTn id="8" presetID="2" presetClass="entr" presetSubtype="1" fill="hold" nodeType="withEffect">
                                  <p:stCondLst>
                                    <p:cond delay="0"/>
                                  </p:stCondLst>
                                  <p:childTnLst>
                                    <p:set>
                                      <p:cBhvr>
                                        <p:cTn id="9" dur="1" fill="hold">
                                          <p:stCondLst>
                                            <p:cond delay="0"/>
                                          </p:stCondLst>
                                        </p:cTn>
                                        <p:tgtEl>
                                          <p:spTgt spid="1241"/>
                                        </p:tgtEl>
                                        <p:attrNameLst>
                                          <p:attrName>style.visibility</p:attrName>
                                        </p:attrNameLst>
                                      </p:cBhvr>
                                      <p:to>
                                        <p:strVal val="visible"/>
                                      </p:to>
                                    </p:set>
                                    <p:anim calcmode="lin" valueType="num">
                                      <p:cBhvr additive="base">
                                        <p:cTn id="10" dur="1000"/>
                                        <p:tgtEl>
                                          <p:spTgt spid="1241"/>
                                        </p:tgtEl>
                                        <p:attrNameLst>
                                          <p:attrName>ppt_y</p:attrName>
                                        </p:attrNameLst>
                                      </p:cBhvr>
                                      <p:tavLst>
                                        <p:tav tm="0">
                                          <p:val>
                                            <p:strVal val="#ppt_y-1"/>
                                          </p:val>
                                        </p:tav>
                                        <p:tav tm="100000">
                                          <p:val>
                                            <p:strVal val="#ppt_y"/>
                                          </p:val>
                                        </p:tav>
                                      </p:tavLst>
                                    </p:anim>
                                  </p:childTnLst>
                                </p:cTn>
                              </p:par>
                              <p:par>
                                <p:cTn id="11" presetID="2" presetClass="entr" presetSubtype="4" fill="hold" nodeType="withEffect">
                                  <p:stCondLst>
                                    <p:cond delay="0"/>
                                  </p:stCondLst>
                                  <p:childTnLst>
                                    <p:set>
                                      <p:cBhvr>
                                        <p:cTn id="12" dur="1" fill="hold">
                                          <p:stCondLst>
                                            <p:cond delay="0"/>
                                          </p:stCondLst>
                                        </p:cTn>
                                        <p:tgtEl>
                                          <p:spTgt spid="1242"/>
                                        </p:tgtEl>
                                        <p:attrNameLst>
                                          <p:attrName>style.visibility</p:attrName>
                                        </p:attrNameLst>
                                      </p:cBhvr>
                                      <p:to>
                                        <p:strVal val="visible"/>
                                      </p:to>
                                    </p:set>
                                    <p:anim calcmode="lin" valueType="num">
                                      <p:cBhvr additive="base">
                                        <p:cTn id="13" dur="1000"/>
                                        <p:tgtEl>
                                          <p:spTgt spid="12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Shape 1254"/>
        <p:cNvGrpSpPr/>
        <p:nvPr/>
      </p:nvGrpSpPr>
      <p:grpSpPr>
        <a:xfrm>
          <a:off x="0" y="0"/>
          <a:ext cx="0" cy="0"/>
          <a:chOff x="0" y="0"/>
          <a:chExt cx="0" cy="0"/>
        </a:xfrm>
      </p:grpSpPr>
      <p:sp>
        <p:nvSpPr>
          <p:cNvPr id="1255" name="Google Shape;1255;p86"/>
          <p:cNvSpPr/>
          <p:nvPr/>
        </p:nvSpPr>
        <p:spPr>
          <a:xfrm>
            <a:off x="4034900" y="2107084"/>
            <a:ext cx="1074300" cy="1074300"/>
          </a:xfrm>
          <a:prstGeom prst="ellipse">
            <a:avLst/>
          </a:prstGeom>
          <a:solidFill>
            <a:schemeClr val="dk2"/>
          </a:soli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6"/>
          <p:cNvSpPr txBox="1"/>
          <p:nvPr/>
        </p:nvSpPr>
        <p:spPr>
          <a:xfrm>
            <a:off x="1729775" y="3293078"/>
            <a:ext cx="16893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Darker Grotesque"/>
                <a:ea typeface="Darker Grotesque"/>
                <a:cs typeface="Darker Grotesque"/>
                <a:sym typeface="Darker Grotesque"/>
              </a:rPr>
              <a:t>It’s the closest planet to the Sun</a:t>
            </a:r>
            <a:endParaRPr>
              <a:solidFill>
                <a:schemeClr val="dk1"/>
              </a:solidFill>
              <a:latin typeface="Darker Grotesque"/>
              <a:ea typeface="Darker Grotesque"/>
              <a:cs typeface="Darker Grotesque"/>
              <a:sym typeface="Darker Grotesque"/>
            </a:endParaRPr>
          </a:p>
        </p:txBody>
      </p:sp>
      <p:sp>
        <p:nvSpPr>
          <p:cNvPr id="1257" name="Google Shape;1257;p86"/>
          <p:cNvSpPr txBox="1"/>
          <p:nvPr/>
        </p:nvSpPr>
        <p:spPr>
          <a:xfrm>
            <a:off x="1113525" y="1576353"/>
            <a:ext cx="2305500" cy="344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dk1"/>
                </a:solidFill>
                <a:latin typeface="Orbitron Black"/>
                <a:ea typeface="Orbitron Black"/>
                <a:cs typeface="Orbitron Black"/>
                <a:sym typeface="Orbitron Black"/>
              </a:rPr>
              <a:t>JUPITER</a:t>
            </a:r>
            <a:endParaRPr sz="1800">
              <a:solidFill>
                <a:schemeClr val="dk1"/>
              </a:solidFill>
              <a:latin typeface="Orbitron Black"/>
              <a:ea typeface="Orbitron Black"/>
              <a:cs typeface="Orbitron Black"/>
              <a:sym typeface="Orbitron Black"/>
            </a:endParaRPr>
          </a:p>
        </p:txBody>
      </p:sp>
      <p:sp>
        <p:nvSpPr>
          <p:cNvPr id="1258" name="Google Shape;1258;p86"/>
          <p:cNvSpPr txBox="1"/>
          <p:nvPr/>
        </p:nvSpPr>
        <p:spPr>
          <a:xfrm>
            <a:off x="1729775" y="1934278"/>
            <a:ext cx="16893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of them all</a:t>
            </a:r>
            <a:endParaRPr>
              <a:solidFill>
                <a:schemeClr val="dk1"/>
              </a:solidFill>
              <a:latin typeface="Darker Grotesque"/>
              <a:ea typeface="Darker Grotesque"/>
              <a:cs typeface="Darker Grotesque"/>
              <a:sym typeface="Darker Grotesque"/>
            </a:endParaRPr>
          </a:p>
        </p:txBody>
      </p:sp>
      <p:sp>
        <p:nvSpPr>
          <p:cNvPr id="1259" name="Google Shape;1259;p86"/>
          <p:cNvSpPr txBox="1"/>
          <p:nvPr/>
        </p:nvSpPr>
        <p:spPr>
          <a:xfrm>
            <a:off x="1113525" y="2935141"/>
            <a:ext cx="2305500" cy="344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260" name="Google Shape;1260;p86"/>
          <p:cNvSpPr txBox="1"/>
          <p:nvPr/>
        </p:nvSpPr>
        <p:spPr>
          <a:xfrm>
            <a:off x="5724800" y="3293066"/>
            <a:ext cx="1822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It’s the star at the center of the Solar System</a:t>
            </a:r>
            <a:endParaRPr>
              <a:solidFill>
                <a:schemeClr val="dk1"/>
              </a:solidFill>
              <a:latin typeface="Darker Grotesque"/>
              <a:ea typeface="Darker Grotesque"/>
              <a:cs typeface="Darker Grotesque"/>
              <a:sym typeface="Darker Grotesque"/>
            </a:endParaRPr>
          </a:p>
        </p:txBody>
      </p:sp>
      <p:sp>
        <p:nvSpPr>
          <p:cNvPr id="1261" name="Google Shape;1261;p86"/>
          <p:cNvSpPr txBox="1"/>
          <p:nvPr/>
        </p:nvSpPr>
        <p:spPr>
          <a:xfrm>
            <a:off x="5724800" y="1576353"/>
            <a:ext cx="2305500" cy="344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262" name="Google Shape;1262;p86"/>
          <p:cNvSpPr txBox="1"/>
          <p:nvPr/>
        </p:nvSpPr>
        <p:spPr>
          <a:xfrm>
            <a:off x="5724800" y="1934278"/>
            <a:ext cx="1822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263" name="Google Shape;1263;p86"/>
          <p:cNvSpPr txBox="1"/>
          <p:nvPr/>
        </p:nvSpPr>
        <p:spPr>
          <a:xfrm>
            <a:off x="5724800" y="2935141"/>
            <a:ext cx="2305500" cy="344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dk1"/>
                </a:solidFill>
                <a:latin typeface="Orbitron Black"/>
                <a:ea typeface="Orbitron Black"/>
                <a:cs typeface="Orbitron Black"/>
                <a:sym typeface="Orbitron Black"/>
              </a:rPr>
              <a:t>SUN</a:t>
            </a:r>
            <a:endParaRPr sz="1800">
              <a:solidFill>
                <a:schemeClr val="dk1"/>
              </a:solidFill>
              <a:latin typeface="Orbitron Black"/>
              <a:ea typeface="Orbitron Black"/>
              <a:cs typeface="Orbitron Black"/>
              <a:sym typeface="Orbitron Black"/>
            </a:endParaRPr>
          </a:p>
        </p:txBody>
      </p:sp>
      <p:sp>
        <p:nvSpPr>
          <p:cNvPr id="1264" name="Google Shape;1264;p86"/>
          <p:cNvSpPr txBox="1"/>
          <p:nvPr/>
        </p:nvSpPr>
        <p:spPr>
          <a:xfrm>
            <a:off x="3419300" y="3706503"/>
            <a:ext cx="23055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265" name="Google Shape;1265;p86"/>
          <p:cNvSpPr txBox="1"/>
          <p:nvPr/>
        </p:nvSpPr>
        <p:spPr>
          <a:xfrm>
            <a:off x="3660800" y="4064428"/>
            <a:ext cx="18225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Saturn is a gas giant and has several rings</a:t>
            </a:r>
            <a:endParaRPr>
              <a:solidFill>
                <a:schemeClr val="dk1"/>
              </a:solidFill>
              <a:latin typeface="Darker Grotesque"/>
              <a:ea typeface="Darker Grotesque"/>
              <a:cs typeface="Darker Grotesque"/>
              <a:sym typeface="Darker Grotesque"/>
            </a:endParaRPr>
          </a:p>
        </p:txBody>
      </p:sp>
      <p:sp>
        <p:nvSpPr>
          <p:cNvPr id="1266" name="Google Shape;1266;p86"/>
          <p:cNvSpPr txBox="1"/>
          <p:nvPr/>
        </p:nvSpPr>
        <p:spPr>
          <a:xfrm>
            <a:off x="3419300" y="601353"/>
            <a:ext cx="23055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267" name="Google Shape;1267;p86"/>
          <p:cNvSpPr txBox="1"/>
          <p:nvPr/>
        </p:nvSpPr>
        <p:spPr>
          <a:xfrm>
            <a:off x="3660800" y="959278"/>
            <a:ext cx="18225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268" name="Google Shape;1268;p86"/>
          <p:cNvSpPr/>
          <p:nvPr/>
        </p:nvSpPr>
        <p:spPr>
          <a:xfrm>
            <a:off x="3660820" y="1617528"/>
            <a:ext cx="1822459" cy="2030467"/>
          </a:xfrm>
          <a:custGeom>
            <a:avLst/>
            <a:gdLst/>
            <a:ahLst/>
            <a:cxnLst/>
            <a:rect l="l" t="t" r="r" b="b"/>
            <a:pathLst>
              <a:path w="13217" h="14725" extrusionOk="0">
                <a:moveTo>
                  <a:pt x="6600" y="865"/>
                </a:moveTo>
                <a:cubicBezTo>
                  <a:pt x="7088" y="865"/>
                  <a:pt x="7465" y="1242"/>
                  <a:pt x="7465" y="1729"/>
                </a:cubicBezTo>
                <a:cubicBezTo>
                  <a:pt x="7465" y="2201"/>
                  <a:pt x="7088" y="2593"/>
                  <a:pt x="6600" y="2593"/>
                </a:cubicBezTo>
                <a:cubicBezTo>
                  <a:pt x="6129" y="2593"/>
                  <a:pt x="5737" y="2201"/>
                  <a:pt x="5737" y="1729"/>
                </a:cubicBezTo>
                <a:cubicBezTo>
                  <a:pt x="5737" y="1242"/>
                  <a:pt x="6129" y="865"/>
                  <a:pt x="6600" y="865"/>
                </a:cubicBezTo>
                <a:close/>
                <a:moveTo>
                  <a:pt x="1714" y="3678"/>
                </a:moveTo>
                <a:cubicBezTo>
                  <a:pt x="2200" y="3678"/>
                  <a:pt x="2577" y="4070"/>
                  <a:pt x="2577" y="4542"/>
                </a:cubicBezTo>
                <a:cubicBezTo>
                  <a:pt x="2577" y="5030"/>
                  <a:pt x="2200" y="5407"/>
                  <a:pt x="1714" y="5407"/>
                </a:cubicBezTo>
                <a:cubicBezTo>
                  <a:pt x="1242" y="5407"/>
                  <a:pt x="849" y="5030"/>
                  <a:pt x="849" y="4542"/>
                </a:cubicBezTo>
                <a:cubicBezTo>
                  <a:pt x="849" y="4070"/>
                  <a:pt x="1242" y="3678"/>
                  <a:pt x="1714" y="3678"/>
                </a:cubicBezTo>
                <a:close/>
                <a:moveTo>
                  <a:pt x="11488" y="3678"/>
                </a:moveTo>
                <a:cubicBezTo>
                  <a:pt x="11975" y="3678"/>
                  <a:pt x="12352" y="4070"/>
                  <a:pt x="12352" y="4542"/>
                </a:cubicBezTo>
                <a:cubicBezTo>
                  <a:pt x="12352" y="5030"/>
                  <a:pt x="11975" y="5407"/>
                  <a:pt x="11488" y="5407"/>
                </a:cubicBezTo>
                <a:cubicBezTo>
                  <a:pt x="11017" y="5407"/>
                  <a:pt x="10623" y="5030"/>
                  <a:pt x="10623" y="4542"/>
                </a:cubicBezTo>
                <a:cubicBezTo>
                  <a:pt x="10623" y="4070"/>
                  <a:pt x="11017" y="3678"/>
                  <a:pt x="11488" y="3678"/>
                </a:cubicBezTo>
                <a:close/>
                <a:moveTo>
                  <a:pt x="6177" y="5233"/>
                </a:moveTo>
                <a:lnTo>
                  <a:pt x="6177" y="9492"/>
                </a:lnTo>
                <a:cubicBezTo>
                  <a:pt x="5422" y="9304"/>
                  <a:pt x="4857" y="8612"/>
                  <a:pt x="4857" y="7795"/>
                </a:cubicBezTo>
                <a:lnTo>
                  <a:pt x="4857" y="6930"/>
                </a:lnTo>
                <a:cubicBezTo>
                  <a:pt x="4857" y="6113"/>
                  <a:pt x="5422" y="5422"/>
                  <a:pt x="6177" y="5233"/>
                </a:cubicBezTo>
                <a:close/>
                <a:moveTo>
                  <a:pt x="7040" y="5233"/>
                </a:moveTo>
                <a:cubicBezTo>
                  <a:pt x="7795" y="5422"/>
                  <a:pt x="8360" y="6113"/>
                  <a:pt x="8360" y="6930"/>
                </a:cubicBezTo>
                <a:lnTo>
                  <a:pt x="8360" y="7795"/>
                </a:lnTo>
                <a:cubicBezTo>
                  <a:pt x="8360" y="8612"/>
                  <a:pt x="7795" y="9304"/>
                  <a:pt x="7040" y="9492"/>
                </a:cubicBezTo>
                <a:lnTo>
                  <a:pt x="7040" y="5233"/>
                </a:lnTo>
                <a:close/>
                <a:moveTo>
                  <a:pt x="1729" y="9319"/>
                </a:moveTo>
                <a:cubicBezTo>
                  <a:pt x="2200" y="9319"/>
                  <a:pt x="2594" y="9712"/>
                  <a:pt x="2594" y="10184"/>
                </a:cubicBezTo>
                <a:cubicBezTo>
                  <a:pt x="2594" y="10655"/>
                  <a:pt x="2200" y="11048"/>
                  <a:pt x="1729" y="11048"/>
                </a:cubicBezTo>
                <a:cubicBezTo>
                  <a:pt x="1242" y="11048"/>
                  <a:pt x="865" y="10655"/>
                  <a:pt x="865" y="10184"/>
                </a:cubicBezTo>
                <a:cubicBezTo>
                  <a:pt x="865" y="9712"/>
                  <a:pt x="1242" y="9319"/>
                  <a:pt x="1729" y="9319"/>
                </a:cubicBezTo>
                <a:close/>
                <a:moveTo>
                  <a:pt x="11488" y="9319"/>
                </a:moveTo>
                <a:cubicBezTo>
                  <a:pt x="11960" y="9319"/>
                  <a:pt x="12352" y="9712"/>
                  <a:pt x="12352" y="10184"/>
                </a:cubicBezTo>
                <a:cubicBezTo>
                  <a:pt x="12352" y="10655"/>
                  <a:pt x="11960" y="11048"/>
                  <a:pt x="11488" y="11048"/>
                </a:cubicBezTo>
                <a:cubicBezTo>
                  <a:pt x="11017" y="11048"/>
                  <a:pt x="10623" y="10655"/>
                  <a:pt x="10623" y="10184"/>
                </a:cubicBezTo>
                <a:cubicBezTo>
                  <a:pt x="10623" y="9712"/>
                  <a:pt x="11017" y="9319"/>
                  <a:pt x="11488" y="9319"/>
                </a:cubicBezTo>
                <a:close/>
                <a:moveTo>
                  <a:pt x="6600" y="12148"/>
                </a:moveTo>
                <a:cubicBezTo>
                  <a:pt x="7088" y="12148"/>
                  <a:pt x="7465" y="12525"/>
                  <a:pt x="7465" y="12996"/>
                </a:cubicBezTo>
                <a:cubicBezTo>
                  <a:pt x="7465" y="13484"/>
                  <a:pt x="7088" y="13861"/>
                  <a:pt x="6600" y="13861"/>
                </a:cubicBezTo>
                <a:cubicBezTo>
                  <a:pt x="6129" y="13861"/>
                  <a:pt x="5737" y="13484"/>
                  <a:pt x="5737" y="12996"/>
                </a:cubicBezTo>
                <a:cubicBezTo>
                  <a:pt x="5737" y="12525"/>
                  <a:pt x="6129" y="12148"/>
                  <a:pt x="6600" y="12148"/>
                </a:cubicBezTo>
                <a:close/>
                <a:moveTo>
                  <a:pt x="6600" y="1"/>
                </a:moveTo>
                <a:cubicBezTo>
                  <a:pt x="5657" y="1"/>
                  <a:pt x="4872" y="770"/>
                  <a:pt x="4872" y="1729"/>
                </a:cubicBezTo>
                <a:cubicBezTo>
                  <a:pt x="4872" y="2530"/>
                  <a:pt x="5437" y="3207"/>
                  <a:pt x="6177" y="3395"/>
                </a:cubicBezTo>
                <a:lnTo>
                  <a:pt x="6177" y="4353"/>
                </a:lnTo>
                <a:cubicBezTo>
                  <a:pt x="5406" y="4479"/>
                  <a:pt x="4762" y="4935"/>
                  <a:pt x="4369" y="5579"/>
                </a:cubicBezTo>
                <a:lnTo>
                  <a:pt x="3379" y="5013"/>
                </a:lnTo>
                <a:cubicBezTo>
                  <a:pt x="3426" y="4856"/>
                  <a:pt x="3442" y="4699"/>
                  <a:pt x="3442" y="4542"/>
                </a:cubicBezTo>
                <a:cubicBezTo>
                  <a:pt x="3442" y="3599"/>
                  <a:pt x="2672" y="2813"/>
                  <a:pt x="1714" y="2813"/>
                </a:cubicBezTo>
                <a:cubicBezTo>
                  <a:pt x="771" y="2813"/>
                  <a:pt x="0" y="3599"/>
                  <a:pt x="0" y="4542"/>
                </a:cubicBezTo>
                <a:cubicBezTo>
                  <a:pt x="0" y="5501"/>
                  <a:pt x="771" y="6270"/>
                  <a:pt x="1714" y="6270"/>
                </a:cubicBezTo>
                <a:cubicBezTo>
                  <a:pt x="2200" y="6270"/>
                  <a:pt x="2640" y="6067"/>
                  <a:pt x="2955" y="5752"/>
                </a:cubicBezTo>
                <a:lnTo>
                  <a:pt x="4039" y="6381"/>
                </a:lnTo>
                <a:cubicBezTo>
                  <a:pt x="4008" y="6570"/>
                  <a:pt x="3992" y="6742"/>
                  <a:pt x="3992" y="6930"/>
                </a:cubicBezTo>
                <a:lnTo>
                  <a:pt x="3992" y="7795"/>
                </a:lnTo>
                <a:cubicBezTo>
                  <a:pt x="3992" y="7984"/>
                  <a:pt x="4008" y="8172"/>
                  <a:pt x="4039" y="8345"/>
                </a:cubicBezTo>
                <a:lnTo>
                  <a:pt x="2955" y="8973"/>
                </a:lnTo>
                <a:cubicBezTo>
                  <a:pt x="2640" y="8659"/>
                  <a:pt x="2200" y="8455"/>
                  <a:pt x="1729" y="8455"/>
                </a:cubicBezTo>
                <a:cubicBezTo>
                  <a:pt x="771" y="8455"/>
                  <a:pt x="0" y="9241"/>
                  <a:pt x="0" y="10184"/>
                </a:cubicBezTo>
                <a:cubicBezTo>
                  <a:pt x="0" y="11142"/>
                  <a:pt x="771" y="11912"/>
                  <a:pt x="1729" y="11912"/>
                </a:cubicBezTo>
                <a:cubicBezTo>
                  <a:pt x="2672" y="11912"/>
                  <a:pt x="3457" y="11142"/>
                  <a:pt x="3457" y="10184"/>
                </a:cubicBezTo>
                <a:cubicBezTo>
                  <a:pt x="3457" y="10027"/>
                  <a:pt x="3426" y="9870"/>
                  <a:pt x="3395" y="9728"/>
                </a:cubicBezTo>
                <a:lnTo>
                  <a:pt x="4369" y="9162"/>
                </a:lnTo>
                <a:cubicBezTo>
                  <a:pt x="4762" y="9790"/>
                  <a:pt x="5406" y="10247"/>
                  <a:pt x="6177" y="10372"/>
                </a:cubicBezTo>
                <a:lnTo>
                  <a:pt x="6177" y="11330"/>
                </a:lnTo>
                <a:cubicBezTo>
                  <a:pt x="5437" y="11519"/>
                  <a:pt x="4872" y="12195"/>
                  <a:pt x="4872" y="12996"/>
                </a:cubicBezTo>
                <a:cubicBezTo>
                  <a:pt x="4872" y="13955"/>
                  <a:pt x="5657" y="14725"/>
                  <a:pt x="6600" y="14725"/>
                </a:cubicBezTo>
                <a:cubicBezTo>
                  <a:pt x="7560" y="14725"/>
                  <a:pt x="8329" y="13955"/>
                  <a:pt x="8329" y="12996"/>
                </a:cubicBezTo>
                <a:cubicBezTo>
                  <a:pt x="8329" y="12195"/>
                  <a:pt x="7780" y="11519"/>
                  <a:pt x="7040" y="11330"/>
                </a:cubicBezTo>
                <a:lnTo>
                  <a:pt x="7040" y="10372"/>
                </a:lnTo>
                <a:cubicBezTo>
                  <a:pt x="7795" y="10247"/>
                  <a:pt x="8455" y="9790"/>
                  <a:pt x="8848" y="9162"/>
                </a:cubicBezTo>
                <a:lnTo>
                  <a:pt x="9822" y="9728"/>
                </a:lnTo>
                <a:cubicBezTo>
                  <a:pt x="9791" y="9870"/>
                  <a:pt x="9760" y="10027"/>
                  <a:pt x="9760" y="10184"/>
                </a:cubicBezTo>
                <a:cubicBezTo>
                  <a:pt x="9760" y="11142"/>
                  <a:pt x="10529" y="11912"/>
                  <a:pt x="11488" y="11912"/>
                </a:cubicBezTo>
                <a:cubicBezTo>
                  <a:pt x="12446" y="11912"/>
                  <a:pt x="13217" y="11142"/>
                  <a:pt x="13217" y="10184"/>
                </a:cubicBezTo>
                <a:cubicBezTo>
                  <a:pt x="13217" y="9241"/>
                  <a:pt x="12446" y="8455"/>
                  <a:pt x="11488" y="8455"/>
                </a:cubicBezTo>
                <a:cubicBezTo>
                  <a:pt x="11000" y="8455"/>
                  <a:pt x="10577" y="8659"/>
                  <a:pt x="10262" y="8973"/>
                </a:cubicBezTo>
                <a:lnTo>
                  <a:pt x="9162" y="8345"/>
                </a:lnTo>
                <a:cubicBezTo>
                  <a:pt x="9209" y="8172"/>
                  <a:pt x="9225" y="7984"/>
                  <a:pt x="9225" y="7795"/>
                </a:cubicBezTo>
                <a:lnTo>
                  <a:pt x="9225" y="6930"/>
                </a:lnTo>
                <a:cubicBezTo>
                  <a:pt x="9225" y="6742"/>
                  <a:pt x="9209" y="6570"/>
                  <a:pt x="9162" y="6381"/>
                </a:cubicBezTo>
                <a:lnTo>
                  <a:pt x="10262" y="5752"/>
                </a:lnTo>
                <a:cubicBezTo>
                  <a:pt x="10577" y="6067"/>
                  <a:pt x="11017" y="6270"/>
                  <a:pt x="11488" y="6270"/>
                </a:cubicBezTo>
                <a:cubicBezTo>
                  <a:pt x="12446" y="6270"/>
                  <a:pt x="13217" y="5501"/>
                  <a:pt x="13217" y="4542"/>
                </a:cubicBezTo>
                <a:cubicBezTo>
                  <a:pt x="13217" y="3599"/>
                  <a:pt x="12446" y="2813"/>
                  <a:pt x="11488" y="2813"/>
                </a:cubicBezTo>
                <a:cubicBezTo>
                  <a:pt x="10545" y="2813"/>
                  <a:pt x="9760" y="3599"/>
                  <a:pt x="9760" y="4542"/>
                </a:cubicBezTo>
                <a:cubicBezTo>
                  <a:pt x="9760" y="4699"/>
                  <a:pt x="9791" y="4856"/>
                  <a:pt x="9822" y="5013"/>
                </a:cubicBezTo>
                <a:lnTo>
                  <a:pt x="8848" y="5579"/>
                </a:lnTo>
                <a:cubicBezTo>
                  <a:pt x="8455" y="4935"/>
                  <a:pt x="7795" y="4479"/>
                  <a:pt x="7040" y="4353"/>
                </a:cubicBezTo>
                <a:lnTo>
                  <a:pt x="7040" y="3395"/>
                </a:lnTo>
                <a:cubicBezTo>
                  <a:pt x="7780" y="3207"/>
                  <a:pt x="8329" y="2530"/>
                  <a:pt x="8329" y="1729"/>
                </a:cubicBezTo>
                <a:cubicBezTo>
                  <a:pt x="8329" y="770"/>
                  <a:pt x="7560" y="1"/>
                  <a:pt x="6600"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6">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6">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6"/>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4"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272" name="Google Shape;1272;p86">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6">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74" name="Google Shape;1274;p86">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275" name="Google Shape;1275;p86">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76" name="Google Shape;1276;p86">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0">
  <p:cSld>
    <p:spTree>
      <p:nvGrpSpPr>
        <p:cNvPr id="1" name="Shape 1280"/>
        <p:cNvGrpSpPr/>
        <p:nvPr/>
      </p:nvGrpSpPr>
      <p:grpSpPr>
        <a:xfrm>
          <a:off x="0" y="0"/>
          <a:ext cx="0" cy="0"/>
          <a:chOff x="0" y="0"/>
          <a:chExt cx="0" cy="0"/>
        </a:xfrm>
      </p:grpSpPr>
      <p:grpSp>
        <p:nvGrpSpPr>
          <p:cNvPr id="1281" name="Google Shape;1281;p87"/>
          <p:cNvGrpSpPr/>
          <p:nvPr/>
        </p:nvGrpSpPr>
        <p:grpSpPr>
          <a:xfrm>
            <a:off x="3666934" y="1249100"/>
            <a:ext cx="1649171" cy="1587817"/>
            <a:chOff x="3666934" y="1249100"/>
            <a:chExt cx="1649171" cy="1587817"/>
          </a:xfrm>
        </p:grpSpPr>
        <p:pic>
          <p:nvPicPr>
            <p:cNvPr id="1282" name="Google Shape;1282;p87"/>
            <p:cNvPicPr preferRelativeResize="0"/>
            <p:nvPr/>
          </p:nvPicPr>
          <p:blipFill rotWithShape="1">
            <a:blip r:embed="rId3">
              <a:alphaModFix/>
            </a:blip>
            <a:srcRect l="7340" r="4538" b="19768"/>
            <a:stretch/>
          </p:blipFill>
          <p:spPr>
            <a:xfrm rot="5399988">
              <a:off x="4033087" y="1553902"/>
              <a:ext cx="1518433" cy="1047596"/>
            </a:xfrm>
            <a:prstGeom prst="rect">
              <a:avLst/>
            </a:prstGeom>
            <a:noFill/>
            <a:ln>
              <a:noFill/>
            </a:ln>
          </p:spPr>
        </p:pic>
        <p:pic>
          <p:nvPicPr>
            <p:cNvPr id="1283" name="Google Shape;1283;p87"/>
            <p:cNvPicPr preferRelativeResize="0"/>
            <p:nvPr/>
          </p:nvPicPr>
          <p:blipFill rotWithShape="1">
            <a:blip r:embed="rId3">
              <a:alphaModFix/>
            </a:blip>
            <a:srcRect l="7340" r="4538" b="19768"/>
            <a:stretch/>
          </p:blipFill>
          <p:spPr>
            <a:xfrm rot="-12">
              <a:off x="3666934" y="1249102"/>
              <a:ext cx="1518433" cy="1047596"/>
            </a:xfrm>
            <a:prstGeom prst="rect">
              <a:avLst/>
            </a:prstGeom>
            <a:noFill/>
            <a:ln>
              <a:noFill/>
            </a:ln>
          </p:spPr>
        </p:pic>
      </p:grpSp>
      <p:sp>
        <p:nvSpPr>
          <p:cNvPr id="1284" name="Google Shape;1284;p8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BENEFITS OF AI IN MARKETING</a:t>
            </a:r>
            <a:endParaRPr/>
          </a:p>
        </p:txBody>
      </p:sp>
      <p:sp>
        <p:nvSpPr>
          <p:cNvPr id="1285" name="Google Shape;1285;p87"/>
          <p:cNvSpPr txBox="1"/>
          <p:nvPr/>
        </p:nvSpPr>
        <p:spPr>
          <a:xfrm>
            <a:off x="6118450" y="2247750"/>
            <a:ext cx="1822500" cy="344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dk1"/>
                </a:solidFill>
                <a:latin typeface="Orbitron Black"/>
                <a:ea typeface="Orbitron Black"/>
                <a:cs typeface="Orbitron Black"/>
                <a:sym typeface="Orbitron Black"/>
              </a:rPr>
              <a:t>EFFICIENCY</a:t>
            </a:r>
            <a:endParaRPr sz="1800">
              <a:solidFill>
                <a:schemeClr val="dk1"/>
              </a:solidFill>
              <a:latin typeface="Orbitron Black"/>
              <a:ea typeface="Orbitron Black"/>
              <a:cs typeface="Orbitron Black"/>
              <a:sym typeface="Orbitron Black"/>
            </a:endParaRPr>
          </a:p>
        </p:txBody>
      </p:sp>
      <p:sp>
        <p:nvSpPr>
          <p:cNvPr id="1286" name="Google Shape;1286;p87"/>
          <p:cNvSpPr txBox="1"/>
          <p:nvPr/>
        </p:nvSpPr>
        <p:spPr>
          <a:xfrm>
            <a:off x="6118450" y="2605681"/>
            <a:ext cx="1822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287" name="Google Shape;1287;p87"/>
          <p:cNvSpPr txBox="1"/>
          <p:nvPr/>
        </p:nvSpPr>
        <p:spPr>
          <a:xfrm>
            <a:off x="1336250" y="2605681"/>
            <a:ext cx="16893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Darker Grotesque"/>
                <a:ea typeface="Darker Grotesque"/>
                <a:cs typeface="Darker Grotesque"/>
                <a:sym typeface="Darker Grotesque"/>
              </a:rPr>
              <a:t>It’s the closest planet to the Sun</a:t>
            </a:r>
            <a:endParaRPr>
              <a:solidFill>
                <a:schemeClr val="dk1"/>
              </a:solidFill>
              <a:latin typeface="Darker Grotesque"/>
              <a:ea typeface="Darker Grotesque"/>
              <a:cs typeface="Darker Grotesque"/>
              <a:sym typeface="Darker Grotesque"/>
            </a:endParaRPr>
          </a:p>
        </p:txBody>
      </p:sp>
      <p:sp>
        <p:nvSpPr>
          <p:cNvPr id="1288" name="Google Shape;1288;p87"/>
          <p:cNvSpPr txBox="1"/>
          <p:nvPr/>
        </p:nvSpPr>
        <p:spPr>
          <a:xfrm>
            <a:off x="1203000" y="2247750"/>
            <a:ext cx="1822500" cy="344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dk1"/>
                </a:solidFill>
                <a:latin typeface="Orbitron Black"/>
                <a:ea typeface="Orbitron Black"/>
                <a:cs typeface="Orbitron Black"/>
                <a:sym typeface="Orbitron Black"/>
              </a:rPr>
              <a:t>BENEFITS</a:t>
            </a:r>
            <a:endParaRPr sz="1800">
              <a:solidFill>
                <a:schemeClr val="dk1"/>
              </a:solidFill>
              <a:latin typeface="Orbitron Black"/>
              <a:ea typeface="Orbitron Black"/>
              <a:cs typeface="Orbitron Black"/>
              <a:sym typeface="Orbitron Black"/>
            </a:endParaRPr>
          </a:p>
        </p:txBody>
      </p:sp>
      <p:sp>
        <p:nvSpPr>
          <p:cNvPr id="1289" name="Google Shape;1289;p87"/>
          <p:cNvSpPr txBox="1"/>
          <p:nvPr/>
        </p:nvSpPr>
        <p:spPr>
          <a:xfrm>
            <a:off x="3673654" y="4075873"/>
            <a:ext cx="18225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It’s the star at the center of the Solar System</a:t>
            </a:r>
            <a:endParaRPr>
              <a:solidFill>
                <a:schemeClr val="dk1"/>
              </a:solidFill>
              <a:latin typeface="Darker Grotesque"/>
              <a:ea typeface="Darker Grotesque"/>
              <a:cs typeface="Darker Grotesque"/>
              <a:sym typeface="Darker Grotesque"/>
            </a:endParaRPr>
          </a:p>
        </p:txBody>
      </p:sp>
      <p:sp>
        <p:nvSpPr>
          <p:cNvPr id="1290" name="Google Shape;1290;p87"/>
          <p:cNvSpPr txBox="1"/>
          <p:nvPr/>
        </p:nvSpPr>
        <p:spPr>
          <a:xfrm>
            <a:off x="3673650" y="3717958"/>
            <a:ext cx="18225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INCREASE</a:t>
            </a:r>
            <a:endParaRPr sz="1800">
              <a:solidFill>
                <a:schemeClr val="dk1"/>
              </a:solidFill>
              <a:latin typeface="Orbitron Black"/>
              <a:ea typeface="Orbitron Black"/>
              <a:cs typeface="Orbitron Black"/>
              <a:sym typeface="Orbitron Black"/>
            </a:endParaRPr>
          </a:p>
        </p:txBody>
      </p:sp>
      <p:grpSp>
        <p:nvGrpSpPr>
          <p:cNvPr id="1291" name="Google Shape;1291;p87"/>
          <p:cNvGrpSpPr/>
          <p:nvPr/>
        </p:nvGrpSpPr>
        <p:grpSpPr>
          <a:xfrm>
            <a:off x="2895763" y="1350063"/>
            <a:ext cx="3352473" cy="2502375"/>
            <a:chOff x="2895763" y="1350063"/>
            <a:chExt cx="3352473" cy="2502375"/>
          </a:xfrm>
        </p:grpSpPr>
        <p:cxnSp>
          <p:nvCxnSpPr>
            <p:cNvPr id="1292" name="Google Shape;1292;p87"/>
            <p:cNvCxnSpPr/>
            <p:nvPr/>
          </p:nvCxnSpPr>
          <p:spPr>
            <a:xfrm rot="5400000" flipH="1">
              <a:off x="4897579" y="2225701"/>
              <a:ext cx="684600" cy="226500"/>
            </a:xfrm>
            <a:prstGeom prst="bentConnector3">
              <a:avLst>
                <a:gd name="adj1" fmla="val 0"/>
              </a:avLst>
            </a:prstGeom>
            <a:noFill/>
            <a:ln w="9525" cap="flat" cmpd="sng">
              <a:solidFill>
                <a:schemeClr val="accent1"/>
              </a:solidFill>
              <a:prstDash val="solid"/>
              <a:round/>
              <a:headEnd type="none" w="med" len="med"/>
              <a:tailEnd type="none" w="med" len="med"/>
            </a:ln>
          </p:spPr>
        </p:cxnSp>
        <p:cxnSp>
          <p:nvCxnSpPr>
            <p:cNvPr id="1293" name="Google Shape;1293;p87"/>
            <p:cNvCxnSpPr/>
            <p:nvPr/>
          </p:nvCxnSpPr>
          <p:spPr>
            <a:xfrm rot="-5400000">
              <a:off x="3562979" y="2227201"/>
              <a:ext cx="684600" cy="223500"/>
            </a:xfrm>
            <a:prstGeom prst="bentConnector3">
              <a:avLst>
                <a:gd name="adj1" fmla="val 778"/>
              </a:avLst>
            </a:prstGeom>
            <a:noFill/>
            <a:ln w="9525" cap="flat" cmpd="sng">
              <a:solidFill>
                <a:schemeClr val="accent1"/>
              </a:solidFill>
              <a:prstDash val="solid"/>
              <a:round/>
              <a:headEnd type="none" w="med" len="med"/>
              <a:tailEnd type="none" w="med" len="med"/>
            </a:ln>
          </p:spPr>
        </p:cxnSp>
        <p:cxnSp>
          <p:nvCxnSpPr>
            <p:cNvPr id="1294" name="Google Shape;1294;p87"/>
            <p:cNvCxnSpPr/>
            <p:nvPr/>
          </p:nvCxnSpPr>
          <p:spPr>
            <a:xfrm rot="10800000">
              <a:off x="4579550" y="2265512"/>
              <a:ext cx="0" cy="690300"/>
            </a:xfrm>
            <a:prstGeom prst="straightConnector1">
              <a:avLst/>
            </a:prstGeom>
            <a:noFill/>
            <a:ln w="9525" cap="flat" cmpd="sng">
              <a:solidFill>
                <a:schemeClr val="accent1"/>
              </a:solidFill>
              <a:prstDash val="solid"/>
              <a:round/>
              <a:headEnd type="none" w="med" len="med"/>
              <a:tailEnd type="none" w="med" len="med"/>
            </a:ln>
          </p:spPr>
        </p:cxnSp>
        <p:sp>
          <p:nvSpPr>
            <p:cNvPr id="1295" name="Google Shape;1295;p87"/>
            <p:cNvSpPr/>
            <p:nvPr/>
          </p:nvSpPr>
          <p:spPr>
            <a:xfrm rot="8100000" flipH="1">
              <a:off x="3049181" y="2303180"/>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7"/>
            <p:cNvSpPr/>
            <p:nvPr/>
          </p:nvSpPr>
          <p:spPr>
            <a:xfrm rot="2700000" flipH="1">
              <a:off x="4214510" y="2958255"/>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7"/>
            <p:cNvSpPr/>
            <p:nvPr/>
          </p:nvSpPr>
          <p:spPr>
            <a:xfrm rot="-8100000">
              <a:off x="5354054" y="2303180"/>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7"/>
            <p:cNvSpPr/>
            <p:nvPr/>
          </p:nvSpPr>
          <p:spPr>
            <a:xfrm rot="5400000">
              <a:off x="3930749" y="1350052"/>
              <a:ext cx="1282491" cy="1282515"/>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 name="Google Shape;1299;p87"/>
          <p:cNvSpPr/>
          <p:nvPr/>
        </p:nvSpPr>
        <p:spPr>
          <a:xfrm rot="5400000">
            <a:off x="5471264" y="2407384"/>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7"/>
          <p:cNvSpPr/>
          <p:nvPr/>
        </p:nvSpPr>
        <p:spPr>
          <a:xfrm rot="5400000">
            <a:off x="4314696" y="3046894"/>
            <a:ext cx="526648" cy="54672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7"/>
          <p:cNvSpPr/>
          <p:nvPr/>
        </p:nvSpPr>
        <p:spPr>
          <a:xfrm rot="5400000">
            <a:off x="3146164" y="2407384"/>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2" name="Google Shape;1302;p87"/>
          <p:cNvGrpSpPr/>
          <p:nvPr/>
        </p:nvGrpSpPr>
        <p:grpSpPr>
          <a:xfrm>
            <a:off x="4433484" y="3186902"/>
            <a:ext cx="279439" cy="279439"/>
            <a:chOff x="713226" y="1626057"/>
            <a:chExt cx="373332" cy="373332"/>
          </a:xfrm>
        </p:grpSpPr>
        <p:sp>
          <p:nvSpPr>
            <p:cNvPr id="1303" name="Google Shape;1303;p87"/>
            <p:cNvSpPr/>
            <p:nvPr/>
          </p:nvSpPr>
          <p:spPr>
            <a:xfrm>
              <a:off x="790015" y="1702388"/>
              <a:ext cx="220240" cy="220699"/>
            </a:xfrm>
            <a:custGeom>
              <a:avLst/>
              <a:gdLst/>
              <a:ahLst/>
              <a:cxnLst/>
              <a:rect l="l" t="t" r="r" b="b"/>
              <a:pathLst>
                <a:path w="8154" h="8171" extrusionOk="0">
                  <a:moveTo>
                    <a:pt x="7343" y="809"/>
                  </a:moveTo>
                  <a:lnTo>
                    <a:pt x="7343" y="7343"/>
                  </a:lnTo>
                  <a:lnTo>
                    <a:pt x="811" y="7343"/>
                  </a:lnTo>
                  <a:lnTo>
                    <a:pt x="811" y="809"/>
                  </a:lnTo>
                  <a:close/>
                  <a:moveTo>
                    <a:pt x="0" y="0"/>
                  </a:moveTo>
                  <a:lnTo>
                    <a:pt x="0" y="8171"/>
                  </a:lnTo>
                  <a:lnTo>
                    <a:pt x="8154" y="8171"/>
                  </a:lnTo>
                  <a:lnTo>
                    <a:pt x="815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7"/>
            <p:cNvSpPr/>
            <p:nvPr/>
          </p:nvSpPr>
          <p:spPr>
            <a:xfrm>
              <a:off x="713226" y="1626057"/>
              <a:ext cx="373332" cy="373332"/>
            </a:xfrm>
            <a:custGeom>
              <a:avLst/>
              <a:gdLst/>
              <a:ahLst/>
              <a:cxnLst/>
              <a:rect l="l" t="t" r="r" b="b"/>
              <a:pathLst>
                <a:path w="13822" h="13822" extrusionOk="0">
                  <a:moveTo>
                    <a:pt x="11806" y="2016"/>
                  </a:moveTo>
                  <a:lnTo>
                    <a:pt x="11806" y="11806"/>
                  </a:lnTo>
                  <a:lnTo>
                    <a:pt x="2034" y="11806"/>
                  </a:lnTo>
                  <a:lnTo>
                    <a:pt x="2034" y="2016"/>
                  </a:lnTo>
                  <a:close/>
                  <a:moveTo>
                    <a:pt x="2843" y="0"/>
                  </a:moveTo>
                  <a:lnTo>
                    <a:pt x="2843" y="1206"/>
                  </a:lnTo>
                  <a:lnTo>
                    <a:pt x="1224" y="1206"/>
                  </a:lnTo>
                  <a:lnTo>
                    <a:pt x="1224" y="2826"/>
                  </a:lnTo>
                  <a:lnTo>
                    <a:pt x="0" y="2826"/>
                  </a:lnTo>
                  <a:lnTo>
                    <a:pt x="0" y="3635"/>
                  </a:lnTo>
                  <a:lnTo>
                    <a:pt x="1224" y="3635"/>
                  </a:lnTo>
                  <a:lnTo>
                    <a:pt x="1224" y="4662"/>
                  </a:lnTo>
                  <a:lnTo>
                    <a:pt x="0" y="4662"/>
                  </a:lnTo>
                  <a:lnTo>
                    <a:pt x="0" y="5471"/>
                  </a:lnTo>
                  <a:lnTo>
                    <a:pt x="1224" y="5471"/>
                  </a:lnTo>
                  <a:lnTo>
                    <a:pt x="1224" y="6497"/>
                  </a:lnTo>
                  <a:lnTo>
                    <a:pt x="0" y="6497"/>
                  </a:lnTo>
                  <a:lnTo>
                    <a:pt x="0" y="7307"/>
                  </a:lnTo>
                  <a:lnTo>
                    <a:pt x="1224" y="7307"/>
                  </a:lnTo>
                  <a:lnTo>
                    <a:pt x="1224" y="8333"/>
                  </a:lnTo>
                  <a:lnTo>
                    <a:pt x="0" y="8333"/>
                  </a:lnTo>
                  <a:lnTo>
                    <a:pt x="0" y="9142"/>
                  </a:lnTo>
                  <a:lnTo>
                    <a:pt x="1224" y="9142"/>
                  </a:lnTo>
                  <a:lnTo>
                    <a:pt x="1224" y="10169"/>
                  </a:lnTo>
                  <a:lnTo>
                    <a:pt x="0" y="10169"/>
                  </a:lnTo>
                  <a:lnTo>
                    <a:pt x="0" y="10997"/>
                  </a:lnTo>
                  <a:lnTo>
                    <a:pt x="1224" y="10997"/>
                  </a:lnTo>
                  <a:lnTo>
                    <a:pt x="1224" y="12616"/>
                  </a:lnTo>
                  <a:lnTo>
                    <a:pt x="2843" y="12616"/>
                  </a:lnTo>
                  <a:lnTo>
                    <a:pt x="2843" y="13821"/>
                  </a:lnTo>
                  <a:lnTo>
                    <a:pt x="3654" y="13821"/>
                  </a:lnTo>
                  <a:lnTo>
                    <a:pt x="3654" y="12616"/>
                  </a:lnTo>
                  <a:lnTo>
                    <a:pt x="4679" y="12616"/>
                  </a:lnTo>
                  <a:lnTo>
                    <a:pt x="4679" y="13821"/>
                  </a:lnTo>
                  <a:lnTo>
                    <a:pt x="5490" y="13821"/>
                  </a:lnTo>
                  <a:lnTo>
                    <a:pt x="5490" y="12616"/>
                  </a:lnTo>
                  <a:lnTo>
                    <a:pt x="6515" y="12616"/>
                  </a:lnTo>
                  <a:lnTo>
                    <a:pt x="6515" y="13821"/>
                  </a:lnTo>
                  <a:lnTo>
                    <a:pt x="7325" y="13821"/>
                  </a:lnTo>
                  <a:lnTo>
                    <a:pt x="7325" y="12616"/>
                  </a:lnTo>
                  <a:lnTo>
                    <a:pt x="8350" y="12616"/>
                  </a:lnTo>
                  <a:lnTo>
                    <a:pt x="8350" y="13821"/>
                  </a:lnTo>
                  <a:lnTo>
                    <a:pt x="9161" y="13821"/>
                  </a:lnTo>
                  <a:lnTo>
                    <a:pt x="9161" y="12616"/>
                  </a:lnTo>
                  <a:lnTo>
                    <a:pt x="10186" y="12616"/>
                  </a:lnTo>
                  <a:lnTo>
                    <a:pt x="10186" y="13821"/>
                  </a:lnTo>
                  <a:lnTo>
                    <a:pt x="10997" y="13821"/>
                  </a:lnTo>
                  <a:lnTo>
                    <a:pt x="10997" y="12616"/>
                  </a:lnTo>
                  <a:lnTo>
                    <a:pt x="12616" y="12616"/>
                  </a:lnTo>
                  <a:lnTo>
                    <a:pt x="12616" y="10997"/>
                  </a:lnTo>
                  <a:lnTo>
                    <a:pt x="13821" y="10997"/>
                  </a:lnTo>
                  <a:lnTo>
                    <a:pt x="13821" y="10169"/>
                  </a:lnTo>
                  <a:lnTo>
                    <a:pt x="12616" y="10169"/>
                  </a:lnTo>
                  <a:lnTo>
                    <a:pt x="12616" y="9142"/>
                  </a:lnTo>
                  <a:lnTo>
                    <a:pt x="13821" y="9142"/>
                  </a:lnTo>
                  <a:lnTo>
                    <a:pt x="13821" y="8333"/>
                  </a:lnTo>
                  <a:lnTo>
                    <a:pt x="12616" y="8333"/>
                  </a:lnTo>
                  <a:lnTo>
                    <a:pt x="12616" y="7307"/>
                  </a:lnTo>
                  <a:lnTo>
                    <a:pt x="13821" y="7307"/>
                  </a:lnTo>
                  <a:lnTo>
                    <a:pt x="13821" y="6497"/>
                  </a:lnTo>
                  <a:lnTo>
                    <a:pt x="12616" y="6497"/>
                  </a:lnTo>
                  <a:lnTo>
                    <a:pt x="12616" y="5471"/>
                  </a:lnTo>
                  <a:lnTo>
                    <a:pt x="13821" y="5471"/>
                  </a:lnTo>
                  <a:lnTo>
                    <a:pt x="13821" y="4662"/>
                  </a:lnTo>
                  <a:lnTo>
                    <a:pt x="12616" y="4662"/>
                  </a:lnTo>
                  <a:lnTo>
                    <a:pt x="12616" y="3635"/>
                  </a:lnTo>
                  <a:lnTo>
                    <a:pt x="13821" y="3635"/>
                  </a:lnTo>
                  <a:lnTo>
                    <a:pt x="13821" y="2826"/>
                  </a:lnTo>
                  <a:lnTo>
                    <a:pt x="12616" y="2826"/>
                  </a:lnTo>
                  <a:lnTo>
                    <a:pt x="12616" y="1206"/>
                  </a:lnTo>
                  <a:lnTo>
                    <a:pt x="10997" y="1206"/>
                  </a:lnTo>
                  <a:lnTo>
                    <a:pt x="10997" y="0"/>
                  </a:lnTo>
                  <a:lnTo>
                    <a:pt x="10186" y="0"/>
                  </a:lnTo>
                  <a:lnTo>
                    <a:pt x="10186" y="1206"/>
                  </a:lnTo>
                  <a:lnTo>
                    <a:pt x="9161" y="1206"/>
                  </a:lnTo>
                  <a:lnTo>
                    <a:pt x="9161" y="0"/>
                  </a:lnTo>
                  <a:lnTo>
                    <a:pt x="8350" y="0"/>
                  </a:lnTo>
                  <a:lnTo>
                    <a:pt x="8350" y="1206"/>
                  </a:lnTo>
                  <a:lnTo>
                    <a:pt x="7325" y="1206"/>
                  </a:lnTo>
                  <a:lnTo>
                    <a:pt x="7325" y="0"/>
                  </a:lnTo>
                  <a:lnTo>
                    <a:pt x="6515" y="0"/>
                  </a:lnTo>
                  <a:lnTo>
                    <a:pt x="6515" y="1206"/>
                  </a:lnTo>
                  <a:lnTo>
                    <a:pt x="5490" y="1206"/>
                  </a:lnTo>
                  <a:lnTo>
                    <a:pt x="5490" y="0"/>
                  </a:lnTo>
                  <a:lnTo>
                    <a:pt x="4679" y="0"/>
                  </a:lnTo>
                  <a:lnTo>
                    <a:pt x="4679" y="1206"/>
                  </a:lnTo>
                  <a:lnTo>
                    <a:pt x="3654" y="1206"/>
                  </a:lnTo>
                  <a:lnTo>
                    <a:pt x="365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7"/>
            <p:cNvSpPr/>
            <p:nvPr/>
          </p:nvSpPr>
          <p:spPr>
            <a:xfrm>
              <a:off x="833771" y="1751951"/>
              <a:ext cx="132727" cy="125921"/>
            </a:xfrm>
            <a:custGeom>
              <a:avLst/>
              <a:gdLst/>
              <a:ahLst/>
              <a:cxnLst/>
              <a:rect l="l" t="t" r="r" b="b"/>
              <a:pathLst>
                <a:path w="4914" h="4662" extrusionOk="0">
                  <a:moveTo>
                    <a:pt x="3339" y="810"/>
                  </a:moveTo>
                  <a:cubicBezTo>
                    <a:pt x="3532" y="810"/>
                    <a:pt x="3726" y="882"/>
                    <a:pt x="3870" y="1026"/>
                  </a:cubicBezTo>
                  <a:cubicBezTo>
                    <a:pt x="4014" y="1170"/>
                    <a:pt x="4103" y="1369"/>
                    <a:pt x="4103" y="1566"/>
                  </a:cubicBezTo>
                  <a:cubicBezTo>
                    <a:pt x="4103" y="1764"/>
                    <a:pt x="4014" y="1962"/>
                    <a:pt x="3870" y="2106"/>
                  </a:cubicBezTo>
                  <a:lnTo>
                    <a:pt x="2448" y="3528"/>
                  </a:lnTo>
                  <a:lnTo>
                    <a:pt x="1027" y="2106"/>
                  </a:lnTo>
                  <a:cubicBezTo>
                    <a:pt x="883" y="1962"/>
                    <a:pt x="811" y="1764"/>
                    <a:pt x="811" y="1566"/>
                  </a:cubicBezTo>
                  <a:cubicBezTo>
                    <a:pt x="811" y="1369"/>
                    <a:pt x="883" y="1170"/>
                    <a:pt x="1027" y="1026"/>
                  </a:cubicBezTo>
                  <a:cubicBezTo>
                    <a:pt x="1171" y="882"/>
                    <a:pt x="1368" y="810"/>
                    <a:pt x="1567" y="810"/>
                  </a:cubicBezTo>
                  <a:cubicBezTo>
                    <a:pt x="1764" y="810"/>
                    <a:pt x="1944" y="882"/>
                    <a:pt x="2106" y="1026"/>
                  </a:cubicBezTo>
                  <a:lnTo>
                    <a:pt x="2448" y="1386"/>
                  </a:lnTo>
                  <a:lnTo>
                    <a:pt x="2808" y="1026"/>
                  </a:lnTo>
                  <a:cubicBezTo>
                    <a:pt x="2952" y="882"/>
                    <a:pt x="3145" y="810"/>
                    <a:pt x="3339" y="810"/>
                  </a:cubicBezTo>
                  <a:close/>
                  <a:moveTo>
                    <a:pt x="1567" y="1"/>
                  </a:moveTo>
                  <a:cubicBezTo>
                    <a:pt x="1152" y="1"/>
                    <a:pt x="756" y="162"/>
                    <a:pt x="451" y="450"/>
                  </a:cubicBezTo>
                  <a:cubicBezTo>
                    <a:pt x="163" y="757"/>
                    <a:pt x="0" y="1153"/>
                    <a:pt x="0" y="1566"/>
                  </a:cubicBezTo>
                  <a:cubicBezTo>
                    <a:pt x="0" y="1980"/>
                    <a:pt x="163" y="2376"/>
                    <a:pt x="451" y="2682"/>
                  </a:cubicBezTo>
                  <a:lnTo>
                    <a:pt x="2448" y="4661"/>
                  </a:lnTo>
                  <a:lnTo>
                    <a:pt x="4446" y="2682"/>
                  </a:lnTo>
                  <a:cubicBezTo>
                    <a:pt x="4751" y="2376"/>
                    <a:pt x="4914" y="1980"/>
                    <a:pt x="4914" y="1566"/>
                  </a:cubicBezTo>
                  <a:cubicBezTo>
                    <a:pt x="4914" y="1153"/>
                    <a:pt x="4751" y="757"/>
                    <a:pt x="4446" y="450"/>
                  </a:cubicBezTo>
                  <a:cubicBezTo>
                    <a:pt x="4158" y="162"/>
                    <a:pt x="3762" y="1"/>
                    <a:pt x="3330" y="1"/>
                  </a:cubicBezTo>
                  <a:cubicBezTo>
                    <a:pt x="3024" y="1"/>
                    <a:pt x="2718" y="90"/>
                    <a:pt x="2448" y="270"/>
                  </a:cubicBezTo>
                  <a:cubicBezTo>
                    <a:pt x="2196" y="90"/>
                    <a:pt x="1890" y="1"/>
                    <a:pt x="156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 name="Google Shape;1306;p87"/>
          <p:cNvSpPr/>
          <p:nvPr/>
        </p:nvSpPr>
        <p:spPr>
          <a:xfrm>
            <a:off x="3269812" y="2528997"/>
            <a:ext cx="279439" cy="279419"/>
          </a:xfrm>
          <a:custGeom>
            <a:avLst/>
            <a:gdLst/>
            <a:ahLst/>
            <a:cxnLst/>
            <a:rect l="l" t="t" r="r" b="b"/>
            <a:pathLst>
              <a:path w="14147" h="14146" extrusionOk="0">
                <a:moveTo>
                  <a:pt x="5796" y="828"/>
                </a:moveTo>
                <a:cubicBezTo>
                  <a:pt x="6516" y="828"/>
                  <a:pt x="7182" y="1224"/>
                  <a:pt x="7542" y="1872"/>
                </a:cubicBezTo>
                <a:lnTo>
                  <a:pt x="7686" y="2124"/>
                </a:lnTo>
                <a:lnTo>
                  <a:pt x="7974" y="2088"/>
                </a:lnTo>
                <a:cubicBezTo>
                  <a:pt x="8099" y="2052"/>
                  <a:pt x="8207" y="2052"/>
                  <a:pt x="8334" y="2052"/>
                </a:cubicBezTo>
                <a:cubicBezTo>
                  <a:pt x="9107" y="2052"/>
                  <a:pt x="9810" y="2466"/>
                  <a:pt x="10170" y="3150"/>
                </a:cubicBezTo>
                <a:lnTo>
                  <a:pt x="10278" y="3383"/>
                </a:lnTo>
                <a:lnTo>
                  <a:pt x="11105" y="3383"/>
                </a:lnTo>
                <a:cubicBezTo>
                  <a:pt x="11861" y="3383"/>
                  <a:pt x="12490" y="4014"/>
                  <a:pt x="12490" y="4770"/>
                </a:cubicBezTo>
                <a:cubicBezTo>
                  <a:pt x="12490" y="5543"/>
                  <a:pt x="11861" y="6173"/>
                  <a:pt x="11105" y="6173"/>
                </a:cubicBezTo>
                <a:lnTo>
                  <a:pt x="3384" y="6173"/>
                </a:lnTo>
                <a:cubicBezTo>
                  <a:pt x="2431" y="6173"/>
                  <a:pt x="1657" y="5399"/>
                  <a:pt x="1657" y="4446"/>
                </a:cubicBezTo>
                <a:cubicBezTo>
                  <a:pt x="1657" y="3491"/>
                  <a:pt x="2431" y="2718"/>
                  <a:pt x="3384" y="2718"/>
                </a:cubicBezTo>
                <a:lnTo>
                  <a:pt x="3780" y="2718"/>
                </a:lnTo>
                <a:lnTo>
                  <a:pt x="3852" y="2394"/>
                </a:lnTo>
                <a:cubicBezTo>
                  <a:pt x="4032" y="1494"/>
                  <a:pt x="4860" y="828"/>
                  <a:pt x="5796" y="828"/>
                </a:cubicBezTo>
                <a:close/>
                <a:moveTo>
                  <a:pt x="2484" y="9178"/>
                </a:moveTo>
                <a:lnTo>
                  <a:pt x="2484" y="10006"/>
                </a:lnTo>
                <a:lnTo>
                  <a:pt x="1657" y="10006"/>
                </a:lnTo>
                <a:lnTo>
                  <a:pt x="1657" y="9178"/>
                </a:lnTo>
                <a:close/>
                <a:moveTo>
                  <a:pt x="12490" y="9178"/>
                </a:moveTo>
                <a:lnTo>
                  <a:pt x="12490" y="10006"/>
                </a:lnTo>
                <a:lnTo>
                  <a:pt x="11663" y="10006"/>
                </a:lnTo>
                <a:lnTo>
                  <a:pt x="11663" y="9178"/>
                </a:lnTo>
                <a:close/>
                <a:moveTo>
                  <a:pt x="1657" y="12490"/>
                </a:moveTo>
                <a:lnTo>
                  <a:pt x="1657" y="13317"/>
                </a:lnTo>
                <a:lnTo>
                  <a:pt x="829" y="13317"/>
                </a:lnTo>
                <a:lnTo>
                  <a:pt x="829" y="12490"/>
                </a:lnTo>
                <a:close/>
                <a:moveTo>
                  <a:pt x="13318" y="12490"/>
                </a:moveTo>
                <a:lnTo>
                  <a:pt x="13318" y="13317"/>
                </a:lnTo>
                <a:lnTo>
                  <a:pt x="12490" y="13317"/>
                </a:lnTo>
                <a:lnTo>
                  <a:pt x="12490" y="12490"/>
                </a:lnTo>
                <a:close/>
                <a:moveTo>
                  <a:pt x="5796" y="0"/>
                </a:moveTo>
                <a:cubicBezTo>
                  <a:pt x="5148" y="0"/>
                  <a:pt x="4500" y="216"/>
                  <a:pt x="4015" y="631"/>
                </a:cubicBezTo>
                <a:cubicBezTo>
                  <a:pt x="3600" y="972"/>
                  <a:pt x="3295" y="1422"/>
                  <a:pt x="3115" y="1908"/>
                </a:cubicBezTo>
                <a:cubicBezTo>
                  <a:pt x="1837" y="2034"/>
                  <a:pt x="829" y="3131"/>
                  <a:pt x="829" y="4446"/>
                </a:cubicBezTo>
                <a:cubicBezTo>
                  <a:pt x="829" y="5867"/>
                  <a:pt x="1981" y="7001"/>
                  <a:pt x="3384" y="7001"/>
                </a:cubicBezTo>
                <a:lnTo>
                  <a:pt x="4176" y="7001"/>
                </a:lnTo>
                <a:lnTo>
                  <a:pt x="4176" y="9178"/>
                </a:lnTo>
                <a:lnTo>
                  <a:pt x="3331" y="9178"/>
                </a:lnTo>
                <a:lnTo>
                  <a:pt x="3331" y="8333"/>
                </a:lnTo>
                <a:lnTo>
                  <a:pt x="829" y="8333"/>
                </a:lnTo>
                <a:lnTo>
                  <a:pt x="829" y="10834"/>
                </a:lnTo>
                <a:lnTo>
                  <a:pt x="3331" y="10834"/>
                </a:lnTo>
                <a:lnTo>
                  <a:pt x="3331" y="10006"/>
                </a:lnTo>
                <a:lnTo>
                  <a:pt x="5004" y="10006"/>
                </a:lnTo>
                <a:lnTo>
                  <a:pt x="5004" y="7001"/>
                </a:lnTo>
                <a:lnTo>
                  <a:pt x="5832" y="7001"/>
                </a:lnTo>
                <a:lnTo>
                  <a:pt x="5832" y="12490"/>
                </a:lnTo>
                <a:lnTo>
                  <a:pt x="2484" y="12490"/>
                </a:lnTo>
                <a:lnTo>
                  <a:pt x="2484" y="11662"/>
                </a:lnTo>
                <a:lnTo>
                  <a:pt x="1" y="11662"/>
                </a:lnTo>
                <a:lnTo>
                  <a:pt x="1" y="14145"/>
                </a:lnTo>
                <a:lnTo>
                  <a:pt x="2484" y="14145"/>
                </a:lnTo>
                <a:lnTo>
                  <a:pt x="2484" y="13317"/>
                </a:lnTo>
                <a:lnTo>
                  <a:pt x="6660" y="13317"/>
                </a:lnTo>
                <a:lnTo>
                  <a:pt x="6660" y="7001"/>
                </a:lnTo>
                <a:lnTo>
                  <a:pt x="7487" y="7001"/>
                </a:lnTo>
                <a:lnTo>
                  <a:pt x="7487" y="13317"/>
                </a:lnTo>
                <a:lnTo>
                  <a:pt x="11663" y="13317"/>
                </a:lnTo>
                <a:lnTo>
                  <a:pt x="11663" y="14145"/>
                </a:lnTo>
                <a:lnTo>
                  <a:pt x="14146" y="14145"/>
                </a:lnTo>
                <a:lnTo>
                  <a:pt x="14146" y="11662"/>
                </a:lnTo>
                <a:lnTo>
                  <a:pt x="11663" y="11662"/>
                </a:lnTo>
                <a:lnTo>
                  <a:pt x="11663" y="12490"/>
                </a:lnTo>
                <a:lnTo>
                  <a:pt x="8315" y="12490"/>
                </a:lnTo>
                <a:lnTo>
                  <a:pt x="8315" y="7001"/>
                </a:lnTo>
                <a:lnTo>
                  <a:pt x="9162" y="7001"/>
                </a:lnTo>
                <a:lnTo>
                  <a:pt x="9162" y="10006"/>
                </a:lnTo>
                <a:lnTo>
                  <a:pt x="10835" y="10006"/>
                </a:lnTo>
                <a:lnTo>
                  <a:pt x="10835" y="10834"/>
                </a:lnTo>
                <a:lnTo>
                  <a:pt x="13318" y="10834"/>
                </a:lnTo>
                <a:lnTo>
                  <a:pt x="13318" y="8333"/>
                </a:lnTo>
                <a:lnTo>
                  <a:pt x="10835" y="8333"/>
                </a:lnTo>
                <a:lnTo>
                  <a:pt x="10835" y="9178"/>
                </a:lnTo>
                <a:lnTo>
                  <a:pt x="9990" y="9178"/>
                </a:lnTo>
                <a:lnTo>
                  <a:pt x="9990" y="7001"/>
                </a:lnTo>
                <a:lnTo>
                  <a:pt x="11105" y="7001"/>
                </a:lnTo>
                <a:cubicBezTo>
                  <a:pt x="12329" y="7001"/>
                  <a:pt x="13318" y="6011"/>
                  <a:pt x="13318" y="4770"/>
                </a:cubicBezTo>
                <a:cubicBezTo>
                  <a:pt x="13318" y="3546"/>
                  <a:pt x="12329" y="2555"/>
                  <a:pt x="11105" y="2555"/>
                </a:cubicBezTo>
                <a:lnTo>
                  <a:pt x="10763" y="2555"/>
                </a:lnTo>
                <a:cubicBezTo>
                  <a:pt x="10242" y="1728"/>
                  <a:pt x="9323" y="1224"/>
                  <a:pt x="8334" y="1224"/>
                </a:cubicBezTo>
                <a:lnTo>
                  <a:pt x="8118" y="1224"/>
                </a:lnTo>
                <a:cubicBezTo>
                  <a:pt x="7595" y="468"/>
                  <a:pt x="6732" y="0"/>
                  <a:pt x="579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7" name="Google Shape;1307;p87"/>
          <p:cNvGrpSpPr/>
          <p:nvPr/>
        </p:nvGrpSpPr>
        <p:grpSpPr>
          <a:xfrm>
            <a:off x="5596050" y="2531216"/>
            <a:ext cx="279446" cy="279103"/>
            <a:chOff x="2380985" y="2796077"/>
            <a:chExt cx="373791" cy="373332"/>
          </a:xfrm>
        </p:grpSpPr>
        <p:sp>
          <p:nvSpPr>
            <p:cNvPr id="1308" name="Google Shape;1308;p87"/>
            <p:cNvSpPr/>
            <p:nvPr/>
          </p:nvSpPr>
          <p:spPr>
            <a:xfrm>
              <a:off x="2468957" y="2883562"/>
              <a:ext cx="197875" cy="198334"/>
            </a:xfrm>
            <a:custGeom>
              <a:avLst/>
              <a:gdLst/>
              <a:ahLst/>
              <a:cxnLst/>
              <a:rect l="l" t="t" r="r" b="b"/>
              <a:pathLst>
                <a:path w="7326" h="7343" extrusionOk="0">
                  <a:moveTo>
                    <a:pt x="3671" y="810"/>
                  </a:moveTo>
                  <a:cubicBezTo>
                    <a:pt x="5238" y="810"/>
                    <a:pt x="6515" y="2088"/>
                    <a:pt x="6515" y="3672"/>
                  </a:cubicBezTo>
                  <a:cubicBezTo>
                    <a:pt x="6515" y="5255"/>
                    <a:pt x="5238" y="6532"/>
                    <a:pt x="3671" y="6532"/>
                  </a:cubicBezTo>
                  <a:cubicBezTo>
                    <a:pt x="2088" y="6532"/>
                    <a:pt x="811" y="5255"/>
                    <a:pt x="811" y="3672"/>
                  </a:cubicBezTo>
                  <a:cubicBezTo>
                    <a:pt x="811" y="2088"/>
                    <a:pt x="2088" y="810"/>
                    <a:pt x="3671" y="810"/>
                  </a:cubicBezTo>
                  <a:close/>
                  <a:moveTo>
                    <a:pt x="3671" y="0"/>
                  </a:moveTo>
                  <a:cubicBezTo>
                    <a:pt x="1638" y="0"/>
                    <a:pt x="0" y="1656"/>
                    <a:pt x="0" y="3672"/>
                  </a:cubicBezTo>
                  <a:cubicBezTo>
                    <a:pt x="0" y="5687"/>
                    <a:pt x="1638" y="7343"/>
                    <a:pt x="3671" y="7343"/>
                  </a:cubicBezTo>
                  <a:cubicBezTo>
                    <a:pt x="5687" y="7343"/>
                    <a:pt x="7325" y="5687"/>
                    <a:pt x="7325" y="3672"/>
                  </a:cubicBezTo>
                  <a:cubicBezTo>
                    <a:pt x="7325" y="1656"/>
                    <a:pt x="5687" y="0"/>
                    <a:pt x="367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7"/>
            <p:cNvSpPr/>
            <p:nvPr/>
          </p:nvSpPr>
          <p:spPr>
            <a:xfrm>
              <a:off x="2512686" y="2927318"/>
              <a:ext cx="110390" cy="110849"/>
            </a:xfrm>
            <a:custGeom>
              <a:avLst/>
              <a:gdLst/>
              <a:ahLst/>
              <a:cxnLst/>
              <a:rect l="l" t="t" r="r" b="b"/>
              <a:pathLst>
                <a:path w="4087" h="4104" extrusionOk="0">
                  <a:moveTo>
                    <a:pt x="2052" y="809"/>
                  </a:moveTo>
                  <a:cubicBezTo>
                    <a:pt x="2736" y="809"/>
                    <a:pt x="3276" y="1368"/>
                    <a:pt x="3276" y="2052"/>
                  </a:cubicBezTo>
                  <a:cubicBezTo>
                    <a:pt x="3276" y="2736"/>
                    <a:pt x="2736" y="3293"/>
                    <a:pt x="2052" y="3293"/>
                  </a:cubicBezTo>
                  <a:cubicBezTo>
                    <a:pt x="1368" y="3293"/>
                    <a:pt x="811" y="2736"/>
                    <a:pt x="811" y="2052"/>
                  </a:cubicBezTo>
                  <a:cubicBezTo>
                    <a:pt x="811" y="1368"/>
                    <a:pt x="1368" y="809"/>
                    <a:pt x="2052" y="809"/>
                  </a:cubicBezTo>
                  <a:close/>
                  <a:moveTo>
                    <a:pt x="2052" y="0"/>
                  </a:moveTo>
                  <a:cubicBezTo>
                    <a:pt x="919" y="0"/>
                    <a:pt x="1" y="917"/>
                    <a:pt x="1" y="2052"/>
                  </a:cubicBezTo>
                  <a:cubicBezTo>
                    <a:pt x="1" y="3185"/>
                    <a:pt x="919" y="4103"/>
                    <a:pt x="2052" y="4103"/>
                  </a:cubicBezTo>
                  <a:cubicBezTo>
                    <a:pt x="3168" y="4103"/>
                    <a:pt x="4087" y="3185"/>
                    <a:pt x="4087" y="2052"/>
                  </a:cubicBezTo>
                  <a:cubicBezTo>
                    <a:pt x="4087" y="917"/>
                    <a:pt x="3168" y="0"/>
                    <a:pt x="2052"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7"/>
            <p:cNvSpPr/>
            <p:nvPr/>
          </p:nvSpPr>
          <p:spPr>
            <a:xfrm>
              <a:off x="2380985" y="2796077"/>
              <a:ext cx="373791" cy="373332"/>
            </a:xfrm>
            <a:custGeom>
              <a:avLst/>
              <a:gdLst/>
              <a:ahLst/>
              <a:cxnLst/>
              <a:rect l="l" t="t" r="r" b="b"/>
              <a:pathLst>
                <a:path w="13839" h="13822" extrusionOk="0">
                  <a:moveTo>
                    <a:pt x="7739" y="809"/>
                  </a:moveTo>
                  <a:lnTo>
                    <a:pt x="7739" y="1440"/>
                  </a:lnTo>
                  <a:cubicBezTo>
                    <a:pt x="7739" y="2016"/>
                    <a:pt x="8080" y="2537"/>
                    <a:pt x="8620" y="2772"/>
                  </a:cubicBezTo>
                  <a:lnTo>
                    <a:pt x="8639" y="2772"/>
                  </a:lnTo>
                  <a:cubicBezTo>
                    <a:pt x="8820" y="2850"/>
                    <a:pt x="9012" y="2888"/>
                    <a:pt x="9202" y="2888"/>
                  </a:cubicBezTo>
                  <a:cubicBezTo>
                    <a:pt x="9577" y="2888"/>
                    <a:pt x="9947" y="2740"/>
                    <a:pt x="10222" y="2465"/>
                  </a:cubicBezTo>
                  <a:lnTo>
                    <a:pt x="10654" y="2016"/>
                  </a:lnTo>
                  <a:lnTo>
                    <a:pt x="11806" y="3167"/>
                  </a:lnTo>
                  <a:lnTo>
                    <a:pt x="11374" y="3617"/>
                  </a:lnTo>
                  <a:cubicBezTo>
                    <a:pt x="10960" y="4031"/>
                    <a:pt x="10834" y="4643"/>
                    <a:pt x="11068" y="5200"/>
                  </a:cubicBezTo>
                  <a:cubicBezTo>
                    <a:pt x="11283" y="5740"/>
                    <a:pt x="11806" y="6100"/>
                    <a:pt x="12399" y="6100"/>
                  </a:cubicBezTo>
                  <a:lnTo>
                    <a:pt x="13030" y="6100"/>
                  </a:lnTo>
                  <a:lnTo>
                    <a:pt x="13030" y="7720"/>
                  </a:lnTo>
                  <a:lnTo>
                    <a:pt x="12399" y="7720"/>
                  </a:lnTo>
                  <a:cubicBezTo>
                    <a:pt x="11806" y="7720"/>
                    <a:pt x="11283" y="8080"/>
                    <a:pt x="11068" y="8620"/>
                  </a:cubicBezTo>
                  <a:lnTo>
                    <a:pt x="11068" y="8638"/>
                  </a:lnTo>
                  <a:cubicBezTo>
                    <a:pt x="10834" y="9178"/>
                    <a:pt x="10960" y="9790"/>
                    <a:pt x="11374" y="10203"/>
                  </a:cubicBezTo>
                  <a:lnTo>
                    <a:pt x="11806" y="10654"/>
                  </a:lnTo>
                  <a:lnTo>
                    <a:pt x="10654" y="11806"/>
                  </a:lnTo>
                  <a:lnTo>
                    <a:pt x="10222" y="11355"/>
                  </a:lnTo>
                  <a:cubicBezTo>
                    <a:pt x="9947" y="11081"/>
                    <a:pt x="9578" y="10933"/>
                    <a:pt x="9202" y="10933"/>
                  </a:cubicBezTo>
                  <a:cubicBezTo>
                    <a:pt x="9012" y="10933"/>
                    <a:pt x="8820" y="10971"/>
                    <a:pt x="8639" y="11050"/>
                  </a:cubicBezTo>
                  <a:lnTo>
                    <a:pt x="8620" y="11050"/>
                  </a:lnTo>
                  <a:cubicBezTo>
                    <a:pt x="8080" y="11283"/>
                    <a:pt x="7739" y="11806"/>
                    <a:pt x="7739" y="12382"/>
                  </a:cubicBezTo>
                  <a:lnTo>
                    <a:pt x="7739" y="13011"/>
                  </a:lnTo>
                  <a:lnTo>
                    <a:pt x="6100" y="13011"/>
                  </a:lnTo>
                  <a:lnTo>
                    <a:pt x="6100" y="12382"/>
                  </a:lnTo>
                  <a:cubicBezTo>
                    <a:pt x="6100" y="11806"/>
                    <a:pt x="5759" y="11283"/>
                    <a:pt x="5219" y="11050"/>
                  </a:cubicBezTo>
                  <a:lnTo>
                    <a:pt x="5201" y="11050"/>
                  </a:lnTo>
                  <a:cubicBezTo>
                    <a:pt x="5019" y="10971"/>
                    <a:pt x="4827" y="10933"/>
                    <a:pt x="4637" y="10933"/>
                  </a:cubicBezTo>
                  <a:cubicBezTo>
                    <a:pt x="4262" y="10933"/>
                    <a:pt x="3892" y="11081"/>
                    <a:pt x="3617" y="11355"/>
                  </a:cubicBezTo>
                  <a:lnTo>
                    <a:pt x="3185" y="11806"/>
                  </a:lnTo>
                  <a:lnTo>
                    <a:pt x="2033" y="10654"/>
                  </a:lnTo>
                  <a:lnTo>
                    <a:pt x="2484" y="10203"/>
                  </a:lnTo>
                  <a:cubicBezTo>
                    <a:pt x="2897" y="9790"/>
                    <a:pt x="3005" y="9178"/>
                    <a:pt x="2789" y="8638"/>
                  </a:cubicBezTo>
                  <a:lnTo>
                    <a:pt x="2772" y="8620"/>
                  </a:lnTo>
                  <a:cubicBezTo>
                    <a:pt x="2556" y="8080"/>
                    <a:pt x="2033" y="7720"/>
                    <a:pt x="1440" y="7720"/>
                  </a:cubicBezTo>
                  <a:lnTo>
                    <a:pt x="810" y="7720"/>
                  </a:lnTo>
                  <a:lnTo>
                    <a:pt x="810" y="6100"/>
                  </a:lnTo>
                  <a:lnTo>
                    <a:pt x="1440" y="6100"/>
                  </a:lnTo>
                  <a:cubicBezTo>
                    <a:pt x="2033" y="6100"/>
                    <a:pt x="2556" y="5740"/>
                    <a:pt x="2772" y="5200"/>
                  </a:cubicBezTo>
                  <a:lnTo>
                    <a:pt x="2789" y="5200"/>
                  </a:lnTo>
                  <a:cubicBezTo>
                    <a:pt x="3005" y="4643"/>
                    <a:pt x="2897" y="4031"/>
                    <a:pt x="2484" y="3617"/>
                  </a:cubicBezTo>
                  <a:lnTo>
                    <a:pt x="2033" y="3167"/>
                  </a:lnTo>
                  <a:lnTo>
                    <a:pt x="3185" y="2016"/>
                  </a:lnTo>
                  <a:lnTo>
                    <a:pt x="3617" y="2465"/>
                  </a:lnTo>
                  <a:cubicBezTo>
                    <a:pt x="3892" y="2740"/>
                    <a:pt x="4262" y="2888"/>
                    <a:pt x="4637" y="2888"/>
                  </a:cubicBezTo>
                  <a:cubicBezTo>
                    <a:pt x="4828" y="2888"/>
                    <a:pt x="5019" y="2850"/>
                    <a:pt x="5201" y="2772"/>
                  </a:cubicBezTo>
                  <a:lnTo>
                    <a:pt x="5219" y="2772"/>
                  </a:lnTo>
                  <a:cubicBezTo>
                    <a:pt x="5759" y="2537"/>
                    <a:pt x="6100" y="2016"/>
                    <a:pt x="6100" y="1440"/>
                  </a:cubicBezTo>
                  <a:lnTo>
                    <a:pt x="6100" y="809"/>
                  </a:lnTo>
                  <a:close/>
                  <a:moveTo>
                    <a:pt x="5291" y="0"/>
                  </a:moveTo>
                  <a:lnTo>
                    <a:pt x="5291" y="1440"/>
                  </a:lnTo>
                  <a:cubicBezTo>
                    <a:pt x="5291" y="1692"/>
                    <a:pt x="5147" y="1925"/>
                    <a:pt x="4913" y="2016"/>
                  </a:cubicBezTo>
                  <a:lnTo>
                    <a:pt x="4895" y="2033"/>
                  </a:lnTo>
                  <a:cubicBezTo>
                    <a:pt x="4815" y="2062"/>
                    <a:pt x="4733" y="2076"/>
                    <a:pt x="4652" y="2076"/>
                  </a:cubicBezTo>
                  <a:cubicBezTo>
                    <a:pt x="4480" y="2076"/>
                    <a:pt x="4315" y="2012"/>
                    <a:pt x="4193" y="1889"/>
                  </a:cubicBezTo>
                  <a:lnTo>
                    <a:pt x="3185" y="881"/>
                  </a:lnTo>
                  <a:lnTo>
                    <a:pt x="882" y="3167"/>
                  </a:lnTo>
                  <a:lnTo>
                    <a:pt x="1908" y="4193"/>
                  </a:lnTo>
                  <a:cubicBezTo>
                    <a:pt x="2088" y="4372"/>
                    <a:pt x="2141" y="4643"/>
                    <a:pt x="2033" y="4876"/>
                  </a:cubicBezTo>
                  <a:lnTo>
                    <a:pt x="2033" y="4895"/>
                  </a:lnTo>
                  <a:cubicBezTo>
                    <a:pt x="1925" y="5128"/>
                    <a:pt x="1709" y="5291"/>
                    <a:pt x="1440" y="5291"/>
                  </a:cubicBezTo>
                  <a:lnTo>
                    <a:pt x="0" y="5291"/>
                  </a:lnTo>
                  <a:lnTo>
                    <a:pt x="0" y="8530"/>
                  </a:lnTo>
                  <a:lnTo>
                    <a:pt x="1440" y="8530"/>
                  </a:lnTo>
                  <a:cubicBezTo>
                    <a:pt x="1709" y="8530"/>
                    <a:pt x="1925" y="8692"/>
                    <a:pt x="2033" y="8926"/>
                  </a:cubicBezTo>
                  <a:lnTo>
                    <a:pt x="2033" y="8944"/>
                  </a:lnTo>
                  <a:cubicBezTo>
                    <a:pt x="2141" y="9178"/>
                    <a:pt x="2088" y="9447"/>
                    <a:pt x="1908" y="9627"/>
                  </a:cubicBezTo>
                  <a:lnTo>
                    <a:pt x="882" y="10654"/>
                  </a:lnTo>
                  <a:lnTo>
                    <a:pt x="3185" y="12939"/>
                  </a:lnTo>
                  <a:lnTo>
                    <a:pt x="4193" y="11931"/>
                  </a:lnTo>
                  <a:cubicBezTo>
                    <a:pt x="4310" y="11814"/>
                    <a:pt x="4466" y="11750"/>
                    <a:pt x="4630" y="11750"/>
                  </a:cubicBezTo>
                  <a:cubicBezTo>
                    <a:pt x="4718" y="11750"/>
                    <a:pt x="4808" y="11768"/>
                    <a:pt x="4895" y="11806"/>
                  </a:cubicBezTo>
                  <a:lnTo>
                    <a:pt x="4913" y="11806"/>
                  </a:lnTo>
                  <a:cubicBezTo>
                    <a:pt x="5147" y="11895"/>
                    <a:pt x="5291" y="12130"/>
                    <a:pt x="5291" y="12382"/>
                  </a:cubicBezTo>
                  <a:lnTo>
                    <a:pt x="5291" y="13821"/>
                  </a:lnTo>
                  <a:lnTo>
                    <a:pt x="8548" y="13821"/>
                  </a:lnTo>
                  <a:lnTo>
                    <a:pt x="8548" y="12382"/>
                  </a:lnTo>
                  <a:cubicBezTo>
                    <a:pt x="8548" y="12130"/>
                    <a:pt x="8692" y="11895"/>
                    <a:pt x="8944" y="11806"/>
                  </a:cubicBezTo>
                  <a:cubicBezTo>
                    <a:pt x="9032" y="11768"/>
                    <a:pt x="9121" y="11750"/>
                    <a:pt x="9209" y="11750"/>
                  </a:cubicBezTo>
                  <a:cubicBezTo>
                    <a:pt x="9373" y="11750"/>
                    <a:pt x="9529" y="11814"/>
                    <a:pt x="9647" y="11931"/>
                  </a:cubicBezTo>
                  <a:lnTo>
                    <a:pt x="10654" y="12939"/>
                  </a:lnTo>
                  <a:lnTo>
                    <a:pt x="12958" y="10654"/>
                  </a:lnTo>
                  <a:lnTo>
                    <a:pt x="11931" y="9627"/>
                  </a:lnTo>
                  <a:cubicBezTo>
                    <a:pt x="11751" y="9447"/>
                    <a:pt x="11698" y="9178"/>
                    <a:pt x="11806" y="8944"/>
                  </a:cubicBezTo>
                  <a:lnTo>
                    <a:pt x="11806" y="8926"/>
                  </a:lnTo>
                  <a:cubicBezTo>
                    <a:pt x="11914" y="8692"/>
                    <a:pt x="12147" y="8530"/>
                    <a:pt x="12399" y="8530"/>
                  </a:cubicBezTo>
                  <a:lnTo>
                    <a:pt x="13839" y="8530"/>
                  </a:lnTo>
                  <a:lnTo>
                    <a:pt x="13839" y="5291"/>
                  </a:lnTo>
                  <a:lnTo>
                    <a:pt x="12399" y="5291"/>
                  </a:lnTo>
                  <a:cubicBezTo>
                    <a:pt x="12147" y="5291"/>
                    <a:pt x="11914" y="5128"/>
                    <a:pt x="11806" y="4895"/>
                  </a:cubicBezTo>
                  <a:lnTo>
                    <a:pt x="11806" y="4876"/>
                  </a:lnTo>
                  <a:cubicBezTo>
                    <a:pt x="11698" y="4643"/>
                    <a:pt x="11751" y="4372"/>
                    <a:pt x="11931" y="4193"/>
                  </a:cubicBezTo>
                  <a:lnTo>
                    <a:pt x="12958" y="3167"/>
                  </a:lnTo>
                  <a:lnTo>
                    <a:pt x="10654" y="881"/>
                  </a:lnTo>
                  <a:lnTo>
                    <a:pt x="9647" y="1889"/>
                  </a:lnTo>
                  <a:cubicBezTo>
                    <a:pt x="9524" y="2012"/>
                    <a:pt x="9359" y="2076"/>
                    <a:pt x="9187" y="2076"/>
                  </a:cubicBezTo>
                  <a:cubicBezTo>
                    <a:pt x="9107" y="2076"/>
                    <a:pt x="9024" y="2062"/>
                    <a:pt x="8944" y="2033"/>
                  </a:cubicBezTo>
                  <a:lnTo>
                    <a:pt x="8944" y="2016"/>
                  </a:lnTo>
                  <a:cubicBezTo>
                    <a:pt x="8692" y="1925"/>
                    <a:pt x="8548" y="1692"/>
                    <a:pt x="8548" y="1440"/>
                  </a:cubicBezTo>
                  <a:lnTo>
                    <a:pt x="854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 name="Google Shape;1311;p87"/>
          <p:cNvGrpSpPr/>
          <p:nvPr/>
        </p:nvGrpSpPr>
        <p:grpSpPr>
          <a:xfrm>
            <a:off x="4298508" y="1657546"/>
            <a:ext cx="546729" cy="660126"/>
            <a:chOff x="3165517" y="2796077"/>
            <a:chExt cx="309183" cy="373332"/>
          </a:xfrm>
        </p:grpSpPr>
        <p:sp>
          <p:nvSpPr>
            <p:cNvPr id="1312" name="Google Shape;1312;p87"/>
            <p:cNvSpPr/>
            <p:nvPr/>
          </p:nvSpPr>
          <p:spPr>
            <a:xfrm>
              <a:off x="3165517" y="2796077"/>
              <a:ext cx="309183" cy="373332"/>
            </a:xfrm>
            <a:custGeom>
              <a:avLst/>
              <a:gdLst/>
              <a:ahLst/>
              <a:cxnLst/>
              <a:rect l="l" t="t" r="r" b="b"/>
              <a:pathLst>
                <a:path w="11447" h="13822" extrusionOk="0">
                  <a:moveTo>
                    <a:pt x="6497" y="809"/>
                  </a:moveTo>
                  <a:cubicBezTo>
                    <a:pt x="8783" y="809"/>
                    <a:pt x="10636" y="2664"/>
                    <a:pt x="10636" y="4948"/>
                  </a:cubicBezTo>
                  <a:cubicBezTo>
                    <a:pt x="10636" y="6028"/>
                    <a:pt x="10204" y="7055"/>
                    <a:pt x="9448" y="7828"/>
                  </a:cubicBezTo>
                  <a:lnTo>
                    <a:pt x="9340" y="7955"/>
                  </a:lnTo>
                  <a:lnTo>
                    <a:pt x="9340" y="13011"/>
                  </a:lnTo>
                  <a:lnTo>
                    <a:pt x="3653" y="13011"/>
                  </a:lnTo>
                  <a:lnTo>
                    <a:pt x="3653" y="10635"/>
                  </a:lnTo>
                  <a:lnTo>
                    <a:pt x="2357" y="10635"/>
                  </a:lnTo>
                  <a:lnTo>
                    <a:pt x="2357" y="8404"/>
                  </a:lnTo>
                  <a:lnTo>
                    <a:pt x="1134" y="7955"/>
                  </a:lnTo>
                  <a:lnTo>
                    <a:pt x="2357" y="5579"/>
                  </a:lnTo>
                  <a:lnTo>
                    <a:pt x="2357" y="4948"/>
                  </a:lnTo>
                  <a:cubicBezTo>
                    <a:pt x="2357" y="2664"/>
                    <a:pt x="4212" y="809"/>
                    <a:pt x="6497" y="809"/>
                  </a:cubicBezTo>
                  <a:close/>
                  <a:moveTo>
                    <a:pt x="6497" y="0"/>
                  </a:moveTo>
                  <a:cubicBezTo>
                    <a:pt x="3780" y="0"/>
                    <a:pt x="1548" y="2213"/>
                    <a:pt x="1548" y="4948"/>
                  </a:cubicBezTo>
                  <a:lnTo>
                    <a:pt x="1548" y="5380"/>
                  </a:lnTo>
                  <a:lnTo>
                    <a:pt x="1" y="8404"/>
                  </a:lnTo>
                  <a:lnTo>
                    <a:pt x="1548" y="8962"/>
                  </a:lnTo>
                  <a:lnTo>
                    <a:pt x="1548" y="11446"/>
                  </a:lnTo>
                  <a:lnTo>
                    <a:pt x="2844" y="11446"/>
                  </a:lnTo>
                  <a:lnTo>
                    <a:pt x="2844" y="13821"/>
                  </a:lnTo>
                  <a:lnTo>
                    <a:pt x="10151" y="13821"/>
                  </a:lnTo>
                  <a:lnTo>
                    <a:pt x="10151" y="8278"/>
                  </a:lnTo>
                  <a:cubicBezTo>
                    <a:pt x="10978" y="7360"/>
                    <a:pt x="11446" y="6191"/>
                    <a:pt x="11446" y="4948"/>
                  </a:cubicBezTo>
                  <a:cubicBezTo>
                    <a:pt x="11446" y="2213"/>
                    <a:pt x="9215" y="0"/>
                    <a:pt x="649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7"/>
            <p:cNvSpPr/>
            <p:nvPr/>
          </p:nvSpPr>
          <p:spPr>
            <a:xfrm>
              <a:off x="3278770" y="2874811"/>
              <a:ext cx="73440" cy="102098"/>
            </a:xfrm>
            <a:custGeom>
              <a:avLst/>
              <a:gdLst/>
              <a:ahLst/>
              <a:cxnLst/>
              <a:rect l="l" t="t" r="r" b="b"/>
              <a:pathLst>
                <a:path w="2719" h="3780" extrusionOk="0">
                  <a:moveTo>
                    <a:pt x="1890" y="810"/>
                  </a:moveTo>
                  <a:lnTo>
                    <a:pt x="1890" y="1620"/>
                  </a:lnTo>
                  <a:lnTo>
                    <a:pt x="811" y="1620"/>
                  </a:lnTo>
                  <a:lnTo>
                    <a:pt x="811" y="810"/>
                  </a:lnTo>
                  <a:close/>
                  <a:moveTo>
                    <a:pt x="0" y="1"/>
                  </a:moveTo>
                  <a:lnTo>
                    <a:pt x="0" y="3780"/>
                  </a:lnTo>
                  <a:lnTo>
                    <a:pt x="811" y="3780"/>
                  </a:lnTo>
                  <a:lnTo>
                    <a:pt x="811" y="2429"/>
                  </a:lnTo>
                  <a:lnTo>
                    <a:pt x="1890" y="2429"/>
                  </a:lnTo>
                  <a:lnTo>
                    <a:pt x="1890" y="3780"/>
                  </a:lnTo>
                  <a:lnTo>
                    <a:pt x="2718" y="3780"/>
                  </a:lnTo>
                  <a:lnTo>
                    <a:pt x="27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7"/>
            <p:cNvSpPr/>
            <p:nvPr/>
          </p:nvSpPr>
          <p:spPr>
            <a:xfrm>
              <a:off x="3381354" y="2874811"/>
              <a:ext cx="21878" cy="102098"/>
            </a:xfrm>
            <a:custGeom>
              <a:avLst/>
              <a:gdLst/>
              <a:ahLst/>
              <a:cxnLst/>
              <a:rect l="l" t="t" r="r" b="b"/>
              <a:pathLst>
                <a:path w="810" h="3780" extrusionOk="0">
                  <a:moveTo>
                    <a:pt x="0" y="1"/>
                  </a:moveTo>
                  <a:lnTo>
                    <a:pt x="0" y="3780"/>
                  </a:lnTo>
                  <a:lnTo>
                    <a:pt x="809" y="3780"/>
                  </a:lnTo>
                  <a:lnTo>
                    <a:pt x="80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15" name="Google Shape;1315;p87"/>
          <p:cNvPicPr preferRelativeResize="0"/>
          <p:nvPr/>
        </p:nvPicPr>
        <p:blipFill rotWithShape="1">
          <a:blip r:embed="rId3">
            <a:alphaModFix/>
          </a:blip>
          <a:srcRect l="7340" r="4538" b="19768"/>
          <a:stretch/>
        </p:blipFill>
        <p:spPr>
          <a:xfrm rot="-8999966">
            <a:off x="-1049198" y="3803406"/>
            <a:ext cx="4266095" cy="2943239"/>
          </a:xfrm>
          <a:prstGeom prst="rect">
            <a:avLst/>
          </a:prstGeom>
          <a:noFill/>
          <a:ln>
            <a:noFill/>
          </a:ln>
        </p:spPr>
      </p:pic>
      <p:pic>
        <p:nvPicPr>
          <p:cNvPr id="1316" name="Google Shape;1316;p87"/>
          <p:cNvPicPr preferRelativeResize="0"/>
          <p:nvPr/>
        </p:nvPicPr>
        <p:blipFill rotWithShape="1">
          <a:blip r:embed="rId3">
            <a:alphaModFix/>
          </a:blip>
          <a:srcRect l="7340" r="4538" b="19768"/>
          <a:stretch/>
        </p:blipFill>
        <p:spPr>
          <a:xfrm rot="-1442213">
            <a:off x="7235896" y="3645787"/>
            <a:ext cx="2590779" cy="1787422"/>
          </a:xfrm>
          <a:prstGeom prst="rect">
            <a:avLst/>
          </a:prstGeom>
          <a:noFill/>
          <a:ln>
            <a:noFill/>
          </a:ln>
        </p:spPr>
      </p:pic>
      <p:sp>
        <p:nvSpPr>
          <p:cNvPr id="1317" name="Google Shape;1317;p87">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7">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7"/>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5" action="ppaction://hlinksldjump">
                  <a:extLst>
                    <a:ext uri="{A12FA001-AC4F-418D-AE19-62706E023703}">
                      <ahyp:hlinkClr xmlns:ahyp="http://schemas.microsoft.com/office/drawing/2018/hyperlinkcolor" val="tx"/>
                    </a:ext>
                  </a:extLst>
                </a:hlinkClick>
              </a:rPr>
              <a:t>1</a:t>
            </a:r>
            <a:endParaRPr sz="1200" b="1">
              <a:solidFill>
                <a:schemeClr val="dk2"/>
              </a:solidFill>
              <a:latin typeface="Darker Grotesque"/>
              <a:ea typeface="Darker Grotesque"/>
              <a:cs typeface="Darker Grotesque"/>
              <a:sym typeface="Darker Grotesque"/>
            </a:endParaRPr>
          </a:p>
        </p:txBody>
      </p:sp>
      <p:sp>
        <p:nvSpPr>
          <p:cNvPr id="1320" name="Google Shape;1320;p87">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7">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2" name="Google Shape;1322;p87">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323" name="Google Shape;1323;p87">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4" name="Google Shape;1324;p87">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302"/>
                                        </p:tgtEl>
                                        <p:attrNameLst>
                                          <p:attrName>style.visibility</p:attrName>
                                        </p:attrNameLst>
                                      </p:cBhvr>
                                      <p:to>
                                        <p:strVal val="visible"/>
                                      </p:to>
                                    </p:set>
                                    <p:anim calcmode="lin" valueType="num">
                                      <p:cBhvr additive="base">
                                        <p:cTn id="7" dur="1000"/>
                                        <p:tgtEl>
                                          <p:spTgt spid="1302"/>
                                        </p:tgtEl>
                                        <p:attrNameLst>
                                          <p:attrName>ppt_w</p:attrName>
                                        </p:attrNameLst>
                                      </p:cBhvr>
                                      <p:tavLst>
                                        <p:tav tm="0">
                                          <p:val>
                                            <p:strVal val="0"/>
                                          </p:val>
                                        </p:tav>
                                        <p:tav tm="100000">
                                          <p:val>
                                            <p:strVal val="#ppt_w"/>
                                          </p:val>
                                        </p:tav>
                                      </p:tavLst>
                                    </p:anim>
                                    <p:anim calcmode="lin" valueType="num">
                                      <p:cBhvr additive="base">
                                        <p:cTn id="8" dur="1000"/>
                                        <p:tgtEl>
                                          <p:spTgt spid="1302"/>
                                        </p:tgtEl>
                                        <p:attrNameLst>
                                          <p:attrName>ppt_h</p:attrName>
                                        </p:attrNameLst>
                                      </p:cBhvr>
                                      <p:tavLst>
                                        <p:tav tm="0">
                                          <p:val>
                                            <p:strVal val="0"/>
                                          </p:val>
                                        </p:tav>
                                        <p:tav tm="100000">
                                          <p:val>
                                            <p:strVal val="#ppt_h"/>
                                          </p:val>
                                        </p:tav>
                                      </p:tavLst>
                                    </p:anim>
                                  </p:childTnLst>
                                </p:cTn>
                              </p:par>
                              <p:par>
                                <p:cTn id="9" presetID="23" presetClass="entr" presetSubtype="16" fill="hold" nodeType="withEffect">
                                  <p:stCondLst>
                                    <p:cond delay="0"/>
                                  </p:stCondLst>
                                  <p:childTnLst>
                                    <p:set>
                                      <p:cBhvr>
                                        <p:cTn id="10" dur="1" fill="hold">
                                          <p:stCondLst>
                                            <p:cond delay="0"/>
                                          </p:stCondLst>
                                        </p:cTn>
                                        <p:tgtEl>
                                          <p:spTgt spid="1307"/>
                                        </p:tgtEl>
                                        <p:attrNameLst>
                                          <p:attrName>style.visibility</p:attrName>
                                        </p:attrNameLst>
                                      </p:cBhvr>
                                      <p:to>
                                        <p:strVal val="visible"/>
                                      </p:to>
                                    </p:set>
                                    <p:anim calcmode="lin" valueType="num">
                                      <p:cBhvr additive="base">
                                        <p:cTn id="11" dur="1000"/>
                                        <p:tgtEl>
                                          <p:spTgt spid="1307"/>
                                        </p:tgtEl>
                                        <p:attrNameLst>
                                          <p:attrName>ppt_w</p:attrName>
                                        </p:attrNameLst>
                                      </p:cBhvr>
                                      <p:tavLst>
                                        <p:tav tm="0">
                                          <p:val>
                                            <p:strVal val="0"/>
                                          </p:val>
                                        </p:tav>
                                        <p:tav tm="100000">
                                          <p:val>
                                            <p:strVal val="#ppt_w"/>
                                          </p:val>
                                        </p:tav>
                                      </p:tavLst>
                                    </p:anim>
                                    <p:anim calcmode="lin" valueType="num">
                                      <p:cBhvr additive="base">
                                        <p:cTn id="12" dur="1000"/>
                                        <p:tgtEl>
                                          <p:spTgt spid="1307"/>
                                        </p:tgtEl>
                                        <p:attrNameLst>
                                          <p:attrName>ppt_h</p:attrName>
                                        </p:attrNameLst>
                                      </p:cBhvr>
                                      <p:tavLst>
                                        <p:tav tm="0">
                                          <p:val>
                                            <p:strVal val="0"/>
                                          </p:val>
                                        </p:tav>
                                        <p:tav tm="100000">
                                          <p:val>
                                            <p:strVal val="#ppt_h"/>
                                          </p:val>
                                        </p:tav>
                                      </p:tavLst>
                                    </p:anim>
                                  </p:childTnLst>
                                </p:cTn>
                              </p:par>
                              <p:par>
                                <p:cTn id="13" presetID="23" presetClass="entr" presetSubtype="16" fill="hold" nodeType="withEffect">
                                  <p:stCondLst>
                                    <p:cond delay="0"/>
                                  </p:stCondLst>
                                  <p:childTnLst>
                                    <p:set>
                                      <p:cBhvr>
                                        <p:cTn id="14" dur="1" fill="hold">
                                          <p:stCondLst>
                                            <p:cond delay="0"/>
                                          </p:stCondLst>
                                        </p:cTn>
                                        <p:tgtEl>
                                          <p:spTgt spid="1311"/>
                                        </p:tgtEl>
                                        <p:attrNameLst>
                                          <p:attrName>style.visibility</p:attrName>
                                        </p:attrNameLst>
                                      </p:cBhvr>
                                      <p:to>
                                        <p:strVal val="visible"/>
                                      </p:to>
                                    </p:set>
                                    <p:anim calcmode="lin" valueType="num">
                                      <p:cBhvr additive="base">
                                        <p:cTn id="15" dur="1000"/>
                                        <p:tgtEl>
                                          <p:spTgt spid="1311"/>
                                        </p:tgtEl>
                                        <p:attrNameLst>
                                          <p:attrName>ppt_w</p:attrName>
                                        </p:attrNameLst>
                                      </p:cBhvr>
                                      <p:tavLst>
                                        <p:tav tm="0">
                                          <p:val>
                                            <p:strVal val="0"/>
                                          </p:val>
                                        </p:tav>
                                        <p:tav tm="100000">
                                          <p:val>
                                            <p:strVal val="#ppt_w"/>
                                          </p:val>
                                        </p:tav>
                                      </p:tavLst>
                                    </p:anim>
                                    <p:anim calcmode="lin" valueType="num">
                                      <p:cBhvr additive="base">
                                        <p:cTn id="16" dur="1000"/>
                                        <p:tgtEl>
                                          <p:spTgt spid="1311"/>
                                        </p:tgtEl>
                                        <p:attrNameLst>
                                          <p:attrName>ppt_h</p:attrName>
                                        </p:attrNameLst>
                                      </p:cBhvr>
                                      <p:tavLst>
                                        <p:tav tm="0">
                                          <p:val>
                                            <p:str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1306"/>
                                        </p:tgtEl>
                                        <p:attrNameLst>
                                          <p:attrName>style.visibility</p:attrName>
                                        </p:attrNameLst>
                                      </p:cBhvr>
                                      <p:to>
                                        <p:strVal val="visible"/>
                                      </p:to>
                                    </p:set>
                                    <p:anim calcmode="lin" valueType="num">
                                      <p:cBhvr additive="base">
                                        <p:cTn id="19" dur="1000"/>
                                        <p:tgtEl>
                                          <p:spTgt spid="1306"/>
                                        </p:tgtEl>
                                        <p:attrNameLst>
                                          <p:attrName>ppt_w</p:attrName>
                                        </p:attrNameLst>
                                      </p:cBhvr>
                                      <p:tavLst>
                                        <p:tav tm="0">
                                          <p:val>
                                            <p:strVal val="0"/>
                                          </p:val>
                                        </p:tav>
                                        <p:tav tm="100000">
                                          <p:val>
                                            <p:strVal val="#ppt_w"/>
                                          </p:val>
                                        </p:tav>
                                      </p:tavLst>
                                    </p:anim>
                                    <p:anim calcmode="lin" valueType="num">
                                      <p:cBhvr additive="base">
                                        <p:cTn id="20" dur="1000"/>
                                        <p:tgtEl>
                                          <p:spTgt spid="1306"/>
                                        </p:tgtEl>
                                        <p:attrNameLst>
                                          <p:attrName>ppt_h</p:attrName>
                                        </p:attrNameLst>
                                      </p:cBhvr>
                                      <p:tavLst>
                                        <p:tav tm="0">
                                          <p:val>
                                            <p:strVal val="0"/>
                                          </p:val>
                                        </p:tav>
                                        <p:tav tm="100000">
                                          <p:val>
                                            <p:strVal val="#ppt_h"/>
                                          </p:val>
                                        </p:tav>
                                      </p:tavLst>
                                    </p:anim>
                                  </p:childTnLst>
                                </p:cTn>
                              </p:par>
                              <p:par>
                                <p:cTn id="21" presetID="2" presetClass="entr" presetSubtype="4" fill="hold" nodeType="withEffect">
                                  <p:stCondLst>
                                    <p:cond delay="0"/>
                                  </p:stCondLst>
                                  <p:childTnLst>
                                    <p:set>
                                      <p:cBhvr>
                                        <p:cTn id="22" dur="1" fill="hold">
                                          <p:stCondLst>
                                            <p:cond delay="0"/>
                                          </p:stCondLst>
                                        </p:cTn>
                                        <p:tgtEl>
                                          <p:spTgt spid="1315"/>
                                        </p:tgtEl>
                                        <p:attrNameLst>
                                          <p:attrName>style.visibility</p:attrName>
                                        </p:attrNameLst>
                                      </p:cBhvr>
                                      <p:to>
                                        <p:strVal val="visible"/>
                                      </p:to>
                                    </p:set>
                                    <p:anim calcmode="lin" valueType="num">
                                      <p:cBhvr additive="base">
                                        <p:cTn id="23" dur="1000"/>
                                        <p:tgtEl>
                                          <p:spTgt spid="1315"/>
                                        </p:tgtEl>
                                        <p:attrNameLst>
                                          <p:attrName>ppt_y</p:attrName>
                                        </p:attrNameLst>
                                      </p:cBhvr>
                                      <p:tavLst>
                                        <p:tav tm="0">
                                          <p:val>
                                            <p:strVal val="#ppt_y+1"/>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1316"/>
                                        </p:tgtEl>
                                        <p:attrNameLst>
                                          <p:attrName>style.visibility</p:attrName>
                                        </p:attrNameLst>
                                      </p:cBhvr>
                                      <p:to>
                                        <p:strVal val="visible"/>
                                      </p:to>
                                    </p:set>
                                    <p:anim calcmode="lin" valueType="num">
                                      <p:cBhvr additive="base">
                                        <p:cTn id="26" dur="1000"/>
                                        <p:tgtEl>
                                          <p:spTgt spid="1316"/>
                                        </p:tgtEl>
                                        <p:attrNameLst>
                                          <p:attrName>ppt_y</p:attrName>
                                        </p:attrNameLst>
                                      </p:cBhvr>
                                      <p:tavLst>
                                        <p:tav tm="0">
                                          <p:val>
                                            <p:strVal val="#ppt_y+1"/>
                                          </p:val>
                                        </p:tav>
                                        <p:tav tm="100000">
                                          <p:val>
                                            <p:strVal val="#ppt_y"/>
                                          </p:val>
                                        </p:tav>
                                      </p:tavLst>
                                    </p:anim>
                                  </p:childTnLst>
                                </p:cTn>
                              </p:par>
                              <p:par>
                                <p:cTn id="27" presetID="23" presetClass="entr" presetSubtype="16" fill="hold" nodeType="withEffect">
                                  <p:stCondLst>
                                    <p:cond delay="0"/>
                                  </p:stCondLst>
                                  <p:childTnLst>
                                    <p:set>
                                      <p:cBhvr>
                                        <p:cTn id="28" dur="1" fill="hold">
                                          <p:stCondLst>
                                            <p:cond delay="0"/>
                                          </p:stCondLst>
                                        </p:cTn>
                                        <p:tgtEl>
                                          <p:spTgt spid="1281"/>
                                        </p:tgtEl>
                                        <p:attrNameLst>
                                          <p:attrName>style.visibility</p:attrName>
                                        </p:attrNameLst>
                                      </p:cBhvr>
                                      <p:to>
                                        <p:strVal val="visible"/>
                                      </p:to>
                                    </p:set>
                                    <p:anim calcmode="lin" valueType="num">
                                      <p:cBhvr additive="base">
                                        <p:cTn id="29" dur="1000"/>
                                        <p:tgtEl>
                                          <p:spTgt spid="1281"/>
                                        </p:tgtEl>
                                        <p:attrNameLst>
                                          <p:attrName>ppt_w</p:attrName>
                                        </p:attrNameLst>
                                      </p:cBhvr>
                                      <p:tavLst>
                                        <p:tav tm="0">
                                          <p:val>
                                            <p:strVal val="0"/>
                                          </p:val>
                                        </p:tav>
                                        <p:tav tm="100000">
                                          <p:val>
                                            <p:strVal val="#ppt_w"/>
                                          </p:val>
                                        </p:tav>
                                      </p:tavLst>
                                    </p:anim>
                                    <p:anim calcmode="lin" valueType="num">
                                      <p:cBhvr additive="base">
                                        <p:cTn id="30" dur="1000"/>
                                        <p:tgtEl>
                                          <p:spTgt spid="1281"/>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show="0">
  <p:cSld>
    <p:spTree>
      <p:nvGrpSpPr>
        <p:cNvPr id="1" name="Shape 1328"/>
        <p:cNvGrpSpPr/>
        <p:nvPr/>
      </p:nvGrpSpPr>
      <p:grpSpPr>
        <a:xfrm>
          <a:off x="0" y="0"/>
          <a:ext cx="0" cy="0"/>
          <a:chOff x="0" y="0"/>
          <a:chExt cx="0" cy="0"/>
        </a:xfrm>
      </p:grpSpPr>
      <p:pic>
        <p:nvPicPr>
          <p:cNvPr id="1329" name="Google Shape;1329;p88"/>
          <p:cNvPicPr preferRelativeResize="0"/>
          <p:nvPr/>
        </p:nvPicPr>
        <p:blipFill rotWithShape="1">
          <a:blip r:embed="rId3">
            <a:alphaModFix/>
          </a:blip>
          <a:srcRect l="41725" r="12342"/>
          <a:stretch/>
        </p:blipFill>
        <p:spPr>
          <a:xfrm>
            <a:off x="-48250" y="-53100"/>
            <a:ext cx="4286650" cy="5249699"/>
          </a:xfrm>
          <a:prstGeom prst="rect">
            <a:avLst/>
          </a:prstGeom>
          <a:noFill/>
          <a:ln>
            <a:noFill/>
          </a:ln>
        </p:spPr>
      </p:pic>
      <p:sp>
        <p:nvSpPr>
          <p:cNvPr id="1330" name="Google Shape;1330;p88"/>
          <p:cNvSpPr txBox="1">
            <a:spLocks noGrp="1"/>
          </p:cNvSpPr>
          <p:nvPr>
            <p:ph type="title"/>
          </p:nvPr>
        </p:nvSpPr>
        <p:spPr>
          <a:xfrm>
            <a:off x="4692850" y="1168450"/>
            <a:ext cx="3711600" cy="140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DATA ANALYTICS</a:t>
            </a:r>
            <a:endParaRPr/>
          </a:p>
        </p:txBody>
      </p:sp>
      <p:sp>
        <p:nvSpPr>
          <p:cNvPr id="1331" name="Google Shape;1331;p88"/>
          <p:cNvSpPr txBox="1">
            <a:spLocks noGrp="1"/>
          </p:cNvSpPr>
          <p:nvPr>
            <p:ph type="subTitle" idx="1"/>
          </p:nvPr>
        </p:nvSpPr>
        <p:spPr>
          <a:xfrm>
            <a:off x="5433850" y="2572100"/>
            <a:ext cx="2970600" cy="71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enter a subtitle here if you need it</a:t>
            </a:r>
            <a:endParaRPr/>
          </a:p>
        </p:txBody>
      </p:sp>
      <p:sp>
        <p:nvSpPr>
          <p:cNvPr id="1332" name="Google Shape;1332;p88"/>
          <p:cNvSpPr txBox="1">
            <a:spLocks noGrp="1"/>
          </p:cNvSpPr>
          <p:nvPr>
            <p:ph type="title" idx="2"/>
          </p:nvPr>
        </p:nvSpPr>
        <p:spPr>
          <a:xfrm>
            <a:off x="6804550" y="3532125"/>
            <a:ext cx="15999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O2</a:t>
            </a:r>
            <a:endParaRPr/>
          </a:p>
        </p:txBody>
      </p:sp>
      <p:grpSp>
        <p:nvGrpSpPr>
          <p:cNvPr id="1333" name="Google Shape;1333;p88"/>
          <p:cNvGrpSpPr/>
          <p:nvPr/>
        </p:nvGrpSpPr>
        <p:grpSpPr>
          <a:xfrm>
            <a:off x="8605274" y="3747208"/>
            <a:ext cx="43276" cy="411646"/>
            <a:chOff x="1256711" y="1178908"/>
            <a:chExt cx="43276" cy="411646"/>
          </a:xfrm>
        </p:grpSpPr>
        <p:grpSp>
          <p:nvGrpSpPr>
            <p:cNvPr id="1334" name="Google Shape;1334;p88"/>
            <p:cNvGrpSpPr/>
            <p:nvPr/>
          </p:nvGrpSpPr>
          <p:grpSpPr>
            <a:xfrm>
              <a:off x="1256711" y="1178908"/>
              <a:ext cx="43276" cy="184846"/>
              <a:chOff x="1256700" y="1103575"/>
              <a:chExt cx="60900" cy="260200"/>
            </a:xfrm>
          </p:grpSpPr>
          <p:sp>
            <p:nvSpPr>
              <p:cNvPr id="1335" name="Google Shape;1335;p8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 name="Google Shape;1338;p88"/>
            <p:cNvGrpSpPr/>
            <p:nvPr/>
          </p:nvGrpSpPr>
          <p:grpSpPr>
            <a:xfrm>
              <a:off x="1256711" y="1405708"/>
              <a:ext cx="43276" cy="184846"/>
              <a:chOff x="1256700" y="1103575"/>
              <a:chExt cx="60900" cy="260200"/>
            </a:xfrm>
          </p:grpSpPr>
          <p:sp>
            <p:nvSpPr>
              <p:cNvPr id="1339" name="Google Shape;1339;p8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2" name="Google Shape;1342;p88">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8">
            <a:hlinkClick r:id="rId4"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8">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1345" name="Google Shape;1345;p88">
            <a:hlinkClick r:id="rId4"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8">
            <a:hlinkClick r:id="rId4"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88">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1348" name="Google Shape;1348;p88">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1349" name="Google Shape;1349;p88"/>
          <p:cNvPicPr preferRelativeResize="0"/>
          <p:nvPr/>
        </p:nvPicPr>
        <p:blipFill rotWithShape="1">
          <a:blip r:embed="rId5">
            <a:alphaModFix/>
          </a:blip>
          <a:srcRect l="7340" r="4538" b="19768"/>
          <a:stretch/>
        </p:blipFill>
        <p:spPr>
          <a:xfrm rot="2700000">
            <a:off x="6672931" y="-1259200"/>
            <a:ext cx="4011591" cy="2767652"/>
          </a:xfrm>
          <a:prstGeom prst="rect">
            <a:avLst/>
          </a:prstGeom>
          <a:noFill/>
          <a:ln>
            <a:noFill/>
          </a:ln>
        </p:spPr>
      </p:pic>
      <p:sp>
        <p:nvSpPr>
          <p:cNvPr id="1350" name="Google Shape;1350;p88"/>
          <p:cNvSpPr/>
          <p:nvPr/>
        </p:nvSpPr>
        <p:spPr>
          <a:xfrm>
            <a:off x="4692850" y="450785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349"/>
                                        </p:tgtEl>
                                        <p:attrNameLst>
                                          <p:attrName>style.visibility</p:attrName>
                                        </p:attrNameLst>
                                      </p:cBhvr>
                                      <p:to>
                                        <p:strVal val="visible"/>
                                      </p:to>
                                    </p:set>
                                    <p:anim calcmode="lin" valueType="num">
                                      <p:cBhvr additive="base">
                                        <p:cTn id="7" dur="1000"/>
                                        <p:tgtEl>
                                          <p:spTgt spid="1349"/>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1350"/>
                                        </p:tgtEl>
                                        <p:attrNameLst>
                                          <p:attrName>style.visibility</p:attrName>
                                        </p:attrNameLst>
                                      </p:cBhvr>
                                      <p:to>
                                        <p:strVal val="visible"/>
                                      </p:to>
                                    </p:set>
                                    <p:anim calcmode="lin" valueType="num">
                                      <p:cBhvr additive="base">
                                        <p:cTn id="10" dur="1000"/>
                                        <p:tgtEl>
                                          <p:spTgt spid="135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Shape 1354"/>
        <p:cNvGrpSpPr/>
        <p:nvPr/>
      </p:nvGrpSpPr>
      <p:grpSpPr>
        <a:xfrm>
          <a:off x="0" y="0"/>
          <a:ext cx="0" cy="0"/>
          <a:chOff x="0" y="0"/>
          <a:chExt cx="0" cy="0"/>
        </a:xfrm>
      </p:grpSpPr>
      <p:grpSp>
        <p:nvGrpSpPr>
          <p:cNvPr id="1355" name="Google Shape;1355;p89"/>
          <p:cNvGrpSpPr/>
          <p:nvPr/>
        </p:nvGrpSpPr>
        <p:grpSpPr>
          <a:xfrm>
            <a:off x="2709950" y="1438968"/>
            <a:ext cx="3722238" cy="3352473"/>
            <a:chOff x="2709950" y="1438968"/>
            <a:chExt cx="3722238" cy="3352473"/>
          </a:xfrm>
        </p:grpSpPr>
        <p:sp>
          <p:nvSpPr>
            <p:cNvPr id="1356" name="Google Shape;1356;p89"/>
            <p:cNvSpPr/>
            <p:nvPr/>
          </p:nvSpPr>
          <p:spPr>
            <a:xfrm rot="2700000" flipH="1">
              <a:off x="4882930" y="3897259"/>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9"/>
            <p:cNvSpPr/>
            <p:nvPr/>
          </p:nvSpPr>
          <p:spPr>
            <a:xfrm rot="2700000" flipH="1">
              <a:off x="3539280" y="3897259"/>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9"/>
            <p:cNvSpPr/>
            <p:nvPr/>
          </p:nvSpPr>
          <p:spPr>
            <a:xfrm rot="-2700000" flipH="1">
              <a:off x="5538005" y="2712484"/>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9"/>
            <p:cNvSpPr/>
            <p:nvPr/>
          </p:nvSpPr>
          <p:spPr>
            <a:xfrm rot="2700000">
              <a:off x="2863367" y="2712484"/>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9"/>
            <p:cNvSpPr/>
            <p:nvPr/>
          </p:nvSpPr>
          <p:spPr>
            <a:xfrm rot="8100000">
              <a:off x="4882930" y="1592385"/>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9"/>
            <p:cNvSpPr/>
            <p:nvPr/>
          </p:nvSpPr>
          <p:spPr>
            <a:xfrm rot="8100000">
              <a:off x="3539280" y="1592385"/>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 name="Google Shape;1362;p89"/>
          <p:cNvGrpSpPr/>
          <p:nvPr/>
        </p:nvGrpSpPr>
        <p:grpSpPr>
          <a:xfrm>
            <a:off x="3599918" y="2334075"/>
            <a:ext cx="1944166" cy="1559600"/>
            <a:chOff x="3599918" y="2334075"/>
            <a:chExt cx="1944166" cy="1559600"/>
          </a:xfrm>
        </p:grpSpPr>
        <p:cxnSp>
          <p:nvCxnSpPr>
            <p:cNvPr id="1363" name="Google Shape;1363;p89"/>
            <p:cNvCxnSpPr/>
            <p:nvPr/>
          </p:nvCxnSpPr>
          <p:spPr>
            <a:xfrm>
              <a:off x="3904350" y="2339400"/>
              <a:ext cx="672000" cy="221100"/>
            </a:xfrm>
            <a:prstGeom prst="bentConnector3">
              <a:avLst>
                <a:gd name="adj1" fmla="val -792"/>
              </a:avLst>
            </a:prstGeom>
            <a:noFill/>
            <a:ln w="9525" cap="flat" cmpd="sng">
              <a:solidFill>
                <a:schemeClr val="accent1"/>
              </a:solidFill>
              <a:prstDash val="solid"/>
              <a:round/>
              <a:headEnd type="none" w="med" len="med"/>
              <a:tailEnd type="none" w="med" len="med"/>
            </a:ln>
          </p:spPr>
        </p:cxnSp>
        <p:cxnSp>
          <p:nvCxnSpPr>
            <p:cNvPr id="1364" name="Google Shape;1364;p89"/>
            <p:cNvCxnSpPr/>
            <p:nvPr/>
          </p:nvCxnSpPr>
          <p:spPr>
            <a:xfrm flipH="1">
              <a:off x="4576400" y="2334075"/>
              <a:ext cx="684600" cy="226500"/>
            </a:xfrm>
            <a:prstGeom prst="bentConnector3">
              <a:avLst>
                <a:gd name="adj1" fmla="val 0"/>
              </a:avLst>
            </a:prstGeom>
            <a:noFill/>
            <a:ln w="9525" cap="flat" cmpd="sng">
              <a:solidFill>
                <a:schemeClr val="accent1"/>
              </a:solidFill>
              <a:prstDash val="solid"/>
              <a:round/>
              <a:headEnd type="none" w="med" len="med"/>
              <a:tailEnd type="none" w="med" len="med"/>
            </a:ln>
          </p:spPr>
        </p:cxnSp>
        <p:cxnSp>
          <p:nvCxnSpPr>
            <p:cNvPr id="1365" name="Google Shape;1365;p89"/>
            <p:cNvCxnSpPr/>
            <p:nvPr/>
          </p:nvCxnSpPr>
          <p:spPr>
            <a:xfrm rot="10800000" flipH="1">
              <a:off x="3899025" y="3670175"/>
              <a:ext cx="677400" cy="223500"/>
            </a:xfrm>
            <a:prstGeom prst="bentConnector3">
              <a:avLst>
                <a:gd name="adj1" fmla="val 786"/>
              </a:avLst>
            </a:prstGeom>
            <a:noFill/>
            <a:ln w="9525" cap="flat" cmpd="sng">
              <a:solidFill>
                <a:schemeClr val="accent1"/>
              </a:solidFill>
              <a:prstDash val="solid"/>
              <a:round/>
              <a:headEnd type="none" w="med" len="med"/>
              <a:tailEnd type="none" w="med" len="med"/>
            </a:ln>
          </p:spPr>
        </p:cxnSp>
        <p:cxnSp>
          <p:nvCxnSpPr>
            <p:cNvPr id="1366" name="Google Shape;1366;p89"/>
            <p:cNvCxnSpPr/>
            <p:nvPr/>
          </p:nvCxnSpPr>
          <p:spPr>
            <a:xfrm rot="10800000">
              <a:off x="4576400" y="3670175"/>
              <a:ext cx="684600" cy="223500"/>
            </a:xfrm>
            <a:prstGeom prst="bentConnector3">
              <a:avLst>
                <a:gd name="adj1" fmla="val 778"/>
              </a:avLst>
            </a:prstGeom>
            <a:noFill/>
            <a:ln w="9525" cap="flat" cmpd="sng">
              <a:solidFill>
                <a:schemeClr val="accent1"/>
              </a:solidFill>
              <a:prstDash val="solid"/>
              <a:round/>
              <a:headEnd type="none" w="med" len="med"/>
              <a:tailEnd type="none" w="med" len="med"/>
            </a:ln>
          </p:spPr>
        </p:cxnSp>
        <p:cxnSp>
          <p:nvCxnSpPr>
            <p:cNvPr id="1367" name="Google Shape;1367;p89"/>
            <p:cNvCxnSpPr/>
            <p:nvPr/>
          </p:nvCxnSpPr>
          <p:spPr>
            <a:xfrm>
              <a:off x="3599918" y="3081825"/>
              <a:ext cx="966000" cy="93000"/>
            </a:xfrm>
            <a:prstGeom prst="bentConnector3">
              <a:avLst>
                <a:gd name="adj1" fmla="val 50000"/>
              </a:avLst>
            </a:prstGeom>
            <a:noFill/>
            <a:ln w="9525" cap="flat" cmpd="sng">
              <a:solidFill>
                <a:schemeClr val="accent1"/>
              </a:solidFill>
              <a:prstDash val="solid"/>
              <a:round/>
              <a:headEnd type="none" w="med" len="med"/>
              <a:tailEnd type="none" w="med" len="med"/>
            </a:ln>
          </p:spPr>
        </p:cxnSp>
        <p:cxnSp>
          <p:nvCxnSpPr>
            <p:cNvPr id="1368" name="Google Shape;1368;p89"/>
            <p:cNvCxnSpPr/>
            <p:nvPr/>
          </p:nvCxnSpPr>
          <p:spPr>
            <a:xfrm flipH="1">
              <a:off x="4566684" y="3081825"/>
              <a:ext cx="977400" cy="93000"/>
            </a:xfrm>
            <a:prstGeom prst="bentConnector3">
              <a:avLst>
                <a:gd name="adj1" fmla="val 50000"/>
              </a:avLst>
            </a:prstGeom>
            <a:noFill/>
            <a:ln w="9525" cap="flat" cmpd="sng">
              <a:solidFill>
                <a:schemeClr val="accent1"/>
              </a:solidFill>
              <a:prstDash val="solid"/>
              <a:round/>
              <a:headEnd type="none" w="med" len="med"/>
              <a:tailEnd type="none" w="med" len="med"/>
            </a:ln>
          </p:spPr>
        </p:cxnSp>
      </p:grpSp>
      <p:sp>
        <p:nvSpPr>
          <p:cNvPr id="1369" name="Google Shape;1369;p89"/>
          <p:cNvSpPr txBox="1"/>
          <p:nvPr/>
        </p:nvSpPr>
        <p:spPr>
          <a:xfrm>
            <a:off x="1464725" y="1831315"/>
            <a:ext cx="1918500" cy="6699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370" name="Google Shape;1370;p89"/>
          <p:cNvSpPr txBox="1"/>
          <p:nvPr/>
        </p:nvSpPr>
        <p:spPr>
          <a:xfrm>
            <a:off x="6337800" y="2946975"/>
            <a:ext cx="1749900" cy="669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371" name="Google Shape;1371;p89"/>
          <p:cNvSpPr txBox="1"/>
          <p:nvPr/>
        </p:nvSpPr>
        <p:spPr>
          <a:xfrm>
            <a:off x="887700" y="2946975"/>
            <a:ext cx="1918500" cy="669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Darker Grotesque"/>
                <a:ea typeface="Darker Grotesque"/>
                <a:cs typeface="Darker Grotesque"/>
                <a:sym typeface="Darker Grotesque"/>
              </a:rPr>
              <a:t>It’s the star at the center of the Solar System</a:t>
            </a:r>
            <a:endParaRPr>
              <a:solidFill>
                <a:schemeClr val="dk1"/>
              </a:solidFill>
              <a:latin typeface="Darker Grotesque"/>
              <a:ea typeface="Darker Grotesque"/>
              <a:cs typeface="Darker Grotesque"/>
              <a:sym typeface="Darker Grotesque"/>
            </a:endParaRPr>
          </a:p>
        </p:txBody>
      </p:sp>
      <p:sp>
        <p:nvSpPr>
          <p:cNvPr id="1372" name="Google Shape;1372;p89"/>
          <p:cNvSpPr txBox="1"/>
          <p:nvPr/>
        </p:nvSpPr>
        <p:spPr>
          <a:xfrm>
            <a:off x="5776800" y="1831325"/>
            <a:ext cx="1918500" cy="669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Saturn is a gas giant and has several rings</a:t>
            </a:r>
            <a:endParaRPr>
              <a:solidFill>
                <a:schemeClr val="dk1"/>
              </a:solidFill>
              <a:latin typeface="Darker Grotesque"/>
              <a:ea typeface="Darker Grotesque"/>
              <a:cs typeface="Darker Grotesque"/>
              <a:sym typeface="Darker Grotesque"/>
            </a:endParaRPr>
          </a:p>
        </p:txBody>
      </p:sp>
      <p:sp>
        <p:nvSpPr>
          <p:cNvPr id="1373" name="Google Shape;1373;p89"/>
          <p:cNvSpPr txBox="1"/>
          <p:nvPr/>
        </p:nvSpPr>
        <p:spPr>
          <a:xfrm>
            <a:off x="5776800" y="4062627"/>
            <a:ext cx="1918500" cy="669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of them all</a:t>
            </a:r>
            <a:endParaRPr>
              <a:solidFill>
                <a:schemeClr val="dk1"/>
              </a:solidFill>
              <a:latin typeface="Darker Grotesque"/>
              <a:ea typeface="Darker Grotesque"/>
              <a:cs typeface="Darker Grotesque"/>
              <a:sym typeface="Darker Grotesque"/>
            </a:endParaRPr>
          </a:p>
        </p:txBody>
      </p:sp>
      <p:sp>
        <p:nvSpPr>
          <p:cNvPr id="1374" name="Google Shape;1374;p89"/>
          <p:cNvSpPr txBox="1"/>
          <p:nvPr/>
        </p:nvSpPr>
        <p:spPr>
          <a:xfrm>
            <a:off x="1464725" y="4062625"/>
            <a:ext cx="1918500" cy="6699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375" name="Google Shape;1375;p89"/>
          <p:cNvSpPr/>
          <p:nvPr/>
        </p:nvSpPr>
        <p:spPr>
          <a:xfrm>
            <a:off x="3929813" y="2473953"/>
            <a:ext cx="1282491" cy="1282515"/>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6" name="Google Shape;1376;p89"/>
          <p:cNvGrpSpPr/>
          <p:nvPr/>
        </p:nvGrpSpPr>
        <p:grpSpPr>
          <a:xfrm>
            <a:off x="5776795" y="2969181"/>
            <a:ext cx="319692" cy="319665"/>
            <a:chOff x="-5276050" y="2037975"/>
            <a:chExt cx="292250" cy="292225"/>
          </a:xfrm>
        </p:grpSpPr>
        <p:sp>
          <p:nvSpPr>
            <p:cNvPr id="1377" name="Google Shape;1377;p89"/>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9"/>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9"/>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89"/>
          <p:cNvGrpSpPr/>
          <p:nvPr/>
        </p:nvGrpSpPr>
        <p:grpSpPr>
          <a:xfrm>
            <a:off x="2969109" y="1689293"/>
            <a:ext cx="3194232" cy="2851758"/>
            <a:chOff x="2969109" y="1551828"/>
            <a:chExt cx="3194232" cy="2851758"/>
          </a:xfrm>
        </p:grpSpPr>
        <p:grpSp>
          <p:nvGrpSpPr>
            <p:cNvPr id="1381" name="Google Shape;1381;p89"/>
            <p:cNvGrpSpPr/>
            <p:nvPr/>
          </p:nvGrpSpPr>
          <p:grpSpPr>
            <a:xfrm>
              <a:off x="3649474" y="1551828"/>
              <a:ext cx="2513868" cy="2851758"/>
              <a:chOff x="3462688" y="1418586"/>
              <a:chExt cx="2996267" cy="3398997"/>
            </a:xfrm>
          </p:grpSpPr>
          <p:sp>
            <p:nvSpPr>
              <p:cNvPr id="1382" name="Google Shape;1382;p89"/>
              <p:cNvSpPr/>
              <p:nvPr/>
            </p:nvSpPr>
            <p:spPr>
              <a:xfrm>
                <a:off x="5057038" y="1418586"/>
                <a:ext cx="627722" cy="6277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9"/>
              <p:cNvSpPr/>
              <p:nvPr/>
            </p:nvSpPr>
            <p:spPr>
              <a:xfrm>
                <a:off x="3462688" y="1418586"/>
                <a:ext cx="627722" cy="6277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9"/>
              <p:cNvSpPr/>
              <p:nvPr/>
            </p:nvSpPr>
            <p:spPr>
              <a:xfrm>
                <a:off x="5831234" y="2732977"/>
                <a:ext cx="627722" cy="651623"/>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9"/>
              <p:cNvSpPr/>
              <p:nvPr/>
            </p:nvSpPr>
            <p:spPr>
              <a:xfrm>
                <a:off x="5057038" y="4189861"/>
                <a:ext cx="627722" cy="6277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9"/>
              <p:cNvSpPr/>
              <p:nvPr/>
            </p:nvSpPr>
            <p:spPr>
              <a:xfrm>
                <a:off x="3462688" y="4189861"/>
                <a:ext cx="627722" cy="6277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 name="Google Shape;1387;p89"/>
            <p:cNvSpPr/>
            <p:nvPr/>
          </p:nvSpPr>
          <p:spPr>
            <a:xfrm>
              <a:off x="2969109" y="2666328"/>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 name="Google Shape;1388;p89"/>
          <p:cNvGrpSpPr/>
          <p:nvPr/>
        </p:nvGrpSpPr>
        <p:grpSpPr>
          <a:xfrm>
            <a:off x="3766624" y="1781148"/>
            <a:ext cx="286046" cy="338202"/>
            <a:chOff x="4018155" y="2199864"/>
            <a:chExt cx="286018" cy="338168"/>
          </a:xfrm>
        </p:grpSpPr>
        <p:sp>
          <p:nvSpPr>
            <p:cNvPr id="1389" name="Google Shape;1389;p89"/>
            <p:cNvSpPr/>
            <p:nvPr/>
          </p:nvSpPr>
          <p:spPr>
            <a:xfrm>
              <a:off x="4018155" y="2199864"/>
              <a:ext cx="286018" cy="338168"/>
            </a:xfrm>
            <a:custGeom>
              <a:avLst/>
              <a:gdLst/>
              <a:ahLst/>
              <a:cxnLst/>
              <a:rect l="l" t="t" r="r" b="b"/>
              <a:pathLst>
                <a:path w="10607" h="12541" extrusionOk="0">
                  <a:moveTo>
                    <a:pt x="7873" y="4070"/>
                  </a:moveTo>
                  <a:lnTo>
                    <a:pt x="7873" y="8486"/>
                  </a:lnTo>
                  <a:lnTo>
                    <a:pt x="2734" y="8486"/>
                  </a:lnTo>
                  <a:lnTo>
                    <a:pt x="2734" y="4070"/>
                  </a:lnTo>
                  <a:close/>
                  <a:moveTo>
                    <a:pt x="4935" y="755"/>
                  </a:moveTo>
                  <a:lnTo>
                    <a:pt x="4935" y="3332"/>
                  </a:lnTo>
                  <a:lnTo>
                    <a:pt x="1995" y="3332"/>
                  </a:lnTo>
                  <a:lnTo>
                    <a:pt x="1995" y="9209"/>
                  </a:lnTo>
                  <a:lnTo>
                    <a:pt x="4935" y="9209"/>
                  </a:lnTo>
                  <a:lnTo>
                    <a:pt x="4935" y="11801"/>
                  </a:lnTo>
                  <a:cubicBezTo>
                    <a:pt x="2592" y="11613"/>
                    <a:pt x="738" y="9633"/>
                    <a:pt x="738" y="7244"/>
                  </a:cubicBezTo>
                  <a:lnTo>
                    <a:pt x="738" y="5295"/>
                  </a:lnTo>
                  <a:cubicBezTo>
                    <a:pt x="738" y="2907"/>
                    <a:pt x="2592" y="943"/>
                    <a:pt x="4935" y="755"/>
                  </a:cubicBezTo>
                  <a:close/>
                  <a:moveTo>
                    <a:pt x="5672" y="755"/>
                  </a:moveTo>
                  <a:cubicBezTo>
                    <a:pt x="8015" y="943"/>
                    <a:pt x="9869" y="2907"/>
                    <a:pt x="9869" y="5295"/>
                  </a:cubicBezTo>
                  <a:lnTo>
                    <a:pt x="9869" y="7244"/>
                  </a:lnTo>
                  <a:cubicBezTo>
                    <a:pt x="9869" y="9633"/>
                    <a:pt x="8015" y="11613"/>
                    <a:pt x="5672" y="11801"/>
                  </a:cubicBezTo>
                  <a:lnTo>
                    <a:pt x="5672" y="9209"/>
                  </a:lnTo>
                  <a:lnTo>
                    <a:pt x="8612" y="9209"/>
                  </a:lnTo>
                  <a:lnTo>
                    <a:pt x="8612" y="3332"/>
                  </a:lnTo>
                  <a:lnTo>
                    <a:pt x="5672" y="3332"/>
                  </a:lnTo>
                  <a:lnTo>
                    <a:pt x="5672" y="755"/>
                  </a:lnTo>
                  <a:close/>
                  <a:moveTo>
                    <a:pt x="5295" y="0"/>
                  </a:moveTo>
                  <a:cubicBezTo>
                    <a:pt x="3881" y="0"/>
                    <a:pt x="2561" y="550"/>
                    <a:pt x="1555" y="1555"/>
                  </a:cubicBezTo>
                  <a:cubicBezTo>
                    <a:pt x="550" y="2561"/>
                    <a:pt x="0" y="3881"/>
                    <a:pt x="0" y="5295"/>
                  </a:cubicBezTo>
                  <a:lnTo>
                    <a:pt x="0" y="7244"/>
                  </a:lnTo>
                  <a:cubicBezTo>
                    <a:pt x="0" y="8658"/>
                    <a:pt x="550" y="9995"/>
                    <a:pt x="1555" y="11000"/>
                  </a:cubicBezTo>
                  <a:cubicBezTo>
                    <a:pt x="2561" y="11990"/>
                    <a:pt x="3881" y="12540"/>
                    <a:pt x="5295" y="12540"/>
                  </a:cubicBezTo>
                  <a:cubicBezTo>
                    <a:pt x="6710" y="12540"/>
                    <a:pt x="8046" y="11990"/>
                    <a:pt x="9052" y="11000"/>
                  </a:cubicBezTo>
                  <a:cubicBezTo>
                    <a:pt x="10057" y="9995"/>
                    <a:pt x="10607" y="8658"/>
                    <a:pt x="10607" y="7244"/>
                  </a:cubicBezTo>
                  <a:lnTo>
                    <a:pt x="10607" y="5295"/>
                  </a:lnTo>
                  <a:cubicBezTo>
                    <a:pt x="10607" y="3881"/>
                    <a:pt x="10057" y="2561"/>
                    <a:pt x="9052" y="1555"/>
                  </a:cubicBezTo>
                  <a:cubicBezTo>
                    <a:pt x="8046" y="550"/>
                    <a:pt x="6710" y="0"/>
                    <a:pt x="529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9"/>
            <p:cNvSpPr/>
            <p:nvPr/>
          </p:nvSpPr>
          <p:spPr>
            <a:xfrm>
              <a:off x="4111781" y="2329518"/>
              <a:ext cx="59350" cy="79250"/>
            </a:xfrm>
            <a:custGeom>
              <a:avLst/>
              <a:gdLst/>
              <a:ahLst/>
              <a:cxnLst/>
              <a:rect l="l" t="t" r="r" b="b"/>
              <a:pathLst>
                <a:path w="2201" h="2939" extrusionOk="0">
                  <a:moveTo>
                    <a:pt x="1463" y="739"/>
                  </a:moveTo>
                  <a:lnTo>
                    <a:pt x="1463" y="1462"/>
                  </a:lnTo>
                  <a:lnTo>
                    <a:pt x="723" y="1462"/>
                  </a:lnTo>
                  <a:lnTo>
                    <a:pt x="723" y="739"/>
                  </a:lnTo>
                  <a:close/>
                  <a:moveTo>
                    <a:pt x="0" y="1"/>
                  </a:moveTo>
                  <a:lnTo>
                    <a:pt x="0" y="2939"/>
                  </a:lnTo>
                  <a:lnTo>
                    <a:pt x="723" y="2939"/>
                  </a:lnTo>
                  <a:lnTo>
                    <a:pt x="723" y="2201"/>
                  </a:lnTo>
                  <a:lnTo>
                    <a:pt x="1463" y="2201"/>
                  </a:lnTo>
                  <a:lnTo>
                    <a:pt x="1463" y="2939"/>
                  </a:lnTo>
                  <a:lnTo>
                    <a:pt x="2200" y="2939"/>
                  </a:lnTo>
                  <a:lnTo>
                    <a:pt x="220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9"/>
            <p:cNvSpPr/>
            <p:nvPr/>
          </p:nvSpPr>
          <p:spPr>
            <a:xfrm>
              <a:off x="4191035" y="2329518"/>
              <a:ext cx="19523" cy="79250"/>
            </a:xfrm>
            <a:custGeom>
              <a:avLst/>
              <a:gdLst/>
              <a:ahLst/>
              <a:cxnLst/>
              <a:rect l="l" t="t" r="r" b="b"/>
              <a:pathLst>
                <a:path w="724" h="2939" extrusionOk="0">
                  <a:moveTo>
                    <a:pt x="1" y="1"/>
                  </a:moveTo>
                  <a:lnTo>
                    <a:pt x="1" y="2939"/>
                  </a:lnTo>
                  <a:lnTo>
                    <a:pt x="724" y="2939"/>
                  </a:lnTo>
                  <a:lnTo>
                    <a:pt x="72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89"/>
          <p:cNvGrpSpPr/>
          <p:nvPr/>
        </p:nvGrpSpPr>
        <p:grpSpPr>
          <a:xfrm>
            <a:off x="3749849" y="4150989"/>
            <a:ext cx="319675" cy="281979"/>
            <a:chOff x="1533193" y="2812617"/>
            <a:chExt cx="409787" cy="361466"/>
          </a:xfrm>
        </p:grpSpPr>
        <p:sp>
          <p:nvSpPr>
            <p:cNvPr id="1393" name="Google Shape;1393;p89"/>
            <p:cNvSpPr/>
            <p:nvPr/>
          </p:nvSpPr>
          <p:spPr>
            <a:xfrm>
              <a:off x="1533193" y="2812617"/>
              <a:ext cx="409787" cy="361466"/>
            </a:xfrm>
            <a:custGeom>
              <a:avLst/>
              <a:gdLst/>
              <a:ahLst/>
              <a:cxnLst/>
              <a:rect l="l" t="t" r="r" b="b"/>
              <a:pathLst>
                <a:path w="15197" h="13405" extrusionOk="0">
                  <a:moveTo>
                    <a:pt x="14301" y="880"/>
                  </a:moveTo>
                  <a:lnTo>
                    <a:pt x="14301" y="8958"/>
                  </a:lnTo>
                  <a:lnTo>
                    <a:pt x="896" y="8958"/>
                  </a:lnTo>
                  <a:lnTo>
                    <a:pt x="896" y="880"/>
                  </a:lnTo>
                  <a:close/>
                  <a:moveTo>
                    <a:pt x="14301" y="9838"/>
                  </a:moveTo>
                  <a:lnTo>
                    <a:pt x="14301" y="10733"/>
                  </a:lnTo>
                  <a:lnTo>
                    <a:pt x="896" y="10733"/>
                  </a:lnTo>
                  <a:lnTo>
                    <a:pt x="896" y="9838"/>
                  </a:lnTo>
                  <a:close/>
                  <a:moveTo>
                    <a:pt x="8487" y="11629"/>
                  </a:moveTo>
                  <a:lnTo>
                    <a:pt x="8487" y="12509"/>
                  </a:lnTo>
                  <a:lnTo>
                    <a:pt x="6710" y="12509"/>
                  </a:lnTo>
                  <a:lnTo>
                    <a:pt x="6710" y="11629"/>
                  </a:lnTo>
                  <a:close/>
                  <a:moveTo>
                    <a:pt x="1" y="0"/>
                  </a:moveTo>
                  <a:lnTo>
                    <a:pt x="1" y="11629"/>
                  </a:lnTo>
                  <a:lnTo>
                    <a:pt x="5815" y="11629"/>
                  </a:lnTo>
                  <a:lnTo>
                    <a:pt x="5815" y="12509"/>
                  </a:lnTo>
                  <a:lnTo>
                    <a:pt x="1776" y="12509"/>
                  </a:lnTo>
                  <a:lnTo>
                    <a:pt x="1776" y="13404"/>
                  </a:lnTo>
                  <a:lnTo>
                    <a:pt x="13405" y="13404"/>
                  </a:lnTo>
                  <a:lnTo>
                    <a:pt x="13405" y="12509"/>
                  </a:lnTo>
                  <a:lnTo>
                    <a:pt x="9382" y="12509"/>
                  </a:lnTo>
                  <a:lnTo>
                    <a:pt x="9382" y="11629"/>
                  </a:lnTo>
                  <a:lnTo>
                    <a:pt x="15196" y="11629"/>
                  </a:lnTo>
                  <a:lnTo>
                    <a:pt x="151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9"/>
            <p:cNvSpPr/>
            <p:nvPr/>
          </p:nvSpPr>
          <p:spPr>
            <a:xfrm>
              <a:off x="1677273" y="2860482"/>
              <a:ext cx="121639" cy="169529"/>
            </a:xfrm>
            <a:custGeom>
              <a:avLst/>
              <a:gdLst/>
              <a:ahLst/>
              <a:cxnLst/>
              <a:rect l="l" t="t" r="r" b="b"/>
              <a:pathLst>
                <a:path w="4511" h="6287" extrusionOk="0">
                  <a:moveTo>
                    <a:pt x="2247" y="897"/>
                  </a:moveTo>
                  <a:cubicBezTo>
                    <a:pt x="2750" y="897"/>
                    <a:pt x="3144" y="1289"/>
                    <a:pt x="3144" y="1777"/>
                  </a:cubicBezTo>
                  <a:cubicBezTo>
                    <a:pt x="3144" y="2263"/>
                    <a:pt x="2750" y="2672"/>
                    <a:pt x="2247" y="2672"/>
                  </a:cubicBezTo>
                  <a:cubicBezTo>
                    <a:pt x="1761" y="2672"/>
                    <a:pt x="1367" y="2263"/>
                    <a:pt x="1367" y="1777"/>
                  </a:cubicBezTo>
                  <a:cubicBezTo>
                    <a:pt x="1367" y="1289"/>
                    <a:pt x="1761" y="897"/>
                    <a:pt x="2247" y="897"/>
                  </a:cubicBezTo>
                  <a:close/>
                  <a:moveTo>
                    <a:pt x="2247" y="3552"/>
                  </a:moveTo>
                  <a:cubicBezTo>
                    <a:pt x="3002" y="3552"/>
                    <a:pt x="3615" y="4166"/>
                    <a:pt x="3615" y="4920"/>
                  </a:cubicBezTo>
                  <a:lnTo>
                    <a:pt x="3615" y="5391"/>
                  </a:lnTo>
                  <a:lnTo>
                    <a:pt x="881" y="5391"/>
                  </a:lnTo>
                  <a:lnTo>
                    <a:pt x="881" y="4920"/>
                  </a:lnTo>
                  <a:cubicBezTo>
                    <a:pt x="881" y="4166"/>
                    <a:pt x="1493" y="3552"/>
                    <a:pt x="2247" y="3552"/>
                  </a:cubicBezTo>
                  <a:close/>
                  <a:moveTo>
                    <a:pt x="2247" y="1"/>
                  </a:moveTo>
                  <a:cubicBezTo>
                    <a:pt x="1273" y="1"/>
                    <a:pt x="472" y="803"/>
                    <a:pt x="472" y="1777"/>
                  </a:cubicBezTo>
                  <a:cubicBezTo>
                    <a:pt x="472" y="2280"/>
                    <a:pt x="676" y="2720"/>
                    <a:pt x="1007" y="3049"/>
                  </a:cubicBezTo>
                  <a:cubicBezTo>
                    <a:pt x="393" y="3458"/>
                    <a:pt x="1" y="4149"/>
                    <a:pt x="1" y="4920"/>
                  </a:cubicBezTo>
                  <a:lnTo>
                    <a:pt x="1" y="6286"/>
                  </a:lnTo>
                  <a:lnTo>
                    <a:pt x="4510" y="6286"/>
                  </a:lnTo>
                  <a:lnTo>
                    <a:pt x="4510" y="4920"/>
                  </a:lnTo>
                  <a:cubicBezTo>
                    <a:pt x="4510" y="4149"/>
                    <a:pt x="4102" y="3458"/>
                    <a:pt x="3505" y="3049"/>
                  </a:cubicBezTo>
                  <a:cubicBezTo>
                    <a:pt x="3835" y="2720"/>
                    <a:pt x="4039" y="2280"/>
                    <a:pt x="4039" y="1777"/>
                  </a:cubicBezTo>
                  <a:cubicBezTo>
                    <a:pt x="4039" y="803"/>
                    <a:pt x="3238" y="1"/>
                    <a:pt x="224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9"/>
            <p:cNvSpPr/>
            <p:nvPr/>
          </p:nvSpPr>
          <p:spPr>
            <a:xfrm>
              <a:off x="1581085" y="3005857"/>
              <a:ext cx="24188" cy="24161"/>
            </a:xfrm>
            <a:custGeom>
              <a:avLst/>
              <a:gdLst/>
              <a:ahLst/>
              <a:cxnLst/>
              <a:rect l="l" t="t" r="r" b="b"/>
              <a:pathLst>
                <a:path w="897" h="896" extrusionOk="0">
                  <a:moveTo>
                    <a:pt x="0" y="0"/>
                  </a:moveTo>
                  <a:lnTo>
                    <a:pt x="0" y="895"/>
                  </a:lnTo>
                  <a:lnTo>
                    <a:pt x="896" y="895"/>
                  </a:lnTo>
                  <a:lnTo>
                    <a:pt x="8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89"/>
            <p:cNvSpPr/>
            <p:nvPr/>
          </p:nvSpPr>
          <p:spPr>
            <a:xfrm>
              <a:off x="1629381" y="3005857"/>
              <a:ext cx="23756" cy="24161"/>
            </a:xfrm>
            <a:custGeom>
              <a:avLst/>
              <a:gdLst/>
              <a:ahLst/>
              <a:cxnLst/>
              <a:rect l="l" t="t" r="r" b="b"/>
              <a:pathLst>
                <a:path w="881" h="896" extrusionOk="0">
                  <a:moveTo>
                    <a:pt x="0" y="0"/>
                  </a:moveTo>
                  <a:lnTo>
                    <a:pt x="0" y="895"/>
                  </a:lnTo>
                  <a:lnTo>
                    <a:pt x="880" y="895"/>
                  </a:lnTo>
                  <a:lnTo>
                    <a:pt x="88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9"/>
            <p:cNvSpPr/>
            <p:nvPr/>
          </p:nvSpPr>
          <p:spPr>
            <a:xfrm>
              <a:off x="1581085" y="2957938"/>
              <a:ext cx="24188" cy="24215"/>
            </a:xfrm>
            <a:custGeom>
              <a:avLst/>
              <a:gdLst/>
              <a:ahLst/>
              <a:cxnLst/>
              <a:rect l="l" t="t" r="r" b="b"/>
              <a:pathLst>
                <a:path w="897" h="898" extrusionOk="0">
                  <a:moveTo>
                    <a:pt x="0" y="1"/>
                  </a:moveTo>
                  <a:lnTo>
                    <a:pt x="0" y="897"/>
                  </a:lnTo>
                  <a:lnTo>
                    <a:pt x="896" y="897"/>
                  </a:lnTo>
                  <a:lnTo>
                    <a:pt x="89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9"/>
            <p:cNvSpPr/>
            <p:nvPr/>
          </p:nvSpPr>
          <p:spPr>
            <a:xfrm>
              <a:off x="1629381" y="2957938"/>
              <a:ext cx="23756" cy="24215"/>
            </a:xfrm>
            <a:custGeom>
              <a:avLst/>
              <a:gdLst/>
              <a:ahLst/>
              <a:cxnLst/>
              <a:rect l="l" t="t" r="r" b="b"/>
              <a:pathLst>
                <a:path w="881" h="898" extrusionOk="0">
                  <a:moveTo>
                    <a:pt x="0" y="1"/>
                  </a:moveTo>
                  <a:lnTo>
                    <a:pt x="0" y="897"/>
                  </a:lnTo>
                  <a:lnTo>
                    <a:pt x="880" y="897"/>
                  </a:lnTo>
                  <a:lnTo>
                    <a:pt x="88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89"/>
            <p:cNvSpPr/>
            <p:nvPr/>
          </p:nvSpPr>
          <p:spPr>
            <a:xfrm>
              <a:off x="1581085" y="2910073"/>
              <a:ext cx="24188" cy="24161"/>
            </a:xfrm>
            <a:custGeom>
              <a:avLst/>
              <a:gdLst/>
              <a:ahLst/>
              <a:cxnLst/>
              <a:rect l="l" t="t" r="r" b="b"/>
              <a:pathLst>
                <a:path w="897" h="896" extrusionOk="0">
                  <a:moveTo>
                    <a:pt x="0" y="1"/>
                  </a:moveTo>
                  <a:lnTo>
                    <a:pt x="0" y="896"/>
                  </a:lnTo>
                  <a:lnTo>
                    <a:pt x="896" y="896"/>
                  </a:lnTo>
                  <a:lnTo>
                    <a:pt x="89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9"/>
            <p:cNvSpPr/>
            <p:nvPr/>
          </p:nvSpPr>
          <p:spPr>
            <a:xfrm>
              <a:off x="1629381" y="2910073"/>
              <a:ext cx="23756" cy="24161"/>
            </a:xfrm>
            <a:custGeom>
              <a:avLst/>
              <a:gdLst/>
              <a:ahLst/>
              <a:cxnLst/>
              <a:rect l="l" t="t" r="r" b="b"/>
              <a:pathLst>
                <a:path w="881" h="896" extrusionOk="0">
                  <a:moveTo>
                    <a:pt x="0" y="1"/>
                  </a:moveTo>
                  <a:lnTo>
                    <a:pt x="0" y="896"/>
                  </a:lnTo>
                  <a:lnTo>
                    <a:pt x="880" y="896"/>
                  </a:lnTo>
                  <a:lnTo>
                    <a:pt x="88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9"/>
            <p:cNvSpPr/>
            <p:nvPr/>
          </p:nvSpPr>
          <p:spPr>
            <a:xfrm>
              <a:off x="1581085" y="2862181"/>
              <a:ext cx="24188" cy="23756"/>
            </a:xfrm>
            <a:custGeom>
              <a:avLst/>
              <a:gdLst/>
              <a:ahLst/>
              <a:cxnLst/>
              <a:rect l="l" t="t" r="r" b="b"/>
              <a:pathLst>
                <a:path w="897" h="881" extrusionOk="0">
                  <a:moveTo>
                    <a:pt x="0" y="0"/>
                  </a:moveTo>
                  <a:lnTo>
                    <a:pt x="0" y="880"/>
                  </a:lnTo>
                  <a:lnTo>
                    <a:pt x="896" y="880"/>
                  </a:lnTo>
                  <a:lnTo>
                    <a:pt x="8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89"/>
            <p:cNvSpPr/>
            <p:nvPr/>
          </p:nvSpPr>
          <p:spPr>
            <a:xfrm>
              <a:off x="1629381" y="2862181"/>
              <a:ext cx="23756" cy="23756"/>
            </a:xfrm>
            <a:custGeom>
              <a:avLst/>
              <a:gdLst/>
              <a:ahLst/>
              <a:cxnLst/>
              <a:rect l="l" t="t" r="r" b="b"/>
              <a:pathLst>
                <a:path w="881" h="881" extrusionOk="0">
                  <a:moveTo>
                    <a:pt x="0" y="0"/>
                  </a:moveTo>
                  <a:lnTo>
                    <a:pt x="0" y="880"/>
                  </a:lnTo>
                  <a:lnTo>
                    <a:pt x="880" y="880"/>
                  </a:lnTo>
                  <a:lnTo>
                    <a:pt x="88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9"/>
            <p:cNvSpPr/>
            <p:nvPr/>
          </p:nvSpPr>
          <p:spPr>
            <a:xfrm>
              <a:off x="1822621" y="3005857"/>
              <a:ext cx="24188" cy="24161"/>
            </a:xfrm>
            <a:custGeom>
              <a:avLst/>
              <a:gdLst/>
              <a:ahLst/>
              <a:cxnLst/>
              <a:rect l="l" t="t" r="r" b="b"/>
              <a:pathLst>
                <a:path w="897" h="896" extrusionOk="0">
                  <a:moveTo>
                    <a:pt x="0" y="0"/>
                  </a:moveTo>
                  <a:lnTo>
                    <a:pt x="0" y="895"/>
                  </a:lnTo>
                  <a:lnTo>
                    <a:pt x="897" y="895"/>
                  </a:lnTo>
                  <a:lnTo>
                    <a:pt x="89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9"/>
            <p:cNvSpPr/>
            <p:nvPr/>
          </p:nvSpPr>
          <p:spPr>
            <a:xfrm>
              <a:off x="1870917" y="3005857"/>
              <a:ext cx="23756" cy="24161"/>
            </a:xfrm>
            <a:custGeom>
              <a:avLst/>
              <a:gdLst/>
              <a:ahLst/>
              <a:cxnLst/>
              <a:rect l="l" t="t" r="r" b="b"/>
              <a:pathLst>
                <a:path w="881" h="896" extrusionOk="0">
                  <a:moveTo>
                    <a:pt x="1" y="0"/>
                  </a:moveTo>
                  <a:lnTo>
                    <a:pt x="1" y="895"/>
                  </a:lnTo>
                  <a:lnTo>
                    <a:pt x="881" y="895"/>
                  </a:lnTo>
                  <a:lnTo>
                    <a:pt x="88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9"/>
            <p:cNvSpPr/>
            <p:nvPr/>
          </p:nvSpPr>
          <p:spPr>
            <a:xfrm>
              <a:off x="1822621" y="2957938"/>
              <a:ext cx="24188" cy="24215"/>
            </a:xfrm>
            <a:custGeom>
              <a:avLst/>
              <a:gdLst/>
              <a:ahLst/>
              <a:cxnLst/>
              <a:rect l="l" t="t" r="r" b="b"/>
              <a:pathLst>
                <a:path w="897" h="898" extrusionOk="0">
                  <a:moveTo>
                    <a:pt x="0" y="1"/>
                  </a:moveTo>
                  <a:lnTo>
                    <a:pt x="0" y="897"/>
                  </a:lnTo>
                  <a:lnTo>
                    <a:pt x="897" y="897"/>
                  </a:lnTo>
                  <a:lnTo>
                    <a:pt x="89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89"/>
            <p:cNvSpPr/>
            <p:nvPr/>
          </p:nvSpPr>
          <p:spPr>
            <a:xfrm>
              <a:off x="1870917" y="2957938"/>
              <a:ext cx="23756" cy="24215"/>
            </a:xfrm>
            <a:custGeom>
              <a:avLst/>
              <a:gdLst/>
              <a:ahLst/>
              <a:cxnLst/>
              <a:rect l="l" t="t" r="r" b="b"/>
              <a:pathLst>
                <a:path w="881" h="898" extrusionOk="0">
                  <a:moveTo>
                    <a:pt x="1" y="1"/>
                  </a:moveTo>
                  <a:lnTo>
                    <a:pt x="1" y="897"/>
                  </a:lnTo>
                  <a:lnTo>
                    <a:pt x="881" y="897"/>
                  </a:lnTo>
                  <a:lnTo>
                    <a:pt x="88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9"/>
            <p:cNvSpPr/>
            <p:nvPr/>
          </p:nvSpPr>
          <p:spPr>
            <a:xfrm>
              <a:off x="1822621" y="2910073"/>
              <a:ext cx="24188" cy="24161"/>
            </a:xfrm>
            <a:custGeom>
              <a:avLst/>
              <a:gdLst/>
              <a:ahLst/>
              <a:cxnLst/>
              <a:rect l="l" t="t" r="r" b="b"/>
              <a:pathLst>
                <a:path w="897" h="896" extrusionOk="0">
                  <a:moveTo>
                    <a:pt x="0" y="1"/>
                  </a:moveTo>
                  <a:lnTo>
                    <a:pt x="0" y="896"/>
                  </a:lnTo>
                  <a:lnTo>
                    <a:pt x="897" y="896"/>
                  </a:lnTo>
                  <a:lnTo>
                    <a:pt x="89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9"/>
            <p:cNvSpPr/>
            <p:nvPr/>
          </p:nvSpPr>
          <p:spPr>
            <a:xfrm>
              <a:off x="1870917" y="2910073"/>
              <a:ext cx="23756" cy="24161"/>
            </a:xfrm>
            <a:custGeom>
              <a:avLst/>
              <a:gdLst/>
              <a:ahLst/>
              <a:cxnLst/>
              <a:rect l="l" t="t" r="r" b="b"/>
              <a:pathLst>
                <a:path w="881" h="896" extrusionOk="0">
                  <a:moveTo>
                    <a:pt x="1" y="1"/>
                  </a:moveTo>
                  <a:lnTo>
                    <a:pt x="1" y="896"/>
                  </a:lnTo>
                  <a:lnTo>
                    <a:pt x="881" y="896"/>
                  </a:lnTo>
                  <a:lnTo>
                    <a:pt x="88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9"/>
            <p:cNvSpPr/>
            <p:nvPr/>
          </p:nvSpPr>
          <p:spPr>
            <a:xfrm>
              <a:off x="1822621" y="2862181"/>
              <a:ext cx="24188" cy="23756"/>
            </a:xfrm>
            <a:custGeom>
              <a:avLst/>
              <a:gdLst/>
              <a:ahLst/>
              <a:cxnLst/>
              <a:rect l="l" t="t" r="r" b="b"/>
              <a:pathLst>
                <a:path w="897" h="881" extrusionOk="0">
                  <a:moveTo>
                    <a:pt x="0" y="0"/>
                  </a:moveTo>
                  <a:lnTo>
                    <a:pt x="0" y="880"/>
                  </a:lnTo>
                  <a:lnTo>
                    <a:pt x="897" y="880"/>
                  </a:lnTo>
                  <a:lnTo>
                    <a:pt x="89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9"/>
            <p:cNvSpPr/>
            <p:nvPr/>
          </p:nvSpPr>
          <p:spPr>
            <a:xfrm>
              <a:off x="1870917" y="2862181"/>
              <a:ext cx="23756" cy="23756"/>
            </a:xfrm>
            <a:custGeom>
              <a:avLst/>
              <a:gdLst/>
              <a:ahLst/>
              <a:cxnLst/>
              <a:rect l="l" t="t" r="r" b="b"/>
              <a:pathLst>
                <a:path w="881" h="881" extrusionOk="0">
                  <a:moveTo>
                    <a:pt x="1" y="0"/>
                  </a:moveTo>
                  <a:lnTo>
                    <a:pt x="1" y="880"/>
                  </a:lnTo>
                  <a:lnTo>
                    <a:pt x="881" y="880"/>
                  </a:lnTo>
                  <a:lnTo>
                    <a:pt x="88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89"/>
          <p:cNvGrpSpPr/>
          <p:nvPr/>
        </p:nvGrpSpPr>
        <p:grpSpPr>
          <a:xfrm>
            <a:off x="5110333" y="4134856"/>
            <a:ext cx="286042" cy="278721"/>
            <a:chOff x="727200" y="2807089"/>
            <a:chExt cx="382256" cy="372521"/>
          </a:xfrm>
        </p:grpSpPr>
        <p:sp>
          <p:nvSpPr>
            <p:cNvPr id="1412" name="Google Shape;1412;p89"/>
            <p:cNvSpPr/>
            <p:nvPr/>
          </p:nvSpPr>
          <p:spPr>
            <a:xfrm>
              <a:off x="727200" y="2807089"/>
              <a:ext cx="382256" cy="372521"/>
            </a:xfrm>
            <a:custGeom>
              <a:avLst/>
              <a:gdLst/>
              <a:ahLst/>
              <a:cxnLst/>
              <a:rect l="l" t="t" r="r" b="b"/>
              <a:pathLst>
                <a:path w="14176" h="13815" extrusionOk="0">
                  <a:moveTo>
                    <a:pt x="5076" y="803"/>
                  </a:moveTo>
                  <a:cubicBezTo>
                    <a:pt x="5956" y="803"/>
                    <a:pt x="6664" y="1509"/>
                    <a:pt x="6695" y="2389"/>
                  </a:cubicBezTo>
                  <a:cubicBezTo>
                    <a:pt x="6138" y="2173"/>
                    <a:pt x="5555" y="2065"/>
                    <a:pt x="4966" y="2065"/>
                  </a:cubicBezTo>
                  <a:cubicBezTo>
                    <a:pt x="4657" y="2065"/>
                    <a:pt x="4347" y="2094"/>
                    <a:pt x="4039" y="2154"/>
                  </a:cubicBezTo>
                  <a:lnTo>
                    <a:pt x="4024" y="2154"/>
                  </a:lnTo>
                  <a:cubicBezTo>
                    <a:pt x="3835" y="1886"/>
                    <a:pt x="3725" y="1557"/>
                    <a:pt x="3725" y="1211"/>
                  </a:cubicBezTo>
                  <a:lnTo>
                    <a:pt x="3725" y="803"/>
                  </a:lnTo>
                  <a:close/>
                  <a:moveTo>
                    <a:pt x="10467" y="803"/>
                  </a:moveTo>
                  <a:lnTo>
                    <a:pt x="10467" y="1211"/>
                  </a:lnTo>
                  <a:cubicBezTo>
                    <a:pt x="10467" y="1557"/>
                    <a:pt x="10356" y="1886"/>
                    <a:pt x="10167" y="2154"/>
                  </a:cubicBezTo>
                  <a:lnTo>
                    <a:pt x="10152" y="2154"/>
                  </a:lnTo>
                  <a:cubicBezTo>
                    <a:pt x="9844" y="2094"/>
                    <a:pt x="9532" y="2065"/>
                    <a:pt x="9222" y="2065"/>
                  </a:cubicBezTo>
                  <a:cubicBezTo>
                    <a:pt x="8630" y="2065"/>
                    <a:pt x="8043" y="2173"/>
                    <a:pt x="7496" y="2389"/>
                  </a:cubicBezTo>
                  <a:cubicBezTo>
                    <a:pt x="7512" y="1509"/>
                    <a:pt x="8235" y="803"/>
                    <a:pt x="9115" y="803"/>
                  </a:cubicBezTo>
                  <a:close/>
                  <a:moveTo>
                    <a:pt x="9188" y="2874"/>
                  </a:moveTo>
                  <a:cubicBezTo>
                    <a:pt x="9455" y="2874"/>
                    <a:pt x="9724" y="2901"/>
                    <a:pt x="9995" y="2955"/>
                  </a:cubicBezTo>
                  <a:cubicBezTo>
                    <a:pt x="11158" y="3175"/>
                    <a:pt x="12148" y="3914"/>
                    <a:pt x="12713" y="4966"/>
                  </a:cubicBezTo>
                  <a:cubicBezTo>
                    <a:pt x="13279" y="6003"/>
                    <a:pt x="13342" y="7246"/>
                    <a:pt x="12887" y="8346"/>
                  </a:cubicBezTo>
                  <a:lnTo>
                    <a:pt x="11881" y="10844"/>
                  </a:lnTo>
                  <a:cubicBezTo>
                    <a:pt x="11347" y="12164"/>
                    <a:pt x="10058" y="12997"/>
                    <a:pt x="8675" y="12997"/>
                  </a:cubicBezTo>
                  <a:cubicBezTo>
                    <a:pt x="8455" y="12997"/>
                    <a:pt x="8235" y="12981"/>
                    <a:pt x="7999" y="12934"/>
                  </a:cubicBezTo>
                  <a:cubicBezTo>
                    <a:pt x="7747" y="12886"/>
                    <a:pt x="7496" y="12809"/>
                    <a:pt x="7261" y="12698"/>
                  </a:cubicBezTo>
                  <a:lnTo>
                    <a:pt x="7087" y="12620"/>
                  </a:lnTo>
                  <a:lnTo>
                    <a:pt x="6930" y="12698"/>
                  </a:lnTo>
                  <a:cubicBezTo>
                    <a:pt x="6695" y="12809"/>
                    <a:pt x="6444" y="12886"/>
                    <a:pt x="6176" y="12934"/>
                  </a:cubicBezTo>
                  <a:cubicBezTo>
                    <a:pt x="5954" y="12977"/>
                    <a:pt x="5732" y="12998"/>
                    <a:pt x="5512" y="12998"/>
                  </a:cubicBezTo>
                  <a:cubicBezTo>
                    <a:pt x="4132" y="12998"/>
                    <a:pt x="2852" y="12172"/>
                    <a:pt x="2310" y="10844"/>
                  </a:cubicBezTo>
                  <a:lnTo>
                    <a:pt x="1289" y="8346"/>
                  </a:lnTo>
                  <a:cubicBezTo>
                    <a:pt x="849" y="7246"/>
                    <a:pt x="912" y="6003"/>
                    <a:pt x="1478" y="4966"/>
                  </a:cubicBezTo>
                  <a:cubicBezTo>
                    <a:pt x="2044" y="3914"/>
                    <a:pt x="3033" y="3175"/>
                    <a:pt x="4196" y="2955"/>
                  </a:cubicBezTo>
                  <a:cubicBezTo>
                    <a:pt x="4464" y="2892"/>
                    <a:pt x="4730" y="2877"/>
                    <a:pt x="4982" y="2877"/>
                  </a:cubicBezTo>
                  <a:cubicBezTo>
                    <a:pt x="5658" y="2877"/>
                    <a:pt x="6302" y="3034"/>
                    <a:pt x="6899" y="3363"/>
                  </a:cubicBezTo>
                  <a:lnTo>
                    <a:pt x="7087" y="3474"/>
                  </a:lnTo>
                  <a:lnTo>
                    <a:pt x="7292" y="3363"/>
                  </a:lnTo>
                  <a:cubicBezTo>
                    <a:pt x="7885" y="3039"/>
                    <a:pt x="8527" y="2874"/>
                    <a:pt x="9188" y="2874"/>
                  </a:cubicBezTo>
                  <a:close/>
                  <a:moveTo>
                    <a:pt x="2907" y="1"/>
                  </a:moveTo>
                  <a:lnTo>
                    <a:pt x="2907" y="1211"/>
                  </a:lnTo>
                  <a:cubicBezTo>
                    <a:pt x="2907" y="1635"/>
                    <a:pt x="3018" y="2043"/>
                    <a:pt x="3222" y="2405"/>
                  </a:cubicBezTo>
                  <a:cubicBezTo>
                    <a:pt x="2169" y="2814"/>
                    <a:pt x="1304" y="3568"/>
                    <a:pt x="755" y="4574"/>
                  </a:cubicBezTo>
                  <a:cubicBezTo>
                    <a:pt x="79" y="5846"/>
                    <a:pt x="1" y="7324"/>
                    <a:pt x="550" y="8644"/>
                  </a:cubicBezTo>
                  <a:lnTo>
                    <a:pt x="1556" y="11158"/>
                  </a:lnTo>
                  <a:cubicBezTo>
                    <a:pt x="2216" y="12777"/>
                    <a:pt x="3804" y="13814"/>
                    <a:pt x="5516" y="13814"/>
                  </a:cubicBezTo>
                  <a:cubicBezTo>
                    <a:pt x="5784" y="13814"/>
                    <a:pt x="6067" y="13783"/>
                    <a:pt x="6333" y="13720"/>
                  </a:cubicBezTo>
                  <a:cubicBezTo>
                    <a:pt x="6601" y="13672"/>
                    <a:pt x="6852" y="13594"/>
                    <a:pt x="7087" y="13500"/>
                  </a:cubicBezTo>
                  <a:cubicBezTo>
                    <a:pt x="7339" y="13594"/>
                    <a:pt x="7590" y="13672"/>
                    <a:pt x="7842" y="13720"/>
                  </a:cubicBezTo>
                  <a:cubicBezTo>
                    <a:pt x="8126" y="13778"/>
                    <a:pt x="8410" y="13806"/>
                    <a:pt x="8691" y="13806"/>
                  </a:cubicBezTo>
                  <a:cubicBezTo>
                    <a:pt x="10393" y="13806"/>
                    <a:pt x="11958" y="12777"/>
                    <a:pt x="12619" y="11158"/>
                  </a:cubicBezTo>
                  <a:lnTo>
                    <a:pt x="13641" y="8644"/>
                  </a:lnTo>
                  <a:cubicBezTo>
                    <a:pt x="14175" y="7324"/>
                    <a:pt x="14096" y="5846"/>
                    <a:pt x="13421" y="4574"/>
                  </a:cubicBezTo>
                  <a:cubicBezTo>
                    <a:pt x="12887" y="3568"/>
                    <a:pt x="12007" y="2814"/>
                    <a:pt x="10970" y="2405"/>
                  </a:cubicBezTo>
                  <a:cubicBezTo>
                    <a:pt x="11173" y="2043"/>
                    <a:pt x="11267" y="1635"/>
                    <a:pt x="11267" y="1211"/>
                  </a:cubicBezTo>
                  <a:lnTo>
                    <a:pt x="11267" y="1"/>
                  </a:lnTo>
                  <a:lnTo>
                    <a:pt x="9115" y="1"/>
                  </a:lnTo>
                  <a:cubicBezTo>
                    <a:pt x="8267" y="1"/>
                    <a:pt x="7527" y="425"/>
                    <a:pt x="7087" y="1085"/>
                  </a:cubicBezTo>
                  <a:cubicBezTo>
                    <a:pt x="6664" y="425"/>
                    <a:pt x="5909" y="1"/>
                    <a:pt x="507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9"/>
            <p:cNvSpPr/>
            <p:nvPr/>
          </p:nvSpPr>
          <p:spPr>
            <a:xfrm>
              <a:off x="885707" y="2988464"/>
              <a:ext cx="65687" cy="65282"/>
            </a:xfrm>
            <a:custGeom>
              <a:avLst/>
              <a:gdLst/>
              <a:ahLst/>
              <a:cxnLst/>
              <a:rect l="l" t="t" r="r" b="b"/>
              <a:pathLst>
                <a:path w="2436" h="2421" extrusionOk="0">
                  <a:moveTo>
                    <a:pt x="1209" y="802"/>
                  </a:moveTo>
                  <a:cubicBezTo>
                    <a:pt x="1446" y="802"/>
                    <a:pt x="1618" y="991"/>
                    <a:pt x="1618" y="1211"/>
                  </a:cubicBezTo>
                  <a:cubicBezTo>
                    <a:pt x="1618" y="1431"/>
                    <a:pt x="1446" y="1620"/>
                    <a:pt x="1209" y="1620"/>
                  </a:cubicBezTo>
                  <a:cubicBezTo>
                    <a:pt x="989" y="1620"/>
                    <a:pt x="817" y="1431"/>
                    <a:pt x="817" y="1211"/>
                  </a:cubicBezTo>
                  <a:cubicBezTo>
                    <a:pt x="817" y="991"/>
                    <a:pt x="989" y="802"/>
                    <a:pt x="1209" y="802"/>
                  </a:cubicBezTo>
                  <a:close/>
                  <a:moveTo>
                    <a:pt x="1209" y="0"/>
                  </a:moveTo>
                  <a:cubicBezTo>
                    <a:pt x="549" y="0"/>
                    <a:pt x="0" y="535"/>
                    <a:pt x="0" y="1211"/>
                  </a:cubicBezTo>
                  <a:cubicBezTo>
                    <a:pt x="0" y="1886"/>
                    <a:pt x="549" y="2420"/>
                    <a:pt x="1209" y="2420"/>
                  </a:cubicBezTo>
                  <a:cubicBezTo>
                    <a:pt x="1886" y="2420"/>
                    <a:pt x="2435" y="1886"/>
                    <a:pt x="2435" y="1211"/>
                  </a:cubicBezTo>
                  <a:cubicBezTo>
                    <a:pt x="2435" y="535"/>
                    <a:pt x="1886" y="0"/>
                    <a:pt x="120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9"/>
            <p:cNvSpPr/>
            <p:nvPr/>
          </p:nvSpPr>
          <p:spPr>
            <a:xfrm>
              <a:off x="819155" y="2944832"/>
              <a:ext cx="198328" cy="152568"/>
            </a:xfrm>
            <a:custGeom>
              <a:avLst/>
              <a:gdLst/>
              <a:ahLst/>
              <a:cxnLst/>
              <a:rect l="l" t="t" r="r" b="b"/>
              <a:pathLst>
                <a:path w="7355" h="5658" extrusionOk="0">
                  <a:moveTo>
                    <a:pt x="3677" y="801"/>
                  </a:moveTo>
                  <a:cubicBezTo>
                    <a:pt x="4479" y="801"/>
                    <a:pt x="5186" y="1163"/>
                    <a:pt x="5815" y="1870"/>
                  </a:cubicBezTo>
                  <a:cubicBezTo>
                    <a:pt x="6145" y="2247"/>
                    <a:pt x="6365" y="2624"/>
                    <a:pt x="6475" y="2829"/>
                  </a:cubicBezTo>
                  <a:cubicBezTo>
                    <a:pt x="6223" y="3332"/>
                    <a:pt x="5297" y="4856"/>
                    <a:pt x="3677" y="4856"/>
                  </a:cubicBezTo>
                  <a:cubicBezTo>
                    <a:pt x="2892" y="4856"/>
                    <a:pt x="2169" y="4495"/>
                    <a:pt x="1557" y="3787"/>
                  </a:cubicBezTo>
                  <a:cubicBezTo>
                    <a:pt x="1226" y="3410"/>
                    <a:pt x="1006" y="3033"/>
                    <a:pt x="897" y="2829"/>
                  </a:cubicBezTo>
                  <a:cubicBezTo>
                    <a:pt x="1148" y="2326"/>
                    <a:pt x="2059" y="801"/>
                    <a:pt x="3677" y="801"/>
                  </a:cubicBezTo>
                  <a:close/>
                  <a:moveTo>
                    <a:pt x="3677" y="0"/>
                  </a:moveTo>
                  <a:cubicBezTo>
                    <a:pt x="2657" y="0"/>
                    <a:pt x="1697" y="472"/>
                    <a:pt x="928" y="1352"/>
                  </a:cubicBezTo>
                  <a:cubicBezTo>
                    <a:pt x="362" y="1996"/>
                    <a:pt x="79" y="2640"/>
                    <a:pt x="79" y="2672"/>
                  </a:cubicBezTo>
                  <a:lnTo>
                    <a:pt x="0" y="2829"/>
                  </a:lnTo>
                  <a:lnTo>
                    <a:pt x="79" y="2986"/>
                  </a:lnTo>
                  <a:cubicBezTo>
                    <a:pt x="79" y="3018"/>
                    <a:pt x="362" y="3661"/>
                    <a:pt x="928" y="4306"/>
                  </a:cubicBezTo>
                  <a:cubicBezTo>
                    <a:pt x="1697" y="5186"/>
                    <a:pt x="2657" y="5658"/>
                    <a:pt x="3677" y="5658"/>
                  </a:cubicBezTo>
                  <a:cubicBezTo>
                    <a:pt x="4715" y="5658"/>
                    <a:pt x="5657" y="5186"/>
                    <a:pt x="6443" y="4306"/>
                  </a:cubicBezTo>
                  <a:cubicBezTo>
                    <a:pt x="7009" y="3661"/>
                    <a:pt x="7277" y="3018"/>
                    <a:pt x="7292" y="2986"/>
                  </a:cubicBezTo>
                  <a:lnTo>
                    <a:pt x="7355" y="2829"/>
                  </a:lnTo>
                  <a:lnTo>
                    <a:pt x="7292" y="2672"/>
                  </a:lnTo>
                  <a:cubicBezTo>
                    <a:pt x="7277" y="2640"/>
                    <a:pt x="7009" y="1996"/>
                    <a:pt x="6443" y="1352"/>
                  </a:cubicBezTo>
                  <a:cubicBezTo>
                    <a:pt x="5657" y="472"/>
                    <a:pt x="4715" y="0"/>
                    <a:pt x="367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 name="Google Shape;1415;p89"/>
          <p:cNvGrpSpPr/>
          <p:nvPr/>
        </p:nvGrpSpPr>
        <p:grpSpPr>
          <a:xfrm>
            <a:off x="3085725" y="2898778"/>
            <a:ext cx="286050" cy="323705"/>
            <a:chOff x="2405711" y="3399509"/>
            <a:chExt cx="350896" cy="397087"/>
          </a:xfrm>
        </p:grpSpPr>
        <p:sp>
          <p:nvSpPr>
            <p:cNvPr id="1416" name="Google Shape;1416;p89"/>
            <p:cNvSpPr/>
            <p:nvPr/>
          </p:nvSpPr>
          <p:spPr>
            <a:xfrm>
              <a:off x="2405711" y="3399509"/>
              <a:ext cx="350896" cy="397087"/>
            </a:xfrm>
            <a:custGeom>
              <a:avLst/>
              <a:gdLst/>
              <a:ahLst/>
              <a:cxnLst/>
              <a:rect l="l" t="t" r="r" b="b"/>
              <a:pathLst>
                <a:path w="13013" h="14726" extrusionOk="0">
                  <a:moveTo>
                    <a:pt x="6506" y="865"/>
                  </a:moveTo>
                  <a:cubicBezTo>
                    <a:pt x="8786" y="865"/>
                    <a:pt x="10640" y="2703"/>
                    <a:pt x="10640" y="4983"/>
                  </a:cubicBezTo>
                  <a:cubicBezTo>
                    <a:pt x="10640" y="7261"/>
                    <a:pt x="8786" y="9115"/>
                    <a:pt x="6506" y="9115"/>
                  </a:cubicBezTo>
                  <a:cubicBezTo>
                    <a:pt x="4228" y="9115"/>
                    <a:pt x="2374" y="7261"/>
                    <a:pt x="2374" y="4983"/>
                  </a:cubicBezTo>
                  <a:cubicBezTo>
                    <a:pt x="2374" y="2703"/>
                    <a:pt x="4228" y="865"/>
                    <a:pt x="6506" y="865"/>
                  </a:cubicBezTo>
                  <a:close/>
                  <a:moveTo>
                    <a:pt x="2594" y="12132"/>
                  </a:moveTo>
                  <a:lnTo>
                    <a:pt x="2594" y="13861"/>
                  </a:lnTo>
                  <a:lnTo>
                    <a:pt x="866" y="13861"/>
                  </a:lnTo>
                  <a:lnTo>
                    <a:pt x="866" y="12132"/>
                  </a:lnTo>
                  <a:close/>
                  <a:moveTo>
                    <a:pt x="7371" y="12132"/>
                  </a:moveTo>
                  <a:lnTo>
                    <a:pt x="7371" y="13861"/>
                  </a:lnTo>
                  <a:lnTo>
                    <a:pt x="5643" y="13861"/>
                  </a:lnTo>
                  <a:lnTo>
                    <a:pt x="5643" y="12132"/>
                  </a:lnTo>
                  <a:close/>
                  <a:moveTo>
                    <a:pt x="12149" y="12132"/>
                  </a:moveTo>
                  <a:lnTo>
                    <a:pt x="12149" y="13861"/>
                  </a:lnTo>
                  <a:lnTo>
                    <a:pt x="10420" y="13861"/>
                  </a:lnTo>
                  <a:lnTo>
                    <a:pt x="10420" y="12132"/>
                  </a:lnTo>
                  <a:close/>
                  <a:moveTo>
                    <a:pt x="6506" y="0"/>
                  </a:moveTo>
                  <a:cubicBezTo>
                    <a:pt x="3757" y="0"/>
                    <a:pt x="1509" y="2232"/>
                    <a:pt x="1509" y="4983"/>
                  </a:cubicBezTo>
                  <a:cubicBezTo>
                    <a:pt x="1509" y="7591"/>
                    <a:pt x="3521" y="9743"/>
                    <a:pt x="6083" y="9963"/>
                  </a:cubicBezTo>
                  <a:lnTo>
                    <a:pt x="6083" y="11268"/>
                  </a:lnTo>
                  <a:lnTo>
                    <a:pt x="4778" y="11268"/>
                  </a:lnTo>
                  <a:lnTo>
                    <a:pt x="4778" y="12572"/>
                  </a:lnTo>
                  <a:lnTo>
                    <a:pt x="3458" y="12572"/>
                  </a:lnTo>
                  <a:lnTo>
                    <a:pt x="3458" y="11268"/>
                  </a:lnTo>
                  <a:lnTo>
                    <a:pt x="1" y="11268"/>
                  </a:lnTo>
                  <a:lnTo>
                    <a:pt x="1" y="14726"/>
                  </a:lnTo>
                  <a:lnTo>
                    <a:pt x="3458" y="14726"/>
                  </a:lnTo>
                  <a:lnTo>
                    <a:pt x="3458" y="13437"/>
                  </a:lnTo>
                  <a:lnTo>
                    <a:pt x="4778" y="13437"/>
                  </a:lnTo>
                  <a:lnTo>
                    <a:pt x="4778" y="14726"/>
                  </a:lnTo>
                  <a:lnTo>
                    <a:pt x="8235" y="14726"/>
                  </a:lnTo>
                  <a:lnTo>
                    <a:pt x="8235" y="13437"/>
                  </a:lnTo>
                  <a:lnTo>
                    <a:pt x="9555" y="13437"/>
                  </a:lnTo>
                  <a:lnTo>
                    <a:pt x="9555" y="14726"/>
                  </a:lnTo>
                  <a:lnTo>
                    <a:pt x="13012" y="14726"/>
                  </a:lnTo>
                  <a:lnTo>
                    <a:pt x="13012" y="11268"/>
                  </a:lnTo>
                  <a:lnTo>
                    <a:pt x="9555" y="11268"/>
                  </a:lnTo>
                  <a:lnTo>
                    <a:pt x="9555" y="12572"/>
                  </a:lnTo>
                  <a:lnTo>
                    <a:pt x="8235" y="12572"/>
                  </a:lnTo>
                  <a:lnTo>
                    <a:pt x="8235" y="11268"/>
                  </a:lnTo>
                  <a:lnTo>
                    <a:pt x="6931" y="11268"/>
                  </a:lnTo>
                  <a:lnTo>
                    <a:pt x="6931" y="9963"/>
                  </a:lnTo>
                  <a:cubicBezTo>
                    <a:pt x="9492" y="9743"/>
                    <a:pt x="11504" y="7591"/>
                    <a:pt x="11504" y="4983"/>
                  </a:cubicBezTo>
                  <a:cubicBezTo>
                    <a:pt x="11504" y="2232"/>
                    <a:pt x="9257" y="0"/>
                    <a:pt x="650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89"/>
            <p:cNvSpPr/>
            <p:nvPr/>
          </p:nvSpPr>
          <p:spPr>
            <a:xfrm>
              <a:off x="2493001" y="3446134"/>
              <a:ext cx="176324" cy="175893"/>
            </a:xfrm>
            <a:custGeom>
              <a:avLst/>
              <a:gdLst/>
              <a:ahLst/>
              <a:cxnLst/>
              <a:rect l="l" t="t" r="r" b="b"/>
              <a:pathLst>
                <a:path w="6539" h="6523" extrusionOk="0">
                  <a:moveTo>
                    <a:pt x="3269" y="1714"/>
                  </a:moveTo>
                  <a:cubicBezTo>
                    <a:pt x="4118" y="1714"/>
                    <a:pt x="4809" y="2405"/>
                    <a:pt x="4809" y="3254"/>
                  </a:cubicBezTo>
                  <a:cubicBezTo>
                    <a:pt x="4809" y="4102"/>
                    <a:pt x="4118" y="4794"/>
                    <a:pt x="3269" y="4794"/>
                  </a:cubicBezTo>
                  <a:cubicBezTo>
                    <a:pt x="2421" y="4794"/>
                    <a:pt x="1729" y="4102"/>
                    <a:pt x="1729" y="3254"/>
                  </a:cubicBezTo>
                  <a:cubicBezTo>
                    <a:pt x="1729" y="2405"/>
                    <a:pt x="2421" y="1714"/>
                    <a:pt x="3269" y="1714"/>
                  </a:cubicBezTo>
                  <a:close/>
                  <a:moveTo>
                    <a:pt x="2846" y="0"/>
                  </a:moveTo>
                  <a:lnTo>
                    <a:pt x="2846" y="896"/>
                  </a:lnTo>
                  <a:cubicBezTo>
                    <a:pt x="2500" y="959"/>
                    <a:pt x="2186" y="1085"/>
                    <a:pt x="1903" y="1289"/>
                  </a:cubicBezTo>
                  <a:lnTo>
                    <a:pt x="1258" y="645"/>
                  </a:lnTo>
                  <a:lnTo>
                    <a:pt x="661" y="1257"/>
                  </a:lnTo>
                  <a:lnTo>
                    <a:pt x="1289" y="1886"/>
                  </a:lnTo>
                  <a:cubicBezTo>
                    <a:pt x="1101" y="2169"/>
                    <a:pt x="975" y="2483"/>
                    <a:pt x="912" y="2829"/>
                  </a:cubicBezTo>
                  <a:lnTo>
                    <a:pt x="1" y="2829"/>
                  </a:lnTo>
                  <a:lnTo>
                    <a:pt x="1" y="3694"/>
                  </a:lnTo>
                  <a:lnTo>
                    <a:pt x="912" y="3694"/>
                  </a:lnTo>
                  <a:cubicBezTo>
                    <a:pt x="975" y="4039"/>
                    <a:pt x="1101" y="4354"/>
                    <a:pt x="1289" y="4620"/>
                  </a:cubicBezTo>
                  <a:lnTo>
                    <a:pt x="661" y="5265"/>
                  </a:lnTo>
                  <a:lnTo>
                    <a:pt x="1258" y="5877"/>
                  </a:lnTo>
                  <a:lnTo>
                    <a:pt x="1903" y="5234"/>
                  </a:lnTo>
                  <a:cubicBezTo>
                    <a:pt x="2186" y="5422"/>
                    <a:pt x="2500" y="5563"/>
                    <a:pt x="2846" y="5626"/>
                  </a:cubicBezTo>
                  <a:lnTo>
                    <a:pt x="2846" y="6522"/>
                  </a:lnTo>
                  <a:lnTo>
                    <a:pt x="3694" y="6522"/>
                  </a:lnTo>
                  <a:lnTo>
                    <a:pt x="3694" y="5626"/>
                  </a:lnTo>
                  <a:cubicBezTo>
                    <a:pt x="4040" y="5563"/>
                    <a:pt x="4354" y="5422"/>
                    <a:pt x="4637" y="5234"/>
                  </a:cubicBezTo>
                  <a:lnTo>
                    <a:pt x="5266" y="5877"/>
                  </a:lnTo>
                  <a:lnTo>
                    <a:pt x="5878" y="5265"/>
                  </a:lnTo>
                  <a:lnTo>
                    <a:pt x="5249" y="4620"/>
                  </a:lnTo>
                  <a:cubicBezTo>
                    <a:pt x="5438" y="4354"/>
                    <a:pt x="5564" y="4039"/>
                    <a:pt x="5627" y="3694"/>
                  </a:cubicBezTo>
                  <a:lnTo>
                    <a:pt x="6538" y="3694"/>
                  </a:lnTo>
                  <a:lnTo>
                    <a:pt x="6538" y="2829"/>
                  </a:lnTo>
                  <a:lnTo>
                    <a:pt x="5627" y="2829"/>
                  </a:lnTo>
                  <a:cubicBezTo>
                    <a:pt x="5564" y="2483"/>
                    <a:pt x="5438" y="2169"/>
                    <a:pt x="5249" y="1886"/>
                  </a:cubicBezTo>
                  <a:lnTo>
                    <a:pt x="5878" y="1257"/>
                  </a:lnTo>
                  <a:lnTo>
                    <a:pt x="5266" y="645"/>
                  </a:lnTo>
                  <a:lnTo>
                    <a:pt x="4637" y="1289"/>
                  </a:lnTo>
                  <a:cubicBezTo>
                    <a:pt x="4354" y="1085"/>
                    <a:pt x="4040" y="959"/>
                    <a:pt x="3694" y="896"/>
                  </a:cubicBezTo>
                  <a:lnTo>
                    <a:pt x="369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 name="Google Shape;1418;p89"/>
          <p:cNvGrpSpPr/>
          <p:nvPr/>
        </p:nvGrpSpPr>
        <p:grpSpPr>
          <a:xfrm>
            <a:off x="5085333" y="1780791"/>
            <a:ext cx="319664" cy="322330"/>
            <a:chOff x="4836849" y="1648109"/>
            <a:chExt cx="358931" cy="361924"/>
          </a:xfrm>
        </p:grpSpPr>
        <p:sp>
          <p:nvSpPr>
            <p:cNvPr id="1419" name="Google Shape;1419;p89"/>
            <p:cNvSpPr/>
            <p:nvPr/>
          </p:nvSpPr>
          <p:spPr>
            <a:xfrm>
              <a:off x="4963131" y="1786661"/>
              <a:ext cx="63583" cy="84778"/>
            </a:xfrm>
            <a:custGeom>
              <a:avLst/>
              <a:gdLst/>
              <a:ahLst/>
              <a:cxnLst/>
              <a:rect l="l" t="t" r="r" b="b"/>
              <a:pathLst>
                <a:path w="2358" h="3144" extrusionOk="0">
                  <a:moveTo>
                    <a:pt x="1572" y="787"/>
                  </a:moveTo>
                  <a:lnTo>
                    <a:pt x="1572" y="1572"/>
                  </a:lnTo>
                  <a:lnTo>
                    <a:pt x="786" y="1572"/>
                  </a:lnTo>
                  <a:lnTo>
                    <a:pt x="786" y="787"/>
                  </a:lnTo>
                  <a:close/>
                  <a:moveTo>
                    <a:pt x="1" y="1"/>
                  </a:moveTo>
                  <a:lnTo>
                    <a:pt x="1" y="3144"/>
                  </a:lnTo>
                  <a:lnTo>
                    <a:pt x="786" y="3144"/>
                  </a:lnTo>
                  <a:lnTo>
                    <a:pt x="786" y="2358"/>
                  </a:lnTo>
                  <a:lnTo>
                    <a:pt x="1572" y="2358"/>
                  </a:lnTo>
                  <a:lnTo>
                    <a:pt x="1572" y="3144"/>
                  </a:lnTo>
                  <a:lnTo>
                    <a:pt x="2358" y="3144"/>
                  </a:lnTo>
                  <a:lnTo>
                    <a:pt x="235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9"/>
            <p:cNvSpPr/>
            <p:nvPr/>
          </p:nvSpPr>
          <p:spPr>
            <a:xfrm>
              <a:off x="5047886" y="1786661"/>
              <a:ext cx="21626" cy="84778"/>
            </a:xfrm>
            <a:custGeom>
              <a:avLst/>
              <a:gdLst/>
              <a:ahLst/>
              <a:cxnLst/>
              <a:rect l="l" t="t" r="r" b="b"/>
              <a:pathLst>
                <a:path w="802" h="3144" extrusionOk="0">
                  <a:moveTo>
                    <a:pt x="1" y="1"/>
                  </a:moveTo>
                  <a:lnTo>
                    <a:pt x="1" y="3144"/>
                  </a:lnTo>
                  <a:lnTo>
                    <a:pt x="801" y="3144"/>
                  </a:lnTo>
                  <a:lnTo>
                    <a:pt x="80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9"/>
            <p:cNvSpPr/>
            <p:nvPr/>
          </p:nvSpPr>
          <p:spPr>
            <a:xfrm>
              <a:off x="4910143" y="1723102"/>
              <a:ext cx="212349" cy="212349"/>
            </a:xfrm>
            <a:custGeom>
              <a:avLst/>
              <a:gdLst/>
              <a:ahLst/>
              <a:cxnLst/>
              <a:rect l="l" t="t" r="r" b="b"/>
              <a:pathLst>
                <a:path w="7875" h="7875" extrusionOk="0">
                  <a:moveTo>
                    <a:pt x="3929" y="786"/>
                  </a:moveTo>
                  <a:cubicBezTo>
                    <a:pt x="5674" y="786"/>
                    <a:pt x="7089" y="2201"/>
                    <a:pt x="7089" y="3929"/>
                  </a:cubicBezTo>
                  <a:cubicBezTo>
                    <a:pt x="7089" y="5674"/>
                    <a:pt x="5674" y="7072"/>
                    <a:pt x="3929" y="7072"/>
                  </a:cubicBezTo>
                  <a:cubicBezTo>
                    <a:pt x="2201" y="7072"/>
                    <a:pt x="786" y="5674"/>
                    <a:pt x="786" y="3929"/>
                  </a:cubicBezTo>
                  <a:cubicBezTo>
                    <a:pt x="786" y="2201"/>
                    <a:pt x="2201" y="786"/>
                    <a:pt x="3929" y="786"/>
                  </a:cubicBezTo>
                  <a:close/>
                  <a:moveTo>
                    <a:pt x="3929" y="1"/>
                  </a:moveTo>
                  <a:cubicBezTo>
                    <a:pt x="1761" y="1"/>
                    <a:pt x="1" y="1761"/>
                    <a:pt x="1" y="3929"/>
                  </a:cubicBezTo>
                  <a:cubicBezTo>
                    <a:pt x="1" y="6098"/>
                    <a:pt x="1761" y="7874"/>
                    <a:pt x="3929" y="7874"/>
                  </a:cubicBezTo>
                  <a:cubicBezTo>
                    <a:pt x="6098" y="7874"/>
                    <a:pt x="7874" y="6098"/>
                    <a:pt x="7874" y="3929"/>
                  </a:cubicBezTo>
                  <a:cubicBezTo>
                    <a:pt x="7874" y="1761"/>
                    <a:pt x="6098" y="1"/>
                    <a:pt x="3929"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9"/>
            <p:cNvSpPr/>
            <p:nvPr/>
          </p:nvSpPr>
          <p:spPr>
            <a:xfrm>
              <a:off x="4836849" y="1648109"/>
              <a:ext cx="358931" cy="361924"/>
            </a:xfrm>
            <a:custGeom>
              <a:avLst/>
              <a:gdLst/>
              <a:ahLst/>
              <a:cxnLst/>
              <a:rect l="l" t="t" r="r" b="b"/>
              <a:pathLst>
                <a:path w="13311" h="13422" extrusionOk="0">
                  <a:moveTo>
                    <a:pt x="7716" y="787"/>
                  </a:moveTo>
                  <a:lnTo>
                    <a:pt x="8078" y="2201"/>
                  </a:lnTo>
                  <a:lnTo>
                    <a:pt x="8267" y="2279"/>
                  </a:lnTo>
                  <a:cubicBezTo>
                    <a:pt x="8785" y="2467"/>
                    <a:pt x="9256" y="2735"/>
                    <a:pt x="9681" y="3096"/>
                  </a:cubicBezTo>
                  <a:lnTo>
                    <a:pt x="9838" y="3222"/>
                  </a:lnTo>
                  <a:lnTo>
                    <a:pt x="11252" y="2830"/>
                  </a:lnTo>
                  <a:lnTo>
                    <a:pt x="12321" y="4684"/>
                  </a:lnTo>
                  <a:lnTo>
                    <a:pt x="11267" y="5690"/>
                  </a:lnTo>
                  <a:lnTo>
                    <a:pt x="11299" y="5893"/>
                  </a:lnTo>
                  <a:cubicBezTo>
                    <a:pt x="11347" y="6161"/>
                    <a:pt x="11378" y="6444"/>
                    <a:pt x="11378" y="6710"/>
                  </a:cubicBezTo>
                  <a:cubicBezTo>
                    <a:pt x="11378" y="6993"/>
                    <a:pt x="11347" y="7261"/>
                    <a:pt x="11299" y="7528"/>
                  </a:cubicBezTo>
                  <a:lnTo>
                    <a:pt x="11267" y="7732"/>
                  </a:lnTo>
                  <a:lnTo>
                    <a:pt x="12321" y="8753"/>
                  </a:lnTo>
                  <a:lnTo>
                    <a:pt x="11252" y="10608"/>
                  </a:lnTo>
                  <a:lnTo>
                    <a:pt x="9838" y="10199"/>
                  </a:lnTo>
                  <a:lnTo>
                    <a:pt x="9681" y="10341"/>
                  </a:lnTo>
                  <a:cubicBezTo>
                    <a:pt x="9256" y="10687"/>
                    <a:pt x="8785" y="10970"/>
                    <a:pt x="8267" y="11142"/>
                  </a:cubicBezTo>
                  <a:lnTo>
                    <a:pt x="8078" y="11221"/>
                  </a:lnTo>
                  <a:lnTo>
                    <a:pt x="7716" y="12635"/>
                  </a:lnTo>
                  <a:lnTo>
                    <a:pt x="5579" y="12635"/>
                  </a:lnTo>
                  <a:lnTo>
                    <a:pt x="5233" y="11221"/>
                  </a:lnTo>
                  <a:lnTo>
                    <a:pt x="5029" y="11142"/>
                  </a:lnTo>
                  <a:cubicBezTo>
                    <a:pt x="4526" y="10970"/>
                    <a:pt x="4039" y="10687"/>
                    <a:pt x="3630" y="10341"/>
                  </a:cubicBezTo>
                  <a:lnTo>
                    <a:pt x="3458" y="10199"/>
                  </a:lnTo>
                  <a:lnTo>
                    <a:pt x="2059" y="10608"/>
                  </a:lnTo>
                  <a:lnTo>
                    <a:pt x="990" y="8753"/>
                  </a:lnTo>
                  <a:lnTo>
                    <a:pt x="2044" y="7732"/>
                  </a:lnTo>
                  <a:lnTo>
                    <a:pt x="1996" y="7528"/>
                  </a:lnTo>
                  <a:cubicBezTo>
                    <a:pt x="1949" y="7261"/>
                    <a:pt x="1933" y="6993"/>
                    <a:pt x="1933" y="6710"/>
                  </a:cubicBezTo>
                  <a:cubicBezTo>
                    <a:pt x="1933" y="6444"/>
                    <a:pt x="1949" y="6161"/>
                    <a:pt x="1996" y="5893"/>
                  </a:cubicBezTo>
                  <a:lnTo>
                    <a:pt x="2044" y="5690"/>
                  </a:lnTo>
                  <a:lnTo>
                    <a:pt x="990" y="4684"/>
                  </a:lnTo>
                  <a:lnTo>
                    <a:pt x="2059" y="2830"/>
                  </a:lnTo>
                  <a:lnTo>
                    <a:pt x="3458" y="3222"/>
                  </a:lnTo>
                  <a:lnTo>
                    <a:pt x="3630" y="3096"/>
                  </a:lnTo>
                  <a:cubicBezTo>
                    <a:pt x="4039" y="2735"/>
                    <a:pt x="4526" y="2467"/>
                    <a:pt x="5029" y="2279"/>
                  </a:cubicBezTo>
                  <a:lnTo>
                    <a:pt x="5233" y="2201"/>
                  </a:lnTo>
                  <a:lnTo>
                    <a:pt x="5579" y="787"/>
                  </a:lnTo>
                  <a:close/>
                  <a:moveTo>
                    <a:pt x="4967" y="1"/>
                  </a:moveTo>
                  <a:lnTo>
                    <a:pt x="4573" y="1619"/>
                  </a:lnTo>
                  <a:cubicBezTo>
                    <a:pt x="4102" y="1807"/>
                    <a:pt x="3678" y="2059"/>
                    <a:pt x="3284" y="2358"/>
                  </a:cubicBezTo>
                  <a:lnTo>
                    <a:pt x="1682" y="1902"/>
                  </a:lnTo>
                  <a:lnTo>
                    <a:pt x="1" y="4810"/>
                  </a:lnTo>
                  <a:lnTo>
                    <a:pt x="1195" y="5972"/>
                  </a:lnTo>
                  <a:cubicBezTo>
                    <a:pt x="1164" y="6224"/>
                    <a:pt x="1147" y="6459"/>
                    <a:pt x="1147" y="6710"/>
                  </a:cubicBezTo>
                  <a:cubicBezTo>
                    <a:pt x="1147" y="6962"/>
                    <a:pt x="1164" y="7213"/>
                    <a:pt x="1195" y="7450"/>
                  </a:cubicBezTo>
                  <a:lnTo>
                    <a:pt x="1" y="8612"/>
                  </a:lnTo>
                  <a:lnTo>
                    <a:pt x="1682" y="11535"/>
                  </a:lnTo>
                  <a:lnTo>
                    <a:pt x="3284" y="11064"/>
                  </a:lnTo>
                  <a:cubicBezTo>
                    <a:pt x="3678" y="11378"/>
                    <a:pt x="4102" y="11630"/>
                    <a:pt x="4573" y="11818"/>
                  </a:cubicBezTo>
                  <a:lnTo>
                    <a:pt x="4967" y="13421"/>
                  </a:lnTo>
                  <a:lnTo>
                    <a:pt x="8345" y="13421"/>
                  </a:lnTo>
                  <a:lnTo>
                    <a:pt x="8738" y="11818"/>
                  </a:lnTo>
                  <a:cubicBezTo>
                    <a:pt x="9193" y="11630"/>
                    <a:pt x="9633" y="11378"/>
                    <a:pt x="10027" y="11064"/>
                  </a:cubicBezTo>
                  <a:lnTo>
                    <a:pt x="11629" y="11535"/>
                  </a:lnTo>
                  <a:lnTo>
                    <a:pt x="13310" y="8612"/>
                  </a:lnTo>
                  <a:lnTo>
                    <a:pt x="12116" y="7450"/>
                  </a:lnTo>
                  <a:cubicBezTo>
                    <a:pt x="12147" y="7213"/>
                    <a:pt x="12164" y="6962"/>
                    <a:pt x="12164" y="6710"/>
                  </a:cubicBezTo>
                  <a:cubicBezTo>
                    <a:pt x="12164" y="6459"/>
                    <a:pt x="12147" y="6224"/>
                    <a:pt x="12116" y="5972"/>
                  </a:cubicBezTo>
                  <a:lnTo>
                    <a:pt x="13310" y="4810"/>
                  </a:lnTo>
                  <a:lnTo>
                    <a:pt x="11629" y="1902"/>
                  </a:lnTo>
                  <a:lnTo>
                    <a:pt x="10027" y="2358"/>
                  </a:lnTo>
                  <a:cubicBezTo>
                    <a:pt x="9633" y="2059"/>
                    <a:pt x="9193" y="1807"/>
                    <a:pt x="8738" y="1619"/>
                  </a:cubicBezTo>
                  <a:lnTo>
                    <a:pt x="834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 name="Google Shape;1423;p89"/>
          <p:cNvGrpSpPr/>
          <p:nvPr/>
        </p:nvGrpSpPr>
        <p:grpSpPr>
          <a:xfrm>
            <a:off x="4288722" y="2819898"/>
            <a:ext cx="570653" cy="572696"/>
            <a:chOff x="4836849" y="2189239"/>
            <a:chExt cx="358541" cy="359824"/>
          </a:xfrm>
        </p:grpSpPr>
        <p:sp>
          <p:nvSpPr>
            <p:cNvPr id="1424" name="Google Shape;1424;p89"/>
            <p:cNvSpPr/>
            <p:nvPr/>
          </p:nvSpPr>
          <p:spPr>
            <a:xfrm>
              <a:off x="4963536" y="2326147"/>
              <a:ext cx="63179" cy="84320"/>
            </a:xfrm>
            <a:custGeom>
              <a:avLst/>
              <a:gdLst/>
              <a:ahLst/>
              <a:cxnLst/>
              <a:rect l="l" t="t" r="r" b="b"/>
              <a:pathLst>
                <a:path w="2343" h="3127" extrusionOk="0">
                  <a:moveTo>
                    <a:pt x="1557" y="786"/>
                  </a:moveTo>
                  <a:lnTo>
                    <a:pt x="1557" y="1572"/>
                  </a:lnTo>
                  <a:lnTo>
                    <a:pt x="786" y="1572"/>
                  </a:lnTo>
                  <a:lnTo>
                    <a:pt x="786" y="786"/>
                  </a:lnTo>
                  <a:close/>
                  <a:moveTo>
                    <a:pt x="1" y="0"/>
                  </a:moveTo>
                  <a:lnTo>
                    <a:pt x="1" y="3127"/>
                  </a:lnTo>
                  <a:lnTo>
                    <a:pt x="786" y="3127"/>
                  </a:lnTo>
                  <a:lnTo>
                    <a:pt x="786" y="2341"/>
                  </a:lnTo>
                  <a:lnTo>
                    <a:pt x="1557" y="2341"/>
                  </a:lnTo>
                  <a:lnTo>
                    <a:pt x="1557" y="3127"/>
                  </a:lnTo>
                  <a:lnTo>
                    <a:pt x="2343" y="3127"/>
                  </a:lnTo>
                  <a:lnTo>
                    <a:pt x="234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9"/>
            <p:cNvSpPr/>
            <p:nvPr/>
          </p:nvSpPr>
          <p:spPr>
            <a:xfrm>
              <a:off x="5047886" y="2326147"/>
              <a:ext cx="21221" cy="84320"/>
            </a:xfrm>
            <a:custGeom>
              <a:avLst/>
              <a:gdLst/>
              <a:ahLst/>
              <a:cxnLst/>
              <a:rect l="l" t="t" r="r" b="b"/>
              <a:pathLst>
                <a:path w="787" h="3127" extrusionOk="0">
                  <a:moveTo>
                    <a:pt x="1" y="0"/>
                  </a:moveTo>
                  <a:lnTo>
                    <a:pt x="1" y="3127"/>
                  </a:lnTo>
                  <a:lnTo>
                    <a:pt x="786" y="3127"/>
                  </a:lnTo>
                  <a:lnTo>
                    <a:pt x="78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9"/>
            <p:cNvSpPr/>
            <p:nvPr/>
          </p:nvSpPr>
          <p:spPr>
            <a:xfrm>
              <a:off x="4899976" y="2252394"/>
              <a:ext cx="232250" cy="296669"/>
            </a:xfrm>
            <a:custGeom>
              <a:avLst/>
              <a:gdLst/>
              <a:ahLst/>
              <a:cxnLst/>
              <a:rect l="l" t="t" r="r" b="b"/>
              <a:pathLst>
                <a:path w="8613" h="11002" extrusionOk="0">
                  <a:moveTo>
                    <a:pt x="4306" y="787"/>
                  </a:moveTo>
                  <a:cubicBezTo>
                    <a:pt x="5249" y="787"/>
                    <a:pt x="6129" y="1147"/>
                    <a:pt x="6789" y="1807"/>
                  </a:cubicBezTo>
                  <a:cubicBezTo>
                    <a:pt x="7466" y="2467"/>
                    <a:pt x="7826" y="3347"/>
                    <a:pt x="7826" y="4307"/>
                  </a:cubicBezTo>
                  <a:cubicBezTo>
                    <a:pt x="7826" y="5407"/>
                    <a:pt x="7324" y="6427"/>
                    <a:pt x="6460" y="7087"/>
                  </a:cubicBezTo>
                  <a:cubicBezTo>
                    <a:pt x="5941" y="7481"/>
                    <a:pt x="5611" y="8047"/>
                    <a:pt x="5517" y="8659"/>
                  </a:cubicBezTo>
                  <a:lnTo>
                    <a:pt x="3112" y="8659"/>
                  </a:lnTo>
                  <a:cubicBezTo>
                    <a:pt x="3003" y="8047"/>
                    <a:pt x="2672" y="7481"/>
                    <a:pt x="2169" y="7087"/>
                  </a:cubicBezTo>
                  <a:cubicBezTo>
                    <a:pt x="1289" y="6427"/>
                    <a:pt x="803" y="5407"/>
                    <a:pt x="786" y="4307"/>
                  </a:cubicBezTo>
                  <a:cubicBezTo>
                    <a:pt x="786" y="2373"/>
                    <a:pt x="2358" y="802"/>
                    <a:pt x="4291" y="787"/>
                  </a:cubicBezTo>
                  <a:close/>
                  <a:moveTo>
                    <a:pt x="5486" y="9445"/>
                  </a:moveTo>
                  <a:lnTo>
                    <a:pt x="5486" y="10215"/>
                  </a:lnTo>
                  <a:lnTo>
                    <a:pt x="3143" y="10215"/>
                  </a:lnTo>
                  <a:lnTo>
                    <a:pt x="3143" y="9445"/>
                  </a:lnTo>
                  <a:close/>
                  <a:moveTo>
                    <a:pt x="4275" y="1"/>
                  </a:moveTo>
                  <a:cubicBezTo>
                    <a:pt x="1918" y="16"/>
                    <a:pt x="1" y="1949"/>
                    <a:pt x="17" y="4307"/>
                  </a:cubicBezTo>
                  <a:cubicBezTo>
                    <a:pt x="17" y="5658"/>
                    <a:pt x="629" y="6899"/>
                    <a:pt x="1698" y="7716"/>
                  </a:cubicBezTo>
                  <a:cubicBezTo>
                    <a:pt x="2123" y="8030"/>
                    <a:pt x="2358" y="8518"/>
                    <a:pt x="2358" y="9052"/>
                  </a:cubicBezTo>
                  <a:lnTo>
                    <a:pt x="2358" y="11001"/>
                  </a:lnTo>
                  <a:lnTo>
                    <a:pt x="6271" y="11001"/>
                  </a:lnTo>
                  <a:lnTo>
                    <a:pt x="6271" y="9052"/>
                  </a:lnTo>
                  <a:cubicBezTo>
                    <a:pt x="6271" y="8518"/>
                    <a:pt x="6506" y="8030"/>
                    <a:pt x="6931" y="7716"/>
                  </a:cubicBezTo>
                  <a:cubicBezTo>
                    <a:pt x="8000" y="6884"/>
                    <a:pt x="8612" y="5642"/>
                    <a:pt x="8612" y="4307"/>
                  </a:cubicBezTo>
                  <a:cubicBezTo>
                    <a:pt x="8612" y="3144"/>
                    <a:pt x="8157" y="2059"/>
                    <a:pt x="7340" y="1242"/>
                  </a:cubicBezTo>
                  <a:cubicBezTo>
                    <a:pt x="6538" y="441"/>
                    <a:pt x="5454" y="1"/>
                    <a:pt x="430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89"/>
            <p:cNvSpPr/>
            <p:nvPr/>
          </p:nvSpPr>
          <p:spPr>
            <a:xfrm>
              <a:off x="5005522" y="2189239"/>
              <a:ext cx="21194" cy="42011"/>
            </a:xfrm>
            <a:custGeom>
              <a:avLst/>
              <a:gdLst/>
              <a:ahLst/>
              <a:cxnLst/>
              <a:rect l="l" t="t" r="r" b="b"/>
              <a:pathLst>
                <a:path w="786" h="1558" extrusionOk="0">
                  <a:moveTo>
                    <a:pt x="0" y="1"/>
                  </a:moveTo>
                  <a:lnTo>
                    <a:pt x="0" y="1557"/>
                  </a:lnTo>
                  <a:lnTo>
                    <a:pt x="786" y="1557"/>
                  </a:lnTo>
                  <a:lnTo>
                    <a:pt x="7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9"/>
            <p:cNvSpPr/>
            <p:nvPr/>
          </p:nvSpPr>
          <p:spPr>
            <a:xfrm>
              <a:off x="4937702" y="2198570"/>
              <a:ext cx="36025" cy="47081"/>
            </a:xfrm>
            <a:custGeom>
              <a:avLst/>
              <a:gdLst/>
              <a:ahLst/>
              <a:cxnLst/>
              <a:rect l="l" t="t" r="r" b="b"/>
              <a:pathLst>
                <a:path w="1336" h="1746" extrusionOk="0">
                  <a:moveTo>
                    <a:pt x="724" y="0"/>
                  </a:moveTo>
                  <a:lnTo>
                    <a:pt x="1" y="300"/>
                  </a:lnTo>
                  <a:lnTo>
                    <a:pt x="613" y="1745"/>
                  </a:lnTo>
                  <a:lnTo>
                    <a:pt x="1336" y="1446"/>
                  </a:lnTo>
                  <a:lnTo>
                    <a:pt x="72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9"/>
            <p:cNvSpPr/>
            <p:nvPr/>
          </p:nvSpPr>
          <p:spPr>
            <a:xfrm>
              <a:off x="4882179" y="2234165"/>
              <a:ext cx="44546" cy="44546"/>
            </a:xfrm>
            <a:custGeom>
              <a:avLst/>
              <a:gdLst/>
              <a:ahLst/>
              <a:cxnLst/>
              <a:rect l="l" t="t" r="r" b="b"/>
              <a:pathLst>
                <a:path w="1652" h="1652" extrusionOk="0">
                  <a:moveTo>
                    <a:pt x="551" y="0"/>
                  </a:moveTo>
                  <a:lnTo>
                    <a:pt x="1" y="551"/>
                  </a:lnTo>
                  <a:lnTo>
                    <a:pt x="1101" y="1651"/>
                  </a:lnTo>
                  <a:lnTo>
                    <a:pt x="1651" y="1101"/>
                  </a:lnTo>
                  <a:lnTo>
                    <a:pt x="55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9"/>
            <p:cNvSpPr/>
            <p:nvPr/>
          </p:nvSpPr>
          <p:spPr>
            <a:xfrm>
              <a:off x="4846583" y="2290093"/>
              <a:ext cx="47081" cy="35621"/>
            </a:xfrm>
            <a:custGeom>
              <a:avLst/>
              <a:gdLst/>
              <a:ahLst/>
              <a:cxnLst/>
              <a:rect l="l" t="t" r="r" b="b"/>
              <a:pathLst>
                <a:path w="1746" h="1321" extrusionOk="0">
                  <a:moveTo>
                    <a:pt x="300" y="1"/>
                  </a:moveTo>
                  <a:lnTo>
                    <a:pt x="1" y="724"/>
                  </a:lnTo>
                  <a:lnTo>
                    <a:pt x="1446" y="1321"/>
                  </a:lnTo>
                  <a:lnTo>
                    <a:pt x="1745" y="598"/>
                  </a:lnTo>
                  <a:lnTo>
                    <a:pt x="30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9"/>
            <p:cNvSpPr/>
            <p:nvPr/>
          </p:nvSpPr>
          <p:spPr>
            <a:xfrm>
              <a:off x="4836849" y="2357913"/>
              <a:ext cx="42416" cy="21194"/>
            </a:xfrm>
            <a:custGeom>
              <a:avLst/>
              <a:gdLst/>
              <a:ahLst/>
              <a:cxnLst/>
              <a:rect l="l" t="t" r="r" b="b"/>
              <a:pathLst>
                <a:path w="1573" h="786" extrusionOk="0">
                  <a:moveTo>
                    <a:pt x="1" y="0"/>
                  </a:moveTo>
                  <a:lnTo>
                    <a:pt x="1" y="786"/>
                  </a:lnTo>
                  <a:lnTo>
                    <a:pt x="1572" y="786"/>
                  </a:lnTo>
                  <a:lnTo>
                    <a:pt x="157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9"/>
            <p:cNvSpPr/>
            <p:nvPr/>
          </p:nvSpPr>
          <p:spPr>
            <a:xfrm>
              <a:off x="4846583" y="2410902"/>
              <a:ext cx="47081" cy="36025"/>
            </a:xfrm>
            <a:custGeom>
              <a:avLst/>
              <a:gdLst/>
              <a:ahLst/>
              <a:cxnLst/>
              <a:rect l="l" t="t" r="r" b="b"/>
              <a:pathLst>
                <a:path w="1746" h="1336" extrusionOk="0">
                  <a:moveTo>
                    <a:pt x="1446" y="0"/>
                  </a:moveTo>
                  <a:lnTo>
                    <a:pt x="1" y="612"/>
                  </a:lnTo>
                  <a:lnTo>
                    <a:pt x="300" y="1335"/>
                  </a:lnTo>
                  <a:lnTo>
                    <a:pt x="1745" y="723"/>
                  </a:lnTo>
                  <a:lnTo>
                    <a:pt x="144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9"/>
            <p:cNvSpPr/>
            <p:nvPr/>
          </p:nvSpPr>
          <p:spPr>
            <a:xfrm>
              <a:off x="4881774" y="2457904"/>
              <a:ext cx="44951" cy="44546"/>
            </a:xfrm>
            <a:custGeom>
              <a:avLst/>
              <a:gdLst/>
              <a:ahLst/>
              <a:cxnLst/>
              <a:rect l="l" t="t" r="r" b="b"/>
              <a:pathLst>
                <a:path w="1667" h="1652" extrusionOk="0">
                  <a:moveTo>
                    <a:pt x="1116" y="1"/>
                  </a:moveTo>
                  <a:lnTo>
                    <a:pt x="0" y="1101"/>
                  </a:lnTo>
                  <a:lnTo>
                    <a:pt x="566" y="1651"/>
                  </a:lnTo>
                  <a:lnTo>
                    <a:pt x="1666" y="551"/>
                  </a:lnTo>
                  <a:lnTo>
                    <a:pt x="111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9"/>
            <p:cNvSpPr/>
            <p:nvPr/>
          </p:nvSpPr>
          <p:spPr>
            <a:xfrm>
              <a:off x="5105513" y="2457904"/>
              <a:ext cx="44951" cy="44546"/>
            </a:xfrm>
            <a:custGeom>
              <a:avLst/>
              <a:gdLst/>
              <a:ahLst/>
              <a:cxnLst/>
              <a:rect l="l" t="t" r="r" b="b"/>
              <a:pathLst>
                <a:path w="1667" h="1652" extrusionOk="0">
                  <a:moveTo>
                    <a:pt x="566" y="1"/>
                  </a:moveTo>
                  <a:lnTo>
                    <a:pt x="1" y="551"/>
                  </a:lnTo>
                  <a:lnTo>
                    <a:pt x="1116" y="1651"/>
                  </a:lnTo>
                  <a:lnTo>
                    <a:pt x="1666" y="1101"/>
                  </a:lnTo>
                  <a:lnTo>
                    <a:pt x="56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9"/>
            <p:cNvSpPr/>
            <p:nvPr/>
          </p:nvSpPr>
          <p:spPr>
            <a:xfrm>
              <a:off x="5138978" y="2411306"/>
              <a:ext cx="47081" cy="35621"/>
            </a:xfrm>
            <a:custGeom>
              <a:avLst/>
              <a:gdLst/>
              <a:ahLst/>
              <a:cxnLst/>
              <a:rect l="l" t="t" r="r" b="b"/>
              <a:pathLst>
                <a:path w="1746" h="1321" extrusionOk="0">
                  <a:moveTo>
                    <a:pt x="300" y="0"/>
                  </a:moveTo>
                  <a:lnTo>
                    <a:pt x="1" y="723"/>
                  </a:lnTo>
                  <a:lnTo>
                    <a:pt x="1446" y="1320"/>
                  </a:lnTo>
                  <a:lnTo>
                    <a:pt x="1746" y="597"/>
                  </a:lnTo>
                  <a:lnTo>
                    <a:pt x="30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89"/>
            <p:cNvSpPr/>
            <p:nvPr/>
          </p:nvSpPr>
          <p:spPr>
            <a:xfrm>
              <a:off x="5153378" y="2357913"/>
              <a:ext cx="42011" cy="21194"/>
            </a:xfrm>
            <a:custGeom>
              <a:avLst/>
              <a:gdLst/>
              <a:ahLst/>
              <a:cxnLst/>
              <a:rect l="l" t="t" r="r" b="b"/>
              <a:pathLst>
                <a:path w="1558" h="786" extrusionOk="0">
                  <a:moveTo>
                    <a:pt x="1" y="0"/>
                  </a:moveTo>
                  <a:lnTo>
                    <a:pt x="1" y="786"/>
                  </a:lnTo>
                  <a:lnTo>
                    <a:pt x="1557" y="786"/>
                  </a:lnTo>
                  <a:lnTo>
                    <a:pt x="155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9"/>
            <p:cNvSpPr/>
            <p:nvPr/>
          </p:nvSpPr>
          <p:spPr>
            <a:xfrm>
              <a:off x="5138978" y="2290093"/>
              <a:ext cx="47081" cy="35621"/>
            </a:xfrm>
            <a:custGeom>
              <a:avLst/>
              <a:gdLst/>
              <a:ahLst/>
              <a:cxnLst/>
              <a:rect l="l" t="t" r="r" b="b"/>
              <a:pathLst>
                <a:path w="1746" h="1321" extrusionOk="0">
                  <a:moveTo>
                    <a:pt x="1446" y="1"/>
                  </a:moveTo>
                  <a:lnTo>
                    <a:pt x="1" y="598"/>
                  </a:lnTo>
                  <a:lnTo>
                    <a:pt x="300" y="1321"/>
                  </a:lnTo>
                  <a:lnTo>
                    <a:pt x="1746" y="709"/>
                  </a:lnTo>
                  <a:lnTo>
                    <a:pt x="144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9"/>
            <p:cNvSpPr/>
            <p:nvPr/>
          </p:nvSpPr>
          <p:spPr>
            <a:xfrm>
              <a:off x="5105513" y="2234165"/>
              <a:ext cx="44951" cy="44951"/>
            </a:xfrm>
            <a:custGeom>
              <a:avLst/>
              <a:gdLst/>
              <a:ahLst/>
              <a:cxnLst/>
              <a:rect l="l" t="t" r="r" b="b"/>
              <a:pathLst>
                <a:path w="1667" h="1667" extrusionOk="0">
                  <a:moveTo>
                    <a:pt x="1116" y="0"/>
                  </a:moveTo>
                  <a:lnTo>
                    <a:pt x="1" y="1101"/>
                  </a:lnTo>
                  <a:lnTo>
                    <a:pt x="566" y="1666"/>
                  </a:lnTo>
                  <a:lnTo>
                    <a:pt x="1666" y="551"/>
                  </a:lnTo>
                  <a:lnTo>
                    <a:pt x="111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9"/>
            <p:cNvSpPr/>
            <p:nvPr/>
          </p:nvSpPr>
          <p:spPr>
            <a:xfrm>
              <a:off x="5058915" y="2198570"/>
              <a:ext cx="35621" cy="47081"/>
            </a:xfrm>
            <a:custGeom>
              <a:avLst/>
              <a:gdLst/>
              <a:ahLst/>
              <a:cxnLst/>
              <a:rect l="l" t="t" r="r" b="b"/>
              <a:pathLst>
                <a:path w="1321" h="1746" extrusionOk="0">
                  <a:moveTo>
                    <a:pt x="597" y="0"/>
                  </a:moveTo>
                  <a:lnTo>
                    <a:pt x="0" y="1446"/>
                  </a:lnTo>
                  <a:lnTo>
                    <a:pt x="723" y="1745"/>
                  </a:lnTo>
                  <a:lnTo>
                    <a:pt x="1320" y="300"/>
                  </a:lnTo>
                  <a:lnTo>
                    <a:pt x="59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 name="Google Shape;1440;p89"/>
          <p:cNvGrpSpPr/>
          <p:nvPr/>
        </p:nvGrpSpPr>
        <p:grpSpPr>
          <a:xfrm>
            <a:off x="5765353" y="2929167"/>
            <a:ext cx="286047" cy="285748"/>
            <a:chOff x="5637313" y="2800752"/>
            <a:chExt cx="385249" cy="384794"/>
          </a:xfrm>
        </p:grpSpPr>
        <p:sp>
          <p:nvSpPr>
            <p:cNvPr id="1441" name="Google Shape;1441;p89"/>
            <p:cNvSpPr/>
            <p:nvPr/>
          </p:nvSpPr>
          <p:spPr>
            <a:xfrm>
              <a:off x="5637313" y="2885075"/>
              <a:ext cx="385249" cy="300471"/>
            </a:xfrm>
            <a:custGeom>
              <a:avLst/>
              <a:gdLst/>
              <a:ahLst/>
              <a:cxnLst/>
              <a:rect l="l" t="t" r="r" b="b"/>
              <a:pathLst>
                <a:path w="14287" h="11143" extrusionOk="0">
                  <a:moveTo>
                    <a:pt x="1258" y="834"/>
                  </a:moveTo>
                  <a:cubicBezTo>
                    <a:pt x="1494" y="834"/>
                    <a:pt x="1683" y="1022"/>
                    <a:pt x="1683" y="1257"/>
                  </a:cubicBezTo>
                  <a:lnTo>
                    <a:pt x="1683" y="4039"/>
                  </a:lnTo>
                  <a:cubicBezTo>
                    <a:pt x="1683" y="4369"/>
                    <a:pt x="1809" y="4683"/>
                    <a:pt x="2044" y="4919"/>
                  </a:cubicBezTo>
                  <a:lnTo>
                    <a:pt x="3741" y="6616"/>
                  </a:lnTo>
                  <a:lnTo>
                    <a:pt x="4323" y="6019"/>
                  </a:lnTo>
                  <a:lnTo>
                    <a:pt x="2641" y="4337"/>
                  </a:lnTo>
                  <a:cubicBezTo>
                    <a:pt x="2563" y="4259"/>
                    <a:pt x="2515" y="4149"/>
                    <a:pt x="2515" y="4039"/>
                  </a:cubicBezTo>
                  <a:cubicBezTo>
                    <a:pt x="2515" y="3929"/>
                    <a:pt x="2563" y="3819"/>
                    <a:pt x="2641" y="3740"/>
                  </a:cubicBezTo>
                  <a:cubicBezTo>
                    <a:pt x="2720" y="3662"/>
                    <a:pt x="2830" y="3614"/>
                    <a:pt x="2940" y="3614"/>
                  </a:cubicBezTo>
                  <a:cubicBezTo>
                    <a:pt x="3050" y="3614"/>
                    <a:pt x="3160" y="3662"/>
                    <a:pt x="3238" y="3740"/>
                  </a:cubicBezTo>
                  <a:lnTo>
                    <a:pt x="6727" y="7229"/>
                  </a:lnTo>
                  <a:lnTo>
                    <a:pt x="6727" y="10309"/>
                  </a:lnTo>
                  <a:lnTo>
                    <a:pt x="4040" y="10309"/>
                  </a:lnTo>
                  <a:lnTo>
                    <a:pt x="4040" y="8894"/>
                  </a:lnTo>
                  <a:lnTo>
                    <a:pt x="849" y="5296"/>
                  </a:lnTo>
                  <a:lnTo>
                    <a:pt x="849" y="1257"/>
                  </a:lnTo>
                  <a:cubicBezTo>
                    <a:pt x="849" y="1022"/>
                    <a:pt x="1038" y="834"/>
                    <a:pt x="1258" y="834"/>
                  </a:cubicBezTo>
                  <a:close/>
                  <a:moveTo>
                    <a:pt x="13029" y="834"/>
                  </a:moveTo>
                  <a:cubicBezTo>
                    <a:pt x="13249" y="834"/>
                    <a:pt x="13437" y="1022"/>
                    <a:pt x="13437" y="1257"/>
                  </a:cubicBezTo>
                  <a:lnTo>
                    <a:pt x="13437" y="5296"/>
                  </a:lnTo>
                  <a:lnTo>
                    <a:pt x="10247" y="8894"/>
                  </a:lnTo>
                  <a:lnTo>
                    <a:pt x="10247" y="10309"/>
                  </a:lnTo>
                  <a:lnTo>
                    <a:pt x="7560" y="10309"/>
                  </a:lnTo>
                  <a:lnTo>
                    <a:pt x="7560" y="7229"/>
                  </a:lnTo>
                  <a:lnTo>
                    <a:pt x="11049" y="3740"/>
                  </a:lnTo>
                  <a:cubicBezTo>
                    <a:pt x="11127" y="3662"/>
                    <a:pt x="11237" y="3614"/>
                    <a:pt x="11347" y="3614"/>
                  </a:cubicBezTo>
                  <a:cubicBezTo>
                    <a:pt x="11457" y="3614"/>
                    <a:pt x="11567" y="3662"/>
                    <a:pt x="11646" y="3740"/>
                  </a:cubicBezTo>
                  <a:cubicBezTo>
                    <a:pt x="11724" y="3819"/>
                    <a:pt x="11772" y="3929"/>
                    <a:pt x="11772" y="4039"/>
                  </a:cubicBezTo>
                  <a:cubicBezTo>
                    <a:pt x="11772" y="4149"/>
                    <a:pt x="11724" y="4259"/>
                    <a:pt x="11646" y="4337"/>
                  </a:cubicBezTo>
                  <a:lnTo>
                    <a:pt x="9964" y="6019"/>
                  </a:lnTo>
                  <a:lnTo>
                    <a:pt x="10546" y="6616"/>
                  </a:lnTo>
                  <a:lnTo>
                    <a:pt x="12243" y="4919"/>
                  </a:lnTo>
                  <a:cubicBezTo>
                    <a:pt x="12478" y="4683"/>
                    <a:pt x="12604" y="4369"/>
                    <a:pt x="12604" y="4039"/>
                  </a:cubicBezTo>
                  <a:lnTo>
                    <a:pt x="12604" y="1257"/>
                  </a:lnTo>
                  <a:cubicBezTo>
                    <a:pt x="12604" y="1022"/>
                    <a:pt x="12793" y="834"/>
                    <a:pt x="13029" y="834"/>
                  </a:cubicBezTo>
                  <a:close/>
                  <a:moveTo>
                    <a:pt x="1258" y="0"/>
                  </a:moveTo>
                  <a:cubicBezTo>
                    <a:pt x="567" y="0"/>
                    <a:pt x="1" y="566"/>
                    <a:pt x="1" y="1257"/>
                  </a:cubicBezTo>
                  <a:lnTo>
                    <a:pt x="1" y="5611"/>
                  </a:lnTo>
                  <a:lnTo>
                    <a:pt x="3207" y="9225"/>
                  </a:lnTo>
                  <a:lnTo>
                    <a:pt x="3207" y="11142"/>
                  </a:lnTo>
                  <a:lnTo>
                    <a:pt x="11080" y="11142"/>
                  </a:lnTo>
                  <a:lnTo>
                    <a:pt x="11080" y="9225"/>
                  </a:lnTo>
                  <a:lnTo>
                    <a:pt x="14286" y="5611"/>
                  </a:lnTo>
                  <a:lnTo>
                    <a:pt x="14286" y="1257"/>
                  </a:lnTo>
                  <a:cubicBezTo>
                    <a:pt x="14286" y="566"/>
                    <a:pt x="13720" y="0"/>
                    <a:pt x="13029" y="0"/>
                  </a:cubicBezTo>
                  <a:cubicBezTo>
                    <a:pt x="12337" y="0"/>
                    <a:pt x="11772" y="566"/>
                    <a:pt x="11772" y="1257"/>
                  </a:cubicBezTo>
                  <a:lnTo>
                    <a:pt x="11772" y="2860"/>
                  </a:lnTo>
                  <a:cubicBezTo>
                    <a:pt x="11630" y="2814"/>
                    <a:pt x="11489" y="2782"/>
                    <a:pt x="11347" y="2782"/>
                  </a:cubicBezTo>
                  <a:cubicBezTo>
                    <a:pt x="11017" y="2782"/>
                    <a:pt x="10703" y="2908"/>
                    <a:pt x="10467" y="3143"/>
                  </a:cubicBezTo>
                  <a:lnTo>
                    <a:pt x="7152" y="6474"/>
                  </a:lnTo>
                  <a:lnTo>
                    <a:pt x="3820" y="3143"/>
                  </a:lnTo>
                  <a:cubicBezTo>
                    <a:pt x="3584" y="2908"/>
                    <a:pt x="3270" y="2782"/>
                    <a:pt x="2940" y="2782"/>
                  </a:cubicBezTo>
                  <a:cubicBezTo>
                    <a:pt x="2798" y="2782"/>
                    <a:pt x="2657" y="2814"/>
                    <a:pt x="2515" y="2860"/>
                  </a:cubicBezTo>
                  <a:lnTo>
                    <a:pt x="2515" y="1257"/>
                  </a:lnTo>
                  <a:cubicBezTo>
                    <a:pt x="2515" y="566"/>
                    <a:pt x="1950" y="0"/>
                    <a:pt x="125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9"/>
            <p:cNvSpPr/>
            <p:nvPr/>
          </p:nvSpPr>
          <p:spPr>
            <a:xfrm>
              <a:off x="5744558" y="2800752"/>
              <a:ext cx="170769" cy="170769"/>
            </a:xfrm>
            <a:custGeom>
              <a:avLst/>
              <a:gdLst/>
              <a:ahLst/>
              <a:cxnLst/>
              <a:rect l="l" t="t" r="r" b="b"/>
              <a:pathLst>
                <a:path w="6333" h="6333" extrusionOk="0">
                  <a:moveTo>
                    <a:pt x="3175" y="1681"/>
                  </a:moveTo>
                  <a:cubicBezTo>
                    <a:pt x="3992" y="1681"/>
                    <a:pt x="4652" y="2341"/>
                    <a:pt x="4652" y="3175"/>
                  </a:cubicBezTo>
                  <a:cubicBezTo>
                    <a:pt x="4652" y="3992"/>
                    <a:pt x="3992" y="4652"/>
                    <a:pt x="3175" y="4652"/>
                  </a:cubicBezTo>
                  <a:cubicBezTo>
                    <a:pt x="2341" y="4652"/>
                    <a:pt x="1681" y="3992"/>
                    <a:pt x="1681" y="3175"/>
                  </a:cubicBezTo>
                  <a:cubicBezTo>
                    <a:pt x="1681" y="2341"/>
                    <a:pt x="2341" y="1681"/>
                    <a:pt x="3175" y="1681"/>
                  </a:cubicBezTo>
                  <a:close/>
                  <a:moveTo>
                    <a:pt x="2750" y="0"/>
                  </a:moveTo>
                  <a:lnTo>
                    <a:pt x="2750" y="880"/>
                  </a:lnTo>
                  <a:cubicBezTo>
                    <a:pt x="2420" y="943"/>
                    <a:pt x="2106" y="1069"/>
                    <a:pt x="1838" y="1258"/>
                  </a:cubicBezTo>
                  <a:lnTo>
                    <a:pt x="1226" y="629"/>
                  </a:lnTo>
                  <a:lnTo>
                    <a:pt x="629" y="1226"/>
                  </a:lnTo>
                  <a:lnTo>
                    <a:pt x="1257" y="1838"/>
                  </a:lnTo>
                  <a:cubicBezTo>
                    <a:pt x="1069" y="2106"/>
                    <a:pt x="943" y="2420"/>
                    <a:pt x="880" y="2750"/>
                  </a:cubicBezTo>
                  <a:lnTo>
                    <a:pt x="0" y="2750"/>
                  </a:lnTo>
                  <a:lnTo>
                    <a:pt x="0" y="3583"/>
                  </a:lnTo>
                  <a:lnTo>
                    <a:pt x="880" y="3583"/>
                  </a:lnTo>
                  <a:cubicBezTo>
                    <a:pt x="943" y="3913"/>
                    <a:pt x="1069" y="4227"/>
                    <a:pt x="1257" y="4495"/>
                  </a:cubicBezTo>
                  <a:lnTo>
                    <a:pt x="629" y="5107"/>
                  </a:lnTo>
                  <a:lnTo>
                    <a:pt x="1226" y="5704"/>
                  </a:lnTo>
                  <a:lnTo>
                    <a:pt x="1838" y="5076"/>
                  </a:lnTo>
                  <a:cubicBezTo>
                    <a:pt x="2106" y="5264"/>
                    <a:pt x="2420" y="5390"/>
                    <a:pt x="2750" y="5453"/>
                  </a:cubicBezTo>
                  <a:lnTo>
                    <a:pt x="2750" y="6333"/>
                  </a:lnTo>
                  <a:lnTo>
                    <a:pt x="3583" y="6333"/>
                  </a:lnTo>
                  <a:lnTo>
                    <a:pt x="3583" y="5453"/>
                  </a:lnTo>
                  <a:cubicBezTo>
                    <a:pt x="3913" y="5390"/>
                    <a:pt x="4227" y="5264"/>
                    <a:pt x="4495" y="5076"/>
                  </a:cubicBezTo>
                  <a:lnTo>
                    <a:pt x="5107" y="5704"/>
                  </a:lnTo>
                  <a:lnTo>
                    <a:pt x="5704" y="5107"/>
                  </a:lnTo>
                  <a:lnTo>
                    <a:pt x="5075" y="4495"/>
                  </a:lnTo>
                  <a:cubicBezTo>
                    <a:pt x="5264" y="4227"/>
                    <a:pt x="5390" y="3913"/>
                    <a:pt x="5453" y="3583"/>
                  </a:cubicBezTo>
                  <a:lnTo>
                    <a:pt x="6333" y="3583"/>
                  </a:lnTo>
                  <a:lnTo>
                    <a:pt x="6333" y="2750"/>
                  </a:lnTo>
                  <a:lnTo>
                    <a:pt x="5453" y="2750"/>
                  </a:lnTo>
                  <a:cubicBezTo>
                    <a:pt x="5390" y="2420"/>
                    <a:pt x="5264" y="2106"/>
                    <a:pt x="5075" y="1838"/>
                  </a:cubicBezTo>
                  <a:lnTo>
                    <a:pt x="5704" y="1226"/>
                  </a:lnTo>
                  <a:lnTo>
                    <a:pt x="5107" y="629"/>
                  </a:lnTo>
                  <a:lnTo>
                    <a:pt x="4495" y="1258"/>
                  </a:lnTo>
                  <a:cubicBezTo>
                    <a:pt x="4227" y="1069"/>
                    <a:pt x="3913" y="943"/>
                    <a:pt x="3583" y="880"/>
                  </a:cubicBezTo>
                  <a:lnTo>
                    <a:pt x="358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3" name="Google Shape;1443;p89"/>
          <p:cNvSpPr txBox="1"/>
          <p:nvPr/>
        </p:nvSpPr>
        <p:spPr>
          <a:xfrm>
            <a:off x="720000" y="2642175"/>
            <a:ext cx="2086200" cy="366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dk1"/>
                </a:solidFill>
                <a:latin typeface="Orbitron Black"/>
                <a:ea typeface="Orbitron Black"/>
                <a:cs typeface="Orbitron Black"/>
                <a:sym typeface="Orbitron Black"/>
              </a:rPr>
              <a:t>SUN</a:t>
            </a:r>
            <a:endParaRPr sz="1800">
              <a:solidFill>
                <a:schemeClr val="dk1"/>
              </a:solidFill>
              <a:latin typeface="Orbitron Black"/>
              <a:ea typeface="Orbitron Black"/>
              <a:cs typeface="Orbitron Black"/>
              <a:sym typeface="Orbitron Black"/>
            </a:endParaRPr>
          </a:p>
        </p:txBody>
      </p:sp>
      <p:sp>
        <p:nvSpPr>
          <p:cNvPr id="1444" name="Google Shape;1444;p89"/>
          <p:cNvSpPr txBox="1"/>
          <p:nvPr/>
        </p:nvSpPr>
        <p:spPr>
          <a:xfrm>
            <a:off x="6342375" y="2642175"/>
            <a:ext cx="2086200" cy="366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445" name="Google Shape;1445;p89"/>
          <p:cNvSpPr txBox="1"/>
          <p:nvPr/>
        </p:nvSpPr>
        <p:spPr>
          <a:xfrm>
            <a:off x="5776800" y="1527875"/>
            <a:ext cx="2086200" cy="366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446" name="Google Shape;1446;p89"/>
          <p:cNvSpPr txBox="1"/>
          <p:nvPr/>
        </p:nvSpPr>
        <p:spPr>
          <a:xfrm>
            <a:off x="5776800" y="3756475"/>
            <a:ext cx="2086200" cy="366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dk1"/>
                </a:solidFill>
                <a:latin typeface="Orbitron Black"/>
                <a:ea typeface="Orbitron Black"/>
                <a:cs typeface="Orbitron Black"/>
                <a:sym typeface="Orbitron Black"/>
              </a:rPr>
              <a:t>JUPITER</a:t>
            </a:r>
            <a:endParaRPr sz="1800">
              <a:solidFill>
                <a:schemeClr val="dk1"/>
              </a:solidFill>
              <a:latin typeface="Orbitron Black"/>
              <a:ea typeface="Orbitron Black"/>
              <a:cs typeface="Orbitron Black"/>
              <a:sym typeface="Orbitron Black"/>
            </a:endParaRPr>
          </a:p>
        </p:txBody>
      </p:sp>
      <p:sp>
        <p:nvSpPr>
          <p:cNvPr id="1447" name="Google Shape;1447;p89"/>
          <p:cNvSpPr txBox="1"/>
          <p:nvPr/>
        </p:nvSpPr>
        <p:spPr>
          <a:xfrm>
            <a:off x="1297025" y="1527875"/>
            <a:ext cx="2086200" cy="366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448" name="Google Shape;1448;p89"/>
          <p:cNvSpPr txBox="1"/>
          <p:nvPr/>
        </p:nvSpPr>
        <p:spPr>
          <a:xfrm>
            <a:off x="1297025" y="3756475"/>
            <a:ext cx="2086200" cy="366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449" name="Google Shape;1449;p8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REPORTS ON GENERAL PERFORMANCE</a:t>
            </a:r>
            <a:endParaRPr/>
          </a:p>
        </p:txBody>
      </p:sp>
      <p:sp>
        <p:nvSpPr>
          <p:cNvPr id="1450" name="Google Shape;1450;p89">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9">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9"/>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4" action="ppaction://hlinksldjump">
                  <a:extLst>
                    <a:ext uri="{A12FA001-AC4F-418D-AE19-62706E023703}">
                      <ahyp:hlinkClr xmlns:ahyp="http://schemas.microsoft.com/office/drawing/2018/hyperlinkcolor" val="tx"/>
                    </a:ext>
                  </a:extLst>
                </a:hlinkClick>
              </a:rPr>
              <a:t>2</a:t>
            </a:r>
            <a:endParaRPr sz="1200" b="1">
              <a:solidFill>
                <a:schemeClr val="dk2"/>
              </a:solidFill>
              <a:latin typeface="Darker Grotesque"/>
              <a:ea typeface="Darker Grotesque"/>
              <a:cs typeface="Darker Grotesque"/>
              <a:sym typeface="Darker Grotesque"/>
            </a:endParaRPr>
          </a:p>
        </p:txBody>
      </p:sp>
      <p:sp>
        <p:nvSpPr>
          <p:cNvPr id="1453" name="Google Shape;1453;p89">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9">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55" name="Google Shape;1455;p89">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456" name="Google Shape;1456;p89">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57" name="Google Shape;1457;p89">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0">
  <p:cSld>
    <p:spTree>
      <p:nvGrpSpPr>
        <p:cNvPr id="1" name="Shape 1461"/>
        <p:cNvGrpSpPr/>
        <p:nvPr/>
      </p:nvGrpSpPr>
      <p:grpSpPr>
        <a:xfrm>
          <a:off x="0" y="0"/>
          <a:ext cx="0" cy="0"/>
          <a:chOff x="0" y="0"/>
          <a:chExt cx="0" cy="0"/>
        </a:xfrm>
      </p:grpSpPr>
      <p:sp>
        <p:nvSpPr>
          <p:cNvPr id="1462" name="Google Shape;1462;p9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CUSTOMER PROFILE</a:t>
            </a:r>
            <a:endParaRPr/>
          </a:p>
        </p:txBody>
      </p:sp>
      <p:sp>
        <p:nvSpPr>
          <p:cNvPr id="1463" name="Google Shape;1463;p90"/>
          <p:cNvSpPr/>
          <p:nvPr/>
        </p:nvSpPr>
        <p:spPr>
          <a:xfrm>
            <a:off x="1306237" y="2498421"/>
            <a:ext cx="919500" cy="919500"/>
          </a:xfrm>
          <a:prstGeom prst="donut">
            <a:avLst>
              <a:gd name="adj" fmla="val 10182"/>
            </a:avLst>
          </a:prstGeom>
          <a:solidFill>
            <a:schemeClr val="dk2"/>
          </a:solidFill>
          <a:ln>
            <a:noFill/>
          </a:ln>
          <a:effectLst>
            <a:outerShdw blurRad="57150" dist="19050" dir="5400000" algn="bl" rotWithShape="0">
              <a:srgbClr val="0445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90"/>
          <p:cNvSpPr/>
          <p:nvPr/>
        </p:nvSpPr>
        <p:spPr>
          <a:xfrm rot="4539040" flipH="1">
            <a:off x="1306406" y="2497722"/>
            <a:ext cx="918763" cy="918763"/>
          </a:xfrm>
          <a:prstGeom prst="blockArc">
            <a:avLst>
              <a:gd name="adj1" fmla="val 4952911"/>
              <a:gd name="adj2" fmla="val 20677063"/>
              <a:gd name="adj3" fmla="val 10756"/>
            </a:avLst>
          </a:prstGeom>
          <a:gradFill>
            <a:gsLst>
              <a:gs pos="0">
                <a:srgbClr val="8DF1FF"/>
              </a:gs>
              <a:gs pos="30000">
                <a:srgbClr val="F2CEFF"/>
              </a:gs>
              <a:gs pos="100000">
                <a:srgbClr val="0445FF"/>
              </a:gs>
            </a:gsLst>
            <a:lin ang="8099331" scaled="0"/>
          </a:gradFill>
          <a:ln>
            <a:noFill/>
          </a:ln>
          <a:effectLst>
            <a:outerShdw blurRad="57150" dist="19050" dir="5400000" algn="bl" rotWithShape="0">
              <a:srgbClr val="0445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90"/>
          <p:cNvSpPr/>
          <p:nvPr/>
        </p:nvSpPr>
        <p:spPr>
          <a:xfrm>
            <a:off x="2891837" y="2498421"/>
            <a:ext cx="919500" cy="919500"/>
          </a:xfrm>
          <a:prstGeom prst="donut">
            <a:avLst>
              <a:gd name="adj" fmla="val 10182"/>
            </a:avLst>
          </a:prstGeom>
          <a:solidFill>
            <a:schemeClr val="dk2"/>
          </a:solidFill>
          <a:ln>
            <a:noFill/>
          </a:ln>
          <a:effectLst>
            <a:outerShdw blurRad="57150" dist="19050" dir="5400000" algn="bl" rotWithShape="0">
              <a:srgbClr val="0445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90"/>
          <p:cNvSpPr/>
          <p:nvPr/>
        </p:nvSpPr>
        <p:spPr>
          <a:xfrm rot="4539040" flipH="1">
            <a:off x="2892006" y="2497722"/>
            <a:ext cx="918763" cy="918763"/>
          </a:xfrm>
          <a:prstGeom prst="blockArc">
            <a:avLst>
              <a:gd name="adj1" fmla="val 12528171"/>
              <a:gd name="adj2" fmla="val 20677063"/>
              <a:gd name="adj3" fmla="val 10756"/>
            </a:avLst>
          </a:prstGeom>
          <a:gradFill>
            <a:gsLst>
              <a:gs pos="0">
                <a:srgbClr val="8DF1FF"/>
              </a:gs>
              <a:gs pos="30000">
                <a:srgbClr val="F2CEFF"/>
              </a:gs>
              <a:gs pos="100000">
                <a:srgbClr val="0445FF"/>
              </a:gs>
            </a:gsLst>
            <a:lin ang="8099331" scaled="0"/>
          </a:gradFill>
          <a:ln>
            <a:noFill/>
          </a:ln>
          <a:effectLst>
            <a:outerShdw blurRad="57150" dist="19050" dir="5400000" algn="bl" rotWithShape="0">
              <a:srgbClr val="0445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7" name="Google Shape;1467;p90"/>
          <p:cNvGrpSpPr/>
          <p:nvPr/>
        </p:nvGrpSpPr>
        <p:grpSpPr>
          <a:xfrm>
            <a:off x="1594026" y="2775834"/>
            <a:ext cx="361998" cy="361090"/>
            <a:chOff x="-57578225" y="1904075"/>
            <a:chExt cx="319025" cy="318225"/>
          </a:xfrm>
        </p:grpSpPr>
        <p:sp>
          <p:nvSpPr>
            <p:cNvPr id="1468" name="Google Shape;1468;p90"/>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90"/>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90"/>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90"/>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 name="Google Shape;1472;p90"/>
          <p:cNvGrpSpPr/>
          <p:nvPr/>
        </p:nvGrpSpPr>
        <p:grpSpPr>
          <a:xfrm>
            <a:off x="3192742" y="2777634"/>
            <a:ext cx="317290" cy="361090"/>
            <a:chOff x="-56774050" y="1904075"/>
            <a:chExt cx="279625" cy="318225"/>
          </a:xfrm>
        </p:grpSpPr>
        <p:sp>
          <p:nvSpPr>
            <p:cNvPr id="1473" name="Google Shape;1473;p90"/>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90"/>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 name="Google Shape;1475;p90"/>
          <p:cNvSpPr txBox="1"/>
          <p:nvPr/>
        </p:nvSpPr>
        <p:spPr>
          <a:xfrm>
            <a:off x="1206888" y="2041227"/>
            <a:ext cx="11178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67%</a:t>
            </a:r>
            <a:endParaRPr sz="1800">
              <a:solidFill>
                <a:schemeClr val="dk1"/>
              </a:solidFill>
              <a:latin typeface="Orbitron Black"/>
              <a:ea typeface="Orbitron Black"/>
              <a:cs typeface="Orbitron Black"/>
              <a:sym typeface="Orbitron Black"/>
            </a:endParaRPr>
          </a:p>
        </p:txBody>
      </p:sp>
      <p:sp>
        <p:nvSpPr>
          <p:cNvPr id="1476" name="Google Shape;1476;p90"/>
          <p:cNvSpPr txBox="1"/>
          <p:nvPr/>
        </p:nvSpPr>
        <p:spPr>
          <a:xfrm>
            <a:off x="2792488" y="2041227"/>
            <a:ext cx="11178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33%</a:t>
            </a:r>
            <a:endParaRPr sz="1800">
              <a:solidFill>
                <a:schemeClr val="dk1"/>
              </a:solidFill>
              <a:latin typeface="Orbitron Black"/>
              <a:ea typeface="Orbitron Black"/>
              <a:cs typeface="Orbitron Black"/>
              <a:sym typeface="Orbitron Black"/>
            </a:endParaRPr>
          </a:p>
        </p:txBody>
      </p:sp>
      <p:cxnSp>
        <p:nvCxnSpPr>
          <p:cNvPr id="1477" name="Google Shape;1477;p90"/>
          <p:cNvCxnSpPr/>
          <p:nvPr/>
        </p:nvCxnSpPr>
        <p:spPr>
          <a:xfrm>
            <a:off x="5247292" y="2593950"/>
            <a:ext cx="2139000" cy="0"/>
          </a:xfrm>
          <a:prstGeom prst="straightConnector1">
            <a:avLst/>
          </a:prstGeom>
          <a:noFill/>
          <a:ln w="9525" cap="flat" cmpd="sng">
            <a:solidFill>
              <a:schemeClr val="accent1"/>
            </a:solidFill>
            <a:prstDash val="solid"/>
            <a:round/>
            <a:headEnd type="none" w="med" len="med"/>
            <a:tailEnd type="oval" w="med" len="med"/>
          </a:ln>
        </p:spPr>
      </p:cxnSp>
      <p:cxnSp>
        <p:nvCxnSpPr>
          <p:cNvPr id="1478" name="Google Shape;1478;p90"/>
          <p:cNvCxnSpPr/>
          <p:nvPr/>
        </p:nvCxnSpPr>
        <p:spPr>
          <a:xfrm>
            <a:off x="5247292" y="3336288"/>
            <a:ext cx="2139000" cy="0"/>
          </a:xfrm>
          <a:prstGeom prst="straightConnector1">
            <a:avLst/>
          </a:prstGeom>
          <a:noFill/>
          <a:ln w="9525" cap="flat" cmpd="sng">
            <a:solidFill>
              <a:schemeClr val="accent1"/>
            </a:solidFill>
            <a:prstDash val="solid"/>
            <a:round/>
            <a:headEnd type="none" w="med" len="med"/>
            <a:tailEnd type="oval" w="med" len="med"/>
          </a:ln>
        </p:spPr>
      </p:cxnSp>
      <p:cxnSp>
        <p:nvCxnSpPr>
          <p:cNvPr id="1479" name="Google Shape;1479;p90"/>
          <p:cNvCxnSpPr/>
          <p:nvPr/>
        </p:nvCxnSpPr>
        <p:spPr>
          <a:xfrm>
            <a:off x="5247292" y="4082071"/>
            <a:ext cx="2139000" cy="0"/>
          </a:xfrm>
          <a:prstGeom prst="straightConnector1">
            <a:avLst/>
          </a:prstGeom>
          <a:noFill/>
          <a:ln w="9525" cap="flat" cmpd="sng">
            <a:solidFill>
              <a:schemeClr val="accent1"/>
            </a:solidFill>
            <a:prstDash val="solid"/>
            <a:round/>
            <a:headEnd type="none" w="med" len="med"/>
            <a:tailEnd type="oval" w="med" len="med"/>
          </a:ln>
        </p:spPr>
      </p:cxnSp>
      <p:sp>
        <p:nvSpPr>
          <p:cNvPr id="1480" name="Google Shape;1480;p90"/>
          <p:cNvSpPr txBox="1"/>
          <p:nvPr/>
        </p:nvSpPr>
        <p:spPr>
          <a:xfrm>
            <a:off x="7386292" y="2407913"/>
            <a:ext cx="11178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15%</a:t>
            </a:r>
            <a:endParaRPr sz="1800">
              <a:solidFill>
                <a:schemeClr val="dk1"/>
              </a:solidFill>
              <a:latin typeface="Orbitron Black"/>
              <a:ea typeface="Orbitron Black"/>
              <a:cs typeface="Orbitron Black"/>
              <a:sym typeface="Orbitron Black"/>
            </a:endParaRPr>
          </a:p>
        </p:txBody>
      </p:sp>
      <p:sp>
        <p:nvSpPr>
          <p:cNvPr id="1481" name="Google Shape;1481;p90"/>
          <p:cNvSpPr txBox="1"/>
          <p:nvPr/>
        </p:nvSpPr>
        <p:spPr>
          <a:xfrm>
            <a:off x="7386292" y="3153288"/>
            <a:ext cx="11178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30%</a:t>
            </a:r>
            <a:endParaRPr sz="1800">
              <a:solidFill>
                <a:schemeClr val="dk1"/>
              </a:solidFill>
              <a:latin typeface="Orbitron Black"/>
              <a:ea typeface="Orbitron Black"/>
              <a:cs typeface="Orbitron Black"/>
              <a:sym typeface="Orbitron Black"/>
            </a:endParaRPr>
          </a:p>
        </p:txBody>
      </p:sp>
      <p:sp>
        <p:nvSpPr>
          <p:cNvPr id="1482" name="Google Shape;1482;p90"/>
          <p:cNvSpPr txBox="1"/>
          <p:nvPr/>
        </p:nvSpPr>
        <p:spPr>
          <a:xfrm>
            <a:off x="7386292" y="3890234"/>
            <a:ext cx="11178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55%</a:t>
            </a:r>
            <a:endParaRPr sz="1800">
              <a:solidFill>
                <a:schemeClr val="dk1"/>
              </a:solidFill>
              <a:latin typeface="Orbitron Black"/>
              <a:ea typeface="Orbitron Black"/>
              <a:cs typeface="Orbitron Black"/>
              <a:sym typeface="Orbitron Black"/>
            </a:endParaRPr>
          </a:p>
        </p:txBody>
      </p:sp>
      <p:sp>
        <p:nvSpPr>
          <p:cNvPr id="1483" name="Google Shape;1483;p90"/>
          <p:cNvSpPr/>
          <p:nvPr/>
        </p:nvSpPr>
        <p:spPr>
          <a:xfrm rot="2700000">
            <a:off x="4510839" y="2223559"/>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90"/>
          <p:cNvSpPr/>
          <p:nvPr/>
        </p:nvSpPr>
        <p:spPr>
          <a:xfrm rot="2700000">
            <a:off x="4510839" y="2965909"/>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90"/>
          <p:cNvSpPr/>
          <p:nvPr/>
        </p:nvSpPr>
        <p:spPr>
          <a:xfrm rot="2700000">
            <a:off x="4510839" y="3709830"/>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90"/>
          <p:cNvSpPr/>
          <p:nvPr/>
        </p:nvSpPr>
        <p:spPr>
          <a:xfrm>
            <a:off x="4617902" y="2330618"/>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90"/>
          <p:cNvSpPr/>
          <p:nvPr/>
        </p:nvSpPr>
        <p:spPr>
          <a:xfrm>
            <a:off x="4617902" y="3072968"/>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90"/>
          <p:cNvSpPr/>
          <p:nvPr/>
        </p:nvSpPr>
        <p:spPr>
          <a:xfrm>
            <a:off x="4617902" y="3818740"/>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90"/>
          <p:cNvSpPr txBox="1"/>
          <p:nvPr/>
        </p:nvSpPr>
        <p:spPr>
          <a:xfrm>
            <a:off x="5125104" y="1530450"/>
            <a:ext cx="2941800" cy="3255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INTERESTS</a:t>
            </a:r>
            <a:endParaRPr sz="1800">
              <a:solidFill>
                <a:schemeClr val="dk1"/>
              </a:solidFill>
              <a:latin typeface="Orbitron Black"/>
              <a:ea typeface="Orbitron Black"/>
              <a:cs typeface="Orbitron Black"/>
              <a:sym typeface="Orbitron Black"/>
            </a:endParaRPr>
          </a:p>
        </p:txBody>
      </p:sp>
      <p:sp>
        <p:nvSpPr>
          <p:cNvPr id="1490" name="Google Shape;1490;p90"/>
          <p:cNvSpPr txBox="1"/>
          <p:nvPr/>
        </p:nvSpPr>
        <p:spPr>
          <a:xfrm>
            <a:off x="1087704" y="1530450"/>
            <a:ext cx="2941800" cy="3255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AGE AND GENDER</a:t>
            </a:r>
            <a:endParaRPr sz="1800">
              <a:solidFill>
                <a:schemeClr val="dk1"/>
              </a:solidFill>
              <a:latin typeface="Orbitron Black"/>
              <a:ea typeface="Orbitron Black"/>
              <a:cs typeface="Orbitron Black"/>
              <a:sym typeface="Orbitron Black"/>
            </a:endParaRPr>
          </a:p>
        </p:txBody>
      </p:sp>
      <p:sp>
        <p:nvSpPr>
          <p:cNvPr id="1491" name="Google Shape;1491;p90"/>
          <p:cNvSpPr/>
          <p:nvPr/>
        </p:nvSpPr>
        <p:spPr>
          <a:xfrm>
            <a:off x="5521266" y="254135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492" name="Google Shape;1492;p90"/>
          <p:cNvSpPr/>
          <p:nvPr/>
        </p:nvSpPr>
        <p:spPr>
          <a:xfrm>
            <a:off x="5949789" y="328540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493" name="Google Shape;1493;p90"/>
          <p:cNvSpPr/>
          <p:nvPr/>
        </p:nvSpPr>
        <p:spPr>
          <a:xfrm>
            <a:off x="6371151" y="4029481"/>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cxnSp>
        <p:nvCxnSpPr>
          <p:cNvPr id="1494" name="Google Shape;1494;p90"/>
          <p:cNvCxnSpPr/>
          <p:nvPr/>
        </p:nvCxnSpPr>
        <p:spPr>
          <a:xfrm>
            <a:off x="1041619" y="3786998"/>
            <a:ext cx="2139000" cy="0"/>
          </a:xfrm>
          <a:prstGeom prst="straightConnector1">
            <a:avLst/>
          </a:prstGeom>
          <a:noFill/>
          <a:ln w="9525" cap="flat" cmpd="sng">
            <a:solidFill>
              <a:schemeClr val="accent1"/>
            </a:solidFill>
            <a:prstDash val="solid"/>
            <a:round/>
            <a:headEnd type="oval" w="med" len="med"/>
            <a:tailEnd type="none" w="med" len="med"/>
          </a:ln>
        </p:spPr>
      </p:cxnSp>
      <p:sp>
        <p:nvSpPr>
          <p:cNvPr id="1495" name="Google Shape;1495;p90"/>
          <p:cNvSpPr/>
          <p:nvPr/>
        </p:nvSpPr>
        <p:spPr>
          <a:xfrm>
            <a:off x="2633093" y="3734404"/>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cxnSp>
        <p:nvCxnSpPr>
          <p:cNvPr id="1496" name="Google Shape;1496;p90"/>
          <p:cNvCxnSpPr/>
          <p:nvPr/>
        </p:nvCxnSpPr>
        <p:spPr>
          <a:xfrm>
            <a:off x="1041619" y="4159448"/>
            <a:ext cx="2139000" cy="0"/>
          </a:xfrm>
          <a:prstGeom prst="straightConnector1">
            <a:avLst/>
          </a:prstGeom>
          <a:noFill/>
          <a:ln w="9525" cap="flat" cmpd="sng">
            <a:solidFill>
              <a:schemeClr val="accent1"/>
            </a:solidFill>
            <a:prstDash val="solid"/>
            <a:round/>
            <a:headEnd type="oval" w="med" len="med"/>
            <a:tailEnd type="none" w="med" len="med"/>
          </a:ln>
        </p:spPr>
      </p:cxnSp>
      <p:sp>
        <p:nvSpPr>
          <p:cNvPr id="1497" name="Google Shape;1497;p90"/>
          <p:cNvSpPr/>
          <p:nvPr/>
        </p:nvSpPr>
        <p:spPr>
          <a:xfrm>
            <a:off x="1338543" y="4106854"/>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cxnSp>
        <p:nvCxnSpPr>
          <p:cNvPr id="1498" name="Google Shape;1498;p90"/>
          <p:cNvCxnSpPr/>
          <p:nvPr/>
        </p:nvCxnSpPr>
        <p:spPr>
          <a:xfrm>
            <a:off x="1041619" y="4531898"/>
            <a:ext cx="2139000" cy="0"/>
          </a:xfrm>
          <a:prstGeom prst="straightConnector1">
            <a:avLst/>
          </a:prstGeom>
          <a:noFill/>
          <a:ln w="9525" cap="flat" cmpd="sng">
            <a:solidFill>
              <a:schemeClr val="accent1"/>
            </a:solidFill>
            <a:prstDash val="solid"/>
            <a:round/>
            <a:headEnd type="oval" w="med" len="med"/>
            <a:tailEnd type="none" w="med" len="med"/>
          </a:ln>
        </p:spPr>
      </p:cxnSp>
      <p:sp>
        <p:nvSpPr>
          <p:cNvPr id="1499" name="Google Shape;1499;p90"/>
          <p:cNvSpPr/>
          <p:nvPr/>
        </p:nvSpPr>
        <p:spPr>
          <a:xfrm>
            <a:off x="1620468" y="4479304"/>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500" name="Google Shape;1500;p90"/>
          <p:cNvSpPr txBox="1"/>
          <p:nvPr/>
        </p:nvSpPr>
        <p:spPr>
          <a:xfrm>
            <a:off x="3180625" y="3592444"/>
            <a:ext cx="9195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67%</a:t>
            </a:r>
            <a:endParaRPr sz="1800">
              <a:solidFill>
                <a:schemeClr val="dk1"/>
              </a:solidFill>
              <a:latin typeface="Orbitron Black"/>
              <a:ea typeface="Orbitron Black"/>
              <a:cs typeface="Orbitron Black"/>
              <a:sym typeface="Orbitron Black"/>
            </a:endParaRPr>
          </a:p>
        </p:txBody>
      </p:sp>
      <p:sp>
        <p:nvSpPr>
          <p:cNvPr id="1501" name="Google Shape;1501;p90"/>
          <p:cNvSpPr txBox="1"/>
          <p:nvPr/>
        </p:nvSpPr>
        <p:spPr>
          <a:xfrm>
            <a:off x="3180625" y="3966725"/>
            <a:ext cx="9195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14%</a:t>
            </a:r>
            <a:endParaRPr sz="1800">
              <a:solidFill>
                <a:schemeClr val="dk1"/>
              </a:solidFill>
              <a:latin typeface="Orbitron Black"/>
              <a:ea typeface="Orbitron Black"/>
              <a:cs typeface="Orbitron Black"/>
              <a:sym typeface="Orbitron Black"/>
            </a:endParaRPr>
          </a:p>
        </p:txBody>
      </p:sp>
      <p:sp>
        <p:nvSpPr>
          <p:cNvPr id="1502" name="Google Shape;1502;p90"/>
          <p:cNvSpPr txBox="1"/>
          <p:nvPr/>
        </p:nvSpPr>
        <p:spPr>
          <a:xfrm>
            <a:off x="3180625" y="4341006"/>
            <a:ext cx="9195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21%</a:t>
            </a:r>
            <a:endParaRPr sz="1800">
              <a:solidFill>
                <a:schemeClr val="dk1"/>
              </a:solidFill>
              <a:latin typeface="Orbitron Black"/>
              <a:ea typeface="Orbitron Black"/>
              <a:cs typeface="Orbitron Black"/>
              <a:sym typeface="Orbitron Black"/>
            </a:endParaRPr>
          </a:p>
        </p:txBody>
      </p:sp>
      <p:grpSp>
        <p:nvGrpSpPr>
          <p:cNvPr id="1503" name="Google Shape;1503;p90"/>
          <p:cNvGrpSpPr/>
          <p:nvPr/>
        </p:nvGrpSpPr>
        <p:grpSpPr>
          <a:xfrm>
            <a:off x="4737556" y="2409012"/>
            <a:ext cx="287337" cy="325481"/>
            <a:chOff x="6439265" y="3393430"/>
            <a:chExt cx="373359" cy="422923"/>
          </a:xfrm>
        </p:grpSpPr>
        <p:sp>
          <p:nvSpPr>
            <p:cNvPr id="1504" name="Google Shape;1504;p90"/>
            <p:cNvSpPr/>
            <p:nvPr/>
          </p:nvSpPr>
          <p:spPr>
            <a:xfrm>
              <a:off x="6554948" y="3477836"/>
              <a:ext cx="146367" cy="135347"/>
            </a:xfrm>
            <a:custGeom>
              <a:avLst/>
              <a:gdLst/>
              <a:ahLst/>
              <a:cxnLst/>
              <a:rect l="l" t="t" r="r" b="b"/>
              <a:pathLst>
                <a:path w="5419" h="5011" extrusionOk="0">
                  <a:moveTo>
                    <a:pt x="3556" y="912"/>
                  </a:moveTo>
                  <a:cubicBezTo>
                    <a:pt x="3754" y="912"/>
                    <a:pt x="3952" y="989"/>
                    <a:pt x="4104" y="1142"/>
                  </a:cubicBezTo>
                  <a:cubicBezTo>
                    <a:pt x="4411" y="1447"/>
                    <a:pt x="4411" y="1934"/>
                    <a:pt x="4104" y="2239"/>
                  </a:cubicBezTo>
                  <a:lnTo>
                    <a:pt x="2628" y="3715"/>
                  </a:lnTo>
                  <a:lnTo>
                    <a:pt x="1135" y="2239"/>
                  </a:lnTo>
                  <a:cubicBezTo>
                    <a:pt x="991" y="2095"/>
                    <a:pt x="919" y="1898"/>
                    <a:pt x="919" y="1682"/>
                  </a:cubicBezTo>
                  <a:cubicBezTo>
                    <a:pt x="919" y="1483"/>
                    <a:pt x="991" y="1286"/>
                    <a:pt x="1135" y="1142"/>
                  </a:cubicBezTo>
                  <a:cubicBezTo>
                    <a:pt x="1297" y="998"/>
                    <a:pt x="1477" y="926"/>
                    <a:pt x="1675" y="926"/>
                  </a:cubicBezTo>
                  <a:cubicBezTo>
                    <a:pt x="1873" y="926"/>
                    <a:pt x="2071" y="998"/>
                    <a:pt x="2233" y="1142"/>
                  </a:cubicBezTo>
                  <a:lnTo>
                    <a:pt x="2628" y="1538"/>
                  </a:lnTo>
                  <a:lnTo>
                    <a:pt x="3007" y="1142"/>
                  </a:lnTo>
                  <a:cubicBezTo>
                    <a:pt x="3160" y="989"/>
                    <a:pt x="3358" y="912"/>
                    <a:pt x="3556" y="912"/>
                  </a:cubicBezTo>
                  <a:close/>
                  <a:moveTo>
                    <a:pt x="1688" y="0"/>
                  </a:moveTo>
                  <a:cubicBezTo>
                    <a:pt x="1252" y="0"/>
                    <a:pt x="817" y="165"/>
                    <a:pt x="488" y="494"/>
                  </a:cubicBezTo>
                  <a:cubicBezTo>
                    <a:pt x="164" y="818"/>
                    <a:pt x="1" y="1231"/>
                    <a:pt x="1" y="1682"/>
                  </a:cubicBezTo>
                  <a:cubicBezTo>
                    <a:pt x="1" y="2131"/>
                    <a:pt x="164" y="2563"/>
                    <a:pt x="488" y="2887"/>
                  </a:cubicBezTo>
                  <a:lnTo>
                    <a:pt x="2628" y="5010"/>
                  </a:lnTo>
                  <a:lnTo>
                    <a:pt x="4752" y="2887"/>
                  </a:lnTo>
                  <a:cubicBezTo>
                    <a:pt x="5419" y="2222"/>
                    <a:pt x="5419" y="1159"/>
                    <a:pt x="4752" y="494"/>
                  </a:cubicBezTo>
                  <a:cubicBezTo>
                    <a:pt x="4423" y="165"/>
                    <a:pt x="3988" y="0"/>
                    <a:pt x="3555" y="0"/>
                  </a:cubicBezTo>
                  <a:cubicBezTo>
                    <a:pt x="3230" y="0"/>
                    <a:pt x="2906" y="93"/>
                    <a:pt x="2628" y="278"/>
                  </a:cubicBezTo>
                  <a:cubicBezTo>
                    <a:pt x="2343" y="93"/>
                    <a:pt x="2015" y="0"/>
                    <a:pt x="168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90"/>
            <p:cNvSpPr/>
            <p:nvPr/>
          </p:nvSpPr>
          <p:spPr>
            <a:xfrm>
              <a:off x="6439265" y="3393430"/>
              <a:ext cx="373359" cy="422923"/>
            </a:xfrm>
            <a:custGeom>
              <a:avLst/>
              <a:gdLst/>
              <a:ahLst/>
              <a:cxnLst/>
              <a:rect l="l" t="t" r="r" b="b"/>
              <a:pathLst>
                <a:path w="13823" h="15658" extrusionOk="0">
                  <a:moveTo>
                    <a:pt x="2448" y="4932"/>
                  </a:moveTo>
                  <a:lnTo>
                    <a:pt x="2448" y="6156"/>
                  </a:lnTo>
                  <a:lnTo>
                    <a:pt x="1531" y="6156"/>
                  </a:lnTo>
                  <a:lnTo>
                    <a:pt x="1531" y="4932"/>
                  </a:lnTo>
                  <a:close/>
                  <a:moveTo>
                    <a:pt x="12293" y="4932"/>
                  </a:moveTo>
                  <a:lnTo>
                    <a:pt x="12293" y="6156"/>
                  </a:lnTo>
                  <a:lnTo>
                    <a:pt x="11357" y="6156"/>
                  </a:lnTo>
                  <a:lnTo>
                    <a:pt x="11357" y="4932"/>
                  </a:lnTo>
                  <a:close/>
                  <a:moveTo>
                    <a:pt x="6911" y="919"/>
                  </a:moveTo>
                  <a:cubicBezTo>
                    <a:pt x="8855" y="919"/>
                    <a:pt x="10457" y="2503"/>
                    <a:pt x="10457" y="4464"/>
                  </a:cubicBezTo>
                  <a:lnTo>
                    <a:pt x="10457" y="6606"/>
                  </a:lnTo>
                  <a:cubicBezTo>
                    <a:pt x="10457" y="8567"/>
                    <a:pt x="8855" y="10151"/>
                    <a:pt x="6911" y="10151"/>
                  </a:cubicBezTo>
                  <a:cubicBezTo>
                    <a:pt x="4951" y="10151"/>
                    <a:pt x="3367" y="8567"/>
                    <a:pt x="3367" y="6606"/>
                  </a:cubicBezTo>
                  <a:lnTo>
                    <a:pt x="3367" y="4464"/>
                  </a:lnTo>
                  <a:cubicBezTo>
                    <a:pt x="3367" y="2503"/>
                    <a:pt x="4951" y="919"/>
                    <a:pt x="6911" y="919"/>
                  </a:cubicBezTo>
                  <a:close/>
                  <a:moveTo>
                    <a:pt x="9611" y="10151"/>
                  </a:moveTo>
                  <a:cubicBezTo>
                    <a:pt x="10007" y="10170"/>
                    <a:pt x="10403" y="10259"/>
                    <a:pt x="10763" y="10403"/>
                  </a:cubicBezTo>
                  <a:lnTo>
                    <a:pt x="10763" y="12598"/>
                  </a:lnTo>
                  <a:lnTo>
                    <a:pt x="3060" y="12598"/>
                  </a:lnTo>
                  <a:lnTo>
                    <a:pt x="3060" y="10403"/>
                  </a:lnTo>
                  <a:cubicBezTo>
                    <a:pt x="3403" y="10259"/>
                    <a:pt x="3799" y="10170"/>
                    <a:pt x="4195" y="10151"/>
                  </a:cubicBezTo>
                  <a:cubicBezTo>
                    <a:pt x="4951" y="10727"/>
                    <a:pt x="5886" y="11069"/>
                    <a:pt x="6911" y="11069"/>
                  </a:cubicBezTo>
                  <a:cubicBezTo>
                    <a:pt x="7919" y="11069"/>
                    <a:pt x="8855" y="10727"/>
                    <a:pt x="9611" y="10151"/>
                  </a:cubicBezTo>
                  <a:close/>
                  <a:moveTo>
                    <a:pt x="2143" y="10979"/>
                  </a:moveTo>
                  <a:lnTo>
                    <a:pt x="2143" y="14741"/>
                  </a:lnTo>
                  <a:lnTo>
                    <a:pt x="919" y="14741"/>
                  </a:lnTo>
                  <a:lnTo>
                    <a:pt x="919" y="13606"/>
                  </a:lnTo>
                  <a:cubicBezTo>
                    <a:pt x="919" y="12545"/>
                    <a:pt x="1387" y="11609"/>
                    <a:pt x="2143" y="10979"/>
                  </a:cubicBezTo>
                  <a:close/>
                  <a:moveTo>
                    <a:pt x="10763" y="13517"/>
                  </a:moveTo>
                  <a:lnTo>
                    <a:pt x="10763" y="14741"/>
                  </a:lnTo>
                  <a:lnTo>
                    <a:pt x="3060" y="14741"/>
                  </a:lnTo>
                  <a:lnTo>
                    <a:pt x="3060" y="13517"/>
                  </a:lnTo>
                  <a:close/>
                  <a:moveTo>
                    <a:pt x="11662" y="10979"/>
                  </a:moveTo>
                  <a:cubicBezTo>
                    <a:pt x="12418" y="11609"/>
                    <a:pt x="12905" y="12545"/>
                    <a:pt x="12905" y="13606"/>
                  </a:cubicBezTo>
                  <a:lnTo>
                    <a:pt x="12905" y="14741"/>
                  </a:lnTo>
                  <a:lnTo>
                    <a:pt x="11662" y="14741"/>
                  </a:lnTo>
                  <a:lnTo>
                    <a:pt x="11662" y="10979"/>
                  </a:lnTo>
                  <a:close/>
                  <a:moveTo>
                    <a:pt x="6911" y="1"/>
                  </a:moveTo>
                  <a:cubicBezTo>
                    <a:pt x="4591" y="1"/>
                    <a:pt x="2700" y="1765"/>
                    <a:pt x="2467" y="4015"/>
                  </a:cubicBezTo>
                  <a:lnTo>
                    <a:pt x="613" y="4015"/>
                  </a:lnTo>
                  <a:lnTo>
                    <a:pt x="613" y="7074"/>
                  </a:lnTo>
                  <a:lnTo>
                    <a:pt x="2467" y="7074"/>
                  </a:lnTo>
                  <a:cubicBezTo>
                    <a:pt x="2556" y="7919"/>
                    <a:pt x="2880" y="8694"/>
                    <a:pt x="3384" y="9342"/>
                  </a:cubicBezTo>
                  <a:cubicBezTo>
                    <a:pt x="2592" y="9522"/>
                    <a:pt x="1855" y="9935"/>
                    <a:pt x="1261" y="10511"/>
                  </a:cubicBezTo>
                  <a:cubicBezTo>
                    <a:pt x="451" y="11339"/>
                    <a:pt x="1" y="12437"/>
                    <a:pt x="1" y="13606"/>
                  </a:cubicBezTo>
                  <a:lnTo>
                    <a:pt x="1" y="15658"/>
                  </a:lnTo>
                  <a:lnTo>
                    <a:pt x="13822" y="15658"/>
                  </a:lnTo>
                  <a:lnTo>
                    <a:pt x="13822" y="13606"/>
                  </a:lnTo>
                  <a:cubicBezTo>
                    <a:pt x="13822" y="12437"/>
                    <a:pt x="13354" y="11339"/>
                    <a:pt x="12545" y="10511"/>
                  </a:cubicBezTo>
                  <a:cubicBezTo>
                    <a:pt x="11950" y="9935"/>
                    <a:pt x="11213" y="9522"/>
                    <a:pt x="10421" y="9342"/>
                  </a:cubicBezTo>
                  <a:cubicBezTo>
                    <a:pt x="10925" y="8694"/>
                    <a:pt x="11249" y="7919"/>
                    <a:pt x="11339" y="7074"/>
                  </a:cubicBezTo>
                  <a:lnTo>
                    <a:pt x="13210" y="7074"/>
                  </a:lnTo>
                  <a:lnTo>
                    <a:pt x="13210" y="4015"/>
                  </a:lnTo>
                  <a:lnTo>
                    <a:pt x="11339" y="4015"/>
                  </a:lnTo>
                  <a:cubicBezTo>
                    <a:pt x="11105" y="1765"/>
                    <a:pt x="9215" y="1"/>
                    <a:pt x="691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 name="Google Shape;1506;p90"/>
          <p:cNvGrpSpPr/>
          <p:nvPr/>
        </p:nvGrpSpPr>
        <p:grpSpPr>
          <a:xfrm>
            <a:off x="4728043" y="3929548"/>
            <a:ext cx="306378" cy="306794"/>
            <a:chOff x="3165517" y="3393430"/>
            <a:chExt cx="398100" cy="398641"/>
          </a:xfrm>
        </p:grpSpPr>
        <p:sp>
          <p:nvSpPr>
            <p:cNvPr id="1507" name="Google Shape;1507;p90"/>
            <p:cNvSpPr/>
            <p:nvPr/>
          </p:nvSpPr>
          <p:spPr>
            <a:xfrm>
              <a:off x="3165517" y="3393430"/>
              <a:ext cx="398100" cy="398641"/>
            </a:xfrm>
            <a:custGeom>
              <a:avLst/>
              <a:gdLst/>
              <a:ahLst/>
              <a:cxnLst/>
              <a:rect l="l" t="t" r="r" b="b"/>
              <a:pathLst>
                <a:path w="14739" h="14759" extrusionOk="0">
                  <a:moveTo>
                    <a:pt x="1728" y="1729"/>
                  </a:moveTo>
                  <a:lnTo>
                    <a:pt x="1728" y="3744"/>
                  </a:lnTo>
                  <a:lnTo>
                    <a:pt x="864" y="3744"/>
                  </a:lnTo>
                  <a:lnTo>
                    <a:pt x="864" y="1729"/>
                  </a:lnTo>
                  <a:close/>
                  <a:moveTo>
                    <a:pt x="13875" y="1729"/>
                  </a:moveTo>
                  <a:lnTo>
                    <a:pt x="13875" y="3744"/>
                  </a:lnTo>
                  <a:lnTo>
                    <a:pt x="13011" y="3744"/>
                  </a:lnTo>
                  <a:lnTo>
                    <a:pt x="13011" y="1729"/>
                  </a:lnTo>
                  <a:close/>
                  <a:moveTo>
                    <a:pt x="12148" y="865"/>
                  </a:moveTo>
                  <a:lnTo>
                    <a:pt x="12148" y="4176"/>
                  </a:lnTo>
                  <a:cubicBezTo>
                    <a:pt x="12148" y="5383"/>
                    <a:pt x="11176" y="6354"/>
                    <a:pt x="9971" y="6354"/>
                  </a:cubicBezTo>
                  <a:cubicBezTo>
                    <a:pt x="8783" y="6354"/>
                    <a:pt x="7792" y="5383"/>
                    <a:pt x="7792" y="4176"/>
                  </a:cubicBezTo>
                  <a:lnTo>
                    <a:pt x="6929" y="4176"/>
                  </a:lnTo>
                  <a:cubicBezTo>
                    <a:pt x="6929" y="5383"/>
                    <a:pt x="5957" y="6354"/>
                    <a:pt x="4769" y="6354"/>
                  </a:cubicBezTo>
                  <a:cubicBezTo>
                    <a:pt x="3564" y="6354"/>
                    <a:pt x="2592" y="5383"/>
                    <a:pt x="2592" y="4176"/>
                  </a:cubicBezTo>
                  <a:lnTo>
                    <a:pt x="2592" y="865"/>
                  </a:lnTo>
                  <a:close/>
                  <a:moveTo>
                    <a:pt x="1728" y="1"/>
                  </a:moveTo>
                  <a:lnTo>
                    <a:pt x="1728" y="865"/>
                  </a:lnTo>
                  <a:lnTo>
                    <a:pt x="1" y="865"/>
                  </a:lnTo>
                  <a:lnTo>
                    <a:pt x="1" y="6516"/>
                  </a:lnTo>
                  <a:cubicBezTo>
                    <a:pt x="1" y="8675"/>
                    <a:pt x="1746" y="10422"/>
                    <a:pt x="3905" y="10422"/>
                  </a:cubicBezTo>
                  <a:cubicBezTo>
                    <a:pt x="5580" y="10422"/>
                    <a:pt x="6929" y="11789"/>
                    <a:pt x="6929" y="13462"/>
                  </a:cubicBezTo>
                  <a:lnTo>
                    <a:pt x="6929" y="14758"/>
                  </a:lnTo>
                  <a:lnTo>
                    <a:pt x="7792" y="14758"/>
                  </a:lnTo>
                  <a:lnTo>
                    <a:pt x="7792" y="13462"/>
                  </a:lnTo>
                  <a:cubicBezTo>
                    <a:pt x="7792" y="11321"/>
                    <a:pt x="6047" y="9558"/>
                    <a:pt x="3905" y="9558"/>
                  </a:cubicBezTo>
                  <a:cubicBezTo>
                    <a:pt x="2232" y="9558"/>
                    <a:pt x="864" y="8207"/>
                    <a:pt x="864" y="6516"/>
                  </a:cubicBezTo>
                  <a:lnTo>
                    <a:pt x="864" y="4608"/>
                  </a:lnTo>
                  <a:lnTo>
                    <a:pt x="1764" y="4608"/>
                  </a:lnTo>
                  <a:cubicBezTo>
                    <a:pt x="1962" y="6084"/>
                    <a:pt x="3240" y="7218"/>
                    <a:pt x="4769" y="7218"/>
                  </a:cubicBezTo>
                  <a:cubicBezTo>
                    <a:pt x="5867" y="7218"/>
                    <a:pt x="6839" y="6624"/>
                    <a:pt x="7360" y="5743"/>
                  </a:cubicBezTo>
                  <a:cubicBezTo>
                    <a:pt x="7900" y="6624"/>
                    <a:pt x="8872" y="7218"/>
                    <a:pt x="9971" y="7218"/>
                  </a:cubicBezTo>
                  <a:cubicBezTo>
                    <a:pt x="11500" y="7218"/>
                    <a:pt x="12778" y="6084"/>
                    <a:pt x="12975" y="4608"/>
                  </a:cubicBezTo>
                  <a:lnTo>
                    <a:pt x="14739" y="4608"/>
                  </a:lnTo>
                  <a:lnTo>
                    <a:pt x="14739" y="865"/>
                  </a:lnTo>
                  <a:lnTo>
                    <a:pt x="13011" y="865"/>
                  </a:lnTo>
                  <a:lnTo>
                    <a:pt x="1301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90"/>
            <p:cNvSpPr/>
            <p:nvPr/>
          </p:nvSpPr>
          <p:spPr>
            <a:xfrm>
              <a:off x="3258837" y="3440103"/>
              <a:ext cx="211461" cy="23364"/>
            </a:xfrm>
            <a:custGeom>
              <a:avLst/>
              <a:gdLst/>
              <a:ahLst/>
              <a:cxnLst/>
              <a:rect l="l" t="t" r="r" b="b"/>
              <a:pathLst>
                <a:path w="7829" h="865" extrusionOk="0">
                  <a:moveTo>
                    <a:pt x="1" y="1"/>
                  </a:moveTo>
                  <a:lnTo>
                    <a:pt x="1" y="864"/>
                  </a:lnTo>
                  <a:lnTo>
                    <a:pt x="7829" y="864"/>
                  </a:lnTo>
                  <a:lnTo>
                    <a:pt x="782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 name="Google Shape;1509;p90"/>
          <p:cNvGrpSpPr/>
          <p:nvPr/>
        </p:nvGrpSpPr>
        <p:grpSpPr>
          <a:xfrm>
            <a:off x="4745863" y="3184425"/>
            <a:ext cx="269377" cy="305297"/>
            <a:chOff x="1534681" y="3393430"/>
            <a:chExt cx="350023" cy="396696"/>
          </a:xfrm>
        </p:grpSpPr>
        <p:sp>
          <p:nvSpPr>
            <p:cNvPr id="1510" name="Google Shape;1510;p90"/>
            <p:cNvSpPr/>
            <p:nvPr/>
          </p:nvSpPr>
          <p:spPr>
            <a:xfrm>
              <a:off x="1587188" y="3393430"/>
              <a:ext cx="245008" cy="67120"/>
            </a:xfrm>
            <a:custGeom>
              <a:avLst/>
              <a:gdLst/>
              <a:ahLst/>
              <a:cxnLst/>
              <a:rect l="l" t="t" r="r" b="b"/>
              <a:pathLst>
                <a:path w="9071" h="2485" extrusionOk="0">
                  <a:moveTo>
                    <a:pt x="4536" y="1"/>
                  </a:moveTo>
                  <a:cubicBezTo>
                    <a:pt x="2827" y="1"/>
                    <a:pt x="1207" y="668"/>
                    <a:pt x="1" y="1891"/>
                  </a:cubicBezTo>
                  <a:lnTo>
                    <a:pt x="612" y="2484"/>
                  </a:lnTo>
                  <a:cubicBezTo>
                    <a:pt x="1656" y="1441"/>
                    <a:pt x="3060" y="865"/>
                    <a:pt x="4536" y="865"/>
                  </a:cubicBezTo>
                  <a:cubicBezTo>
                    <a:pt x="6030" y="865"/>
                    <a:pt x="7415" y="1441"/>
                    <a:pt x="8478" y="2484"/>
                  </a:cubicBezTo>
                  <a:lnTo>
                    <a:pt x="9071" y="1891"/>
                  </a:lnTo>
                  <a:cubicBezTo>
                    <a:pt x="7866" y="668"/>
                    <a:pt x="6246" y="1"/>
                    <a:pt x="453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90"/>
            <p:cNvSpPr/>
            <p:nvPr/>
          </p:nvSpPr>
          <p:spPr>
            <a:xfrm>
              <a:off x="1620248" y="3439860"/>
              <a:ext cx="179400" cy="53750"/>
            </a:xfrm>
            <a:custGeom>
              <a:avLst/>
              <a:gdLst/>
              <a:ahLst/>
              <a:cxnLst/>
              <a:rect l="l" t="t" r="r" b="b"/>
              <a:pathLst>
                <a:path w="6642" h="1990" extrusionOk="0">
                  <a:moveTo>
                    <a:pt x="3315" y="1"/>
                  </a:moveTo>
                  <a:cubicBezTo>
                    <a:pt x="2111" y="1"/>
                    <a:pt x="909" y="460"/>
                    <a:pt x="0" y="1377"/>
                  </a:cubicBezTo>
                  <a:lnTo>
                    <a:pt x="595" y="1989"/>
                  </a:lnTo>
                  <a:cubicBezTo>
                    <a:pt x="1351" y="1243"/>
                    <a:pt x="2336" y="869"/>
                    <a:pt x="3319" y="869"/>
                  </a:cubicBezTo>
                  <a:cubicBezTo>
                    <a:pt x="4302" y="869"/>
                    <a:pt x="5283" y="1243"/>
                    <a:pt x="6030" y="1989"/>
                  </a:cubicBezTo>
                  <a:lnTo>
                    <a:pt x="6642" y="1377"/>
                  </a:lnTo>
                  <a:cubicBezTo>
                    <a:pt x="5724" y="460"/>
                    <a:pt x="4518" y="1"/>
                    <a:pt x="3315"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90"/>
            <p:cNvSpPr/>
            <p:nvPr/>
          </p:nvSpPr>
          <p:spPr>
            <a:xfrm>
              <a:off x="1652822" y="3486290"/>
              <a:ext cx="113766" cy="40353"/>
            </a:xfrm>
            <a:custGeom>
              <a:avLst/>
              <a:gdLst/>
              <a:ahLst/>
              <a:cxnLst/>
              <a:rect l="l" t="t" r="r" b="b"/>
              <a:pathLst>
                <a:path w="4212" h="1494" extrusionOk="0">
                  <a:moveTo>
                    <a:pt x="2106" y="1"/>
                  </a:moveTo>
                  <a:cubicBezTo>
                    <a:pt x="1314" y="1"/>
                    <a:pt x="558" y="325"/>
                    <a:pt x="1" y="882"/>
                  </a:cubicBezTo>
                  <a:lnTo>
                    <a:pt x="613" y="1494"/>
                  </a:lnTo>
                  <a:cubicBezTo>
                    <a:pt x="1009" y="1081"/>
                    <a:pt x="1548" y="865"/>
                    <a:pt x="2106" y="865"/>
                  </a:cubicBezTo>
                  <a:cubicBezTo>
                    <a:pt x="2682" y="865"/>
                    <a:pt x="3204" y="1081"/>
                    <a:pt x="3600" y="1494"/>
                  </a:cubicBezTo>
                  <a:lnTo>
                    <a:pt x="4212" y="882"/>
                  </a:lnTo>
                  <a:cubicBezTo>
                    <a:pt x="3653" y="325"/>
                    <a:pt x="2898" y="1"/>
                    <a:pt x="210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90"/>
            <p:cNvSpPr/>
            <p:nvPr/>
          </p:nvSpPr>
          <p:spPr>
            <a:xfrm>
              <a:off x="1534681" y="3549953"/>
              <a:ext cx="350023" cy="240173"/>
            </a:xfrm>
            <a:custGeom>
              <a:avLst/>
              <a:gdLst/>
              <a:ahLst/>
              <a:cxnLst/>
              <a:rect l="l" t="t" r="r" b="b"/>
              <a:pathLst>
                <a:path w="12959" h="8892" extrusionOk="0">
                  <a:moveTo>
                    <a:pt x="10494" y="847"/>
                  </a:moveTo>
                  <a:lnTo>
                    <a:pt x="11087" y="2863"/>
                  </a:lnTo>
                  <a:lnTo>
                    <a:pt x="1873" y="2863"/>
                  </a:lnTo>
                  <a:lnTo>
                    <a:pt x="2467" y="847"/>
                  </a:lnTo>
                  <a:close/>
                  <a:moveTo>
                    <a:pt x="11249" y="3727"/>
                  </a:moveTo>
                  <a:lnTo>
                    <a:pt x="11249" y="6300"/>
                  </a:lnTo>
                  <a:lnTo>
                    <a:pt x="1729" y="6300"/>
                  </a:lnTo>
                  <a:lnTo>
                    <a:pt x="1729" y="3727"/>
                  </a:lnTo>
                  <a:close/>
                  <a:moveTo>
                    <a:pt x="2592" y="7163"/>
                  </a:moveTo>
                  <a:lnTo>
                    <a:pt x="2592" y="8027"/>
                  </a:lnTo>
                  <a:lnTo>
                    <a:pt x="1729" y="8027"/>
                  </a:lnTo>
                  <a:lnTo>
                    <a:pt x="1729" y="7163"/>
                  </a:lnTo>
                  <a:close/>
                  <a:moveTo>
                    <a:pt x="11249" y="7163"/>
                  </a:moveTo>
                  <a:lnTo>
                    <a:pt x="11249" y="8027"/>
                  </a:lnTo>
                  <a:lnTo>
                    <a:pt x="10386" y="8027"/>
                  </a:lnTo>
                  <a:lnTo>
                    <a:pt x="10386" y="7163"/>
                  </a:lnTo>
                  <a:close/>
                  <a:moveTo>
                    <a:pt x="1837" y="1"/>
                  </a:moveTo>
                  <a:lnTo>
                    <a:pt x="973" y="2863"/>
                  </a:lnTo>
                  <a:lnTo>
                    <a:pt x="1" y="2863"/>
                  </a:lnTo>
                  <a:lnTo>
                    <a:pt x="1" y="3727"/>
                  </a:lnTo>
                  <a:lnTo>
                    <a:pt x="865" y="3727"/>
                  </a:lnTo>
                  <a:lnTo>
                    <a:pt x="865" y="8891"/>
                  </a:lnTo>
                  <a:lnTo>
                    <a:pt x="3439" y="8891"/>
                  </a:lnTo>
                  <a:lnTo>
                    <a:pt x="3439" y="7163"/>
                  </a:lnTo>
                  <a:lnTo>
                    <a:pt x="9522" y="7163"/>
                  </a:lnTo>
                  <a:lnTo>
                    <a:pt x="9522" y="8891"/>
                  </a:lnTo>
                  <a:lnTo>
                    <a:pt x="12095" y="8891"/>
                  </a:lnTo>
                  <a:lnTo>
                    <a:pt x="12095" y="3727"/>
                  </a:lnTo>
                  <a:lnTo>
                    <a:pt x="12958" y="3727"/>
                  </a:lnTo>
                  <a:lnTo>
                    <a:pt x="12958" y="2863"/>
                  </a:lnTo>
                  <a:lnTo>
                    <a:pt x="11987" y="2863"/>
                  </a:lnTo>
                  <a:lnTo>
                    <a:pt x="1112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90"/>
            <p:cNvSpPr/>
            <p:nvPr/>
          </p:nvSpPr>
          <p:spPr>
            <a:xfrm>
              <a:off x="1604691" y="3673929"/>
              <a:ext cx="46214" cy="23364"/>
            </a:xfrm>
            <a:custGeom>
              <a:avLst/>
              <a:gdLst/>
              <a:ahLst/>
              <a:cxnLst/>
              <a:rect l="l" t="t" r="r" b="b"/>
              <a:pathLst>
                <a:path w="1711" h="865" extrusionOk="0">
                  <a:moveTo>
                    <a:pt x="0" y="1"/>
                  </a:moveTo>
                  <a:lnTo>
                    <a:pt x="0" y="864"/>
                  </a:lnTo>
                  <a:lnTo>
                    <a:pt x="1711" y="864"/>
                  </a:lnTo>
                  <a:lnTo>
                    <a:pt x="171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90"/>
            <p:cNvSpPr/>
            <p:nvPr/>
          </p:nvSpPr>
          <p:spPr>
            <a:xfrm>
              <a:off x="1768506" y="3673929"/>
              <a:ext cx="46700" cy="23364"/>
            </a:xfrm>
            <a:custGeom>
              <a:avLst/>
              <a:gdLst/>
              <a:ahLst/>
              <a:cxnLst/>
              <a:rect l="l" t="t" r="r" b="b"/>
              <a:pathLst>
                <a:path w="1729" h="865" extrusionOk="0">
                  <a:moveTo>
                    <a:pt x="1" y="1"/>
                  </a:moveTo>
                  <a:lnTo>
                    <a:pt x="1" y="864"/>
                  </a:lnTo>
                  <a:lnTo>
                    <a:pt x="1729" y="864"/>
                  </a:lnTo>
                  <a:lnTo>
                    <a:pt x="172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 name="Google Shape;1516;p90">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90">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90"/>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4" action="ppaction://hlinksldjump">
                  <a:extLst>
                    <a:ext uri="{A12FA001-AC4F-418D-AE19-62706E023703}">
                      <ahyp:hlinkClr xmlns:ahyp="http://schemas.microsoft.com/office/drawing/2018/hyperlinkcolor" val="tx"/>
                    </a:ext>
                  </a:extLst>
                </a:hlinkClick>
              </a:rPr>
              <a:t>2</a:t>
            </a:r>
            <a:endParaRPr sz="1200" b="1">
              <a:solidFill>
                <a:schemeClr val="dk2"/>
              </a:solidFill>
              <a:latin typeface="Darker Grotesque"/>
              <a:ea typeface="Darker Grotesque"/>
              <a:cs typeface="Darker Grotesque"/>
              <a:sym typeface="Darker Grotesque"/>
            </a:endParaRPr>
          </a:p>
        </p:txBody>
      </p:sp>
      <p:sp>
        <p:nvSpPr>
          <p:cNvPr id="1519" name="Google Shape;1519;p90">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90">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1" name="Google Shape;1521;p90">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522" name="Google Shape;1522;p90">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3" name="Google Shape;1523;p90">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486"/>
                                        </p:tgtEl>
                                        <p:attrNameLst>
                                          <p:attrName>style.visibility</p:attrName>
                                        </p:attrNameLst>
                                      </p:cBhvr>
                                      <p:to>
                                        <p:strVal val="visible"/>
                                      </p:to>
                                    </p:set>
                                    <p:anim calcmode="lin" valueType="num">
                                      <p:cBhvr additive="base">
                                        <p:cTn id="7" dur="1000"/>
                                        <p:tgtEl>
                                          <p:spTgt spid="1486"/>
                                        </p:tgtEl>
                                        <p:attrNameLst>
                                          <p:attrName>ppt_w</p:attrName>
                                        </p:attrNameLst>
                                      </p:cBhvr>
                                      <p:tavLst>
                                        <p:tav tm="0">
                                          <p:val>
                                            <p:strVal val="0"/>
                                          </p:val>
                                        </p:tav>
                                        <p:tav tm="100000">
                                          <p:val>
                                            <p:strVal val="#ppt_w"/>
                                          </p:val>
                                        </p:tav>
                                      </p:tavLst>
                                    </p:anim>
                                    <p:anim calcmode="lin" valueType="num">
                                      <p:cBhvr additive="base">
                                        <p:cTn id="8" dur="1000"/>
                                        <p:tgtEl>
                                          <p:spTgt spid="1486"/>
                                        </p:tgtEl>
                                        <p:attrNameLst>
                                          <p:attrName>ppt_h</p:attrName>
                                        </p:attrNameLst>
                                      </p:cBhvr>
                                      <p:tavLst>
                                        <p:tav tm="0">
                                          <p:val>
                                            <p:strVal val="0"/>
                                          </p:val>
                                        </p:tav>
                                        <p:tav tm="100000">
                                          <p:val>
                                            <p:strVal val="#ppt_h"/>
                                          </p:val>
                                        </p:tav>
                                      </p:tavLst>
                                    </p:anim>
                                  </p:childTnLst>
                                </p:cTn>
                              </p:par>
                              <p:par>
                                <p:cTn id="9" presetID="23" presetClass="entr" presetSubtype="16" fill="hold" nodeType="withEffect">
                                  <p:stCondLst>
                                    <p:cond delay="0"/>
                                  </p:stCondLst>
                                  <p:childTnLst>
                                    <p:set>
                                      <p:cBhvr>
                                        <p:cTn id="10" dur="1" fill="hold">
                                          <p:stCondLst>
                                            <p:cond delay="0"/>
                                          </p:stCondLst>
                                        </p:cTn>
                                        <p:tgtEl>
                                          <p:spTgt spid="1487"/>
                                        </p:tgtEl>
                                        <p:attrNameLst>
                                          <p:attrName>style.visibility</p:attrName>
                                        </p:attrNameLst>
                                      </p:cBhvr>
                                      <p:to>
                                        <p:strVal val="visible"/>
                                      </p:to>
                                    </p:set>
                                    <p:anim calcmode="lin" valueType="num">
                                      <p:cBhvr additive="base">
                                        <p:cTn id="11" dur="1000"/>
                                        <p:tgtEl>
                                          <p:spTgt spid="1487"/>
                                        </p:tgtEl>
                                        <p:attrNameLst>
                                          <p:attrName>ppt_w</p:attrName>
                                        </p:attrNameLst>
                                      </p:cBhvr>
                                      <p:tavLst>
                                        <p:tav tm="0">
                                          <p:val>
                                            <p:strVal val="0"/>
                                          </p:val>
                                        </p:tav>
                                        <p:tav tm="100000">
                                          <p:val>
                                            <p:strVal val="#ppt_w"/>
                                          </p:val>
                                        </p:tav>
                                      </p:tavLst>
                                    </p:anim>
                                    <p:anim calcmode="lin" valueType="num">
                                      <p:cBhvr additive="base">
                                        <p:cTn id="12" dur="1000"/>
                                        <p:tgtEl>
                                          <p:spTgt spid="1487"/>
                                        </p:tgtEl>
                                        <p:attrNameLst>
                                          <p:attrName>ppt_h</p:attrName>
                                        </p:attrNameLst>
                                      </p:cBhvr>
                                      <p:tavLst>
                                        <p:tav tm="0">
                                          <p:val>
                                            <p:strVal val="0"/>
                                          </p:val>
                                        </p:tav>
                                        <p:tav tm="100000">
                                          <p:val>
                                            <p:strVal val="#ppt_h"/>
                                          </p:val>
                                        </p:tav>
                                      </p:tavLst>
                                    </p:anim>
                                  </p:childTnLst>
                                </p:cTn>
                              </p:par>
                              <p:par>
                                <p:cTn id="13" presetID="23" presetClass="entr" presetSubtype="16" fill="hold" nodeType="withEffect">
                                  <p:stCondLst>
                                    <p:cond delay="0"/>
                                  </p:stCondLst>
                                  <p:childTnLst>
                                    <p:set>
                                      <p:cBhvr>
                                        <p:cTn id="14" dur="1" fill="hold">
                                          <p:stCondLst>
                                            <p:cond delay="0"/>
                                          </p:stCondLst>
                                        </p:cTn>
                                        <p:tgtEl>
                                          <p:spTgt spid="1488"/>
                                        </p:tgtEl>
                                        <p:attrNameLst>
                                          <p:attrName>style.visibility</p:attrName>
                                        </p:attrNameLst>
                                      </p:cBhvr>
                                      <p:to>
                                        <p:strVal val="visible"/>
                                      </p:to>
                                    </p:set>
                                    <p:anim calcmode="lin" valueType="num">
                                      <p:cBhvr additive="base">
                                        <p:cTn id="15" dur="1000"/>
                                        <p:tgtEl>
                                          <p:spTgt spid="1488"/>
                                        </p:tgtEl>
                                        <p:attrNameLst>
                                          <p:attrName>ppt_w</p:attrName>
                                        </p:attrNameLst>
                                      </p:cBhvr>
                                      <p:tavLst>
                                        <p:tav tm="0">
                                          <p:val>
                                            <p:strVal val="0"/>
                                          </p:val>
                                        </p:tav>
                                        <p:tav tm="100000">
                                          <p:val>
                                            <p:strVal val="#ppt_w"/>
                                          </p:val>
                                        </p:tav>
                                      </p:tavLst>
                                    </p:anim>
                                    <p:anim calcmode="lin" valueType="num">
                                      <p:cBhvr additive="base">
                                        <p:cTn id="16" dur="1000"/>
                                        <p:tgtEl>
                                          <p:spTgt spid="1488"/>
                                        </p:tgtEl>
                                        <p:attrNameLst>
                                          <p:attrName>ppt_h</p:attrName>
                                        </p:attrNameLst>
                                      </p:cBhvr>
                                      <p:tavLst>
                                        <p:tav tm="0">
                                          <p:val>
                                            <p:str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1503"/>
                                        </p:tgtEl>
                                        <p:attrNameLst>
                                          <p:attrName>style.visibility</p:attrName>
                                        </p:attrNameLst>
                                      </p:cBhvr>
                                      <p:to>
                                        <p:strVal val="visible"/>
                                      </p:to>
                                    </p:set>
                                    <p:anim calcmode="lin" valueType="num">
                                      <p:cBhvr additive="base">
                                        <p:cTn id="19" dur="1000"/>
                                        <p:tgtEl>
                                          <p:spTgt spid="1503"/>
                                        </p:tgtEl>
                                        <p:attrNameLst>
                                          <p:attrName>ppt_w</p:attrName>
                                        </p:attrNameLst>
                                      </p:cBhvr>
                                      <p:tavLst>
                                        <p:tav tm="0">
                                          <p:val>
                                            <p:strVal val="0"/>
                                          </p:val>
                                        </p:tav>
                                        <p:tav tm="100000">
                                          <p:val>
                                            <p:strVal val="#ppt_w"/>
                                          </p:val>
                                        </p:tav>
                                      </p:tavLst>
                                    </p:anim>
                                    <p:anim calcmode="lin" valueType="num">
                                      <p:cBhvr additive="base">
                                        <p:cTn id="20" dur="1000"/>
                                        <p:tgtEl>
                                          <p:spTgt spid="1503"/>
                                        </p:tgtEl>
                                        <p:attrNameLst>
                                          <p:attrName>ppt_h</p:attrName>
                                        </p:attrNameLst>
                                      </p:cBhvr>
                                      <p:tavLst>
                                        <p:tav tm="0">
                                          <p:val>
                                            <p:strVal val="0"/>
                                          </p:val>
                                        </p:tav>
                                        <p:tav tm="100000">
                                          <p:val>
                                            <p:strVal val="#ppt_h"/>
                                          </p:val>
                                        </p:tav>
                                      </p:tavLst>
                                    </p:anim>
                                  </p:childTnLst>
                                </p:cTn>
                              </p:par>
                              <p:par>
                                <p:cTn id="21" presetID="23" presetClass="entr" presetSubtype="16" fill="hold" nodeType="withEffect">
                                  <p:stCondLst>
                                    <p:cond delay="0"/>
                                  </p:stCondLst>
                                  <p:childTnLst>
                                    <p:set>
                                      <p:cBhvr>
                                        <p:cTn id="22" dur="1" fill="hold">
                                          <p:stCondLst>
                                            <p:cond delay="0"/>
                                          </p:stCondLst>
                                        </p:cTn>
                                        <p:tgtEl>
                                          <p:spTgt spid="1509"/>
                                        </p:tgtEl>
                                        <p:attrNameLst>
                                          <p:attrName>style.visibility</p:attrName>
                                        </p:attrNameLst>
                                      </p:cBhvr>
                                      <p:to>
                                        <p:strVal val="visible"/>
                                      </p:to>
                                    </p:set>
                                    <p:anim calcmode="lin" valueType="num">
                                      <p:cBhvr additive="base">
                                        <p:cTn id="23" dur="1000"/>
                                        <p:tgtEl>
                                          <p:spTgt spid="1509"/>
                                        </p:tgtEl>
                                        <p:attrNameLst>
                                          <p:attrName>ppt_w</p:attrName>
                                        </p:attrNameLst>
                                      </p:cBhvr>
                                      <p:tavLst>
                                        <p:tav tm="0">
                                          <p:val>
                                            <p:strVal val="0"/>
                                          </p:val>
                                        </p:tav>
                                        <p:tav tm="100000">
                                          <p:val>
                                            <p:strVal val="#ppt_w"/>
                                          </p:val>
                                        </p:tav>
                                      </p:tavLst>
                                    </p:anim>
                                    <p:anim calcmode="lin" valueType="num">
                                      <p:cBhvr additive="base">
                                        <p:cTn id="24" dur="1000"/>
                                        <p:tgtEl>
                                          <p:spTgt spid="1509"/>
                                        </p:tgtEl>
                                        <p:attrNameLst>
                                          <p:attrName>ppt_h</p:attrName>
                                        </p:attrNameLst>
                                      </p:cBhvr>
                                      <p:tavLst>
                                        <p:tav tm="0">
                                          <p:val>
                                            <p:str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1506"/>
                                        </p:tgtEl>
                                        <p:attrNameLst>
                                          <p:attrName>style.visibility</p:attrName>
                                        </p:attrNameLst>
                                      </p:cBhvr>
                                      <p:to>
                                        <p:strVal val="visible"/>
                                      </p:to>
                                    </p:set>
                                    <p:anim calcmode="lin" valueType="num">
                                      <p:cBhvr additive="base">
                                        <p:cTn id="27" dur="1000"/>
                                        <p:tgtEl>
                                          <p:spTgt spid="1506"/>
                                        </p:tgtEl>
                                        <p:attrNameLst>
                                          <p:attrName>ppt_w</p:attrName>
                                        </p:attrNameLst>
                                      </p:cBhvr>
                                      <p:tavLst>
                                        <p:tav tm="0">
                                          <p:val>
                                            <p:strVal val="0"/>
                                          </p:val>
                                        </p:tav>
                                        <p:tav tm="100000">
                                          <p:val>
                                            <p:strVal val="#ppt_w"/>
                                          </p:val>
                                        </p:tav>
                                      </p:tavLst>
                                    </p:anim>
                                    <p:anim calcmode="lin" valueType="num">
                                      <p:cBhvr additive="base">
                                        <p:cTn id="28" dur="1000"/>
                                        <p:tgtEl>
                                          <p:spTgt spid="1506"/>
                                        </p:tgtEl>
                                        <p:attrNameLst>
                                          <p:attrName>ppt_h</p:attrName>
                                        </p:attrNameLst>
                                      </p:cBhvr>
                                      <p:tavLst>
                                        <p:tav tm="0">
                                          <p:val>
                                            <p:strVal val="0"/>
                                          </p:val>
                                        </p:tav>
                                        <p:tav tm="100000">
                                          <p:val>
                                            <p:strVal val="#ppt_h"/>
                                          </p:val>
                                        </p:tav>
                                      </p:tavLst>
                                    </p:anim>
                                  </p:childTnLst>
                                </p:cTn>
                              </p:par>
                              <p:par>
                                <p:cTn id="29" presetID="23" presetClass="entr" presetSubtype="16" fill="hold" nodeType="withEffect">
                                  <p:stCondLst>
                                    <p:cond delay="0"/>
                                  </p:stCondLst>
                                  <p:childTnLst>
                                    <p:set>
                                      <p:cBhvr>
                                        <p:cTn id="30" dur="1" fill="hold">
                                          <p:stCondLst>
                                            <p:cond delay="0"/>
                                          </p:stCondLst>
                                        </p:cTn>
                                        <p:tgtEl>
                                          <p:spTgt spid="1472"/>
                                        </p:tgtEl>
                                        <p:attrNameLst>
                                          <p:attrName>style.visibility</p:attrName>
                                        </p:attrNameLst>
                                      </p:cBhvr>
                                      <p:to>
                                        <p:strVal val="visible"/>
                                      </p:to>
                                    </p:set>
                                    <p:anim calcmode="lin" valueType="num">
                                      <p:cBhvr additive="base">
                                        <p:cTn id="31" dur="1000"/>
                                        <p:tgtEl>
                                          <p:spTgt spid="1472"/>
                                        </p:tgtEl>
                                        <p:attrNameLst>
                                          <p:attrName>ppt_w</p:attrName>
                                        </p:attrNameLst>
                                      </p:cBhvr>
                                      <p:tavLst>
                                        <p:tav tm="0">
                                          <p:val>
                                            <p:strVal val="0"/>
                                          </p:val>
                                        </p:tav>
                                        <p:tav tm="100000">
                                          <p:val>
                                            <p:strVal val="#ppt_w"/>
                                          </p:val>
                                        </p:tav>
                                      </p:tavLst>
                                    </p:anim>
                                    <p:anim calcmode="lin" valueType="num">
                                      <p:cBhvr additive="base">
                                        <p:cTn id="32" dur="1000"/>
                                        <p:tgtEl>
                                          <p:spTgt spid="1472"/>
                                        </p:tgtEl>
                                        <p:attrNameLst>
                                          <p:attrName>ppt_h</p:attrName>
                                        </p:attrNameLst>
                                      </p:cBhvr>
                                      <p:tavLst>
                                        <p:tav tm="0">
                                          <p:val>
                                            <p:strVal val="0"/>
                                          </p:val>
                                        </p:tav>
                                        <p:tav tm="100000">
                                          <p:val>
                                            <p:strVal val="#ppt_h"/>
                                          </p:val>
                                        </p:tav>
                                      </p:tavLst>
                                    </p:anim>
                                  </p:childTnLst>
                                </p:cTn>
                              </p:par>
                              <p:par>
                                <p:cTn id="33" presetID="23" presetClass="entr" presetSubtype="16" fill="hold" nodeType="withEffect">
                                  <p:stCondLst>
                                    <p:cond delay="0"/>
                                  </p:stCondLst>
                                  <p:childTnLst>
                                    <p:set>
                                      <p:cBhvr>
                                        <p:cTn id="34" dur="1" fill="hold">
                                          <p:stCondLst>
                                            <p:cond delay="0"/>
                                          </p:stCondLst>
                                        </p:cTn>
                                        <p:tgtEl>
                                          <p:spTgt spid="1467"/>
                                        </p:tgtEl>
                                        <p:attrNameLst>
                                          <p:attrName>style.visibility</p:attrName>
                                        </p:attrNameLst>
                                      </p:cBhvr>
                                      <p:to>
                                        <p:strVal val="visible"/>
                                      </p:to>
                                    </p:set>
                                    <p:anim calcmode="lin" valueType="num">
                                      <p:cBhvr additive="base">
                                        <p:cTn id="35" dur="1000"/>
                                        <p:tgtEl>
                                          <p:spTgt spid="1467"/>
                                        </p:tgtEl>
                                        <p:attrNameLst>
                                          <p:attrName>ppt_w</p:attrName>
                                        </p:attrNameLst>
                                      </p:cBhvr>
                                      <p:tavLst>
                                        <p:tav tm="0">
                                          <p:val>
                                            <p:strVal val="0"/>
                                          </p:val>
                                        </p:tav>
                                        <p:tav tm="100000">
                                          <p:val>
                                            <p:strVal val="#ppt_w"/>
                                          </p:val>
                                        </p:tav>
                                      </p:tavLst>
                                    </p:anim>
                                    <p:anim calcmode="lin" valueType="num">
                                      <p:cBhvr additive="base">
                                        <p:cTn id="36" dur="1000"/>
                                        <p:tgtEl>
                                          <p:spTgt spid="1467"/>
                                        </p:tgtEl>
                                        <p:attrNameLst>
                                          <p:attrName>ppt_h</p:attrName>
                                        </p:attrNameLst>
                                      </p:cBhvr>
                                      <p:tavLst>
                                        <p:tav tm="0">
                                          <p:val>
                                            <p:strVal val="0"/>
                                          </p:val>
                                        </p:tav>
                                        <p:tav tm="100000">
                                          <p:val>
                                            <p:strVal val="#ppt_h"/>
                                          </p:val>
                                        </p:tav>
                                      </p:tavLst>
                                    </p:anim>
                                  </p:childTnLst>
                                </p:cTn>
                              </p:par>
                              <p:par>
                                <p:cTn id="37" presetID="10" presetClass="entr" presetSubtype="0" fill="hold" nodeType="withEffect">
                                  <p:stCondLst>
                                    <p:cond delay="0"/>
                                  </p:stCondLst>
                                  <p:childTnLst>
                                    <p:set>
                                      <p:cBhvr>
                                        <p:cTn id="38" dur="1" fill="hold">
                                          <p:stCondLst>
                                            <p:cond delay="0"/>
                                          </p:stCondLst>
                                        </p:cTn>
                                        <p:tgtEl>
                                          <p:spTgt spid="1491"/>
                                        </p:tgtEl>
                                        <p:attrNameLst>
                                          <p:attrName>style.visibility</p:attrName>
                                        </p:attrNameLst>
                                      </p:cBhvr>
                                      <p:to>
                                        <p:strVal val="visible"/>
                                      </p:to>
                                    </p:set>
                                    <p:animEffect transition="in" filter="fade">
                                      <p:cBhvr>
                                        <p:cTn id="39" dur="1000"/>
                                        <p:tgtEl>
                                          <p:spTgt spid="1491"/>
                                        </p:tgtEl>
                                      </p:cBhvr>
                                    </p:animEffect>
                                  </p:childTnLst>
                                </p:cTn>
                              </p:par>
                              <p:par>
                                <p:cTn id="40" presetID="10" presetClass="entr" presetSubtype="0" fill="hold" nodeType="withEffect">
                                  <p:stCondLst>
                                    <p:cond delay="0"/>
                                  </p:stCondLst>
                                  <p:childTnLst>
                                    <p:set>
                                      <p:cBhvr>
                                        <p:cTn id="41" dur="1" fill="hold">
                                          <p:stCondLst>
                                            <p:cond delay="0"/>
                                          </p:stCondLst>
                                        </p:cTn>
                                        <p:tgtEl>
                                          <p:spTgt spid="1492"/>
                                        </p:tgtEl>
                                        <p:attrNameLst>
                                          <p:attrName>style.visibility</p:attrName>
                                        </p:attrNameLst>
                                      </p:cBhvr>
                                      <p:to>
                                        <p:strVal val="visible"/>
                                      </p:to>
                                    </p:set>
                                    <p:animEffect transition="in" filter="fade">
                                      <p:cBhvr>
                                        <p:cTn id="42" dur="1000"/>
                                        <p:tgtEl>
                                          <p:spTgt spid="1492"/>
                                        </p:tgtEl>
                                      </p:cBhvr>
                                    </p:animEffect>
                                  </p:childTnLst>
                                </p:cTn>
                              </p:par>
                              <p:par>
                                <p:cTn id="43" presetID="10" presetClass="entr" presetSubtype="0" fill="hold" nodeType="withEffect">
                                  <p:stCondLst>
                                    <p:cond delay="0"/>
                                  </p:stCondLst>
                                  <p:childTnLst>
                                    <p:set>
                                      <p:cBhvr>
                                        <p:cTn id="44" dur="1" fill="hold">
                                          <p:stCondLst>
                                            <p:cond delay="0"/>
                                          </p:stCondLst>
                                        </p:cTn>
                                        <p:tgtEl>
                                          <p:spTgt spid="1493"/>
                                        </p:tgtEl>
                                        <p:attrNameLst>
                                          <p:attrName>style.visibility</p:attrName>
                                        </p:attrNameLst>
                                      </p:cBhvr>
                                      <p:to>
                                        <p:strVal val="visible"/>
                                      </p:to>
                                    </p:set>
                                    <p:animEffect transition="in" filter="fade">
                                      <p:cBhvr>
                                        <p:cTn id="45" dur="1000"/>
                                        <p:tgtEl>
                                          <p:spTgt spid="1493"/>
                                        </p:tgtEl>
                                      </p:cBhvr>
                                    </p:animEffect>
                                  </p:childTnLst>
                                </p:cTn>
                              </p:par>
                              <p:par>
                                <p:cTn id="46" presetID="10" presetClass="entr" presetSubtype="0" fill="hold" nodeType="withEffect">
                                  <p:stCondLst>
                                    <p:cond delay="0"/>
                                  </p:stCondLst>
                                  <p:childTnLst>
                                    <p:set>
                                      <p:cBhvr>
                                        <p:cTn id="47" dur="1" fill="hold">
                                          <p:stCondLst>
                                            <p:cond delay="0"/>
                                          </p:stCondLst>
                                        </p:cTn>
                                        <p:tgtEl>
                                          <p:spTgt spid="1497"/>
                                        </p:tgtEl>
                                        <p:attrNameLst>
                                          <p:attrName>style.visibility</p:attrName>
                                        </p:attrNameLst>
                                      </p:cBhvr>
                                      <p:to>
                                        <p:strVal val="visible"/>
                                      </p:to>
                                    </p:set>
                                    <p:animEffect transition="in" filter="fade">
                                      <p:cBhvr>
                                        <p:cTn id="48" dur="1000"/>
                                        <p:tgtEl>
                                          <p:spTgt spid="1497"/>
                                        </p:tgtEl>
                                      </p:cBhvr>
                                    </p:animEffect>
                                  </p:childTnLst>
                                </p:cTn>
                              </p:par>
                              <p:par>
                                <p:cTn id="49" presetID="10" presetClass="entr" presetSubtype="0" fill="hold" nodeType="withEffect">
                                  <p:stCondLst>
                                    <p:cond delay="0"/>
                                  </p:stCondLst>
                                  <p:childTnLst>
                                    <p:set>
                                      <p:cBhvr>
                                        <p:cTn id="50" dur="1" fill="hold">
                                          <p:stCondLst>
                                            <p:cond delay="0"/>
                                          </p:stCondLst>
                                        </p:cTn>
                                        <p:tgtEl>
                                          <p:spTgt spid="1499"/>
                                        </p:tgtEl>
                                        <p:attrNameLst>
                                          <p:attrName>style.visibility</p:attrName>
                                        </p:attrNameLst>
                                      </p:cBhvr>
                                      <p:to>
                                        <p:strVal val="visible"/>
                                      </p:to>
                                    </p:set>
                                    <p:animEffect transition="in" filter="fade">
                                      <p:cBhvr>
                                        <p:cTn id="51" dur="1000"/>
                                        <p:tgtEl>
                                          <p:spTgt spid="1499"/>
                                        </p:tgtEl>
                                      </p:cBhvr>
                                    </p:animEffect>
                                  </p:childTnLst>
                                </p:cTn>
                              </p:par>
                              <p:par>
                                <p:cTn id="52" presetID="10" presetClass="entr" presetSubtype="0" fill="hold" nodeType="withEffect">
                                  <p:stCondLst>
                                    <p:cond delay="0"/>
                                  </p:stCondLst>
                                  <p:childTnLst>
                                    <p:set>
                                      <p:cBhvr>
                                        <p:cTn id="53" dur="1" fill="hold">
                                          <p:stCondLst>
                                            <p:cond delay="0"/>
                                          </p:stCondLst>
                                        </p:cTn>
                                        <p:tgtEl>
                                          <p:spTgt spid="1495"/>
                                        </p:tgtEl>
                                        <p:attrNameLst>
                                          <p:attrName>style.visibility</p:attrName>
                                        </p:attrNameLst>
                                      </p:cBhvr>
                                      <p:to>
                                        <p:strVal val="visible"/>
                                      </p:to>
                                    </p:set>
                                    <p:animEffect transition="in" filter="fade">
                                      <p:cBhvr>
                                        <p:cTn id="54" dur="1000"/>
                                        <p:tgtEl>
                                          <p:spTgt spid="14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show="0">
  <p:cSld>
    <p:spTree>
      <p:nvGrpSpPr>
        <p:cNvPr id="1" name="Shape 1527"/>
        <p:cNvGrpSpPr/>
        <p:nvPr/>
      </p:nvGrpSpPr>
      <p:grpSpPr>
        <a:xfrm>
          <a:off x="0" y="0"/>
          <a:ext cx="0" cy="0"/>
          <a:chOff x="0" y="0"/>
          <a:chExt cx="0" cy="0"/>
        </a:xfrm>
      </p:grpSpPr>
      <p:graphicFrame>
        <p:nvGraphicFramePr>
          <p:cNvPr id="1528" name="Google Shape;1528;p91"/>
          <p:cNvGraphicFramePr/>
          <p:nvPr/>
        </p:nvGraphicFramePr>
        <p:xfrm>
          <a:off x="729825" y="1568685"/>
          <a:ext cx="3000000" cy="3000000"/>
        </p:xfrm>
        <a:graphic>
          <a:graphicData uri="http://schemas.openxmlformats.org/drawingml/2006/table">
            <a:tbl>
              <a:tblPr>
                <a:noFill/>
                <a:tableStyleId>{8F8D6D4B-DB7C-42DB-B80A-B3B7FA9A9740}</a:tableStyleId>
              </a:tblPr>
              <a:tblGrid>
                <a:gridCol w="1801400">
                  <a:extLst>
                    <a:ext uri="{9D8B030D-6E8A-4147-A177-3AD203B41FA5}">
                      <a16:colId xmlns:a16="http://schemas.microsoft.com/office/drawing/2014/main" val="20000"/>
                    </a:ext>
                  </a:extLst>
                </a:gridCol>
                <a:gridCol w="1878200">
                  <a:extLst>
                    <a:ext uri="{9D8B030D-6E8A-4147-A177-3AD203B41FA5}">
                      <a16:colId xmlns:a16="http://schemas.microsoft.com/office/drawing/2014/main" val="20001"/>
                    </a:ext>
                  </a:extLst>
                </a:gridCol>
                <a:gridCol w="1909025">
                  <a:extLst>
                    <a:ext uri="{9D8B030D-6E8A-4147-A177-3AD203B41FA5}">
                      <a16:colId xmlns:a16="http://schemas.microsoft.com/office/drawing/2014/main" val="20002"/>
                    </a:ext>
                  </a:extLst>
                </a:gridCol>
                <a:gridCol w="2095725">
                  <a:extLst>
                    <a:ext uri="{9D8B030D-6E8A-4147-A177-3AD203B41FA5}">
                      <a16:colId xmlns:a16="http://schemas.microsoft.com/office/drawing/2014/main" val="20003"/>
                    </a:ext>
                  </a:extLst>
                </a:gridCol>
              </a:tblGrid>
              <a:tr h="572900">
                <a:tc>
                  <a:txBody>
                    <a:bodyPr/>
                    <a:lstStyle/>
                    <a:p>
                      <a:pPr marL="0" lvl="0" indent="0" algn="l" rtl="0">
                        <a:spcBef>
                          <a:spcPts val="0"/>
                        </a:spcBef>
                        <a:spcAft>
                          <a:spcPts val="0"/>
                        </a:spcAft>
                        <a:buNone/>
                      </a:pPr>
                      <a:endParaRPr sz="1800">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gradFill>
                      <a:gsLst>
                        <a:gs pos="0">
                          <a:srgbClr val="8DF1FF"/>
                        </a:gs>
                        <a:gs pos="30000">
                          <a:srgbClr val="F2CEFF"/>
                        </a:gs>
                        <a:gs pos="100000">
                          <a:srgbClr val="0445FF"/>
                        </a:gs>
                      </a:gsLst>
                      <a:lin ang="8099331" scaled="0"/>
                    </a:gradFill>
                  </a:tcPr>
                </a:tc>
                <a:tc>
                  <a:txBody>
                    <a:bodyPr/>
                    <a:lstStyle/>
                    <a:p>
                      <a:pPr marL="0" lvl="0" indent="0" algn="l" rtl="0">
                        <a:spcBef>
                          <a:spcPts val="0"/>
                        </a:spcBef>
                        <a:spcAft>
                          <a:spcPts val="0"/>
                        </a:spcAft>
                        <a:buNone/>
                      </a:pPr>
                      <a:r>
                        <a:rPr lang="en" sz="1800" b="1">
                          <a:solidFill>
                            <a:schemeClr val="dk1"/>
                          </a:solidFill>
                          <a:latin typeface="Darker Grotesque"/>
                          <a:ea typeface="Darker Grotesque"/>
                          <a:cs typeface="Darker Grotesque"/>
                          <a:sym typeface="Darker Grotesque"/>
                        </a:rPr>
                        <a:t>MASS</a:t>
                      </a:r>
                      <a:endParaRPr sz="1800">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Darker Grotesque"/>
                          <a:ea typeface="Darker Grotesque"/>
                          <a:cs typeface="Darker Grotesque"/>
                          <a:sym typeface="Darker Grotesque"/>
                        </a:rPr>
                        <a:t>DIAMETER</a:t>
                      </a:r>
                      <a:endParaRPr sz="1800">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Darker Grotesque"/>
                          <a:ea typeface="Darker Grotesque"/>
                          <a:cs typeface="Darker Grotesque"/>
                          <a:sym typeface="Darker Grotesque"/>
                        </a:rPr>
                        <a:t>SURFACE GRAVITY</a:t>
                      </a:r>
                      <a:endParaRPr sz="1800">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0"/>
                  </a:ext>
                </a:extLst>
              </a:tr>
              <a:tr h="559900">
                <a:tc>
                  <a:txBody>
                    <a:bodyPr/>
                    <a:lstStyle/>
                    <a:p>
                      <a:pPr marL="0" lvl="0" indent="0" algn="l" rtl="0">
                        <a:spcBef>
                          <a:spcPts val="0"/>
                        </a:spcBef>
                        <a:spcAft>
                          <a:spcPts val="0"/>
                        </a:spcAft>
                        <a:buNone/>
                      </a:pPr>
                      <a:r>
                        <a:rPr lang="en" sz="1800" b="1">
                          <a:solidFill>
                            <a:schemeClr val="dk1"/>
                          </a:solidFill>
                          <a:latin typeface="Darker Grotesque"/>
                          <a:ea typeface="Darker Grotesque"/>
                          <a:cs typeface="Darker Grotesque"/>
                          <a:sym typeface="Darker Grotesque"/>
                        </a:rPr>
                        <a:t>MERCURY</a:t>
                      </a:r>
                      <a:endParaRPr sz="1800"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0.06</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0.36</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0.38</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559900">
                <a:tc>
                  <a:txBody>
                    <a:bodyPr/>
                    <a:lstStyle/>
                    <a:p>
                      <a:pPr marL="0" lvl="0" indent="0" algn="l" rtl="0">
                        <a:spcBef>
                          <a:spcPts val="0"/>
                        </a:spcBef>
                        <a:spcAft>
                          <a:spcPts val="0"/>
                        </a:spcAft>
                        <a:buNone/>
                      </a:pPr>
                      <a:r>
                        <a:rPr lang="en" sz="1800" b="1">
                          <a:solidFill>
                            <a:schemeClr val="dk1"/>
                          </a:solidFill>
                          <a:latin typeface="Darker Grotesque"/>
                          <a:ea typeface="Darker Grotesque"/>
                          <a:cs typeface="Darker Grotesque"/>
                          <a:sym typeface="Darker Grotesque"/>
                        </a:rPr>
                        <a:t>MARS</a:t>
                      </a:r>
                      <a:endParaRPr sz="1800"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0.11</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0.53</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0.89</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559900">
                <a:tc>
                  <a:txBody>
                    <a:bodyPr/>
                    <a:lstStyle/>
                    <a:p>
                      <a:pPr marL="0" lvl="0" indent="0" algn="l" rtl="0">
                        <a:spcBef>
                          <a:spcPts val="0"/>
                        </a:spcBef>
                        <a:spcAft>
                          <a:spcPts val="0"/>
                        </a:spcAft>
                        <a:buNone/>
                      </a:pPr>
                      <a:r>
                        <a:rPr lang="en" sz="1800" b="1">
                          <a:solidFill>
                            <a:schemeClr val="dk1"/>
                          </a:solidFill>
                          <a:latin typeface="Darker Grotesque"/>
                          <a:ea typeface="Darker Grotesque"/>
                          <a:cs typeface="Darker Grotesque"/>
                          <a:sym typeface="Darker Grotesque"/>
                        </a:rPr>
                        <a:t>SATURN</a:t>
                      </a:r>
                      <a:endParaRPr sz="1800"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95.2</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9.4</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1800" b="1">
                          <a:solidFill>
                            <a:schemeClr val="dk1"/>
                          </a:solidFill>
                          <a:latin typeface="Orbitron"/>
                          <a:ea typeface="Orbitron"/>
                          <a:cs typeface="Orbitron"/>
                          <a:sym typeface="Orbitron"/>
                        </a:rPr>
                        <a:t>1.16</a:t>
                      </a:r>
                      <a:endParaRPr sz="1800" b="1">
                        <a:solidFill>
                          <a:schemeClr val="dk1"/>
                        </a:solidFill>
                        <a:latin typeface="Orbitron"/>
                        <a:ea typeface="Orbitron"/>
                        <a:cs typeface="Orbitron"/>
                        <a:sym typeface="Orbitron"/>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1529" name="Google Shape;1529;p9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SOLUTIONS FOR MARKETING CONTENT</a:t>
            </a:r>
            <a:endParaRPr/>
          </a:p>
        </p:txBody>
      </p:sp>
      <p:sp>
        <p:nvSpPr>
          <p:cNvPr id="1530" name="Google Shape;1530;p91">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91">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91"/>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uFill>
                  <a:noFill/>
                </a:uFill>
                <a:latin typeface="Darker Grotesque"/>
                <a:ea typeface="Darker Grotesque"/>
                <a:cs typeface="Darker Grotesque"/>
                <a:sym typeface="Darker Grotesque"/>
                <a:hlinkClick r:id="rId4" action="ppaction://hlinksldjump">
                  <a:extLst>
                    <a:ext uri="{A12FA001-AC4F-418D-AE19-62706E023703}">
                      <ahyp:hlinkClr xmlns:ahyp="http://schemas.microsoft.com/office/drawing/2018/hyperlinkcolor" val="tx"/>
                    </a:ext>
                  </a:extLst>
                </a:hlinkClick>
              </a:rPr>
              <a:t>2</a:t>
            </a:r>
            <a:endParaRPr sz="1200" b="1">
              <a:solidFill>
                <a:schemeClr val="dk2"/>
              </a:solidFill>
              <a:latin typeface="Darker Grotesque"/>
              <a:ea typeface="Darker Grotesque"/>
              <a:cs typeface="Darker Grotesque"/>
              <a:sym typeface="Darker Grotesque"/>
            </a:endParaRPr>
          </a:p>
        </p:txBody>
      </p:sp>
      <p:sp>
        <p:nvSpPr>
          <p:cNvPr id="1533" name="Google Shape;1533;p91">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91">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5" name="Google Shape;1535;p91">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536" name="Google Shape;1536;p91">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7" name="Google Shape;1537;p91">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0">
  <p:cSld>
    <p:spTree>
      <p:nvGrpSpPr>
        <p:cNvPr id="1" name="Shape 1541"/>
        <p:cNvGrpSpPr/>
        <p:nvPr/>
      </p:nvGrpSpPr>
      <p:grpSpPr>
        <a:xfrm>
          <a:off x="0" y="0"/>
          <a:ext cx="0" cy="0"/>
          <a:chOff x="0" y="0"/>
          <a:chExt cx="0" cy="0"/>
        </a:xfrm>
      </p:grpSpPr>
      <p:sp>
        <p:nvSpPr>
          <p:cNvPr id="1542" name="Google Shape;1542;p92"/>
          <p:cNvSpPr/>
          <p:nvPr/>
        </p:nvSpPr>
        <p:spPr>
          <a:xfrm flipH="1">
            <a:off x="7281250" y="-113707"/>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92"/>
          <p:cNvSpPr txBox="1">
            <a:spLocks noGrp="1"/>
          </p:cNvSpPr>
          <p:nvPr>
            <p:ph type="title"/>
          </p:nvPr>
        </p:nvSpPr>
        <p:spPr>
          <a:xfrm>
            <a:off x="2716200" y="1168450"/>
            <a:ext cx="3711600" cy="14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NUMBERS</a:t>
            </a:r>
            <a:endParaRPr/>
          </a:p>
        </p:txBody>
      </p:sp>
      <p:sp>
        <p:nvSpPr>
          <p:cNvPr id="1544" name="Google Shape;1544;p92"/>
          <p:cNvSpPr txBox="1">
            <a:spLocks noGrp="1"/>
          </p:cNvSpPr>
          <p:nvPr>
            <p:ph type="title" idx="2"/>
          </p:nvPr>
        </p:nvSpPr>
        <p:spPr>
          <a:xfrm>
            <a:off x="3772050" y="3532125"/>
            <a:ext cx="1599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545" name="Google Shape;1545;p92"/>
          <p:cNvSpPr txBox="1">
            <a:spLocks noGrp="1"/>
          </p:cNvSpPr>
          <p:nvPr>
            <p:ph type="subTitle" idx="1"/>
          </p:nvPr>
        </p:nvSpPr>
        <p:spPr>
          <a:xfrm>
            <a:off x="3086700" y="2572100"/>
            <a:ext cx="29706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sp>
        <p:nvSpPr>
          <p:cNvPr id="1546" name="Google Shape;1546;p92"/>
          <p:cNvSpPr/>
          <p:nvPr/>
        </p:nvSpPr>
        <p:spPr>
          <a:xfrm>
            <a:off x="6574975" y="3532125"/>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547" name="Google Shape;1547;p92"/>
          <p:cNvPicPr preferRelativeResize="0"/>
          <p:nvPr/>
        </p:nvPicPr>
        <p:blipFill rotWithShape="1">
          <a:blip r:embed="rId3">
            <a:alphaModFix/>
          </a:blip>
          <a:srcRect l="7340" r="4538" b="19768"/>
          <a:stretch/>
        </p:blipFill>
        <p:spPr>
          <a:xfrm rot="1985806">
            <a:off x="5236653" y="-2250108"/>
            <a:ext cx="6884144" cy="4749463"/>
          </a:xfrm>
          <a:prstGeom prst="rect">
            <a:avLst/>
          </a:prstGeom>
          <a:noFill/>
          <a:ln>
            <a:noFill/>
          </a:ln>
        </p:spPr>
      </p:pic>
      <p:pic>
        <p:nvPicPr>
          <p:cNvPr id="1548" name="Google Shape;1548;p92"/>
          <p:cNvPicPr preferRelativeResize="0"/>
          <p:nvPr/>
        </p:nvPicPr>
        <p:blipFill rotWithShape="1">
          <a:blip r:embed="rId3">
            <a:alphaModFix/>
          </a:blip>
          <a:srcRect l="7340" r="4538" b="19768"/>
          <a:stretch/>
        </p:blipFill>
        <p:spPr>
          <a:xfrm rot="-8099993">
            <a:off x="-1419550" y="-1306300"/>
            <a:ext cx="3498423" cy="2413616"/>
          </a:xfrm>
          <a:prstGeom prst="rect">
            <a:avLst/>
          </a:prstGeom>
          <a:noFill/>
          <a:ln>
            <a:noFill/>
          </a:ln>
        </p:spPr>
      </p:pic>
      <p:pic>
        <p:nvPicPr>
          <p:cNvPr id="1549" name="Google Shape;1549;p92"/>
          <p:cNvPicPr preferRelativeResize="0"/>
          <p:nvPr/>
        </p:nvPicPr>
        <p:blipFill rotWithShape="1">
          <a:blip r:embed="rId3">
            <a:alphaModFix/>
          </a:blip>
          <a:srcRect l="7340" r="4538" b="19768"/>
          <a:stretch/>
        </p:blipFill>
        <p:spPr>
          <a:xfrm rot="6719609">
            <a:off x="-2632540" y="2690772"/>
            <a:ext cx="5546207" cy="3826438"/>
          </a:xfrm>
          <a:prstGeom prst="rect">
            <a:avLst/>
          </a:prstGeom>
          <a:noFill/>
          <a:ln>
            <a:noFill/>
          </a:ln>
        </p:spPr>
      </p:pic>
      <p:grpSp>
        <p:nvGrpSpPr>
          <p:cNvPr id="1550" name="Google Shape;1550;p92"/>
          <p:cNvGrpSpPr/>
          <p:nvPr/>
        </p:nvGrpSpPr>
        <p:grpSpPr>
          <a:xfrm rot="5400000">
            <a:off x="4550361" y="3202983"/>
            <a:ext cx="43276" cy="411646"/>
            <a:chOff x="1256711" y="1178908"/>
            <a:chExt cx="43276" cy="411646"/>
          </a:xfrm>
        </p:grpSpPr>
        <p:grpSp>
          <p:nvGrpSpPr>
            <p:cNvPr id="1551" name="Google Shape;1551;p92"/>
            <p:cNvGrpSpPr/>
            <p:nvPr/>
          </p:nvGrpSpPr>
          <p:grpSpPr>
            <a:xfrm>
              <a:off x="1256711" y="1178908"/>
              <a:ext cx="43276" cy="184846"/>
              <a:chOff x="1256700" y="1103575"/>
              <a:chExt cx="60900" cy="260200"/>
            </a:xfrm>
          </p:grpSpPr>
          <p:sp>
            <p:nvSpPr>
              <p:cNvPr id="1552" name="Google Shape;1552;p9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9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9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 name="Google Shape;1555;p92"/>
            <p:cNvGrpSpPr/>
            <p:nvPr/>
          </p:nvGrpSpPr>
          <p:grpSpPr>
            <a:xfrm>
              <a:off x="1256711" y="1405708"/>
              <a:ext cx="43276" cy="184846"/>
              <a:chOff x="1256700" y="1103575"/>
              <a:chExt cx="60900" cy="260200"/>
            </a:xfrm>
          </p:grpSpPr>
          <p:sp>
            <p:nvSpPr>
              <p:cNvPr id="1556" name="Google Shape;1556;p9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9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9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559" name="Google Shape;1559;p92"/>
          <p:cNvPicPr preferRelativeResize="0"/>
          <p:nvPr/>
        </p:nvPicPr>
        <p:blipFill>
          <a:blip r:embed="rId4">
            <a:alphaModFix/>
          </a:blip>
          <a:stretch>
            <a:fillRect/>
          </a:stretch>
        </p:blipFill>
        <p:spPr>
          <a:xfrm rot="2051219">
            <a:off x="959118" y="1575431"/>
            <a:ext cx="1203287" cy="911855"/>
          </a:xfrm>
          <a:prstGeom prst="rect">
            <a:avLst/>
          </a:prstGeom>
          <a:noFill/>
          <a:ln>
            <a:noFill/>
          </a:ln>
        </p:spPr>
      </p:pic>
      <p:pic>
        <p:nvPicPr>
          <p:cNvPr id="1560" name="Google Shape;1560;p92"/>
          <p:cNvPicPr preferRelativeResize="0"/>
          <p:nvPr/>
        </p:nvPicPr>
        <p:blipFill>
          <a:blip r:embed="rId4">
            <a:alphaModFix/>
          </a:blip>
          <a:stretch>
            <a:fillRect/>
          </a:stretch>
        </p:blipFill>
        <p:spPr>
          <a:xfrm rot="-3599953">
            <a:off x="7467624" y="2620283"/>
            <a:ext cx="984379" cy="745965"/>
          </a:xfrm>
          <a:prstGeom prst="rect">
            <a:avLst/>
          </a:prstGeom>
          <a:noFill/>
          <a:ln>
            <a:noFill/>
          </a:ln>
        </p:spPr>
      </p:pic>
      <p:sp>
        <p:nvSpPr>
          <p:cNvPr id="1561" name="Google Shape;1561;p92">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92">
            <a:hlinkClick r:id="rId5"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92">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1564" name="Google Shape;1564;p92">
            <a:hlinkClick r:id="rId5"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92">
            <a:hlinkClick r:id="rId5"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66" name="Google Shape;1566;p92">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1567" name="Google Shape;1567;p92">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547"/>
                                        </p:tgtEl>
                                        <p:attrNameLst>
                                          <p:attrName>style.visibility</p:attrName>
                                        </p:attrNameLst>
                                      </p:cBhvr>
                                      <p:to>
                                        <p:strVal val="visible"/>
                                      </p:to>
                                    </p:set>
                                    <p:anim calcmode="lin" valueType="num">
                                      <p:cBhvr additive="base">
                                        <p:cTn id="7" dur="1000"/>
                                        <p:tgtEl>
                                          <p:spTgt spid="1547"/>
                                        </p:tgtEl>
                                        <p:attrNameLst>
                                          <p:attrName>ppt_y</p:attrName>
                                        </p:attrNameLst>
                                      </p:cBhvr>
                                      <p:tavLst>
                                        <p:tav tm="0">
                                          <p:val>
                                            <p:strVal val="#ppt_y-1"/>
                                          </p:val>
                                        </p:tav>
                                        <p:tav tm="100000">
                                          <p:val>
                                            <p:strVal val="#ppt_y"/>
                                          </p:val>
                                        </p:tav>
                                      </p:tavLst>
                                    </p:anim>
                                  </p:childTnLst>
                                </p:cTn>
                              </p:par>
                              <p:par>
                                <p:cTn id="8" presetID="2" presetClass="entr" presetSubtype="8" fill="hold" nodeType="withEffect">
                                  <p:stCondLst>
                                    <p:cond delay="0"/>
                                  </p:stCondLst>
                                  <p:childTnLst>
                                    <p:set>
                                      <p:cBhvr>
                                        <p:cTn id="9" dur="1" fill="hold">
                                          <p:stCondLst>
                                            <p:cond delay="0"/>
                                          </p:stCondLst>
                                        </p:cTn>
                                        <p:tgtEl>
                                          <p:spTgt spid="1549"/>
                                        </p:tgtEl>
                                        <p:attrNameLst>
                                          <p:attrName>style.visibility</p:attrName>
                                        </p:attrNameLst>
                                      </p:cBhvr>
                                      <p:to>
                                        <p:strVal val="visible"/>
                                      </p:to>
                                    </p:set>
                                    <p:anim calcmode="lin" valueType="num">
                                      <p:cBhvr additive="base">
                                        <p:cTn id="10" dur="1000"/>
                                        <p:tgtEl>
                                          <p:spTgt spid="1549"/>
                                        </p:tgtEl>
                                        <p:attrNameLst>
                                          <p:attrName>ppt_x</p:attrName>
                                        </p:attrNameLst>
                                      </p:cBhvr>
                                      <p:tavLst>
                                        <p:tav tm="0">
                                          <p:val>
                                            <p:strVal val="#ppt_x-1"/>
                                          </p:val>
                                        </p:tav>
                                        <p:tav tm="100000">
                                          <p:val>
                                            <p:strVal val="#ppt_x"/>
                                          </p:val>
                                        </p:tav>
                                      </p:tavLst>
                                    </p:anim>
                                  </p:childTnLst>
                                </p:cTn>
                              </p:par>
                              <p:par>
                                <p:cTn id="11" presetID="2" presetClass="entr" presetSubtype="1" fill="hold" nodeType="withEffect">
                                  <p:stCondLst>
                                    <p:cond delay="0"/>
                                  </p:stCondLst>
                                  <p:childTnLst>
                                    <p:set>
                                      <p:cBhvr>
                                        <p:cTn id="12" dur="1" fill="hold">
                                          <p:stCondLst>
                                            <p:cond delay="0"/>
                                          </p:stCondLst>
                                        </p:cTn>
                                        <p:tgtEl>
                                          <p:spTgt spid="1548"/>
                                        </p:tgtEl>
                                        <p:attrNameLst>
                                          <p:attrName>style.visibility</p:attrName>
                                        </p:attrNameLst>
                                      </p:cBhvr>
                                      <p:to>
                                        <p:strVal val="visible"/>
                                      </p:to>
                                    </p:set>
                                    <p:anim calcmode="lin" valueType="num">
                                      <p:cBhvr additive="base">
                                        <p:cTn id="13" dur="1000"/>
                                        <p:tgtEl>
                                          <p:spTgt spid="154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show="0">
  <p:cSld>
    <p:spTree>
      <p:nvGrpSpPr>
        <p:cNvPr id="1" name="Shape 1571"/>
        <p:cNvGrpSpPr/>
        <p:nvPr/>
      </p:nvGrpSpPr>
      <p:grpSpPr>
        <a:xfrm>
          <a:off x="0" y="0"/>
          <a:ext cx="0" cy="0"/>
          <a:chOff x="0" y="0"/>
          <a:chExt cx="0" cy="0"/>
        </a:xfrm>
      </p:grpSpPr>
      <p:sp>
        <p:nvSpPr>
          <p:cNvPr id="1572" name="Google Shape;1572;p9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TIMING</a:t>
            </a:r>
            <a:endParaRPr/>
          </a:p>
        </p:txBody>
      </p:sp>
      <p:graphicFrame>
        <p:nvGraphicFramePr>
          <p:cNvPr id="1573" name="Google Shape;1573;p93"/>
          <p:cNvGraphicFramePr/>
          <p:nvPr/>
        </p:nvGraphicFramePr>
        <p:xfrm>
          <a:off x="729825" y="1568685"/>
          <a:ext cx="3000000" cy="3000000"/>
        </p:xfrm>
        <a:graphic>
          <a:graphicData uri="http://schemas.openxmlformats.org/drawingml/2006/table">
            <a:tbl>
              <a:tblPr>
                <a:noFill/>
                <a:tableStyleId>{8F8D6D4B-DB7C-42DB-B80A-B3B7FA9A9740}</a:tableStyleId>
              </a:tblPr>
              <a:tblGrid>
                <a:gridCol w="1068000">
                  <a:extLst>
                    <a:ext uri="{9D8B030D-6E8A-4147-A177-3AD203B41FA5}">
                      <a16:colId xmlns:a16="http://schemas.microsoft.com/office/drawing/2014/main" val="20000"/>
                    </a:ext>
                  </a:extLst>
                </a:gridCol>
                <a:gridCol w="1262075">
                  <a:extLst>
                    <a:ext uri="{9D8B030D-6E8A-4147-A177-3AD203B41FA5}">
                      <a16:colId xmlns:a16="http://schemas.microsoft.com/office/drawing/2014/main" val="20001"/>
                    </a:ext>
                  </a:extLst>
                </a:gridCol>
                <a:gridCol w="1306525">
                  <a:extLst>
                    <a:ext uri="{9D8B030D-6E8A-4147-A177-3AD203B41FA5}">
                      <a16:colId xmlns:a16="http://schemas.microsoft.com/office/drawing/2014/main" val="20002"/>
                    </a:ext>
                  </a:extLst>
                </a:gridCol>
                <a:gridCol w="1325450">
                  <a:extLst>
                    <a:ext uri="{9D8B030D-6E8A-4147-A177-3AD203B41FA5}">
                      <a16:colId xmlns:a16="http://schemas.microsoft.com/office/drawing/2014/main" val="20003"/>
                    </a:ext>
                  </a:extLst>
                </a:gridCol>
                <a:gridCol w="1423200">
                  <a:extLst>
                    <a:ext uri="{9D8B030D-6E8A-4147-A177-3AD203B41FA5}">
                      <a16:colId xmlns:a16="http://schemas.microsoft.com/office/drawing/2014/main" val="20004"/>
                    </a:ext>
                  </a:extLst>
                </a:gridCol>
                <a:gridCol w="1299100">
                  <a:extLst>
                    <a:ext uri="{9D8B030D-6E8A-4147-A177-3AD203B41FA5}">
                      <a16:colId xmlns:a16="http://schemas.microsoft.com/office/drawing/2014/main" val="20005"/>
                    </a:ext>
                  </a:extLst>
                </a:gridCol>
              </a:tblGrid>
              <a:tr h="572900">
                <a:tc>
                  <a:txBody>
                    <a:bodyPr/>
                    <a:lstStyle/>
                    <a:p>
                      <a:pPr marL="0" lvl="0" indent="0" algn="ctr" rtl="0">
                        <a:spcBef>
                          <a:spcPts val="0"/>
                        </a:spcBef>
                        <a:spcAft>
                          <a:spcPts val="0"/>
                        </a:spcAft>
                        <a:buNone/>
                      </a:pPr>
                      <a:r>
                        <a:rPr lang="en">
                          <a:solidFill>
                            <a:schemeClr val="dk1"/>
                          </a:solidFill>
                          <a:latin typeface="Darker Grotesque Black"/>
                          <a:ea typeface="Darker Grotesque Black"/>
                          <a:cs typeface="Darker Grotesque Black"/>
                          <a:sym typeface="Darker Grotesque Black"/>
                        </a:rPr>
                        <a:t>HOURS</a:t>
                      </a:r>
                      <a:endParaRPr>
                        <a:solidFill>
                          <a:schemeClr val="dk1"/>
                        </a:solidFill>
                        <a:latin typeface="Darker Grotesque Black"/>
                        <a:ea typeface="Darker Grotesque Black"/>
                        <a:cs typeface="Darker Grotesque Black"/>
                        <a:sym typeface="Darker Grotesque Black"/>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arker Grotesque Black"/>
                          <a:ea typeface="Darker Grotesque Black"/>
                          <a:cs typeface="Darker Grotesque Black"/>
                          <a:sym typeface="Darker Grotesque Black"/>
                        </a:rPr>
                        <a:t>MONDAY</a:t>
                      </a:r>
                      <a:endParaRPr>
                        <a:solidFill>
                          <a:schemeClr val="dk1"/>
                        </a:solidFill>
                        <a:latin typeface="Darker Grotesque Black"/>
                        <a:ea typeface="Darker Grotesque Black"/>
                        <a:cs typeface="Darker Grotesque Black"/>
                        <a:sym typeface="Darker Grotesque Black"/>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arker Grotesque Black"/>
                          <a:ea typeface="Darker Grotesque Black"/>
                          <a:cs typeface="Darker Grotesque Black"/>
                          <a:sym typeface="Darker Grotesque Black"/>
                        </a:rPr>
                        <a:t>TUESDAY</a:t>
                      </a:r>
                      <a:endParaRPr>
                        <a:solidFill>
                          <a:schemeClr val="dk1"/>
                        </a:solidFill>
                        <a:latin typeface="Darker Grotesque Black"/>
                        <a:ea typeface="Darker Grotesque Black"/>
                        <a:cs typeface="Darker Grotesque Black"/>
                        <a:sym typeface="Darker Grotesque Black"/>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arker Grotesque Black"/>
                          <a:ea typeface="Darker Grotesque Black"/>
                          <a:cs typeface="Darker Grotesque Black"/>
                          <a:sym typeface="Darker Grotesque Black"/>
                        </a:rPr>
                        <a:t>WEDNESDAY</a:t>
                      </a:r>
                      <a:endParaRPr>
                        <a:solidFill>
                          <a:schemeClr val="dk1"/>
                        </a:solidFill>
                        <a:latin typeface="Darker Grotesque Black"/>
                        <a:ea typeface="Darker Grotesque Black"/>
                        <a:cs typeface="Darker Grotesque Black"/>
                        <a:sym typeface="Darker Grotesque Black"/>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arker Grotesque Black"/>
                          <a:ea typeface="Darker Grotesque Black"/>
                          <a:cs typeface="Darker Grotesque Black"/>
                          <a:sym typeface="Darker Grotesque Black"/>
                        </a:rPr>
                        <a:t>THURSDAY</a:t>
                      </a:r>
                      <a:endParaRPr>
                        <a:solidFill>
                          <a:schemeClr val="dk1"/>
                        </a:solidFill>
                        <a:latin typeface="Darker Grotesque Black"/>
                        <a:ea typeface="Darker Grotesque Black"/>
                        <a:cs typeface="Darker Grotesque Black"/>
                        <a:sym typeface="Darker Grotesque Black"/>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Darker Grotesque Black"/>
                          <a:ea typeface="Darker Grotesque Black"/>
                          <a:cs typeface="Darker Grotesque Black"/>
                          <a:sym typeface="Darker Grotesque Black"/>
                        </a:rPr>
                        <a:t>FRIDAY</a:t>
                      </a:r>
                      <a:endParaRPr>
                        <a:solidFill>
                          <a:schemeClr val="dk1"/>
                        </a:solidFill>
                        <a:latin typeface="Darker Grotesque Black"/>
                        <a:ea typeface="Darker Grotesque Black"/>
                        <a:cs typeface="Darker Grotesque Black"/>
                        <a:sym typeface="Darker Grotesque Black"/>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0"/>
                  </a:ext>
                </a:extLst>
              </a:tr>
              <a:tr h="559900">
                <a:tc>
                  <a:txBody>
                    <a:bodyPr/>
                    <a:lstStyle/>
                    <a:p>
                      <a:pPr marL="0" lvl="0" indent="0" algn="ctr" rtl="0">
                        <a:spcBef>
                          <a:spcPts val="0"/>
                        </a:spcBef>
                        <a:spcAft>
                          <a:spcPts val="0"/>
                        </a:spcAft>
                        <a:buNone/>
                      </a:pPr>
                      <a:r>
                        <a:rPr lang="en" sz="1800" b="1">
                          <a:solidFill>
                            <a:schemeClr val="dk1"/>
                          </a:solidFill>
                          <a:latin typeface="Darker Grotesque"/>
                          <a:ea typeface="Darker Grotesque"/>
                          <a:cs typeface="Darker Grotesque"/>
                          <a:sym typeface="Darker Grotesque"/>
                        </a:rPr>
                        <a:t>9:00</a:t>
                      </a:r>
                      <a:endParaRPr sz="1800"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Darker Grotesque"/>
                          <a:ea typeface="Darker Grotesque"/>
                          <a:cs typeface="Darker Grotesque"/>
                          <a:sym typeface="Darker Grotesque"/>
                        </a:rPr>
                        <a:t>Meeting</a:t>
                      </a: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gradFill>
                      <a:gsLst>
                        <a:gs pos="0">
                          <a:srgbClr val="8DF1FF"/>
                        </a:gs>
                        <a:gs pos="30000">
                          <a:srgbClr val="F2CEFF"/>
                        </a:gs>
                        <a:gs pos="100000">
                          <a:srgbClr val="0445FF"/>
                        </a:gs>
                      </a:gsLst>
                      <a:lin ang="8099331" scaled="0"/>
                    </a:gradFill>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Darker Grotesque"/>
                          <a:ea typeface="Darker Grotesque"/>
                          <a:cs typeface="Darker Grotesque"/>
                          <a:sym typeface="Darker Grotesque"/>
                        </a:rPr>
                        <a:t>Home office</a:t>
                      </a: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gradFill>
                      <a:gsLst>
                        <a:gs pos="0">
                          <a:srgbClr val="8DF1FF"/>
                        </a:gs>
                        <a:gs pos="30000">
                          <a:srgbClr val="F2CEFF"/>
                        </a:gs>
                        <a:gs pos="100000">
                          <a:srgbClr val="0445FF"/>
                        </a:gs>
                      </a:gsLst>
                      <a:lin ang="8099331" scaled="0"/>
                    </a:gradFill>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559900">
                <a:tc>
                  <a:txBody>
                    <a:bodyPr/>
                    <a:lstStyle/>
                    <a:p>
                      <a:pPr marL="0" lvl="0" indent="0" algn="ctr" rtl="0">
                        <a:spcBef>
                          <a:spcPts val="0"/>
                        </a:spcBef>
                        <a:spcAft>
                          <a:spcPts val="0"/>
                        </a:spcAft>
                        <a:buNone/>
                      </a:pPr>
                      <a:r>
                        <a:rPr lang="en" sz="1800" b="1">
                          <a:solidFill>
                            <a:schemeClr val="dk1"/>
                          </a:solidFill>
                          <a:latin typeface="Darker Grotesque"/>
                          <a:ea typeface="Darker Grotesque"/>
                          <a:cs typeface="Darker Grotesque"/>
                          <a:sym typeface="Darker Grotesque"/>
                        </a:rPr>
                        <a:t>11:00</a:t>
                      </a:r>
                      <a:endParaRPr sz="1800"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Darker Grotesque"/>
                          <a:ea typeface="Darker Grotesque"/>
                          <a:cs typeface="Darker Grotesque"/>
                          <a:sym typeface="Darker Grotesque"/>
                        </a:rPr>
                        <a:t>Meeting</a:t>
                      </a: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gradFill>
                      <a:gsLst>
                        <a:gs pos="0">
                          <a:srgbClr val="8DF1FF"/>
                        </a:gs>
                        <a:gs pos="30000">
                          <a:srgbClr val="F2CEFF"/>
                        </a:gs>
                        <a:gs pos="100000">
                          <a:srgbClr val="0445FF"/>
                        </a:gs>
                      </a:gsLst>
                      <a:lin ang="8099331" scaled="0"/>
                    </a:gradFill>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Darker Grotesque"/>
                          <a:ea typeface="Darker Grotesque"/>
                          <a:cs typeface="Darker Grotesque"/>
                          <a:sym typeface="Darker Grotesque"/>
                        </a:rPr>
                        <a:t>Meeting</a:t>
                      </a: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gradFill>
                      <a:gsLst>
                        <a:gs pos="0">
                          <a:srgbClr val="8DF1FF"/>
                        </a:gs>
                        <a:gs pos="30000">
                          <a:srgbClr val="F2CEFF"/>
                        </a:gs>
                        <a:gs pos="100000">
                          <a:srgbClr val="0445FF"/>
                        </a:gs>
                      </a:gsLst>
                      <a:lin ang="8099331" scaled="0"/>
                    </a:gradFill>
                  </a:tcPr>
                </a:tc>
                <a:extLst>
                  <a:ext uri="{0D108BD9-81ED-4DB2-BD59-A6C34878D82A}">
                    <a16:rowId xmlns:a16="http://schemas.microsoft.com/office/drawing/2014/main" val="10002"/>
                  </a:ext>
                </a:extLst>
              </a:tr>
              <a:tr h="559900">
                <a:tc>
                  <a:txBody>
                    <a:bodyPr/>
                    <a:lstStyle/>
                    <a:p>
                      <a:pPr marL="0" lvl="0" indent="0" algn="ctr" rtl="0">
                        <a:spcBef>
                          <a:spcPts val="0"/>
                        </a:spcBef>
                        <a:spcAft>
                          <a:spcPts val="0"/>
                        </a:spcAft>
                        <a:buNone/>
                      </a:pPr>
                      <a:r>
                        <a:rPr lang="en" sz="1800" b="1">
                          <a:solidFill>
                            <a:schemeClr val="dk1"/>
                          </a:solidFill>
                          <a:latin typeface="Darker Grotesque"/>
                          <a:ea typeface="Darker Grotesque"/>
                          <a:cs typeface="Darker Grotesque"/>
                          <a:sym typeface="Darker Grotesque"/>
                        </a:rPr>
                        <a:t>13:00</a:t>
                      </a:r>
                      <a:endParaRPr sz="1800"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Darker Grotesque"/>
                          <a:ea typeface="Darker Grotesque"/>
                          <a:cs typeface="Darker Grotesque"/>
                          <a:sym typeface="Darker Grotesque"/>
                        </a:rPr>
                        <a:t>Lunch</a:t>
                      </a: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gradFill>
                      <a:gsLst>
                        <a:gs pos="0">
                          <a:srgbClr val="8DF1FF"/>
                        </a:gs>
                        <a:gs pos="30000">
                          <a:srgbClr val="F2CEFF"/>
                        </a:gs>
                        <a:gs pos="100000">
                          <a:srgbClr val="0445FF"/>
                        </a:gs>
                      </a:gsLst>
                      <a:lin ang="8099331" scaled="0"/>
                    </a:gradFill>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559900">
                <a:tc>
                  <a:txBody>
                    <a:bodyPr/>
                    <a:lstStyle/>
                    <a:p>
                      <a:pPr marL="0" lvl="0" indent="0" algn="ctr" rtl="0">
                        <a:spcBef>
                          <a:spcPts val="0"/>
                        </a:spcBef>
                        <a:spcAft>
                          <a:spcPts val="0"/>
                        </a:spcAft>
                        <a:buNone/>
                      </a:pPr>
                      <a:r>
                        <a:rPr lang="en" sz="1800" b="1">
                          <a:solidFill>
                            <a:schemeClr val="dk1"/>
                          </a:solidFill>
                          <a:latin typeface="Darker Grotesque"/>
                          <a:ea typeface="Darker Grotesque"/>
                          <a:cs typeface="Darker Grotesque"/>
                          <a:sym typeface="Darker Grotesque"/>
                        </a:rPr>
                        <a:t>16:00</a:t>
                      </a:r>
                      <a:endParaRPr sz="1800"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Darker Grotesque"/>
                          <a:ea typeface="Darker Grotesque"/>
                          <a:cs typeface="Darker Grotesque"/>
                          <a:sym typeface="Darker Grotesque"/>
                        </a:rPr>
                        <a:t>Home office</a:t>
                      </a: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gradFill>
                      <a:gsLst>
                        <a:gs pos="0">
                          <a:srgbClr val="8DF1FF"/>
                        </a:gs>
                        <a:gs pos="30000">
                          <a:srgbClr val="F2CEFF"/>
                        </a:gs>
                        <a:gs pos="100000">
                          <a:srgbClr val="0445FF"/>
                        </a:gs>
                      </a:gsLst>
                      <a:lin ang="8099331" scaled="0"/>
                    </a:gradFill>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endParaRPr b="1">
                        <a:solidFill>
                          <a:schemeClr val="dk1"/>
                        </a:solidFill>
                        <a:latin typeface="Darker Grotesque"/>
                        <a:ea typeface="Darker Grotesque"/>
                        <a:cs typeface="Darker Grotesque"/>
                        <a:sym typeface="Darker Grotesque"/>
                      </a:endParaRPr>
                    </a:p>
                  </a:txBody>
                  <a:tcPr marL="91425" marR="91425" marT="68575" marB="6857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1574" name="Google Shape;1574;p93">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93">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93">
            <a:hlinkClick r:id="rId4"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3</a:t>
            </a:r>
            <a:endParaRPr sz="1200" b="1">
              <a:solidFill>
                <a:schemeClr val="dk2"/>
              </a:solidFill>
              <a:latin typeface="Darker Grotesque"/>
              <a:ea typeface="Darker Grotesque"/>
              <a:cs typeface="Darker Grotesque"/>
              <a:sym typeface="Darker Grotesque"/>
            </a:endParaRPr>
          </a:p>
        </p:txBody>
      </p:sp>
      <p:sp>
        <p:nvSpPr>
          <p:cNvPr id="1577" name="Google Shape;1577;p93">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93">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79" name="Google Shape;1579;p93">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580" name="Google Shape;1580;p93">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81" name="Google Shape;1581;p93">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0">
  <p:cSld>
    <p:spTree>
      <p:nvGrpSpPr>
        <p:cNvPr id="1" name="Shape 1585"/>
        <p:cNvGrpSpPr/>
        <p:nvPr/>
      </p:nvGrpSpPr>
      <p:grpSpPr>
        <a:xfrm>
          <a:off x="0" y="0"/>
          <a:ext cx="0" cy="0"/>
          <a:chOff x="0" y="0"/>
          <a:chExt cx="0" cy="0"/>
        </a:xfrm>
      </p:grpSpPr>
      <p:grpSp>
        <p:nvGrpSpPr>
          <p:cNvPr id="1586" name="Google Shape;1586;p94"/>
          <p:cNvGrpSpPr/>
          <p:nvPr/>
        </p:nvGrpSpPr>
        <p:grpSpPr>
          <a:xfrm>
            <a:off x="3060794" y="1608746"/>
            <a:ext cx="5293181" cy="2587334"/>
            <a:chOff x="2417987" y="1668175"/>
            <a:chExt cx="4206948" cy="2056541"/>
          </a:xfrm>
        </p:grpSpPr>
        <p:sp>
          <p:nvSpPr>
            <p:cNvPr id="1587" name="Google Shape;1587;p94"/>
            <p:cNvSpPr/>
            <p:nvPr/>
          </p:nvSpPr>
          <p:spPr>
            <a:xfrm>
              <a:off x="2417987" y="1668175"/>
              <a:ext cx="4206948" cy="2056541"/>
            </a:xfrm>
            <a:custGeom>
              <a:avLst/>
              <a:gdLst/>
              <a:ahLst/>
              <a:cxnLst/>
              <a:rect l="l" t="t" r="r" b="b"/>
              <a:pathLst>
                <a:path w="6009925" h="2937916" extrusionOk="0">
                  <a:moveTo>
                    <a:pt x="326574" y="737615"/>
                  </a:moveTo>
                  <a:cubicBezTo>
                    <a:pt x="326574" y="737615"/>
                    <a:pt x="323081" y="734123"/>
                    <a:pt x="323081" y="730637"/>
                  </a:cubicBezTo>
                  <a:cubicBezTo>
                    <a:pt x="323081" y="727119"/>
                    <a:pt x="330962" y="728002"/>
                    <a:pt x="330962" y="728002"/>
                  </a:cubicBezTo>
                  <a:lnTo>
                    <a:pt x="352831" y="728865"/>
                  </a:lnTo>
                  <a:lnTo>
                    <a:pt x="372116" y="742022"/>
                  </a:lnTo>
                  <a:lnTo>
                    <a:pt x="392252" y="752513"/>
                  </a:lnTo>
                  <a:lnTo>
                    <a:pt x="413277" y="757764"/>
                  </a:lnTo>
                  <a:lnTo>
                    <a:pt x="430790" y="753376"/>
                  </a:lnTo>
                  <a:lnTo>
                    <a:pt x="445668" y="759510"/>
                  </a:lnTo>
                  <a:lnTo>
                    <a:pt x="459657" y="759510"/>
                  </a:lnTo>
                  <a:lnTo>
                    <a:pt x="473671" y="770889"/>
                  </a:lnTo>
                  <a:lnTo>
                    <a:pt x="495566" y="781392"/>
                  </a:lnTo>
                  <a:lnTo>
                    <a:pt x="506952" y="793654"/>
                  </a:lnTo>
                  <a:cubicBezTo>
                    <a:pt x="506952" y="793654"/>
                    <a:pt x="520103" y="798048"/>
                    <a:pt x="523595" y="798048"/>
                  </a:cubicBezTo>
                  <a:cubicBezTo>
                    <a:pt x="527088" y="798048"/>
                    <a:pt x="532358" y="794575"/>
                    <a:pt x="532358" y="794575"/>
                  </a:cubicBezTo>
                  <a:lnTo>
                    <a:pt x="545477" y="802436"/>
                  </a:lnTo>
                  <a:lnTo>
                    <a:pt x="554234" y="814679"/>
                  </a:lnTo>
                  <a:lnTo>
                    <a:pt x="574389" y="819911"/>
                  </a:lnTo>
                  <a:lnTo>
                    <a:pt x="570877" y="831297"/>
                  </a:lnTo>
                  <a:lnTo>
                    <a:pt x="590124" y="839215"/>
                  </a:lnTo>
                  <a:lnTo>
                    <a:pt x="586632" y="849680"/>
                  </a:lnTo>
                  <a:lnTo>
                    <a:pt x="598893" y="854094"/>
                  </a:lnTo>
                  <a:lnTo>
                    <a:pt x="611149" y="855840"/>
                  </a:lnTo>
                  <a:lnTo>
                    <a:pt x="612044" y="868083"/>
                  </a:lnTo>
                  <a:lnTo>
                    <a:pt x="621633" y="881221"/>
                  </a:lnTo>
                  <a:lnTo>
                    <a:pt x="624287" y="896118"/>
                  </a:lnTo>
                  <a:lnTo>
                    <a:pt x="629526" y="910132"/>
                  </a:lnTo>
                  <a:lnTo>
                    <a:pt x="645299" y="911859"/>
                  </a:lnTo>
                  <a:lnTo>
                    <a:pt x="649700" y="928496"/>
                  </a:lnTo>
                  <a:lnTo>
                    <a:pt x="666318" y="944283"/>
                  </a:lnTo>
                  <a:lnTo>
                    <a:pt x="670674" y="955636"/>
                  </a:lnTo>
                  <a:lnTo>
                    <a:pt x="687317" y="964412"/>
                  </a:lnTo>
                  <a:lnTo>
                    <a:pt x="703954" y="970527"/>
                  </a:lnTo>
                  <a:lnTo>
                    <a:pt x="717975" y="974902"/>
                  </a:lnTo>
                  <a:lnTo>
                    <a:pt x="720591" y="983672"/>
                  </a:lnTo>
                  <a:lnTo>
                    <a:pt x="738111" y="995038"/>
                  </a:lnTo>
                  <a:lnTo>
                    <a:pt x="751249" y="1004684"/>
                  </a:lnTo>
                  <a:lnTo>
                    <a:pt x="758234" y="1025677"/>
                  </a:lnTo>
                  <a:lnTo>
                    <a:pt x="758234" y="1042339"/>
                  </a:lnTo>
                  <a:lnTo>
                    <a:pt x="748595" y="1031805"/>
                  </a:lnTo>
                  <a:lnTo>
                    <a:pt x="737222" y="1017790"/>
                  </a:lnTo>
                  <a:lnTo>
                    <a:pt x="734593" y="1009053"/>
                  </a:lnTo>
                  <a:lnTo>
                    <a:pt x="720591" y="1000328"/>
                  </a:lnTo>
                  <a:lnTo>
                    <a:pt x="710965" y="996784"/>
                  </a:lnTo>
                  <a:lnTo>
                    <a:pt x="709206" y="982789"/>
                  </a:lnTo>
                  <a:lnTo>
                    <a:pt x="697833" y="982789"/>
                  </a:lnTo>
                  <a:lnTo>
                    <a:pt x="688200" y="975772"/>
                  </a:lnTo>
                  <a:lnTo>
                    <a:pt x="679437" y="972273"/>
                  </a:lnTo>
                  <a:lnTo>
                    <a:pt x="670674" y="969657"/>
                  </a:lnTo>
                  <a:lnTo>
                    <a:pt x="660184" y="971384"/>
                  </a:lnTo>
                  <a:lnTo>
                    <a:pt x="668915" y="982789"/>
                  </a:lnTo>
                  <a:lnTo>
                    <a:pt x="680307" y="989787"/>
                  </a:lnTo>
                  <a:lnTo>
                    <a:pt x="691718" y="999420"/>
                  </a:lnTo>
                  <a:lnTo>
                    <a:pt x="715346" y="1015161"/>
                  </a:lnTo>
                  <a:lnTo>
                    <a:pt x="723220" y="1031805"/>
                  </a:lnTo>
                  <a:lnTo>
                    <a:pt x="731964" y="1052849"/>
                  </a:lnTo>
                  <a:lnTo>
                    <a:pt x="731113" y="1069460"/>
                  </a:lnTo>
                  <a:lnTo>
                    <a:pt x="729361" y="1092244"/>
                  </a:lnTo>
                  <a:lnTo>
                    <a:pt x="729361" y="1117625"/>
                  </a:lnTo>
                  <a:lnTo>
                    <a:pt x="721455" y="1123734"/>
                  </a:lnTo>
                  <a:lnTo>
                    <a:pt x="721455" y="1140364"/>
                  </a:lnTo>
                  <a:lnTo>
                    <a:pt x="731113" y="1157909"/>
                  </a:lnTo>
                  <a:lnTo>
                    <a:pt x="727614" y="1174534"/>
                  </a:lnTo>
                  <a:lnTo>
                    <a:pt x="730243" y="1187665"/>
                  </a:lnTo>
                  <a:lnTo>
                    <a:pt x="737222" y="1199051"/>
                  </a:lnTo>
                  <a:lnTo>
                    <a:pt x="736339" y="1215694"/>
                  </a:lnTo>
                  <a:lnTo>
                    <a:pt x="745978" y="1229702"/>
                  </a:lnTo>
                  <a:lnTo>
                    <a:pt x="759110" y="1241082"/>
                  </a:lnTo>
                  <a:lnTo>
                    <a:pt x="767003" y="1264710"/>
                  </a:lnTo>
                  <a:lnTo>
                    <a:pt x="778370" y="1274349"/>
                  </a:lnTo>
                  <a:lnTo>
                    <a:pt x="781005" y="1286605"/>
                  </a:lnTo>
                  <a:lnTo>
                    <a:pt x="791527" y="1300619"/>
                  </a:lnTo>
                  <a:lnTo>
                    <a:pt x="807275" y="1300619"/>
                  </a:lnTo>
                  <a:lnTo>
                    <a:pt x="818667" y="1310227"/>
                  </a:lnTo>
                  <a:lnTo>
                    <a:pt x="836161" y="1318113"/>
                  </a:lnTo>
                  <a:lnTo>
                    <a:pt x="848429" y="1330407"/>
                  </a:lnTo>
                  <a:lnTo>
                    <a:pt x="851922" y="1345279"/>
                  </a:lnTo>
                  <a:lnTo>
                    <a:pt x="858069" y="1360169"/>
                  </a:lnTo>
                  <a:lnTo>
                    <a:pt x="865924" y="1384680"/>
                  </a:lnTo>
                  <a:lnTo>
                    <a:pt x="876439" y="1395171"/>
                  </a:lnTo>
                  <a:lnTo>
                    <a:pt x="889565" y="1407433"/>
                  </a:lnTo>
                  <a:lnTo>
                    <a:pt x="893076" y="1416189"/>
                  </a:lnTo>
                  <a:lnTo>
                    <a:pt x="882561" y="1424070"/>
                  </a:lnTo>
                  <a:lnTo>
                    <a:pt x="889565" y="1433728"/>
                  </a:lnTo>
                  <a:lnTo>
                    <a:pt x="902715" y="1443316"/>
                  </a:lnTo>
                  <a:lnTo>
                    <a:pt x="919365" y="1453832"/>
                  </a:lnTo>
                  <a:lnTo>
                    <a:pt x="928985" y="1465224"/>
                  </a:lnTo>
                  <a:lnTo>
                    <a:pt x="927226" y="1474876"/>
                  </a:lnTo>
                  <a:lnTo>
                    <a:pt x="930725" y="1482750"/>
                  </a:lnTo>
                  <a:lnTo>
                    <a:pt x="943863" y="1488001"/>
                  </a:lnTo>
                  <a:lnTo>
                    <a:pt x="956106" y="1498504"/>
                  </a:lnTo>
                  <a:lnTo>
                    <a:pt x="964876" y="1507242"/>
                  </a:lnTo>
                  <a:lnTo>
                    <a:pt x="965746" y="1517745"/>
                  </a:lnTo>
                  <a:lnTo>
                    <a:pt x="972756" y="1514265"/>
                  </a:lnTo>
                  <a:lnTo>
                    <a:pt x="974509" y="1502879"/>
                  </a:lnTo>
                  <a:lnTo>
                    <a:pt x="969244" y="1489729"/>
                  </a:lnTo>
                  <a:lnTo>
                    <a:pt x="957853" y="1484490"/>
                  </a:lnTo>
                  <a:lnTo>
                    <a:pt x="956106" y="1473098"/>
                  </a:lnTo>
                  <a:lnTo>
                    <a:pt x="942968" y="1463490"/>
                  </a:lnTo>
                  <a:lnTo>
                    <a:pt x="937729" y="1448612"/>
                  </a:lnTo>
                  <a:lnTo>
                    <a:pt x="932478" y="1434566"/>
                  </a:lnTo>
                  <a:lnTo>
                    <a:pt x="921086" y="1424070"/>
                  </a:lnTo>
                  <a:lnTo>
                    <a:pt x="917594" y="1410074"/>
                  </a:lnTo>
                  <a:lnTo>
                    <a:pt x="906208" y="1405699"/>
                  </a:lnTo>
                  <a:lnTo>
                    <a:pt x="899217" y="1388173"/>
                  </a:lnTo>
                  <a:lnTo>
                    <a:pt x="886085" y="1373301"/>
                  </a:lnTo>
                  <a:lnTo>
                    <a:pt x="884326" y="1354010"/>
                  </a:lnTo>
                  <a:lnTo>
                    <a:pt x="894835" y="1353159"/>
                  </a:lnTo>
                  <a:lnTo>
                    <a:pt x="909726" y="1359274"/>
                  </a:lnTo>
                  <a:lnTo>
                    <a:pt x="918463" y="1369828"/>
                  </a:lnTo>
                  <a:lnTo>
                    <a:pt x="919365" y="1386439"/>
                  </a:lnTo>
                  <a:lnTo>
                    <a:pt x="935107" y="1408328"/>
                  </a:lnTo>
                  <a:lnTo>
                    <a:pt x="951757" y="1425822"/>
                  </a:lnTo>
                  <a:lnTo>
                    <a:pt x="966641" y="1438084"/>
                  </a:lnTo>
                  <a:lnTo>
                    <a:pt x="977138" y="1450359"/>
                  </a:lnTo>
                  <a:lnTo>
                    <a:pt x="979760" y="1464329"/>
                  </a:lnTo>
                  <a:lnTo>
                    <a:pt x="995508" y="1473098"/>
                  </a:lnTo>
                  <a:lnTo>
                    <a:pt x="1006894" y="1486223"/>
                  </a:lnTo>
                  <a:lnTo>
                    <a:pt x="1015657" y="1500251"/>
                  </a:lnTo>
                  <a:lnTo>
                    <a:pt x="1034046" y="1519491"/>
                  </a:lnTo>
                  <a:lnTo>
                    <a:pt x="1041057" y="1536166"/>
                  </a:lnTo>
                  <a:lnTo>
                    <a:pt x="1050677" y="1544027"/>
                  </a:lnTo>
                  <a:lnTo>
                    <a:pt x="1041057" y="1550168"/>
                  </a:lnTo>
                  <a:lnTo>
                    <a:pt x="1038434" y="1560645"/>
                  </a:lnTo>
                  <a:lnTo>
                    <a:pt x="1058557" y="1576412"/>
                  </a:lnTo>
                  <a:lnTo>
                    <a:pt x="1075194" y="1589525"/>
                  </a:lnTo>
                  <a:lnTo>
                    <a:pt x="1095375" y="1595691"/>
                  </a:lnTo>
                  <a:lnTo>
                    <a:pt x="1116349" y="1607959"/>
                  </a:lnTo>
                  <a:lnTo>
                    <a:pt x="1140860" y="1618424"/>
                  </a:lnTo>
                  <a:lnTo>
                    <a:pt x="1168006" y="1631575"/>
                  </a:lnTo>
                  <a:lnTo>
                    <a:pt x="1189901" y="1637709"/>
                  </a:lnTo>
                  <a:lnTo>
                    <a:pt x="1203890" y="1636814"/>
                  </a:lnTo>
                  <a:lnTo>
                    <a:pt x="1208303" y="1629803"/>
                  </a:lnTo>
                  <a:lnTo>
                    <a:pt x="1224070" y="1628076"/>
                  </a:lnTo>
                  <a:lnTo>
                    <a:pt x="1241564" y="1636814"/>
                  </a:lnTo>
                  <a:lnTo>
                    <a:pt x="1260817" y="1651679"/>
                  </a:lnTo>
                  <a:lnTo>
                    <a:pt x="1271314" y="1663992"/>
                  </a:lnTo>
                  <a:lnTo>
                    <a:pt x="1287081" y="1663992"/>
                  </a:lnTo>
                  <a:lnTo>
                    <a:pt x="1293228" y="1663992"/>
                  </a:lnTo>
                  <a:lnTo>
                    <a:pt x="1301978" y="1667471"/>
                  </a:lnTo>
                  <a:lnTo>
                    <a:pt x="1311611" y="1680610"/>
                  </a:lnTo>
                  <a:lnTo>
                    <a:pt x="1330864" y="1686744"/>
                  </a:lnTo>
                  <a:lnTo>
                    <a:pt x="1331747" y="1677974"/>
                  </a:lnTo>
                  <a:lnTo>
                    <a:pt x="1342282" y="1683245"/>
                  </a:lnTo>
                  <a:lnTo>
                    <a:pt x="1352759" y="1698129"/>
                  </a:lnTo>
                  <a:cubicBezTo>
                    <a:pt x="1352759" y="1698129"/>
                    <a:pt x="1368539" y="1715642"/>
                    <a:pt x="1372025" y="1718246"/>
                  </a:cubicBezTo>
                  <a:cubicBezTo>
                    <a:pt x="1375517" y="1720888"/>
                    <a:pt x="1370279" y="1733994"/>
                    <a:pt x="1370279" y="1733994"/>
                  </a:cubicBezTo>
                  <a:lnTo>
                    <a:pt x="1376387" y="1741011"/>
                  </a:lnTo>
                  <a:lnTo>
                    <a:pt x="1384293" y="1737518"/>
                  </a:lnTo>
                  <a:lnTo>
                    <a:pt x="1394783" y="1742770"/>
                  </a:lnTo>
                  <a:lnTo>
                    <a:pt x="1409668" y="1756784"/>
                  </a:lnTo>
                  <a:cubicBezTo>
                    <a:pt x="1409668" y="1756784"/>
                    <a:pt x="1420190" y="1766411"/>
                    <a:pt x="1425435" y="1761159"/>
                  </a:cubicBezTo>
                  <a:lnTo>
                    <a:pt x="1451686" y="1774272"/>
                  </a:lnTo>
                  <a:lnTo>
                    <a:pt x="1465700" y="1780425"/>
                  </a:lnTo>
                  <a:lnTo>
                    <a:pt x="1464837" y="1766411"/>
                  </a:lnTo>
                  <a:lnTo>
                    <a:pt x="1471834" y="1757654"/>
                  </a:lnTo>
                  <a:lnTo>
                    <a:pt x="1496352" y="1759394"/>
                  </a:lnTo>
                  <a:lnTo>
                    <a:pt x="1499000" y="1768170"/>
                  </a:lnTo>
                  <a:lnTo>
                    <a:pt x="1506854" y="1767306"/>
                  </a:lnTo>
                  <a:lnTo>
                    <a:pt x="1511242" y="1755921"/>
                  </a:lnTo>
                  <a:lnTo>
                    <a:pt x="1502479" y="1745392"/>
                  </a:lnTo>
                  <a:lnTo>
                    <a:pt x="1477086" y="1745392"/>
                  </a:lnTo>
                  <a:lnTo>
                    <a:pt x="1460461" y="1744503"/>
                  </a:lnTo>
                  <a:lnTo>
                    <a:pt x="1435944" y="1742770"/>
                  </a:lnTo>
                  <a:lnTo>
                    <a:pt x="1424539" y="1734877"/>
                  </a:lnTo>
                  <a:lnTo>
                    <a:pt x="1408804" y="1718246"/>
                  </a:lnTo>
                  <a:lnTo>
                    <a:pt x="1409668" y="1705121"/>
                  </a:lnTo>
                  <a:lnTo>
                    <a:pt x="1409668" y="1687620"/>
                  </a:lnTo>
                  <a:lnTo>
                    <a:pt x="1414906" y="1665725"/>
                  </a:lnTo>
                  <a:lnTo>
                    <a:pt x="1414906" y="1650822"/>
                  </a:lnTo>
                  <a:lnTo>
                    <a:pt x="1407045" y="1639455"/>
                  </a:lnTo>
                  <a:lnTo>
                    <a:pt x="1391284" y="1631575"/>
                  </a:lnTo>
                  <a:lnTo>
                    <a:pt x="1367637" y="1633327"/>
                  </a:lnTo>
                  <a:lnTo>
                    <a:pt x="1351000" y="1629803"/>
                  </a:lnTo>
                  <a:lnTo>
                    <a:pt x="1332604" y="1636814"/>
                  </a:lnTo>
                  <a:lnTo>
                    <a:pt x="1320368" y="1628946"/>
                  </a:lnTo>
                  <a:lnTo>
                    <a:pt x="1331747" y="1620189"/>
                  </a:lnTo>
                  <a:lnTo>
                    <a:pt x="1331747" y="1604429"/>
                  </a:lnTo>
                  <a:lnTo>
                    <a:pt x="1336116" y="1594808"/>
                  </a:lnTo>
                  <a:lnTo>
                    <a:pt x="1342282" y="1579035"/>
                  </a:lnTo>
                  <a:lnTo>
                    <a:pt x="1342282" y="1561515"/>
                  </a:lnTo>
                  <a:lnTo>
                    <a:pt x="1352759" y="1554543"/>
                  </a:lnTo>
                  <a:lnTo>
                    <a:pt x="1354524" y="1541411"/>
                  </a:lnTo>
                  <a:lnTo>
                    <a:pt x="1346638" y="1536166"/>
                  </a:lnTo>
                  <a:lnTo>
                    <a:pt x="1320368" y="1537893"/>
                  </a:lnTo>
                  <a:lnTo>
                    <a:pt x="1303731" y="1540535"/>
                  </a:lnTo>
                  <a:lnTo>
                    <a:pt x="1296714" y="1552778"/>
                  </a:lnTo>
                  <a:lnTo>
                    <a:pt x="1289723" y="1571148"/>
                  </a:lnTo>
                  <a:lnTo>
                    <a:pt x="1281842" y="1587779"/>
                  </a:lnTo>
                  <a:lnTo>
                    <a:pt x="1267815" y="1589525"/>
                  </a:lnTo>
                  <a:lnTo>
                    <a:pt x="1247692" y="1594808"/>
                  </a:lnTo>
                  <a:lnTo>
                    <a:pt x="1226680" y="1597437"/>
                  </a:lnTo>
                  <a:lnTo>
                    <a:pt x="1217053" y="1585163"/>
                  </a:lnTo>
                  <a:lnTo>
                    <a:pt x="1199527" y="1576412"/>
                  </a:lnTo>
                  <a:lnTo>
                    <a:pt x="1193399" y="1562404"/>
                  </a:lnTo>
                  <a:lnTo>
                    <a:pt x="1181144" y="1544027"/>
                  </a:lnTo>
                  <a:lnTo>
                    <a:pt x="1174140" y="1512493"/>
                  </a:lnTo>
                  <a:lnTo>
                    <a:pt x="1171511" y="1489729"/>
                  </a:lnTo>
                  <a:lnTo>
                    <a:pt x="1180274" y="1472247"/>
                  </a:lnTo>
                  <a:lnTo>
                    <a:pt x="1184649" y="1452086"/>
                  </a:lnTo>
                  <a:lnTo>
                    <a:pt x="1175886" y="1431042"/>
                  </a:lnTo>
                  <a:lnTo>
                    <a:pt x="1191660" y="1410950"/>
                  </a:lnTo>
                  <a:lnTo>
                    <a:pt x="1204785" y="1410074"/>
                  </a:lnTo>
                  <a:lnTo>
                    <a:pt x="1217917" y="1399565"/>
                  </a:lnTo>
                  <a:lnTo>
                    <a:pt x="1231055" y="1387284"/>
                  </a:lnTo>
                  <a:lnTo>
                    <a:pt x="1249445" y="1389900"/>
                  </a:lnTo>
                  <a:lnTo>
                    <a:pt x="1262564" y="1394313"/>
                  </a:lnTo>
                  <a:lnTo>
                    <a:pt x="1273079" y="1389900"/>
                  </a:lnTo>
                  <a:lnTo>
                    <a:pt x="1281842" y="1401305"/>
                  </a:lnTo>
                  <a:lnTo>
                    <a:pt x="1297597" y="1401305"/>
                  </a:lnTo>
                  <a:lnTo>
                    <a:pt x="1309846" y="1400409"/>
                  </a:lnTo>
                  <a:lnTo>
                    <a:pt x="1307217" y="1391672"/>
                  </a:lnTo>
                  <a:lnTo>
                    <a:pt x="1311611" y="1377664"/>
                  </a:lnTo>
                  <a:lnTo>
                    <a:pt x="1330864" y="1376768"/>
                  </a:lnTo>
                  <a:lnTo>
                    <a:pt x="1344009" y="1375054"/>
                  </a:lnTo>
                  <a:lnTo>
                    <a:pt x="1368539" y="1377664"/>
                  </a:lnTo>
                  <a:lnTo>
                    <a:pt x="1378146" y="1389900"/>
                  </a:lnTo>
                  <a:lnTo>
                    <a:pt x="1386027" y="1389900"/>
                  </a:lnTo>
                  <a:lnTo>
                    <a:pt x="1391284" y="1382934"/>
                  </a:lnTo>
                  <a:lnTo>
                    <a:pt x="1398270" y="1381175"/>
                  </a:lnTo>
                  <a:lnTo>
                    <a:pt x="1409668" y="1391672"/>
                  </a:lnTo>
                  <a:lnTo>
                    <a:pt x="1420190" y="1404791"/>
                  </a:lnTo>
                  <a:lnTo>
                    <a:pt x="1420190" y="1419694"/>
                  </a:lnTo>
                  <a:lnTo>
                    <a:pt x="1426286" y="1428451"/>
                  </a:lnTo>
                  <a:lnTo>
                    <a:pt x="1428908" y="1438084"/>
                  </a:lnTo>
                  <a:lnTo>
                    <a:pt x="1436820" y="1445088"/>
                  </a:lnTo>
                  <a:lnTo>
                    <a:pt x="1441164" y="1455597"/>
                  </a:lnTo>
                  <a:lnTo>
                    <a:pt x="1450822" y="1460817"/>
                  </a:lnTo>
                  <a:lnTo>
                    <a:pt x="1451686" y="1472247"/>
                  </a:lnTo>
                  <a:lnTo>
                    <a:pt x="1460461" y="1474876"/>
                  </a:lnTo>
                  <a:lnTo>
                    <a:pt x="1465700" y="1466964"/>
                  </a:lnTo>
                  <a:lnTo>
                    <a:pt x="1470088" y="1454715"/>
                  </a:lnTo>
                  <a:lnTo>
                    <a:pt x="1464837" y="1439849"/>
                  </a:lnTo>
                  <a:lnTo>
                    <a:pt x="1459579" y="1417053"/>
                  </a:lnTo>
                  <a:lnTo>
                    <a:pt x="1448206" y="1396942"/>
                  </a:lnTo>
                  <a:lnTo>
                    <a:pt x="1448206" y="1370685"/>
                  </a:lnTo>
                  <a:cubicBezTo>
                    <a:pt x="1448206" y="1367142"/>
                    <a:pt x="1454302" y="1352289"/>
                    <a:pt x="1454302" y="1352289"/>
                  </a:cubicBezTo>
                  <a:lnTo>
                    <a:pt x="1463941" y="1333011"/>
                  </a:lnTo>
                  <a:lnTo>
                    <a:pt x="1478864" y="1326883"/>
                  </a:lnTo>
                  <a:lnTo>
                    <a:pt x="1496352" y="1311979"/>
                  </a:lnTo>
                  <a:lnTo>
                    <a:pt x="1512976" y="1300619"/>
                  </a:lnTo>
                  <a:lnTo>
                    <a:pt x="1528749" y="1294510"/>
                  </a:lnTo>
                  <a:lnTo>
                    <a:pt x="1531372" y="1283106"/>
                  </a:lnTo>
                  <a:lnTo>
                    <a:pt x="1543621" y="1276102"/>
                  </a:lnTo>
                  <a:lnTo>
                    <a:pt x="1533124" y="1256830"/>
                  </a:lnTo>
                  <a:lnTo>
                    <a:pt x="1525238" y="1248092"/>
                  </a:lnTo>
                  <a:lnTo>
                    <a:pt x="1528749" y="1237583"/>
                  </a:lnTo>
                  <a:lnTo>
                    <a:pt x="1521739" y="1227937"/>
                  </a:lnTo>
                  <a:lnTo>
                    <a:pt x="1534001" y="1221828"/>
                  </a:lnTo>
                  <a:lnTo>
                    <a:pt x="1544504" y="1235836"/>
                  </a:lnTo>
                  <a:lnTo>
                    <a:pt x="1550657" y="1221828"/>
                  </a:lnTo>
                  <a:lnTo>
                    <a:pt x="1557629" y="1209541"/>
                  </a:lnTo>
                  <a:lnTo>
                    <a:pt x="1565509" y="1201686"/>
                  </a:lnTo>
                  <a:lnTo>
                    <a:pt x="1573402" y="1175423"/>
                  </a:lnTo>
                  <a:lnTo>
                    <a:pt x="1597050" y="1175423"/>
                  </a:lnTo>
                  <a:lnTo>
                    <a:pt x="1611947" y="1166647"/>
                  </a:lnTo>
                  <a:lnTo>
                    <a:pt x="1629441" y="1164888"/>
                  </a:lnTo>
                  <a:lnTo>
                    <a:pt x="1625066" y="1154372"/>
                  </a:lnTo>
                  <a:lnTo>
                    <a:pt x="1624183" y="1132497"/>
                  </a:lnTo>
                  <a:lnTo>
                    <a:pt x="1636426" y="1115853"/>
                  </a:lnTo>
                  <a:lnTo>
                    <a:pt x="1650453" y="1115853"/>
                  </a:lnTo>
                  <a:lnTo>
                    <a:pt x="1654841" y="1106252"/>
                  </a:lnTo>
                  <a:lnTo>
                    <a:pt x="1673231" y="1107103"/>
                  </a:lnTo>
                  <a:lnTo>
                    <a:pt x="1689842" y="1097476"/>
                  </a:lnTo>
                  <a:lnTo>
                    <a:pt x="1700339" y="1084345"/>
                  </a:lnTo>
                  <a:lnTo>
                    <a:pt x="1720513" y="1082592"/>
                  </a:lnTo>
                  <a:cubicBezTo>
                    <a:pt x="1720513" y="1082592"/>
                    <a:pt x="1738890" y="1086091"/>
                    <a:pt x="1742401" y="1086954"/>
                  </a:cubicBezTo>
                  <a:cubicBezTo>
                    <a:pt x="1745913" y="1087837"/>
                    <a:pt x="1737144" y="1093997"/>
                    <a:pt x="1737144" y="1093997"/>
                  </a:cubicBezTo>
                  <a:lnTo>
                    <a:pt x="1714373" y="1093997"/>
                  </a:lnTo>
                  <a:cubicBezTo>
                    <a:pt x="1714373" y="1093997"/>
                    <a:pt x="1705609" y="1100969"/>
                    <a:pt x="1702098" y="1102734"/>
                  </a:cubicBezTo>
                  <a:cubicBezTo>
                    <a:pt x="1698618" y="1104487"/>
                    <a:pt x="1702098" y="1117625"/>
                    <a:pt x="1702098" y="1117625"/>
                  </a:cubicBezTo>
                  <a:lnTo>
                    <a:pt x="1711737" y="1122000"/>
                  </a:lnTo>
                  <a:lnTo>
                    <a:pt x="1722253" y="1113231"/>
                  </a:lnTo>
                  <a:lnTo>
                    <a:pt x="1730127" y="1107986"/>
                  </a:lnTo>
                  <a:lnTo>
                    <a:pt x="1745024" y="1103604"/>
                  </a:lnTo>
                  <a:lnTo>
                    <a:pt x="1760785" y="1095730"/>
                  </a:lnTo>
                  <a:lnTo>
                    <a:pt x="1776552" y="1092244"/>
                  </a:lnTo>
                  <a:lnTo>
                    <a:pt x="1788788" y="1077340"/>
                  </a:lnTo>
                  <a:lnTo>
                    <a:pt x="1801069" y="1066838"/>
                  </a:lnTo>
                  <a:lnTo>
                    <a:pt x="1802803" y="1054582"/>
                  </a:lnTo>
                  <a:lnTo>
                    <a:pt x="1786172" y="1058957"/>
                  </a:lnTo>
                  <a:lnTo>
                    <a:pt x="1774786" y="1077340"/>
                  </a:lnTo>
                  <a:lnTo>
                    <a:pt x="1755521" y="1078198"/>
                  </a:lnTo>
                  <a:lnTo>
                    <a:pt x="1739760" y="1070317"/>
                  </a:lnTo>
                  <a:lnTo>
                    <a:pt x="1723136" y="1057179"/>
                  </a:lnTo>
                  <a:lnTo>
                    <a:pt x="1714373" y="1034446"/>
                  </a:lnTo>
                  <a:lnTo>
                    <a:pt x="1729276" y="1023048"/>
                  </a:lnTo>
                  <a:lnTo>
                    <a:pt x="1728374" y="1004684"/>
                  </a:lnTo>
                  <a:lnTo>
                    <a:pt x="1706499" y="1002925"/>
                  </a:lnTo>
                  <a:lnTo>
                    <a:pt x="1682845" y="1009910"/>
                  </a:lnTo>
                  <a:lnTo>
                    <a:pt x="1656588" y="1024788"/>
                  </a:lnTo>
                  <a:lnTo>
                    <a:pt x="1631188" y="1049337"/>
                  </a:lnTo>
                  <a:lnTo>
                    <a:pt x="1611039" y="1063345"/>
                  </a:lnTo>
                  <a:lnTo>
                    <a:pt x="1618932" y="1050213"/>
                  </a:lnTo>
                  <a:lnTo>
                    <a:pt x="1631188" y="1036180"/>
                  </a:lnTo>
                  <a:lnTo>
                    <a:pt x="1639081" y="1029176"/>
                  </a:lnTo>
                  <a:lnTo>
                    <a:pt x="1618932" y="1023937"/>
                  </a:lnTo>
                  <a:lnTo>
                    <a:pt x="1644332" y="1023937"/>
                  </a:lnTo>
                  <a:lnTo>
                    <a:pt x="1650453" y="1011669"/>
                  </a:lnTo>
                  <a:lnTo>
                    <a:pt x="1664468" y="1000328"/>
                  </a:lnTo>
                  <a:lnTo>
                    <a:pt x="1681111" y="999420"/>
                  </a:lnTo>
                  <a:lnTo>
                    <a:pt x="1688103" y="985392"/>
                  </a:lnTo>
                  <a:lnTo>
                    <a:pt x="1702098" y="980147"/>
                  </a:lnTo>
                  <a:lnTo>
                    <a:pt x="1724005" y="980147"/>
                  </a:lnTo>
                  <a:lnTo>
                    <a:pt x="1763395" y="979290"/>
                  </a:lnTo>
                  <a:lnTo>
                    <a:pt x="1783549" y="982789"/>
                  </a:lnTo>
                  <a:lnTo>
                    <a:pt x="1799304" y="981881"/>
                  </a:lnTo>
                  <a:lnTo>
                    <a:pt x="1815058" y="970527"/>
                  </a:lnTo>
                  <a:lnTo>
                    <a:pt x="1829085" y="954754"/>
                  </a:lnTo>
                  <a:lnTo>
                    <a:pt x="1854479" y="952144"/>
                  </a:lnTo>
                  <a:lnTo>
                    <a:pt x="1867623" y="946918"/>
                  </a:lnTo>
                  <a:lnTo>
                    <a:pt x="1874608" y="939863"/>
                  </a:lnTo>
                  <a:lnTo>
                    <a:pt x="1866734" y="932865"/>
                  </a:lnTo>
                  <a:lnTo>
                    <a:pt x="1871973" y="925880"/>
                  </a:lnTo>
                  <a:lnTo>
                    <a:pt x="1872856" y="910996"/>
                  </a:lnTo>
                  <a:lnTo>
                    <a:pt x="1854479" y="908354"/>
                  </a:lnTo>
                  <a:lnTo>
                    <a:pt x="1850967" y="899610"/>
                  </a:lnTo>
                  <a:lnTo>
                    <a:pt x="1830819" y="899610"/>
                  </a:lnTo>
                  <a:lnTo>
                    <a:pt x="1815058" y="908354"/>
                  </a:lnTo>
                  <a:lnTo>
                    <a:pt x="1804568" y="915358"/>
                  </a:lnTo>
                  <a:lnTo>
                    <a:pt x="1795818" y="911859"/>
                  </a:lnTo>
                  <a:lnTo>
                    <a:pt x="1799304" y="901338"/>
                  </a:lnTo>
                  <a:lnTo>
                    <a:pt x="1817687" y="895235"/>
                  </a:lnTo>
                  <a:lnTo>
                    <a:pt x="1839575" y="889952"/>
                  </a:lnTo>
                  <a:lnTo>
                    <a:pt x="1849196" y="881221"/>
                  </a:lnTo>
                  <a:lnTo>
                    <a:pt x="1835194" y="880332"/>
                  </a:lnTo>
                  <a:lnTo>
                    <a:pt x="1821205" y="873334"/>
                  </a:lnTo>
                  <a:lnTo>
                    <a:pt x="1802803" y="868083"/>
                  </a:lnTo>
                  <a:lnTo>
                    <a:pt x="1791411" y="857580"/>
                  </a:lnTo>
                  <a:lnTo>
                    <a:pt x="1778292" y="847070"/>
                  </a:lnTo>
                  <a:lnTo>
                    <a:pt x="1773053" y="837438"/>
                  </a:lnTo>
                  <a:lnTo>
                    <a:pt x="1780921" y="835685"/>
                  </a:lnTo>
                  <a:lnTo>
                    <a:pt x="1783549" y="828694"/>
                  </a:lnTo>
                  <a:lnTo>
                    <a:pt x="1771262" y="812038"/>
                  </a:lnTo>
                  <a:lnTo>
                    <a:pt x="1756416" y="793654"/>
                  </a:lnTo>
                  <a:lnTo>
                    <a:pt x="1735397" y="761257"/>
                  </a:lnTo>
                  <a:lnTo>
                    <a:pt x="1728374" y="746378"/>
                  </a:lnTo>
                  <a:lnTo>
                    <a:pt x="1712633" y="765657"/>
                  </a:lnTo>
                  <a:lnTo>
                    <a:pt x="1712633" y="782275"/>
                  </a:lnTo>
                  <a:lnTo>
                    <a:pt x="1695977" y="788415"/>
                  </a:lnTo>
                  <a:lnTo>
                    <a:pt x="1685486" y="799795"/>
                  </a:lnTo>
                  <a:lnTo>
                    <a:pt x="1669719" y="798912"/>
                  </a:lnTo>
                  <a:lnTo>
                    <a:pt x="1666208" y="788415"/>
                  </a:lnTo>
                  <a:lnTo>
                    <a:pt x="1655724" y="780548"/>
                  </a:lnTo>
                  <a:lnTo>
                    <a:pt x="1639951" y="784028"/>
                  </a:lnTo>
                  <a:lnTo>
                    <a:pt x="1644332" y="765657"/>
                  </a:lnTo>
                  <a:lnTo>
                    <a:pt x="1644332" y="741152"/>
                  </a:lnTo>
                  <a:lnTo>
                    <a:pt x="1643456" y="728002"/>
                  </a:lnTo>
                  <a:lnTo>
                    <a:pt x="1624183" y="727119"/>
                  </a:lnTo>
                  <a:lnTo>
                    <a:pt x="1609293" y="717492"/>
                  </a:lnTo>
                  <a:lnTo>
                    <a:pt x="1595304" y="703484"/>
                  </a:lnTo>
                  <a:lnTo>
                    <a:pt x="1570793" y="688606"/>
                  </a:lnTo>
                  <a:lnTo>
                    <a:pt x="1562017" y="695604"/>
                  </a:lnTo>
                  <a:lnTo>
                    <a:pt x="1541005" y="694709"/>
                  </a:lnTo>
                  <a:lnTo>
                    <a:pt x="1532242" y="689451"/>
                  </a:lnTo>
                  <a:lnTo>
                    <a:pt x="1508626" y="689451"/>
                  </a:lnTo>
                  <a:lnTo>
                    <a:pt x="1499000" y="699103"/>
                  </a:lnTo>
                  <a:lnTo>
                    <a:pt x="1507731" y="713104"/>
                  </a:lnTo>
                  <a:lnTo>
                    <a:pt x="1504226" y="731469"/>
                  </a:lnTo>
                  <a:lnTo>
                    <a:pt x="1506854" y="743750"/>
                  </a:lnTo>
                  <a:lnTo>
                    <a:pt x="1514735" y="760393"/>
                  </a:lnTo>
                  <a:lnTo>
                    <a:pt x="1502479" y="760393"/>
                  </a:lnTo>
                  <a:lnTo>
                    <a:pt x="1503375" y="776141"/>
                  </a:lnTo>
                  <a:lnTo>
                    <a:pt x="1495482" y="784917"/>
                  </a:lnTo>
                  <a:lnTo>
                    <a:pt x="1505959" y="791933"/>
                  </a:lnTo>
                  <a:lnTo>
                    <a:pt x="1521739" y="803319"/>
                  </a:lnTo>
                  <a:lnTo>
                    <a:pt x="1526120" y="823417"/>
                  </a:lnTo>
                  <a:lnTo>
                    <a:pt x="1526120" y="846181"/>
                  </a:lnTo>
                  <a:lnTo>
                    <a:pt x="1514735" y="861948"/>
                  </a:lnTo>
                  <a:lnTo>
                    <a:pt x="1499000" y="874210"/>
                  </a:lnTo>
                  <a:lnTo>
                    <a:pt x="1477086" y="876833"/>
                  </a:lnTo>
                  <a:lnTo>
                    <a:pt x="1489348" y="896118"/>
                  </a:lnTo>
                  <a:lnTo>
                    <a:pt x="1489348" y="920648"/>
                  </a:lnTo>
                  <a:lnTo>
                    <a:pt x="1495482" y="934612"/>
                  </a:lnTo>
                  <a:lnTo>
                    <a:pt x="1491983" y="946010"/>
                  </a:lnTo>
                  <a:lnTo>
                    <a:pt x="1482356" y="960024"/>
                  </a:lnTo>
                  <a:lnTo>
                    <a:pt x="1461344" y="962628"/>
                  </a:lnTo>
                  <a:lnTo>
                    <a:pt x="1449044" y="942486"/>
                  </a:lnTo>
                  <a:lnTo>
                    <a:pt x="1434191" y="924998"/>
                  </a:lnTo>
                  <a:lnTo>
                    <a:pt x="1434191" y="910132"/>
                  </a:lnTo>
                  <a:lnTo>
                    <a:pt x="1429823" y="889088"/>
                  </a:lnTo>
                  <a:lnTo>
                    <a:pt x="1432445" y="871588"/>
                  </a:lnTo>
                  <a:lnTo>
                    <a:pt x="1405286" y="868083"/>
                  </a:lnTo>
                  <a:lnTo>
                    <a:pt x="1385163" y="867225"/>
                  </a:lnTo>
                  <a:lnTo>
                    <a:pt x="1374654" y="861066"/>
                  </a:lnTo>
                  <a:lnTo>
                    <a:pt x="1349241" y="854957"/>
                  </a:lnTo>
                  <a:lnTo>
                    <a:pt x="1339627" y="844454"/>
                  </a:lnTo>
                  <a:lnTo>
                    <a:pt x="1317745" y="833050"/>
                  </a:lnTo>
                  <a:lnTo>
                    <a:pt x="1294980" y="820801"/>
                  </a:lnTo>
                  <a:lnTo>
                    <a:pt x="1265199" y="827798"/>
                  </a:lnTo>
                  <a:lnTo>
                    <a:pt x="1258176" y="816425"/>
                  </a:lnTo>
                  <a:lnTo>
                    <a:pt x="1245946" y="790155"/>
                  </a:lnTo>
                  <a:lnTo>
                    <a:pt x="1231055" y="783132"/>
                  </a:lnTo>
                  <a:lnTo>
                    <a:pt x="1221428" y="772642"/>
                  </a:lnTo>
                  <a:lnTo>
                    <a:pt x="1224934" y="740244"/>
                  </a:lnTo>
                  <a:lnTo>
                    <a:pt x="1239812" y="715752"/>
                  </a:lnTo>
                  <a:lnTo>
                    <a:pt x="1254683" y="693864"/>
                  </a:lnTo>
                  <a:lnTo>
                    <a:pt x="1273949" y="685977"/>
                  </a:lnTo>
                  <a:lnTo>
                    <a:pt x="1288859" y="674592"/>
                  </a:lnTo>
                  <a:lnTo>
                    <a:pt x="1282712" y="662324"/>
                  </a:lnTo>
                  <a:lnTo>
                    <a:pt x="1259065" y="657078"/>
                  </a:lnTo>
                  <a:lnTo>
                    <a:pt x="1231906" y="648309"/>
                  </a:lnTo>
                  <a:lnTo>
                    <a:pt x="1263459" y="652716"/>
                  </a:lnTo>
                  <a:lnTo>
                    <a:pt x="1288859" y="658825"/>
                  </a:lnTo>
                  <a:lnTo>
                    <a:pt x="1300232" y="656221"/>
                  </a:lnTo>
                  <a:lnTo>
                    <a:pt x="1302861" y="643077"/>
                  </a:lnTo>
                  <a:lnTo>
                    <a:pt x="1323835" y="650074"/>
                  </a:lnTo>
                  <a:lnTo>
                    <a:pt x="1336116" y="647445"/>
                  </a:lnTo>
                  <a:lnTo>
                    <a:pt x="1336998" y="636924"/>
                  </a:lnTo>
                  <a:lnTo>
                    <a:pt x="1344879" y="632567"/>
                  </a:lnTo>
                  <a:lnTo>
                    <a:pt x="1349241" y="618566"/>
                  </a:lnTo>
                  <a:lnTo>
                    <a:pt x="1334357" y="616819"/>
                  </a:lnTo>
                  <a:lnTo>
                    <a:pt x="1315123" y="615054"/>
                  </a:lnTo>
                  <a:lnTo>
                    <a:pt x="1308100" y="607161"/>
                  </a:lnTo>
                  <a:lnTo>
                    <a:pt x="1286205" y="598404"/>
                  </a:lnTo>
                  <a:lnTo>
                    <a:pt x="1301089" y="599274"/>
                  </a:lnTo>
                  <a:lnTo>
                    <a:pt x="1324743" y="605434"/>
                  </a:lnTo>
                  <a:lnTo>
                    <a:pt x="1340516" y="610666"/>
                  </a:lnTo>
                  <a:lnTo>
                    <a:pt x="1356264" y="605434"/>
                  </a:lnTo>
                  <a:lnTo>
                    <a:pt x="1366786" y="592308"/>
                  </a:lnTo>
                  <a:lnTo>
                    <a:pt x="1355394" y="581780"/>
                  </a:lnTo>
                  <a:lnTo>
                    <a:pt x="1371149" y="581780"/>
                  </a:lnTo>
                  <a:lnTo>
                    <a:pt x="1380801" y="591400"/>
                  </a:lnTo>
                  <a:lnTo>
                    <a:pt x="1372908" y="601910"/>
                  </a:lnTo>
                  <a:lnTo>
                    <a:pt x="1365884" y="621156"/>
                  </a:lnTo>
                  <a:lnTo>
                    <a:pt x="1365884" y="644823"/>
                  </a:lnTo>
                  <a:lnTo>
                    <a:pt x="1350117" y="650074"/>
                  </a:lnTo>
                  <a:lnTo>
                    <a:pt x="1354524" y="660571"/>
                  </a:lnTo>
                  <a:lnTo>
                    <a:pt x="1371149" y="661454"/>
                  </a:lnTo>
                  <a:lnTo>
                    <a:pt x="1371149" y="671093"/>
                  </a:lnTo>
                  <a:cubicBezTo>
                    <a:pt x="1371149" y="671093"/>
                    <a:pt x="1387760" y="674592"/>
                    <a:pt x="1393012" y="669328"/>
                  </a:cubicBezTo>
                  <a:lnTo>
                    <a:pt x="1399165" y="657078"/>
                  </a:lnTo>
                  <a:lnTo>
                    <a:pt x="1420190" y="657961"/>
                  </a:lnTo>
                  <a:lnTo>
                    <a:pt x="1431550" y="659714"/>
                  </a:lnTo>
                  <a:lnTo>
                    <a:pt x="1442935" y="664940"/>
                  </a:lnTo>
                  <a:lnTo>
                    <a:pt x="1459579" y="664940"/>
                  </a:lnTo>
                  <a:lnTo>
                    <a:pt x="1461344" y="651808"/>
                  </a:lnTo>
                  <a:lnTo>
                    <a:pt x="1444701" y="648309"/>
                  </a:lnTo>
                  <a:lnTo>
                    <a:pt x="1436820" y="631685"/>
                  </a:lnTo>
                  <a:lnTo>
                    <a:pt x="1416704" y="629964"/>
                  </a:lnTo>
                  <a:lnTo>
                    <a:pt x="1400905" y="616819"/>
                  </a:lnTo>
                  <a:lnTo>
                    <a:pt x="1386027" y="613295"/>
                  </a:lnTo>
                  <a:lnTo>
                    <a:pt x="1386027" y="603694"/>
                  </a:lnTo>
                  <a:lnTo>
                    <a:pt x="1400048" y="606278"/>
                  </a:lnTo>
                  <a:lnTo>
                    <a:pt x="1406175" y="599274"/>
                  </a:lnTo>
                  <a:lnTo>
                    <a:pt x="1404416" y="591400"/>
                  </a:lnTo>
                  <a:lnTo>
                    <a:pt x="1421047" y="591400"/>
                  </a:lnTo>
                  <a:lnTo>
                    <a:pt x="1427181" y="580015"/>
                  </a:lnTo>
                  <a:lnTo>
                    <a:pt x="1442935" y="568636"/>
                  </a:lnTo>
                  <a:lnTo>
                    <a:pt x="1448206" y="559015"/>
                  </a:lnTo>
                  <a:lnTo>
                    <a:pt x="1439437" y="548506"/>
                  </a:lnTo>
                  <a:lnTo>
                    <a:pt x="1431550" y="530993"/>
                  </a:lnTo>
                  <a:lnTo>
                    <a:pt x="1446460" y="528383"/>
                  </a:lnTo>
                  <a:lnTo>
                    <a:pt x="1450822" y="515251"/>
                  </a:lnTo>
                  <a:lnTo>
                    <a:pt x="1439437" y="502088"/>
                  </a:lnTo>
                  <a:lnTo>
                    <a:pt x="1423682" y="495096"/>
                  </a:lnTo>
                  <a:lnTo>
                    <a:pt x="1403534" y="484593"/>
                  </a:lnTo>
                  <a:lnTo>
                    <a:pt x="1426286" y="484593"/>
                  </a:lnTo>
                  <a:lnTo>
                    <a:pt x="1428908" y="477577"/>
                  </a:lnTo>
                  <a:lnTo>
                    <a:pt x="1445564" y="479323"/>
                  </a:lnTo>
                  <a:lnTo>
                    <a:pt x="1458715" y="487216"/>
                  </a:lnTo>
                  <a:lnTo>
                    <a:pt x="1477086" y="486371"/>
                  </a:lnTo>
                  <a:lnTo>
                    <a:pt x="1493716" y="482847"/>
                  </a:lnTo>
                  <a:lnTo>
                    <a:pt x="1479715" y="469715"/>
                  </a:lnTo>
                  <a:lnTo>
                    <a:pt x="1489348" y="467080"/>
                  </a:lnTo>
                  <a:lnTo>
                    <a:pt x="1504226" y="481964"/>
                  </a:lnTo>
                  <a:lnTo>
                    <a:pt x="1520856" y="483717"/>
                  </a:lnTo>
                  <a:lnTo>
                    <a:pt x="1527879" y="497712"/>
                  </a:lnTo>
                  <a:lnTo>
                    <a:pt x="1540135" y="500341"/>
                  </a:lnTo>
                  <a:lnTo>
                    <a:pt x="1547139" y="510851"/>
                  </a:lnTo>
                  <a:lnTo>
                    <a:pt x="1560258" y="516102"/>
                  </a:lnTo>
                  <a:lnTo>
                    <a:pt x="1567281" y="529247"/>
                  </a:lnTo>
                  <a:lnTo>
                    <a:pt x="1582140" y="534492"/>
                  </a:lnTo>
                  <a:lnTo>
                    <a:pt x="1594421" y="547623"/>
                  </a:lnTo>
                  <a:lnTo>
                    <a:pt x="1597050" y="563403"/>
                  </a:lnTo>
                  <a:lnTo>
                    <a:pt x="1579524" y="580015"/>
                  </a:lnTo>
                  <a:lnTo>
                    <a:pt x="1564659" y="596639"/>
                  </a:lnTo>
                  <a:lnTo>
                    <a:pt x="1572514" y="612406"/>
                  </a:lnTo>
                  <a:lnTo>
                    <a:pt x="1546244" y="615930"/>
                  </a:lnTo>
                  <a:lnTo>
                    <a:pt x="1532242" y="612406"/>
                  </a:lnTo>
                  <a:lnTo>
                    <a:pt x="1517364" y="612406"/>
                  </a:lnTo>
                  <a:lnTo>
                    <a:pt x="1499000" y="625538"/>
                  </a:lnTo>
                  <a:lnTo>
                    <a:pt x="1499000" y="639552"/>
                  </a:lnTo>
                  <a:lnTo>
                    <a:pt x="1520856" y="643077"/>
                  </a:lnTo>
                  <a:lnTo>
                    <a:pt x="1538395" y="642181"/>
                  </a:lnTo>
                  <a:lnTo>
                    <a:pt x="1542764" y="634301"/>
                  </a:lnTo>
                  <a:lnTo>
                    <a:pt x="1550657" y="629964"/>
                  </a:lnTo>
                  <a:lnTo>
                    <a:pt x="1562017" y="632567"/>
                  </a:lnTo>
                  <a:lnTo>
                    <a:pt x="1583023" y="638670"/>
                  </a:lnTo>
                  <a:lnTo>
                    <a:pt x="1603184" y="657961"/>
                  </a:lnTo>
                  <a:lnTo>
                    <a:pt x="1607540" y="668451"/>
                  </a:lnTo>
                  <a:lnTo>
                    <a:pt x="1619815" y="681564"/>
                  </a:lnTo>
                  <a:lnTo>
                    <a:pt x="1637334" y="681564"/>
                  </a:lnTo>
                  <a:lnTo>
                    <a:pt x="1655724" y="699103"/>
                  </a:lnTo>
                  <a:lnTo>
                    <a:pt x="1682845" y="699992"/>
                  </a:lnTo>
                  <a:lnTo>
                    <a:pt x="1700339" y="707840"/>
                  </a:lnTo>
                  <a:lnTo>
                    <a:pt x="1702098" y="697356"/>
                  </a:lnTo>
                  <a:lnTo>
                    <a:pt x="1673231" y="675462"/>
                  </a:lnTo>
                  <a:lnTo>
                    <a:pt x="1660963" y="665841"/>
                  </a:lnTo>
                  <a:lnTo>
                    <a:pt x="1654841" y="655319"/>
                  </a:lnTo>
                  <a:lnTo>
                    <a:pt x="1674101" y="664940"/>
                  </a:lnTo>
                  <a:lnTo>
                    <a:pt x="1706499" y="681564"/>
                  </a:lnTo>
                  <a:lnTo>
                    <a:pt x="1723136" y="691216"/>
                  </a:lnTo>
                  <a:lnTo>
                    <a:pt x="1723136" y="675462"/>
                  </a:lnTo>
                  <a:lnTo>
                    <a:pt x="1732768" y="661454"/>
                  </a:lnTo>
                  <a:lnTo>
                    <a:pt x="1716995" y="652716"/>
                  </a:lnTo>
                  <a:lnTo>
                    <a:pt x="1713490" y="630808"/>
                  </a:lnTo>
                  <a:lnTo>
                    <a:pt x="1691620" y="622928"/>
                  </a:lnTo>
                  <a:lnTo>
                    <a:pt x="1665338" y="594893"/>
                  </a:lnTo>
                  <a:lnTo>
                    <a:pt x="1674101" y="587013"/>
                  </a:lnTo>
                  <a:lnTo>
                    <a:pt x="1682845" y="580015"/>
                  </a:lnTo>
                  <a:lnTo>
                    <a:pt x="1717871" y="606278"/>
                  </a:lnTo>
                  <a:lnTo>
                    <a:pt x="1730127" y="622928"/>
                  </a:lnTo>
                  <a:lnTo>
                    <a:pt x="1745024" y="625538"/>
                  </a:lnTo>
                  <a:lnTo>
                    <a:pt x="1749412" y="606278"/>
                  </a:lnTo>
                  <a:lnTo>
                    <a:pt x="1767776" y="599274"/>
                  </a:lnTo>
                  <a:lnTo>
                    <a:pt x="1770399" y="591400"/>
                  </a:lnTo>
                  <a:lnTo>
                    <a:pt x="1782679" y="591400"/>
                  </a:lnTo>
                  <a:lnTo>
                    <a:pt x="1787925" y="582650"/>
                  </a:lnTo>
                  <a:lnTo>
                    <a:pt x="1787042" y="569493"/>
                  </a:lnTo>
                  <a:lnTo>
                    <a:pt x="1762531" y="569493"/>
                  </a:lnTo>
                  <a:lnTo>
                    <a:pt x="1762531" y="562502"/>
                  </a:lnTo>
                  <a:lnTo>
                    <a:pt x="1747666" y="551103"/>
                  </a:lnTo>
                  <a:lnTo>
                    <a:pt x="1737144" y="549370"/>
                  </a:lnTo>
                  <a:lnTo>
                    <a:pt x="1721370" y="542397"/>
                  </a:lnTo>
                  <a:lnTo>
                    <a:pt x="1709127" y="542397"/>
                  </a:lnTo>
                  <a:lnTo>
                    <a:pt x="1705609" y="532739"/>
                  </a:lnTo>
                  <a:lnTo>
                    <a:pt x="1701234" y="524014"/>
                  </a:lnTo>
                  <a:lnTo>
                    <a:pt x="1680222" y="524014"/>
                  </a:lnTo>
                  <a:lnTo>
                    <a:pt x="1671459" y="523100"/>
                  </a:lnTo>
                  <a:lnTo>
                    <a:pt x="1671459" y="508228"/>
                  </a:lnTo>
                  <a:lnTo>
                    <a:pt x="1686350" y="508228"/>
                  </a:lnTo>
                  <a:lnTo>
                    <a:pt x="1694237" y="501224"/>
                  </a:lnTo>
                  <a:lnTo>
                    <a:pt x="1674101" y="495979"/>
                  </a:lnTo>
                  <a:lnTo>
                    <a:pt x="1676711" y="489838"/>
                  </a:lnTo>
                  <a:lnTo>
                    <a:pt x="1686350" y="488099"/>
                  </a:lnTo>
                  <a:lnTo>
                    <a:pt x="1674964" y="477577"/>
                  </a:lnTo>
                  <a:lnTo>
                    <a:pt x="1659216" y="473221"/>
                  </a:lnTo>
                  <a:lnTo>
                    <a:pt x="1665338" y="463588"/>
                  </a:lnTo>
                  <a:lnTo>
                    <a:pt x="1648694" y="456577"/>
                  </a:lnTo>
                  <a:lnTo>
                    <a:pt x="1630318" y="457428"/>
                  </a:lnTo>
                  <a:lnTo>
                    <a:pt x="1627689" y="449573"/>
                  </a:lnTo>
                  <a:lnTo>
                    <a:pt x="1612792" y="448710"/>
                  </a:lnTo>
                  <a:lnTo>
                    <a:pt x="1606689" y="446951"/>
                  </a:lnTo>
                  <a:lnTo>
                    <a:pt x="1618932" y="439051"/>
                  </a:lnTo>
                  <a:lnTo>
                    <a:pt x="1602301" y="433819"/>
                  </a:lnTo>
                  <a:lnTo>
                    <a:pt x="1581277" y="439051"/>
                  </a:lnTo>
                  <a:lnTo>
                    <a:pt x="1567281" y="425043"/>
                  </a:lnTo>
                  <a:lnTo>
                    <a:pt x="1565509" y="417169"/>
                  </a:lnTo>
                  <a:lnTo>
                    <a:pt x="1552390" y="416286"/>
                  </a:lnTo>
                  <a:lnTo>
                    <a:pt x="1551539" y="406679"/>
                  </a:lnTo>
                  <a:lnTo>
                    <a:pt x="1530496" y="399643"/>
                  </a:lnTo>
                  <a:lnTo>
                    <a:pt x="1503375" y="399643"/>
                  </a:lnTo>
                  <a:lnTo>
                    <a:pt x="1499850" y="407530"/>
                  </a:lnTo>
                  <a:lnTo>
                    <a:pt x="1485861" y="409308"/>
                  </a:lnTo>
                  <a:lnTo>
                    <a:pt x="1472730" y="406679"/>
                  </a:lnTo>
                  <a:lnTo>
                    <a:pt x="1468329" y="416286"/>
                  </a:lnTo>
                  <a:lnTo>
                    <a:pt x="1455191" y="417169"/>
                  </a:lnTo>
                  <a:lnTo>
                    <a:pt x="1454302" y="404901"/>
                  </a:lnTo>
                  <a:lnTo>
                    <a:pt x="1462214" y="393541"/>
                  </a:lnTo>
                  <a:lnTo>
                    <a:pt x="1449044" y="377748"/>
                  </a:lnTo>
                  <a:lnTo>
                    <a:pt x="1442935" y="363791"/>
                  </a:lnTo>
                  <a:lnTo>
                    <a:pt x="1418431" y="363791"/>
                  </a:lnTo>
                  <a:lnTo>
                    <a:pt x="1407045" y="374256"/>
                  </a:lnTo>
                  <a:lnTo>
                    <a:pt x="1390389" y="375132"/>
                  </a:lnTo>
                  <a:lnTo>
                    <a:pt x="1379004" y="382155"/>
                  </a:lnTo>
                  <a:lnTo>
                    <a:pt x="1376387" y="396157"/>
                  </a:lnTo>
                  <a:lnTo>
                    <a:pt x="1386909" y="411035"/>
                  </a:lnTo>
                  <a:lnTo>
                    <a:pt x="1379893" y="420674"/>
                  </a:lnTo>
                  <a:lnTo>
                    <a:pt x="1393926" y="439051"/>
                  </a:lnTo>
                  <a:lnTo>
                    <a:pt x="1382534" y="440816"/>
                  </a:lnTo>
                  <a:lnTo>
                    <a:pt x="1366786" y="425043"/>
                  </a:lnTo>
                  <a:lnTo>
                    <a:pt x="1361535" y="404075"/>
                  </a:lnTo>
                  <a:lnTo>
                    <a:pt x="1359763" y="390048"/>
                  </a:lnTo>
                  <a:lnTo>
                    <a:pt x="1371149" y="375132"/>
                  </a:lnTo>
                  <a:lnTo>
                    <a:pt x="1387760" y="362889"/>
                  </a:lnTo>
                  <a:lnTo>
                    <a:pt x="1365015" y="362889"/>
                  </a:lnTo>
                  <a:lnTo>
                    <a:pt x="1340516" y="365531"/>
                  </a:lnTo>
                  <a:lnTo>
                    <a:pt x="1318609" y="383031"/>
                  </a:lnTo>
                  <a:lnTo>
                    <a:pt x="1305490" y="407530"/>
                  </a:lnTo>
                  <a:lnTo>
                    <a:pt x="1304620" y="438188"/>
                  </a:lnTo>
                  <a:lnTo>
                    <a:pt x="1324743" y="441667"/>
                  </a:lnTo>
                  <a:lnTo>
                    <a:pt x="1338757" y="442544"/>
                  </a:lnTo>
                  <a:lnTo>
                    <a:pt x="1344879" y="453929"/>
                  </a:lnTo>
                  <a:lnTo>
                    <a:pt x="1329118" y="451307"/>
                  </a:lnTo>
                  <a:lnTo>
                    <a:pt x="1312487" y="455675"/>
                  </a:lnTo>
                  <a:lnTo>
                    <a:pt x="1326489" y="469715"/>
                  </a:lnTo>
                  <a:lnTo>
                    <a:pt x="1345749" y="469715"/>
                  </a:lnTo>
                  <a:lnTo>
                    <a:pt x="1355394" y="466191"/>
                  </a:lnTo>
                  <a:lnTo>
                    <a:pt x="1368539" y="474973"/>
                  </a:lnTo>
                  <a:lnTo>
                    <a:pt x="1393012" y="482847"/>
                  </a:lnTo>
                  <a:lnTo>
                    <a:pt x="1378146" y="487216"/>
                  </a:lnTo>
                  <a:lnTo>
                    <a:pt x="1377270" y="499484"/>
                  </a:lnTo>
                  <a:lnTo>
                    <a:pt x="1387760" y="508228"/>
                  </a:lnTo>
                  <a:lnTo>
                    <a:pt x="1371149" y="531863"/>
                  </a:lnTo>
                  <a:lnTo>
                    <a:pt x="1363256" y="548506"/>
                  </a:lnTo>
                  <a:lnTo>
                    <a:pt x="1351000" y="561625"/>
                  </a:lnTo>
                  <a:lnTo>
                    <a:pt x="1339627" y="556386"/>
                  </a:lnTo>
                  <a:lnTo>
                    <a:pt x="1330864" y="536232"/>
                  </a:lnTo>
                  <a:lnTo>
                    <a:pt x="1339627" y="524014"/>
                  </a:lnTo>
                  <a:lnTo>
                    <a:pt x="1317745" y="504729"/>
                  </a:lnTo>
                  <a:lnTo>
                    <a:pt x="1300232" y="519595"/>
                  </a:lnTo>
                  <a:lnTo>
                    <a:pt x="1275708" y="492455"/>
                  </a:lnTo>
                  <a:lnTo>
                    <a:pt x="1266977" y="488962"/>
                  </a:lnTo>
                  <a:lnTo>
                    <a:pt x="1268698" y="474973"/>
                  </a:lnTo>
                  <a:lnTo>
                    <a:pt x="1265199" y="459193"/>
                  </a:lnTo>
                  <a:lnTo>
                    <a:pt x="1253813" y="457428"/>
                  </a:lnTo>
                  <a:lnTo>
                    <a:pt x="1252943" y="444290"/>
                  </a:lnTo>
                  <a:lnTo>
                    <a:pt x="1234560" y="429431"/>
                  </a:lnTo>
                  <a:lnTo>
                    <a:pt x="1212653" y="428548"/>
                  </a:lnTo>
                  <a:lnTo>
                    <a:pt x="1209160" y="437324"/>
                  </a:lnTo>
                  <a:lnTo>
                    <a:pt x="1199527" y="438188"/>
                  </a:lnTo>
                  <a:lnTo>
                    <a:pt x="1189901" y="452196"/>
                  </a:lnTo>
                  <a:lnTo>
                    <a:pt x="1195158" y="463588"/>
                  </a:lnTo>
                  <a:lnTo>
                    <a:pt x="1192517" y="472332"/>
                  </a:lnTo>
                  <a:lnTo>
                    <a:pt x="1210055" y="487216"/>
                  </a:lnTo>
                  <a:lnTo>
                    <a:pt x="1226680" y="496862"/>
                  </a:lnTo>
                  <a:lnTo>
                    <a:pt x="1221428" y="509968"/>
                  </a:lnTo>
                  <a:lnTo>
                    <a:pt x="1203051" y="506475"/>
                  </a:lnTo>
                  <a:lnTo>
                    <a:pt x="1208303" y="521354"/>
                  </a:lnTo>
                  <a:lnTo>
                    <a:pt x="1224070" y="520490"/>
                  </a:lnTo>
                  <a:lnTo>
                    <a:pt x="1241564" y="509968"/>
                  </a:lnTo>
                  <a:lnTo>
                    <a:pt x="1241564" y="525760"/>
                  </a:lnTo>
                  <a:lnTo>
                    <a:pt x="1210913" y="541515"/>
                  </a:lnTo>
                  <a:lnTo>
                    <a:pt x="1213554" y="564267"/>
                  </a:lnTo>
                  <a:lnTo>
                    <a:pt x="1194276" y="552030"/>
                  </a:lnTo>
                  <a:lnTo>
                    <a:pt x="1199527" y="536232"/>
                  </a:lnTo>
                  <a:lnTo>
                    <a:pt x="1187278" y="536232"/>
                  </a:lnTo>
                  <a:lnTo>
                    <a:pt x="1186408" y="521354"/>
                  </a:lnTo>
                  <a:lnTo>
                    <a:pt x="1197800" y="521354"/>
                  </a:lnTo>
                  <a:lnTo>
                    <a:pt x="1194276" y="499484"/>
                  </a:lnTo>
                  <a:lnTo>
                    <a:pt x="1166247" y="486371"/>
                  </a:lnTo>
                  <a:lnTo>
                    <a:pt x="1160125" y="502088"/>
                  </a:lnTo>
                  <a:lnTo>
                    <a:pt x="1145266" y="509104"/>
                  </a:lnTo>
                  <a:lnTo>
                    <a:pt x="1170635" y="525760"/>
                  </a:lnTo>
                  <a:lnTo>
                    <a:pt x="1158379" y="535368"/>
                  </a:lnTo>
                  <a:lnTo>
                    <a:pt x="1154004" y="547623"/>
                  </a:lnTo>
                  <a:lnTo>
                    <a:pt x="1106735" y="549370"/>
                  </a:lnTo>
                  <a:lnTo>
                    <a:pt x="1083075" y="539730"/>
                  </a:lnTo>
                  <a:lnTo>
                    <a:pt x="1065561" y="537127"/>
                  </a:lnTo>
                  <a:lnTo>
                    <a:pt x="1042822" y="524014"/>
                  </a:lnTo>
                  <a:lnTo>
                    <a:pt x="1027042" y="533622"/>
                  </a:lnTo>
                  <a:lnTo>
                    <a:pt x="1002538" y="544144"/>
                  </a:lnTo>
                  <a:lnTo>
                    <a:pt x="1008659" y="559015"/>
                  </a:lnTo>
                  <a:lnTo>
                    <a:pt x="1005147" y="581780"/>
                  </a:lnTo>
                  <a:lnTo>
                    <a:pt x="990282" y="554647"/>
                  </a:lnTo>
                  <a:lnTo>
                    <a:pt x="966641" y="544144"/>
                  </a:lnTo>
                  <a:lnTo>
                    <a:pt x="940358" y="549370"/>
                  </a:lnTo>
                  <a:lnTo>
                    <a:pt x="882561" y="544144"/>
                  </a:lnTo>
                  <a:lnTo>
                    <a:pt x="881703" y="536232"/>
                  </a:lnTo>
                  <a:lnTo>
                    <a:pt x="901846" y="529247"/>
                  </a:lnTo>
                  <a:lnTo>
                    <a:pt x="872940" y="514356"/>
                  </a:lnTo>
                  <a:lnTo>
                    <a:pt x="854557" y="515251"/>
                  </a:lnTo>
                  <a:lnTo>
                    <a:pt x="802900" y="500341"/>
                  </a:lnTo>
                  <a:lnTo>
                    <a:pt x="789755" y="488962"/>
                  </a:lnTo>
                  <a:lnTo>
                    <a:pt x="766140" y="486371"/>
                  </a:lnTo>
                  <a:lnTo>
                    <a:pt x="752125" y="487216"/>
                  </a:lnTo>
                  <a:lnTo>
                    <a:pt x="745978" y="496862"/>
                  </a:lnTo>
                  <a:lnTo>
                    <a:pt x="732853" y="499484"/>
                  </a:lnTo>
                  <a:lnTo>
                    <a:pt x="719721" y="477577"/>
                  </a:lnTo>
                  <a:lnTo>
                    <a:pt x="710965" y="496862"/>
                  </a:lnTo>
                  <a:lnTo>
                    <a:pt x="695185" y="494233"/>
                  </a:lnTo>
                  <a:lnTo>
                    <a:pt x="680307" y="468820"/>
                  </a:lnTo>
                  <a:lnTo>
                    <a:pt x="662813" y="464445"/>
                  </a:lnTo>
                  <a:lnTo>
                    <a:pt x="657529" y="481082"/>
                  </a:lnTo>
                  <a:lnTo>
                    <a:pt x="646182" y="491604"/>
                  </a:lnTo>
                  <a:lnTo>
                    <a:pt x="628656" y="494233"/>
                  </a:lnTo>
                  <a:lnTo>
                    <a:pt x="605885" y="502088"/>
                  </a:lnTo>
                  <a:lnTo>
                    <a:pt x="583133" y="513492"/>
                  </a:lnTo>
                  <a:lnTo>
                    <a:pt x="601497" y="495979"/>
                  </a:lnTo>
                  <a:lnTo>
                    <a:pt x="620769" y="490740"/>
                  </a:lnTo>
                  <a:lnTo>
                    <a:pt x="634796" y="485470"/>
                  </a:lnTo>
                  <a:lnTo>
                    <a:pt x="640918" y="476713"/>
                  </a:lnTo>
                  <a:lnTo>
                    <a:pt x="633056" y="474973"/>
                  </a:lnTo>
                  <a:lnTo>
                    <a:pt x="609403" y="482847"/>
                  </a:lnTo>
                  <a:lnTo>
                    <a:pt x="583133" y="494233"/>
                  </a:lnTo>
                  <a:lnTo>
                    <a:pt x="568236" y="495096"/>
                  </a:lnTo>
                  <a:lnTo>
                    <a:pt x="554234" y="495096"/>
                  </a:lnTo>
                  <a:lnTo>
                    <a:pt x="525335" y="510851"/>
                  </a:lnTo>
                  <a:lnTo>
                    <a:pt x="498195" y="508228"/>
                  </a:lnTo>
                  <a:lnTo>
                    <a:pt x="476326" y="491604"/>
                  </a:lnTo>
                  <a:lnTo>
                    <a:pt x="436892" y="489838"/>
                  </a:lnTo>
                  <a:lnTo>
                    <a:pt x="422897" y="481082"/>
                  </a:lnTo>
                  <a:lnTo>
                    <a:pt x="402774" y="477577"/>
                  </a:lnTo>
                  <a:lnTo>
                    <a:pt x="378244" y="482847"/>
                  </a:lnTo>
                  <a:lnTo>
                    <a:pt x="362496" y="474084"/>
                  </a:lnTo>
                  <a:lnTo>
                    <a:pt x="337096" y="474084"/>
                  </a:lnTo>
                  <a:lnTo>
                    <a:pt x="309962" y="467080"/>
                  </a:lnTo>
                  <a:lnTo>
                    <a:pt x="285426" y="467080"/>
                  </a:lnTo>
                  <a:lnTo>
                    <a:pt x="266153" y="467080"/>
                  </a:lnTo>
                  <a:lnTo>
                    <a:pt x="260915" y="454806"/>
                  </a:lnTo>
                  <a:lnTo>
                    <a:pt x="222389" y="453059"/>
                  </a:lnTo>
                  <a:lnTo>
                    <a:pt x="206628" y="454806"/>
                  </a:lnTo>
                  <a:lnTo>
                    <a:pt x="210991" y="445185"/>
                  </a:lnTo>
                  <a:lnTo>
                    <a:pt x="188233" y="444290"/>
                  </a:lnTo>
                  <a:lnTo>
                    <a:pt x="168122" y="455675"/>
                  </a:lnTo>
                  <a:lnTo>
                    <a:pt x="136569" y="455675"/>
                  </a:lnTo>
                  <a:lnTo>
                    <a:pt x="112928" y="473221"/>
                  </a:lnTo>
                  <a:lnTo>
                    <a:pt x="94545" y="473221"/>
                  </a:lnTo>
                  <a:lnTo>
                    <a:pt x="78803" y="485470"/>
                  </a:lnTo>
                  <a:lnTo>
                    <a:pt x="77044" y="501224"/>
                  </a:lnTo>
                  <a:lnTo>
                    <a:pt x="57778" y="514356"/>
                  </a:lnTo>
                  <a:lnTo>
                    <a:pt x="26238" y="515251"/>
                  </a:lnTo>
                  <a:lnTo>
                    <a:pt x="20129" y="532739"/>
                  </a:lnTo>
                  <a:lnTo>
                    <a:pt x="56026" y="548506"/>
                  </a:lnTo>
                  <a:lnTo>
                    <a:pt x="68300" y="565130"/>
                  </a:lnTo>
                  <a:lnTo>
                    <a:pt x="88430" y="573004"/>
                  </a:lnTo>
                  <a:lnTo>
                    <a:pt x="101549" y="593166"/>
                  </a:lnTo>
                  <a:lnTo>
                    <a:pt x="82270" y="595776"/>
                  </a:lnTo>
                  <a:lnTo>
                    <a:pt x="63919" y="592308"/>
                  </a:lnTo>
                  <a:lnTo>
                    <a:pt x="62160" y="577411"/>
                  </a:lnTo>
                  <a:lnTo>
                    <a:pt x="40284" y="588803"/>
                  </a:lnTo>
                  <a:lnTo>
                    <a:pt x="21888" y="590537"/>
                  </a:lnTo>
                  <a:lnTo>
                    <a:pt x="0" y="608056"/>
                  </a:lnTo>
                  <a:lnTo>
                    <a:pt x="10502" y="614210"/>
                  </a:lnTo>
                  <a:lnTo>
                    <a:pt x="21888" y="622928"/>
                  </a:lnTo>
                  <a:lnTo>
                    <a:pt x="28892" y="642181"/>
                  </a:lnTo>
                  <a:lnTo>
                    <a:pt x="85775" y="636054"/>
                  </a:lnTo>
                  <a:lnTo>
                    <a:pt x="99809" y="627316"/>
                  </a:lnTo>
                  <a:lnTo>
                    <a:pt x="114706" y="629043"/>
                  </a:lnTo>
                  <a:lnTo>
                    <a:pt x="111182" y="645687"/>
                  </a:lnTo>
                  <a:lnTo>
                    <a:pt x="111182" y="664940"/>
                  </a:lnTo>
                  <a:lnTo>
                    <a:pt x="91046" y="665841"/>
                  </a:lnTo>
                  <a:lnTo>
                    <a:pt x="70923" y="672839"/>
                  </a:lnTo>
                  <a:lnTo>
                    <a:pt x="53403" y="671093"/>
                  </a:lnTo>
                  <a:lnTo>
                    <a:pt x="48164" y="690340"/>
                  </a:lnTo>
                  <a:lnTo>
                    <a:pt x="27120" y="709618"/>
                  </a:lnTo>
                  <a:lnTo>
                    <a:pt x="31521" y="722756"/>
                  </a:lnTo>
                  <a:lnTo>
                    <a:pt x="41135" y="724496"/>
                  </a:lnTo>
                  <a:lnTo>
                    <a:pt x="44640" y="734993"/>
                  </a:lnTo>
                  <a:lnTo>
                    <a:pt x="52514" y="751630"/>
                  </a:lnTo>
                  <a:lnTo>
                    <a:pt x="76193" y="759510"/>
                  </a:lnTo>
                  <a:lnTo>
                    <a:pt x="87579" y="746378"/>
                  </a:lnTo>
                  <a:lnTo>
                    <a:pt x="100698" y="763885"/>
                  </a:lnTo>
                  <a:lnTo>
                    <a:pt x="98056" y="788415"/>
                  </a:lnTo>
                  <a:lnTo>
                    <a:pt x="110299" y="788415"/>
                  </a:lnTo>
                  <a:lnTo>
                    <a:pt x="118192" y="784028"/>
                  </a:lnTo>
                  <a:lnTo>
                    <a:pt x="136569" y="783132"/>
                  </a:lnTo>
                  <a:lnTo>
                    <a:pt x="148831" y="790155"/>
                  </a:lnTo>
                  <a:lnTo>
                    <a:pt x="155854" y="777900"/>
                  </a:lnTo>
                  <a:lnTo>
                    <a:pt x="167239" y="787546"/>
                  </a:lnTo>
                  <a:lnTo>
                    <a:pt x="181241" y="779627"/>
                  </a:lnTo>
                  <a:cubicBezTo>
                    <a:pt x="181241" y="779627"/>
                    <a:pt x="172465" y="796289"/>
                    <a:pt x="172465" y="801535"/>
                  </a:cubicBezTo>
                  <a:cubicBezTo>
                    <a:pt x="172465" y="806786"/>
                    <a:pt x="162864" y="814679"/>
                    <a:pt x="157581" y="817308"/>
                  </a:cubicBezTo>
                  <a:cubicBezTo>
                    <a:pt x="152355" y="819911"/>
                    <a:pt x="130467" y="838295"/>
                    <a:pt x="130467" y="838295"/>
                  </a:cubicBezTo>
                  <a:lnTo>
                    <a:pt x="120821" y="850563"/>
                  </a:lnTo>
                  <a:lnTo>
                    <a:pt x="103301" y="851458"/>
                  </a:lnTo>
                  <a:lnTo>
                    <a:pt x="85775" y="863695"/>
                  </a:lnTo>
                  <a:lnTo>
                    <a:pt x="62160" y="868972"/>
                  </a:lnTo>
                  <a:lnTo>
                    <a:pt x="42011" y="885596"/>
                  </a:lnTo>
                  <a:lnTo>
                    <a:pt x="53403" y="890847"/>
                  </a:lnTo>
                  <a:lnTo>
                    <a:pt x="73539" y="875944"/>
                  </a:lnTo>
                  <a:lnTo>
                    <a:pt x="86671" y="875080"/>
                  </a:lnTo>
                  <a:lnTo>
                    <a:pt x="108540" y="863695"/>
                  </a:lnTo>
                  <a:lnTo>
                    <a:pt x="133051" y="853198"/>
                  </a:lnTo>
                  <a:lnTo>
                    <a:pt x="182987" y="829576"/>
                  </a:lnTo>
                  <a:lnTo>
                    <a:pt x="189991" y="814679"/>
                  </a:lnTo>
                  <a:lnTo>
                    <a:pt x="241661" y="785780"/>
                  </a:lnTo>
                  <a:lnTo>
                    <a:pt x="228511" y="766514"/>
                  </a:lnTo>
                  <a:lnTo>
                    <a:pt x="254800" y="751630"/>
                  </a:lnTo>
                  <a:lnTo>
                    <a:pt x="268770" y="728002"/>
                  </a:lnTo>
                  <a:lnTo>
                    <a:pt x="291528" y="722756"/>
                  </a:lnTo>
                  <a:lnTo>
                    <a:pt x="303815" y="729735"/>
                  </a:lnTo>
                  <a:lnTo>
                    <a:pt x="276663" y="740244"/>
                  </a:lnTo>
                  <a:lnTo>
                    <a:pt x="269690" y="754272"/>
                  </a:lnTo>
                  <a:lnTo>
                    <a:pt x="273170" y="770007"/>
                  </a:lnTo>
                  <a:lnTo>
                    <a:pt x="307320" y="753376"/>
                  </a:lnTo>
                  <a:lnTo>
                    <a:pt x="331844" y="749026"/>
                  </a:lnTo>
                  <a:close/>
                  <a:moveTo>
                    <a:pt x="254800" y="809396"/>
                  </a:moveTo>
                  <a:lnTo>
                    <a:pt x="254800" y="793654"/>
                  </a:lnTo>
                  <a:lnTo>
                    <a:pt x="242525" y="802436"/>
                  </a:lnTo>
                  <a:lnTo>
                    <a:pt x="218020" y="816425"/>
                  </a:lnTo>
                  <a:lnTo>
                    <a:pt x="225882" y="833050"/>
                  </a:lnTo>
                  <a:lnTo>
                    <a:pt x="241661" y="824337"/>
                  </a:lnTo>
                  <a:close/>
                  <a:moveTo>
                    <a:pt x="32391" y="756862"/>
                  </a:moveTo>
                  <a:lnTo>
                    <a:pt x="27120" y="744632"/>
                  </a:lnTo>
                  <a:lnTo>
                    <a:pt x="13995" y="744632"/>
                  </a:lnTo>
                  <a:lnTo>
                    <a:pt x="7873" y="749026"/>
                  </a:lnTo>
                  <a:lnTo>
                    <a:pt x="10502" y="759510"/>
                  </a:lnTo>
                  <a:lnTo>
                    <a:pt x="25387" y="760393"/>
                  </a:lnTo>
                  <a:close/>
                  <a:moveTo>
                    <a:pt x="761726" y="439921"/>
                  </a:moveTo>
                  <a:lnTo>
                    <a:pt x="780135" y="439921"/>
                  </a:lnTo>
                  <a:lnTo>
                    <a:pt x="791527" y="431158"/>
                  </a:lnTo>
                  <a:lnTo>
                    <a:pt x="795877" y="414540"/>
                  </a:lnTo>
                  <a:cubicBezTo>
                    <a:pt x="795877" y="414540"/>
                    <a:pt x="811650" y="407530"/>
                    <a:pt x="812533" y="404075"/>
                  </a:cubicBezTo>
                  <a:cubicBezTo>
                    <a:pt x="813384" y="400532"/>
                    <a:pt x="823893" y="392652"/>
                    <a:pt x="823893" y="392652"/>
                  </a:cubicBezTo>
                  <a:lnTo>
                    <a:pt x="855440" y="380390"/>
                  </a:lnTo>
                  <a:lnTo>
                    <a:pt x="874699" y="374256"/>
                  </a:lnTo>
                  <a:lnTo>
                    <a:pt x="872940" y="362889"/>
                  </a:lnTo>
                  <a:lnTo>
                    <a:pt x="848429" y="348900"/>
                  </a:lnTo>
                  <a:lnTo>
                    <a:pt x="834421" y="347129"/>
                  </a:lnTo>
                  <a:lnTo>
                    <a:pt x="817784" y="354145"/>
                  </a:lnTo>
                  <a:lnTo>
                    <a:pt x="798518" y="347992"/>
                  </a:lnTo>
                  <a:lnTo>
                    <a:pt x="779259" y="340988"/>
                  </a:lnTo>
                  <a:lnTo>
                    <a:pt x="755630" y="339242"/>
                  </a:lnTo>
                  <a:lnTo>
                    <a:pt x="724973" y="341883"/>
                  </a:lnTo>
                  <a:lnTo>
                    <a:pt x="724973" y="350627"/>
                  </a:lnTo>
                  <a:lnTo>
                    <a:pt x="729361" y="366394"/>
                  </a:lnTo>
                  <a:lnTo>
                    <a:pt x="724096" y="390048"/>
                  </a:lnTo>
                  <a:lnTo>
                    <a:pt x="699585" y="420674"/>
                  </a:lnTo>
                  <a:lnTo>
                    <a:pt x="730243" y="429431"/>
                  </a:lnTo>
                  <a:lnTo>
                    <a:pt x="746855" y="452196"/>
                  </a:lnTo>
                  <a:close/>
                  <a:moveTo>
                    <a:pt x="1006043" y="534492"/>
                  </a:moveTo>
                  <a:lnTo>
                    <a:pt x="1020057" y="527488"/>
                  </a:lnTo>
                  <a:lnTo>
                    <a:pt x="1034046" y="524878"/>
                  </a:lnTo>
                  <a:lnTo>
                    <a:pt x="1034923" y="513492"/>
                  </a:lnTo>
                  <a:lnTo>
                    <a:pt x="1011301" y="519595"/>
                  </a:lnTo>
                  <a:lnTo>
                    <a:pt x="988536" y="530993"/>
                  </a:lnTo>
                  <a:close/>
                  <a:moveTo>
                    <a:pt x="859802" y="500341"/>
                  </a:moveTo>
                  <a:lnTo>
                    <a:pt x="881703" y="501224"/>
                  </a:lnTo>
                  <a:lnTo>
                    <a:pt x="900074" y="501224"/>
                  </a:lnTo>
                  <a:lnTo>
                    <a:pt x="909726" y="517861"/>
                  </a:lnTo>
                  <a:lnTo>
                    <a:pt x="921950" y="524878"/>
                  </a:lnTo>
                  <a:lnTo>
                    <a:pt x="945597" y="524878"/>
                  </a:lnTo>
                  <a:lnTo>
                    <a:pt x="967492" y="524014"/>
                  </a:lnTo>
                  <a:lnTo>
                    <a:pt x="982389" y="516102"/>
                  </a:lnTo>
                  <a:lnTo>
                    <a:pt x="998137" y="511727"/>
                  </a:lnTo>
                  <a:lnTo>
                    <a:pt x="1013923" y="502970"/>
                  </a:lnTo>
                  <a:lnTo>
                    <a:pt x="1022661" y="497712"/>
                  </a:lnTo>
                  <a:lnTo>
                    <a:pt x="1029671" y="503859"/>
                  </a:lnTo>
                  <a:lnTo>
                    <a:pt x="1039298" y="502088"/>
                  </a:lnTo>
                  <a:lnTo>
                    <a:pt x="1063821" y="514356"/>
                  </a:lnTo>
                  <a:lnTo>
                    <a:pt x="1080477" y="515251"/>
                  </a:lnTo>
                  <a:lnTo>
                    <a:pt x="1095375" y="513492"/>
                  </a:lnTo>
                  <a:lnTo>
                    <a:pt x="1101451" y="502088"/>
                  </a:lnTo>
                  <a:lnTo>
                    <a:pt x="1089209" y="492455"/>
                  </a:lnTo>
                  <a:lnTo>
                    <a:pt x="1098854" y="491604"/>
                  </a:lnTo>
                  <a:lnTo>
                    <a:pt x="1113726" y="488962"/>
                  </a:lnTo>
                  <a:lnTo>
                    <a:pt x="1117225" y="481082"/>
                  </a:lnTo>
                  <a:lnTo>
                    <a:pt x="1103223" y="472332"/>
                  </a:lnTo>
                  <a:lnTo>
                    <a:pt x="1074318" y="462686"/>
                  </a:lnTo>
                  <a:lnTo>
                    <a:pt x="1059440" y="447814"/>
                  </a:lnTo>
                  <a:lnTo>
                    <a:pt x="1062062" y="432936"/>
                  </a:lnTo>
                  <a:lnTo>
                    <a:pt x="1048918" y="423297"/>
                  </a:lnTo>
                  <a:lnTo>
                    <a:pt x="1046302" y="403155"/>
                  </a:lnTo>
                  <a:lnTo>
                    <a:pt x="1035792" y="390048"/>
                  </a:lnTo>
                  <a:lnTo>
                    <a:pt x="1016552" y="382155"/>
                  </a:lnTo>
                  <a:lnTo>
                    <a:pt x="999896" y="382155"/>
                  </a:lnTo>
                  <a:lnTo>
                    <a:pt x="999896" y="397021"/>
                  </a:lnTo>
                  <a:lnTo>
                    <a:pt x="1003407" y="407530"/>
                  </a:lnTo>
                  <a:lnTo>
                    <a:pt x="1011301" y="421551"/>
                  </a:lnTo>
                  <a:lnTo>
                    <a:pt x="1006043" y="427666"/>
                  </a:lnTo>
                  <a:lnTo>
                    <a:pt x="999032" y="426802"/>
                  </a:lnTo>
                  <a:lnTo>
                    <a:pt x="992003" y="420674"/>
                  </a:lnTo>
                  <a:lnTo>
                    <a:pt x="990282" y="410171"/>
                  </a:lnTo>
                  <a:lnTo>
                    <a:pt x="985894" y="401396"/>
                  </a:lnTo>
                  <a:lnTo>
                    <a:pt x="972756" y="387407"/>
                  </a:lnTo>
                  <a:lnTo>
                    <a:pt x="959637" y="386518"/>
                  </a:lnTo>
                  <a:lnTo>
                    <a:pt x="963148" y="396157"/>
                  </a:lnTo>
                  <a:lnTo>
                    <a:pt x="968375" y="404075"/>
                  </a:lnTo>
                  <a:lnTo>
                    <a:pt x="953503" y="404075"/>
                  </a:lnTo>
                  <a:lnTo>
                    <a:pt x="952626" y="411035"/>
                  </a:lnTo>
                  <a:lnTo>
                    <a:pt x="940358" y="412813"/>
                  </a:lnTo>
                  <a:lnTo>
                    <a:pt x="942968" y="404901"/>
                  </a:lnTo>
                  <a:lnTo>
                    <a:pt x="946492" y="395293"/>
                  </a:lnTo>
                  <a:lnTo>
                    <a:pt x="935996" y="394404"/>
                  </a:lnTo>
                  <a:lnTo>
                    <a:pt x="922864" y="390048"/>
                  </a:lnTo>
                  <a:lnTo>
                    <a:pt x="909726" y="390905"/>
                  </a:lnTo>
                  <a:lnTo>
                    <a:pt x="907967" y="400532"/>
                  </a:lnTo>
                  <a:lnTo>
                    <a:pt x="897470" y="398786"/>
                  </a:lnTo>
                  <a:lnTo>
                    <a:pt x="900074" y="392652"/>
                  </a:lnTo>
                  <a:lnTo>
                    <a:pt x="897470" y="380390"/>
                  </a:lnTo>
                  <a:lnTo>
                    <a:pt x="890447" y="377748"/>
                  </a:lnTo>
                  <a:lnTo>
                    <a:pt x="874699" y="377748"/>
                  </a:lnTo>
                  <a:lnTo>
                    <a:pt x="864177" y="386518"/>
                  </a:lnTo>
                  <a:lnTo>
                    <a:pt x="853674" y="390905"/>
                  </a:lnTo>
                  <a:lnTo>
                    <a:pt x="839660" y="394404"/>
                  </a:lnTo>
                  <a:lnTo>
                    <a:pt x="827417" y="402291"/>
                  </a:lnTo>
                  <a:lnTo>
                    <a:pt x="830027" y="414540"/>
                  </a:lnTo>
                  <a:lnTo>
                    <a:pt x="815130" y="423297"/>
                  </a:lnTo>
                  <a:lnTo>
                    <a:pt x="816038" y="430320"/>
                  </a:lnTo>
                  <a:lnTo>
                    <a:pt x="826535" y="430320"/>
                  </a:lnTo>
                  <a:lnTo>
                    <a:pt x="833545" y="437324"/>
                  </a:lnTo>
                  <a:lnTo>
                    <a:pt x="846670" y="432936"/>
                  </a:lnTo>
                  <a:lnTo>
                    <a:pt x="863307" y="431158"/>
                  </a:lnTo>
                  <a:lnTo>
                    <a:pt x="873817" y="439051"/>
                  </a:lnTo>
                  <a:lnTo>
                    <a:pt x="857173" y="443458"/>
                  </a:lnTo>
                  <a:lnTo>
                    <a:pt x="842295" y="446951"/>
                  </a:lnTo>
                  <a:lnTo>
                    <a:pt x="835291" y="453929"/>
                  </a:lnTo>
                  <a:lnTo>
                    <a:pt x="854557" y="461835"/>
                  </a:lnTo>
                  <a:lnTo>
                    <a:pt x="873817" y="461835"/>
                  </a:lnTo>
                  <a:lnTo>
                    <a:pt x="894835" y="460082"/>
                  </a:lnTo>
                  <a:lnTo>
                    <a:pt x="913218" y="460082"/>
                  </a:lnTo>
                  <a:cubicBezTo>
                    <a:pt x="913218" y="460082"/>
                    <a:pt x="924617" y="465334"/>
                    <a:pt x="928084" y="466191"/>
                  </a:cubicBezTo>
                  <a:cubicBezTo>
                    <a:pt x="931583" y="467080"/>
                    <a:pt x="926344" y="474973"/>
                    <a:pt x="926344" y="474973"/>
                  </a:cubicBezTo>
                  <a:lnTo>
                    <a:pt x="895718" y="474084"/>
                  </a:lnTo>
                  <a:lnTo>
                    <a:pt x="867683" y="474084"/>
                  </a:lnTo>
                  <a:lnTo>
                    <a:pt x="847566" y="482847"/>
                  </a:lnTo>
                  <a:close/>
                  <a:moveTo>
                    <a:pt x="847566" y="271811"/>
                  </a:moveTo>
                  <a:lnTo>
                    <a:pt x="862425" y="266566"/>
                  </a:lnTo>
                  <a:lnTo>
                    <a:pt x="866794" y="249942"/>
                  </a:lnTo>
                  <a:lnTo>
                    <a:pt x="872070" y="238556"/>
                  </a:lnTo>
                  <a:lnTo>
                    <a:pt x="852804" y="234168"/>
                  </a:lnTo>
                  <a:lnTo>
                    <a:pt x="843172" y="242938"/>
                  </a:lnTo>
                  <a:lnTo>
                    <a:pt x="823036" y="242938"/>
                  </a:lnTo>
                  <a:lnTo>
                    <a:pt x="809904" y="242061"/>
                  </a:lnTo>
                  <a:cubicBezTo>
                    <a:pt x="809904" y="242061"/>
                    <a:pt x="800258" y="256940"/>
                    <a:pt x="797636" y="260464"/>
                  </a:cubicBezTo>
                  <a:cubicBezTo>
                    <a:pt x="794994" y="263956"/>
                    <a:pt x="784504" y="273596"/>
                    <a:pt x="784504" y="273596"/>
                  </a:cubicBezTo>
                  <a:lnTo>
                    <a:pt x="768762" y="273596"/>
                  </a:lnTo>
                  <a:lnTo>
                    <a:pt x="753859" y="279698"/>
                  </a:lnTo>
                  <a:lnTo>
                    <a:pt x="759980" y="290226"/>
                  </a:lnTo>
                  <a:lnTo>
                    <a:pt x="777513" y="296373"/>
                  </a:lnTo>
                  <a:lnTo>
                    <a:pt x="784504" y="287610"/>
                  </a:lnTo>
                  <a:lnTo>
                    <a:pt x="794994" y="294582"/>
                  </a:lnTo>
                  <a:lnTo>
                    <a:pt x="804652" y="289350"/>
                  </a:lnTo>
                  <a:lnTo>
                    <a:pt x="806424" y="282308"/>
                  </a:lnTo>
                  <a:lnTo>
                    <a:pt x="817784" y="281470"/>
                  </a:lnTo>
                  <a:lnTo>
                    <a:pt x="821296" y="270954"/>
                  </a:lnTo>
                  <a:lnTo>
                    <a:pt x="830910" y="263956"/>
                  </a:lnTo>
                  <a:lnTo>
                    <a:pt x="838803" y="275342"/>
                  </a:lnTo>
                  <a:close/>
                  <a:moveTo>
                    <a:pt x="819550" y="293738"/>
                  </a:moveTo>
                  <a:lnTo>
                    <a:pt x="810774" y="304228"/>
                  </a:lnTo>
                  <a:lnTo>
                    <a:pt x="827417" y="306844"/>
                  </a:lnTo>
                  <a:lnTo>
                    <a:pt x="836161" y="289350"/>
                  </a:lnTo>
                  <a:close/>
                  <a:moveTo>
                    <a:pt x="889565" y="256063"/>
                  </a:moveTo>
                  <a:lnTo>
                    <a:pt x="891336" y="263074"/>
                  </a:lnTo>
                  <a:lnTo>
                    <a:pt x="910589" y="264820"/>
                  </a:lnTo>
                  <a:lnTo>
                    <a:pt x="909726" y="256063"/>
                  </a:lnTo>
                  <a:cubicBezTo>
                    <a:pt x="909726" y="256063"/>
                    <a:pt x="890447" y="259581"/>
                    <a:pt x="889565" y="256063"/>
                  </a:cubicBezTo>
                  <a:close/>
                  <a:moveTo>
                    <a:pt x="884326" y="272700"/>
                  </a:moveTo>
                  <a:lnTo>
                    <a:pt x="867683" y="277958"/>
                  </a:lnTo>
                  <a:lnTo>
                    <a:pt x="858939" y="290226"/>
                  </a:lnTo>
                  <a:lnTo>
                    <a:pt x="850163" y="298970"/>
                  </a:lnTo>
                  <a:lnTo>
                    <a:pt x="840543" y="308597"/>
                  </a:lnTo>
                  <a:lnTo>
                    <a:pt x="842295" y="319112"/>
                  </a:lnTo>
                  <a:lnTo>
                    <a:pt x="861548" y="319982"/>
                  </a:lnTo>
                  <a:lnTo>
                    <a:pt x="878192" y="323500"/>
                  </a:lnTo>
                  <a:lnTo>
                    <a:pt x="893076" y="321722"/>
                  </a:lnTo>
                  <a:lnTo>
                    <a:pt x="906208" y="317347"/>
                  </a:lnTo>
                  <a:lnTo>
                    <a:pt x="928985" y="320859"/>
                  </a:lnTo>
                  <a:lnTo>
                    <a:pt x="943863" y="320859"/>
                  </a:lnTo>
                  <a:cubicBezTo>
                    <a:pt x="939476" y="326135"/>
                    <a:pt x="926344" y="326135"/>
                    <a:pt x="926344" y="326135"/>
                  </a:cubicBezTo>
                  <a:lnTo>
                    <a:pt x="909726" y="326135"/>
                  </a:lnTo>
                  <a:lnTo>
                    <a:pt x="898340" y="331381"/>
                  </a:lnTo>
                  <a:lnTo>
                    <a:pt x="900074" y="339242"/>
                  </a:lnTo>
                  <a:lnTo>
                    <a:pt x="910589" y="343661"/>
                  </a:lnTo>
                  <a:lnTo>
                    <a:pt x="932478" y="343661"/>
                  </a:lnTo>
                  <a:lnTo>
                    <a:pt x="954360" y="335749"/>
                  </a:lnTo>
                  <a:lnTo>
                    <a:pt x="968375" y="325227"/>
                  </a:lnTo>
                  <a:lnTo>
                    <a:pt x="984123" y="323500"/>
                  </a:lnTo>
                  <a:lnTo>
                    <a:pt x="1005147" y="323500"/>
                  </a:lnTo>
                  <a:lnTo>
                    <a:pt x="1026166" y="323500"/>
                  </a:lnTo>
                  <a:lnTo>
                    <a:pt x="1034046" y="313842"/>
                  </a:lnTo>
                  <a:lnTo>
                    <a:pt x="1039298" y="295452"/>
                  </a:lnTo>
                  <a:lnTo>
                    <a:pt x="1032300" y="288467"/>
                  </a:lnTo>
                  <a:lnTo>
                    <a:pt x="1022661" y="288467"/>
                  </a:lnTo>
                  <a:lnTo>
                    <a:pt x="1020908" y="296373"/>
                  </a:lnTo>
                  <a:lnTo>
                    <a:pt x="1008659" y="291992"/>
                  </a:lnTo>
                  <a:lnTo>
                    <a:pt x="993775" y="280574"/>
                  </a:lnTo>
                  <a:lnTo>
                    <a:pt x="993775" y="271811"/>
                  </a:lnTo>
                  <a:lnTo>
                    <a:pt x="988536" y="261346"/>
                  </a:lnTo>
                  <a:lnTo>
                    <a:pt x="975391" y="261346"/>
                  </a:lnTo>
                  <a:lnTo>
                    <a:pt x="970114" y="267449"/>
                  </a:lnTo>
                  <a:lnTo>
                    <a:pt x="960507" y="270071"/>
                  </a:lnTo>
                  <a:lnTo>
                    <a:pt x="961383" y="277082"/>
                  </a:lnTo>
                  <a:lnTo>
                    <a:pt x="971867" y="284086"/>
                  </a:lnTo>
                  <a:cubicBezTo>
                    <a:pt x="971867" y="290226"/>
                    <a:pt x="969244" y="297211"/>
                    <a:pt x="969244" y="297211"/>
                  </a:cubicBezTo>
                  <a:lnTo>
                    <a:pt x="982389" y="298970"/>
                  </a:lnTo>
                  <a:cubicBezTo>
                    <a:pt x="982389" y="298970"/>
                    <a:pt x="985894" y="305123"/>
                    <a:pt x="982389" y="305962"/>
                  </a:cubicBezTo>
                  <a:cubicBezTo>
                    <a:pt x="978877" y="306844"/>
                    <a:pt x="971867" y="306844"/>
                    <a:pt x="971867" y="306844"/>
                  </a:cubicBezTo>
                  <a:lnTo>
                    <a:pt x="954360" y="306844"/>
                  </a:lnTo>
                  <a:lnTo>
                    <a:pt x="942968" y="299859"/>
                  </a:lnTo>
                  <a:lnTo>
                    <a:pt x="931583" y="285826"/>
                  </a:lnTo>
                  <a:lnTo>
                    <a:pt x="917594" y="280574"/>
                  </a:lnTo>
                  <a:lnTo>
                    <a:pt x="905338" y="280574"/>
                  </a:lnTo>
                  <a:lnTo>
                    <a:pt x="893076" y="274459"/>
                  </a:lnTo>
                  <a:close/>
                  <a:moveTo>
                    <a:pt x="901846" y="228917"/>
                  </a:moveTo>
                  <a:lnTo>
                    <a:pt x="900074" y="217570"/>
                  </a:lnTo>
                  <a:lnTo>
                    <a:pt x="886955" y="212286"/>
                  </a:lnTo>
                  <a:lnTo>
                    <a:pt x="878192" y="213163"/>
                  </a:lnTo>
                  <a:lnTo>
                    <a:pt x="881703" y="221926"/>
                  </a:lnTo>
                  <a:lnTo>
                    <a:pt x="888695" y="228060"/>
                  </a:lnTo>
                  <a:close/>
                  <a:moveTo>
                    <a:pt x="932478" y="244690"/>
                  </a:moveTo>
                  <a:lnTo>
                    <a:pt x="942098" y="241198"/>
                  </a:lnTo>
                  <a:lnTo>
                    <a:pt x="961383" y="240309"/>
                  </a:lnTo>
                  <a:lnTo>
                    <a:pt x="965746" y="233311"/>
                  </a:lnTo>
                  <a:lnTo>
                    <a:pt x="956983" y="225431"/>
                  </a:lnTo>
                  <a:lnTo>
                    <a:pt x="965746" y="224555"/>
                  </a:lnTo>
                  <a:lnTo>
                    <a:pt x="971867" y="216674"/>
                  </a:lnTo>
                  <a:lnTo>
                    <a:pt x="961383" y="216674"/>
                  </a:lnTo>
                  <a:lnTo>
                    <a:pt x="939476" y="216674"/>
                  </a:lnTo>
                  <a:lnTo>
                    <a:pt x="926344" y="220179"/>
                  </a:lnTo>
                  <a:lnTo>
                    <a:pt x="914114" y="227152"/>
                  </a:lnTo>
                  <a:lnTo>
                    <a:pt x="923740" y="242938"/>
                  </a:lnTo>
                  <a:close/>
                  <a:moveTo>
                    <a:pt x="914965" y="206152"/>
                  </a:moveTo>
                  <a:lnTo>
                    <a:pt x="930725" y="206152"/>
                  </a:lnTo>
                  <a:lnTo>
                    <a:pt x="951757" y="206152"/>
                  </a:lnTo>
                  <a:lnTo>
                    <a:pt x="977138" y="206152"/>
                  </a:lnTo>
                  <a:cubicBezTo>
                    <a:pt x="977138" y="206152"/>
                    <a:pt x="978026" y="197408"/>
                    <a:pt x="973626" y="196526"/>
                  </a:cubicBezTo>
                  <a:cubicBezTo>
                    <a:pt x="969244" y="195668"/>
                    <a:pt x="957853" y="191281"/>
                    <a:pt x="957853" y="191281"/>
                  </a:cubicBezTo>
                  <a:lnTo>
                    <a:pt x="941241" y="192163"/>
                  </a:lnTo>
                  <a:lnTo>
                    <a:pt x="927226" y="195668"/>
                  </a:lnTo>
                  <a:close/>
                  <a:moveTo>
                    <a:pt x="999896" y="365531"/>
                  </a:moveTo>
                  <a:lnTo>
                    <a:pt x="993775" y="371646"/>
                  </a:lnTo>
                  <a:lnTo>
                    <a:pt x="1006043" y="373392"/>
                  </a:lnTo>
                  <a:lnTo>
                    <a:pt x="1010405" y="364636"/>
                  </a:lnTo>
                  <a:close/>
                  <a:moveTo>
                    <a:pt x="1057687" y="385635"/>
                  </a:moveTo>
                  <a:lnTo>
                    <a:pt x="1061180" y="372510"/>
                  </a:lnTo>
                  <a:lnTo>
                    <a:pt x="1054207" y="366394"/>
                  </a:lnTo>
                  <a:lnTo>
                    <a:pt x="1027042" y="362007"/>
                  </a:lnTo>
                  <a:lnTo>
                    <a:pt x="1020057" y="369868"/>
                  </a:lnTo>
                  <a:cubicBezTo>
                    <a:pt x="1020057" y="369868"/>
                    <a:pt x="1031436" y="378663"/>
                    <a:pt x="1034923" y="379545"/>
                  </a:cubicBezTo>
                  <a:cubicBezTo>
                    <a:pt x="1038434" y="380390"/>
                    <a:pt x="1048048" y="392652"/>
                    <a:pt x="1048048" y="392652"/>
                  </a:cubicBezTo>
                  <a:close/>
                  <a:moveTo>
                    <a:pt x="1155763" y="440816"/>
                  </a:moveTo>
                  <a:cubicBezTo>
                    <a:pt x="1159262" y="440816"/>
                    <a:pt x="1168006" y="430320"/>
                    <a:pt x="1168006" y="430320"/>
                  </a:cubicBezTo>
                  <a:lnTo>
                    <a:pt x="1188142" y="429431"/>
                  </a:lnTo>
                  <a:lnTo>
                    <a:pt x="1196009" y="415442"/>
                  </a:lnTo>
                  <a:lnTo>
                    <a:pt x="1189024" y="404075"/>
                  </a:lnTo>
                  <a:lnTo>
                    <a:pt x="1177632" y="393541"/>
                  </a:lnTo>
                  <a:lnTo>
                    <a:pt x="1165390" y="386518"/>
                  </a:lnTo>
                  <a:lnTo>
                    <a:pt x="1181144" y="379545"/>
                  </a:lnTo>
                  <a:cubicBezTo>
                    <a:pt x="1181144" y="379545"/>
                    <a:pt x="1183754" y="376021"/>
                    <a:pt x="1180274" y="371646"/>
                  </a:cubicBezTo>
                  <a:cubicBezTo>
                    <a:pt x="1176781" y="367258"/>
                    <a:pt x="1168006" y="360260"/>
                    <a:pt x="1168006" y="360260"/>
                  </a:cubicBezTo>
                  <a:lnTo>
                    <a:pt x="1161891" y="353269"/>
                  </a:lnTo>
                  <a:lnTo>
                    <a:pt x="1147889" y="354145"/>
                  </a:lnTo>
                  <a:lnTo>
                    <a:pt x="1146136" y="363791"/>
                  </a:lnTo>
                  <a:lnTo>
                    <a:pt x="1139971" y="363791"/>
                  </a:lnTo>
                  <a:lnTo>
                    <a:pt x="1127740" y="359365"/>
                  </a:lnTo>
                  <a:lnTo>
                    <a:pt x="1114571" y="362889"/>
                  </a:lnTo>
                  <a:lnTo>
                    <a:pt x="1117225" y="372510"/>
                  </a:lnTo>
                  <a:lnTo>
                    <a:pt x="1128623" y="383031"/>
                  </a:lnTo>
                  <a:lnTo>
                    <a:pt x="1124229" y="395293"/>
                  </a:lnTo>
                  <a:cubicBezTo>
                    <a:pt x="1124229" y="395293"/>
                    <a:pt x="1118990" y="400532"/>
                    <a:pt x="1115466" y="398786"/>
                  </a:cubicBezTo>
                  <a:cubicBezTo>
                    <a:pt x="1111973" y="397021"/>
                    <a:pt x="1103223" y="389166"/>
                    <a:pt x="1103223" y="389166"/>
                  </a:cubicBezTo>
                  <a:lnTo>
                    <a:pt x="1092707" y="390048"/>
                  </a:lnTo>
                  <a:lnTo>
                    <a:pt x="1090961" y="399643"/>
                  </a:lnTo>
                  <a:lnTo>
                    <a:pt x="1104080" y="407530"/>
                  </a:lnTo>
                  <a:lnTo>
                    <a:pt x="1113726" y="413645"/>
                  </a:lnTo>
                  <a:lnTo>
                    <a:pt x="1128623" y="417169"/>
                  </a:lnTo>
                  <a:cubicBezTo>
                    <a:pt x="1128623" y="417169"/>
                    <a:pt x="1135602" y="427666"/>
                    <a:pt x="1135602" y="431158"/>
                  </a:cubicBezTo>
                  <a:cubicBezTo>
                    <a:pt x="1135602" y="434689"/>
                    <a:pt x="1155763" y="440816"/>
                    <a:pt x="1155763" y="440816"/>
                  </a:cubicBezTo>
                  <a:close/>
                  <a:moveTo>
                    <a:pt x="1232801" y="413645"/>
                  </a:moveTo>
                  <a:lnTo>
                    <a:pt x="1244180" y="405784"/>
                  </a:lnTo>
                  <a:lnTo>
                    <a:pt x="1245946" y="393541"/>
                  </a:lnTo>
                  <a:lnTo>
                    <a:pt x="1263459" y="397021"/>
                  </a:lnTo>
                  <a:lnTo>
                    <a:pt x="1273949" y="389166"/>
                  </a:lnTo>
                  <a:lnTo>
                    <a:pt x="1281842" y="375132"/>
                  </a:lnTo>
                  <a:lnTo>
                    <a:pt x="1293228" y="362889"/>
                  </a:lnTo>
                  <a:cubicBezTo>
                    <a:pt x="1293228" y="362889"/>
                    <a:pt x="1281842" y="355873"/>
                    <a:pt x="1277454" y="355873"/>
                  </a:cubicBezTo>
                  <a:lnTo>
                    <a:pt x="1261694" y="355873"/>
                  </a:lnTo>
                  <a:lnTo>
                    <a:pt x="1245946" y="350627"/>
                  </a:lnTo>
                  <a:cubicBezTo>
                    <a:pt x="1245946" y="350627"/>
                    <a:pt x="1226680" y="351497"/>
                    <a:pt x="1223168" y="351497"/>
                  </a:cubicBezTo>
                  <a:cubicBezTo>
                    <a:pt x="1219663" y="351497"/>
                    <a:pt x="1222305" y="357625"/>
                    <a:pt x="1222305" y="362889"/>
                  </a:cubicBezTo>
                  <a:cubicBezTo>
                    <a:pt x="1222305" y="368172"/>
                    <a:pt x="1210913" y="371646"/>
                    <a:pt x="1210913" y="371646"/>
                  </a:cubicBezTo>
                  <a:lnTo>
                    <a:pt x="1210913" y="393541"/>
                  </a:lnTo>
                  <a:cubicBezTo>
                    <a:pt x="1210913" y="393541"/>
                    <a:pt x="1216164" y="412813"/>
                    <a:pt x="1216164" y="416286"/>
                  </a:cubicBezTo>
                  <a:close/>
                  <a:moveTo>
                    <a:pt x="1515617" y="561625"/>
                  </a:moveTo>
                  <a:lnTo>
                    <a:pt x="1530496" y="563403"/>
                  </a:lnTo>
                  <a:lnTo>
                    <a:pt x="1546244" y="559892"/>
                  </a:lnTo>
                  <a:lnTo>
                    <a:pt x="1554149" y="547623"/>
                  </a:lnTo>
                  <a:lnTo>
                    <a:pt x="1547139" y="534492"/>
                  </a:lnTo>
                  <a:cubicBezTo>
                    <a:pt x="1547139" y="534492"/>
                    <a:pt x="1525238" y="535368"/>
                    <a:pt x="1521739" y="535368"/>
                  </a:cubicBezTo>
                  <a:cubicBezTo>
                    <a:pt x="1518227" y="535368"/>
                    <a:pt x="1507731" y="550290"/>
                    <a:pt x="1507731" y="550290"/>
                  </a:cubicBezTo>
                  <a:close/>
                  <a:moveTo>
                    <a:pt x="1059440" y="247307"/>
                  </a:moveTo>
                  <a:lnTo>
                    <a:pt x="1048048" y="232422"/>
                  </a:lnTo>
                  <a:lnTo>
                    <a:pt x="1034046" y="224555"/>
                  </a:lnTo>
                  <a:cubicBezTo>
                    <a:pt x="1034046" y="224555"/>
                    <a:pt x="1032300" y="230670"/>
                    <a:pt x="1034923" y="235953"/>
                  </a:cubicBezTo>
                  <a:cubicBezTo>
                    <a:pt x="1037558" y="241198"/>
                    <a:pt x="1049794" y="251694"/>
                    <a:pt x="1049794" y="251694"/>
                  </a:cubicBezTo>
                  <a:close/>
                  <a:moveTo>
                    <a:pt x="1053318" y="313004"/>
                  </a:moveTo>
                  <a:lnTo>
                    <a:pt x="1056811" y="322618"/>
                  </a:lnTo>
                  <a:lnTo>
                    <a:pt x="1068197" y="321722"/>
                  </a:lnTo>
                  <a:cubicBezTo>
                    <a:pt x="1068197" y="321722"/>
                    <a:pt x="1072565" y="317347"/>
                    <a:pt x="1072565" y="313842"/>
                  </a:cubicBezTo>
                  <a:cubicBezTo>
                    <a:pt x="1072565" y="310368"/>
                    <a:pt x="1058557" y="305962"/>
                    <a:pt x="1059440" y="309467"/>
                  </a:cubicBezTo>
                  <a:cubicBezTo>
                    <a:pt x="1060303" y="313004"/>
                    <a:pt x="1053318" y="313004"/>
                    <a:pt x="1053318" y="313004"/>
                  </a:cubicBezTo>
                  <a:close/>
                  <a:moveTo>
                    <a:pt x="1104080" y="305962"/>
                  </a:moveTo>
                  <a:lnTo>
                    <a:pt x="1114571" y="302463"/>
                  </a:lnTo>
                  <a:lnTo>
                    <a:pt x="1123359" y="300716"/>
                  </a:lnTo>
                  <a:lnTo>
                    <a:pt x="1130363" y="308597"/>
                  </a:lnTo>
                  <a:lnTo>
                    <a:pt x="1136497" y="324364"/>
                  </a:lnTo>
                  <a:lnTo>
                    <a:pt x="1145266" y="319982"/>
                  </a:lnTo>
                  <a:lnTo>
                    <a:pt x="1160125" y="319112"/>
                  </a:lnTo>
                  <a:lnTo>
                    <a:pt x="1170635" y="317347"/>
                  </a:lnTo>
                  <a:lnTo>
                    <a:pt x="1171511" y="307708"/>
                  </a:lnTo>
                  <a:lnTo>
                    <a:pt x="1171511" y="293738"/>
                  </a:lnTo>
                  <a:cubicBezTo>
                    <a:pt x="1171511" y="293738"/>
                    <a:pt x="1174140" y="289350"/>
                    <a:pt x="1177632" y="286727"/>
                  </a:cubicBezTo>
                  <a:cubicBezTo>
                    <a:pt x="1181144" y="284086"/>
                    <a:pt x="1174140" y="276225"/>
                    <a:pt x="1174140" y="276225"/>
                  </a:cubicBezTo>
                  <a:cubicBezTo>
                    <a:pt x="1174140" y="276225"/>
                    <a:pt x="1163631" y="269182"/>
                    <a:pt x="1159262" y="269182"/>
                  </a:cubicBezTo>
                  <a:cubicBezTo>
                    <a:pt x="1154887" y="269182"/>
                    <a:pt x="1149629" y="275342"/>
                    <a:pt x="1149629" y="275342"/>
                  </a:cubicBezTo>
                  <a:lnTo>
                    <a:pt x="1132992" y="264820"/>
                  </a:lnTo>
                  <a:lnTo>
                    <a:pt x="1118990" y="264820"/>
                  </a:lnTo>
                  <a:lnTo>
                    <a:pt x="1129493" y="273596"/>
                  </a:lnTo>
                  <a:cubicBezTo>
                    <a:pt x="1129493" y="273596"/>
                    <a:pt x="1139126" y="284086"/>
                    <a:pt x="1141749" y="289350"/>
                  </a:cubicBezTo>
                  <a:cubicBezTo>
                    <a:pt x="1144377" y="294582"/>
                    <a:pt x="1131239" y="290226"/>
                    <a:pt x="1131239" y="290226"/>
                  </a:cubicBezTo>
                  <a:lnTo>
                    <a:pt x="1113726" y="273596"/>
                  </a:lnTo>
                  <a:lnTo>
                    <a:pt x="1100581" y="273596"/>
                  </a:lnTo>
                  <a:lnTo>
                    <a:pt x="1101451" y="284086"/>
                  </a:lnTo>
                  <a:lnTo>
                    <a:pt x="1104963" y="295452"/>
                  </a:lnTo>
                  <a:lnTo>
                    <a:pt x="1089209" y="285826"/>
                  </a:lnTo>
                  <a:lnTo>
                    <a:pt x="1081328" y="268325"/>
                  </a:lnTo>
                  <a:lnTo>
                    <a:pt x="1058557" y="260464"/>
                  </a:lnTo>
                  <a:lnTo>
                    <a:pt x="1057687" y="275342"/>
                  </a:lnTo>
                  <a:lnTo>
                    <a:pt x="1063821" y="284086"/>
                  </a:lnTo>
                  <a:cubicBezTo>
                    <a:pt x="1063821" y="284086"/>
                    <a:pt x="1083075" y="296373"/>
                    <a:pt x="1084840" y="299859"/>
                  </a:cubicBezTo>
                  <a:close/>
                  <a:moveTo>
                    <a:pt x="1111973" y="229806"/>
                  </a:moveTo>
                  <a:lnTo>
                    <a:pt x="1100581" y="221926"/>
                  </a:lnTo>
                  <a:lnTo>
                    <a:pt x="1083945" y="222789"/>
                  </a:lnTo>
                  <a:lnTo>
                    <a:pt x="1086573" y="232422"/>
                  </a:lnTo>
                  <a:lnTo>
                    <a:pt x="1100581" y="233311"/>
                  </a:lnTo>
                  <a:close/>
                  <a:moveTo>
                    <a:pt x="1145266" y="228060"/>
                  </a:moveTo>
                  <a:lnTo>
                    <a:pt x="1149629" y="220179"/>
                  </a:lnTo>
                  <a:lnTo>
                    <a:pt x="1147006" y="209664"/>
                  </a:lnTo>
                  <a:lnTo>
                    <a:pt x="1137335" y="202641"/>
                  </a:lnTo>
                  <a:lnTo>
                    <a:pt x="1132992" y="192163"/>
                  </a:lnTo>
                  <a:lnTo>
                    <a:pt x="1119866" y="186893"/>
                  </a:lnTo>
                  <a:lnTo>
                    <a:pt x="1109332" y="180778"/>
                  </a:lnTo>
                  <a:lnTo>
                    <a:pt x="1098854" y="182537"/>
                  </a:lnTo>
                  <a:lnTo>
                    <a:pt x="1089209" y="175488"/>
                  </a:lnTo>
                  <a:lnTo>
                    <a:pt x="1076051" y="168548"/>
                  </a:lnTo>
                  <a:lnTo>
                    <a:pt x="1065561" y="170268"/>
                  </a:lnTo>
                  <a:lnTo>
                    <a:pt x="1039298" y="175488"/>
                  </a:lnTo>
                  <a:lnTo>
                    <a:pt x="1045406" y="184283"/>
                  </a:lnTo>
                  <a:lnTo>
                    <a:pt x="1055071" y="183394"/>
                  </a:lnTo>
                  <a:lnTo>
                    <a:pt x="1064691" y="187775"/>
                  </a:lnTo>
                  <a:lnTo>
                    <a:pt x="1067333" y="198278"/>
                  </a:lnTo>
                  <a:lnTo>
                    <a:pt x="1052429" y="198278"/>
                  </a:lnTo>
                  <a:lnTo>
                    <a:pt x="1057687" y="207898"/>
                  </a:lnTo>
                  <a:lnTo>
                    <a:pt x="1067333" y="207048"/>
                  </a:lnTo>
                  <a:lnTo>
                    <a:pt x="1074318" y="213163"/>
                  </a:lnTo>
                  <a:lnTo>
                    <a:pt x="1083945" y="208800"/>
                  </a:lnTo>
                  <a:lnTo>
                    <a:pt x="1092707" y="209664"/>
                  </a:lnTo>
                  <a:lnTo>
                    <a:pt x="1113726" y="211404"/>
                  </a:lnTo>
                  <a:lnTo>
                    <a:pt x="1129493" y="224555"/>
                  </a:lnTo>
                  <a:close/>
                  <a:moveTo>
                    <a:pt x="1156620" y="152742"/>
                  </a:moveTo>
                  <a:lnTo>
                    <a:pt x="1152245" y="140506"/>
                  </a:lnTo>
                  <a:lnTo>
                    <a:pt x="1140860" y="137001"/>
                  </a:lnTo>
                  <a:lnTo>
                    <a:pt x="1129493" y="137001"/>
                  </a:lnTo>
                  <a:lnTo>
                    <a:pt x="1129493" y="147504"/>
                  </a:lnTo>
                  <a:lnTo>
                    <a:pt x="1142612" y="147504"/>
                  </a:lnTo>
                  <a:lnTo>
                    <a:pt x="1146136" y="157162"/>
                  </a:lnTo>
                  <a:close/>
                  <a:moveTo>
                    <a:pt x="1205661" y="218433"/>
                  </a:moveTo>
                  <a:lnTo>
                    <a:pt x="1219663" y="215785"/>
                  </a:lnTo>
                  <a:lnTo>
                    <a:pt x="1223168" y="208800"/>
                  </a:lnTo>
                  <a:lnTo>
                    <a:pt x="1208303" y="198278"/>
                  </a:lnTo>
                  <a:lnTo>
                    <a:pt x="1187278" y="196526"/>
                  </a:lnTo>
                  <a:lnTo>
                    <a:pt x="1170635" y="186010"/>
                  </a:lnTo>
                  <a:lnTo>
                    <a:pt x="1162748" y="192163"/>
                  </a:lnTo>
                  <a:lnTo>
                    <a:pt x="1169784" y="201777"/>
                  </a:lnTo>
                  <a:lnTo>
                    <a:pt x="1175048" y="217570"/>
                  </a:lnTo>
                  <a:lnTo>
                    <a:pt x="1190764" y="220179"/>
                  </a:lnTo>
                  <a:close/>
                  <a:moveTo>
                    <a:pt x="1202156" y="240309"/>
                  </a:moveTo>
                  <a:lnTo>
                    <a:pt x="1223168" y="239439"/>
                  </a:lnTo>
                  <a:lnTo>
                    <a:pt x="1234560" y="236810"/>
                  </a:lnTo>
                  <a:lnTo>
                    <a:pt x="1248549" y="234168"/>
                  </a:lnTo>
                  <a:lnTo>
                    <a:pt x="1248549" y="225431"/>
                  </a:lnTo>
                  <a:lnTo>
                    <a:pt x="1229309" y="225431"/>
                  </a:lnTo>
                  <a:lnTo>
                    <a:pt x="1211795" y="225431"/>
                  </a:lnTo>
                  <a:lnTo>
                    <a:pt x="1202156" y="233311"/>
                  </a:lnTo>
                  <a:close/>
                  <a:moveTo>
                    <a:pt x="1238053" y="282308"/>
                  </a:moveTo>
                  <a:lnTo>
                    <a:pt x="1247692" y="272700"/>
                  </a:lnTo>
                  <a:lnTo>
                    <a:pt x="1246816" y="264820"/>
                  </a:lnTo>
                  <a:lnTo>
                    <a:pt x="1234560" y="255181"/>
                  </a:lnTo>
                  <a:lnTo>
                    <a:pt x="1217917" y="255181"/>
                  </a:lnTo>
                  <a:lnTo>
                    <a:pt x="1208303" y="250831"/>
                  </a:lnTo>
                  <a:lnTo>
                    <a:pt x="1192517" y="253434"/>
                  </a:lnTo>
                  <a:lnTo>
                    <a:pt x="1190764" y="264820"/>
                  </a:lnTo>
                  <a:lnTo>
                    <a:pt x="1206531" y="273596"/>
                  </a:lnTo>
                  <a:lnTo>
                    <a:pt x="1221428" y="281470"/>
                  </a:lnTo>
                  <a:close/>
                  <a:moveTo>
                    <a:pt x="1195158" y="319982"/>
                  </a:moveTo>
                  <a:lnTo>
                    <a:pt x="1207401" y="331381"/>
                  </a:lnTo>
                  <a:lnTo>
                    <a:pt x="1220546" y="331381"/>
                  </a:lnTo>
                  <a:lnTo>
                    <a:pt x="1232801" y="336613"/>
                  </a:lnTo>
                  <a:lnTo>
                    <a:pt x="1243291" y="332225"/>
                  </a:lnTo>
                  <a:lnTo>
                    <a:pt x="1246816" y="319112"/>
                  </a:lnTo>
                  <a:lnTo>
                    <a:pt x="1234560" y="312102"/>
                  </a:lnTo>
                  <a:lnTo>
                    <a:pt x="1227543" y="302463"/>
                  </a:lnTo>
                  <a:lnTo>
                    <a:pt x="1216164" y="304228"/>
                  </a:lnTo>
                  <a:lnTo>
                    <a:pt x="1198664" y="311232"/>
                  </a:lnTo>
                  <a:close/>
                  <a:moveTo>
                    <a:pt x="1168006" y="341883"/>
                  </a:moveTo>
                  <a:lnTo>
                    <a:pt x="1180274" y="341883"/>
                  </a:lnTo>
                  <a:lnTo>
                    <a:pt x="1175048" y="333965"/>
                  </a:lnTo>
                  <a:close/>
                  <a:moveTo>
                    <a:pt x="1289723" y="338378"/>
                  </a:moveTo>
                  <a:lnTo>
                    <a:pt x="1313357" y="336613"/>
                  </a:lnTo>
                  <a:lnTo>
                    <a:pt x="1324743" y="329634"/>
                  </a:lnTo>
                  <a:cubicBezTo>
                    <a:pt x="1324743" y="329634"/>
                    <a:pt x="1336116" y="337496"/>
                    <a:pt x="1340516" y="340988"/>
                  </a:cubicBezTo>
                  <a:cubicBezTo>
                    <a:pt x="1344879" y="344487"/>
                    <a:pt x="1365884" y="341883"/>
                    <a:pt x="1365884" y="341883"/>
                  </a:cubicBezTo>
                  <a:lnTo>
                    <a:pt x="1394783" y="341883"/>
                  </a:lnTo>
                  <a:lnTo>
                    <a:pt x="1407928" y="338378"/>
                  </a:lnTo>
                  <a:lnTo>
                    <a:pt x="1414030" y="332225"/>
                  </a:lnTo>
                  <a:lnTo>
                    <a:pt x="1422819" y="339242"/>
                  </a:lnTo>
                  <a:lnTo>
                    <a:pt x="1437671" y="338378"/>
                  </a:lnTo>
                  <a:cubicBezTo>
                    <a:pt x="1437671" y="338378"/>
                    <a:pt x="1458715" y="335749"/>
                    <a:pt x="1463078" y="335749"/>
                  </a:cubicBezTo>
                  <a:cubicBezTo>
                    <a:pt x="1467453" y="335749"/>
                    <a:pt x="1464837" y="329634"/>
                    <a:pt x="1464837" y="326135"/>
                  </a:cubicBezTo>
                  <a:cubicBezTo>
                    <a:pt x="1464837" y="322618"/>
                    <a:pt x="1474463" y="319982"/>
                    <a:pt x="1474463" y="319982"/>
                  </a:cubicBezTo>
                  <a:lnTo>
                    <a:pt x="1471834" y="305962"/>
                  </a:lnTo>
                  <a:lnTo>
                    <a:pt x="1449044" y="299859"/>
                  </a:lnTo>
                  <a:lnTo>
                    <a:pt x="1424539" y="294582"/>
                  </a:lnTo>
                  <a:lnTo>
                    <a:pt x="1406175" y="300716"/>
                  </a:lnTo>
                  <a:lnTo>
                    <a:pt x="1379004" y="306844"/>
                  </a:lnTo>
                  <a:lnTo>
                    <a:pt x="1361535" y="308597"/>
                  </a:lnTo>
                  <a:lnTo>
                    <a:pt x="1336998" y="304228"/>
                  </a:lnTo>
                  <a:lnTo>
                    <a:pt x="1316863" y="305123"/>
                  </a:lnTo>
                  <a:lnTo>
                    <a:pt x="1300232" y="291992"/>
                  </a:lnTo>
                  <a:lnTo>
                    <a:pt x="1298454" y="278841"/>
                  </a:lnTo>
                  <a:lnTo>
                    <a:pt x="1292352" y="266566"/>
                  </a:lnTo>
                  <a:lnTo>
                    <a:pt x="1270444" y="266566"/>
                  </a:lnTo>
                  <a:lnTo>
                    <a:pt x="1255566" y="268325"/>
                  </a:lnTo>
                  <a:cubicBezTo>
                    <a:pt x="1255566" y="268325"/>
                    <a:pt x="1259935" y="283216"/>
                    <a:pt x="1261694" y="286727"/>
                  </a:cubicBezTo>
                  <a:cubicBezTo>
                    <a:pt x="1263459" y="290226"/>
                    <a:pt x="1271314" y="303326"/>
                    <a:pt x="1271314" y="303326"/>
                  </a:cubicBezTo>
                  <a:lnTo>
                    <a:pt x="1263459" y="317347"/>
                  </a:lnTo>
                  <a:lnTo>
                    <a:pt x="1273079" y="327869"/>
                  </a:lnTo>
                  <a:close/>
                  <a:moveTo>
                    <a:pt x="1275708" y="232422"/>
                  </a:moveTo>
                  <a:lnTo>
                    <a:pt x="1267815" y="244690"/>
                  </a:lnTo>
                  <a:lnTo>
                    <a:pt x="1293228" y="248196"/>
                  </a:lnTo>
                  <a:lnTo>
                    <a:pt x="1307217" y="242061"/>
                  </a:lnTo>
                  <a:cubicBezTo>
                    <a:pt x="1307217" y="242061"/>
                    <a:pt x="1299324" y="231552"/>
                    <a:pt x="1295819" y="228917"/>
                  </a:cubicBezTo>
                  <a:close/>
                  <a:moveTo>
                    <a:pt x="1321231" y="202641"/>
                  </a:moveTo>
                  <a:lnTo>
                    <a:pt x="1329118" y="202641"/>
                  </a:lnTo>
                  <a:cubicBezTo>
                    <a:pt x="1333487" y="202641"/>
                    <a:pt x="1330864" y="193890"/>
                    <a:pt x="1330864" y="193890"/>
                  </a:cubicBezTo>
                  <a:lnTo>
                    <a:pt x="1332604" y="184283"/>
                  </a:lnTo>
                  <a:lnTo>
                    <a:pt x="1345749" y="189503"/>
                  </a:lnTo>
                  <a:cubicBezTo>
                    <a:pt x="1345749" y="189503"/>
                    <a:pt x="1350117" y="186010"/>
                    <a:pt x="1350117" y="182537"/>
                  </a:cubicBezTo>
                  <a:cubicBezTo>
                    <a:pt x="1350117" y="179050"/>
                    <a:pt x="1361535" y="181654"/>
                    <a:pt x="1365884" y="183394"/>
                  </a:cubicBezTo>
                  <a:cubicBezTo>
                    <a:pt x="1370279" y="185146"/>
                    <a:pt x="1377270" y="175488"/>
                    <a:pt x="1377270" y="175488"/>
                  </a:cubicBezTo>
                  <a:lnTo>
                    <a:pt x="1377270" y="162382"/>
                  </a:lnTo>
                  <a:lnTo>
                    <a:pt x="1359763" y="157162"/>
                  </a:lnTo>
                  <a:cubicBezTo>
                    <a:pt x="1359763" y="157162"/>
                    <a:pt x="1356264" y="157162"/>
                    <a:pt x="1348403" y="153644"/>
                  </a:cubicBezTo>
                  <a:lnTo>
                    <a:pt x="1343132" y="144875"/>
                  </a:lnTo>
                  <a:lnTo>
                    <a:pt x="1343132" y="137845"/>
                  </a:lnTo>
                  <a:lnTo>
                    <a:pt x="1332604" y="131743"/>
                  </a:lnTo>
                  <a:cubicBezTo>
                    <a:pt x="1332604" y="131743"/>
                    <a:pt x="1327353" y="138760"/>
                    <a:pt x="1323835" y="137845"/>
                  </a:cubicBezTo>
                  <a:cubicBezTo>
                    <a:pt x="1320368" y="137001"/>
                    <a:pt x="1317745" y="132619"/>
                    <a:pt x="1317745" y="129127"/>
                  </a:cubicBezTo>
                  <a:cubicBezTo>
                    <a:pt x="1317745" y="125602"/>
                    <a:pt x="1312487" y="122967"/>
                    <a:pt x="1308982" y="121215"/>
                  </a:cubicBezTo>
                  <a:cubicBezTo>
                    <a:pt x="1305490" y="119462"/>
                    <a:pt x="1298454" y="119462"/>
                    <a:pt x="1290593" y="116878"/>
                  </a:cubicBezTo>
                  <a:cubicBezTo>
                    <a:pt x="1282712" y="114217"/>
                    <a:pt x="1280953" y="108089"/>
                    <a:pt x="1280953" y="108089"/>
                  </a:cubicBezTo>
                  <a:lnTo>
                    <a:pt x="1272203" y="100222"/>
                  </a:lnTo>
                  <a:cubicBezTo>
                    <a:pt x="1272203" y="100222"/>
                    <a:pt x="1260817" y="90563"/>
                    <a:pt x="1257306" y="89731"/>
                  </a:cubicBezTo>
                  <a:cubicBezTo>
                    <a:pt x="1253813" y="88836"/>
                    <a:pt x="1247692" y="88836"/>
                    <a:pt x="1247692" y="88836"/>
                  </a:cubicBezTo>
                  <a:cubicBezTo>
                    <a:pt x="1247692" y="88836"/>
                    <a:pt x="1229309" y="91478"/>
                    <a:pt x="1230172" y="96697"/>
                  </a:cubicBezTo>
                  <a:lnTo>
                    <a:pt x="1243291" y="96697"/>
                  </a:lnTo>
                  <a:cubicBezTo>
                    <a:pt x="1248549" y="96697"/>
                    <a:pt x="1246816" y="98482"/>
                    <a:pt x="1247692" y="102863"/>
                  </a:cubicBezTo>
                  <a:cubicBezTo>
                    <a:pt x="1248549" y="107232"/>
                    <a:pt x="1237214" y="105498"/>
                    <a:pt x="1237214" y="105498"/>
                  </a:cubicBezTo>
                  <a:lnTo>
                    <a:pt x="1220546" y="105498"/>
                  </a:lnTo>
                  <a:lnTo>
                    <a:pt x="1213554" y="108089"/>
                  </a:lnTo>
                  <a:cubicBezTo>
                    <a:pt x="1213554" y="108089"/>
                    <a:pt x="1220546" y="113366"/>
                    <a:pt x="1224934" y="115112"/>
                  </a:cubicBezTo>
                  <a:cubicBezTo>
                    <a:pt x="1229309" y="116878"/>
                    <a:pt x="1225797" y="122967"/>
                    <a:pt x="1225797" y="122967"/>
                  </a:cubicBezTo>
                  <a:lnTo>
                    <a:pt x="1211795" y="122104"/>
                  </a:lnTo>
                  <a:lnTo>
                    <a:pt x="1202156" y="123850"/>
                  </a:lnTo>
                  <a:lnTo>
                    <a:pt x="1204785" y="135235"/>
                  </a:lnTo>
                  <a:lnTo>
                    <a:pt x="1196009" y="140506"/>
                  </a:lnTo>
                  <a:lnTo>
                    <a:pt x="1196009" y="150996"/>
                  </a:lnTo>
                  <a:lnTo>
                    <a:pt x="1207401" y="151885"/>
                  </a:lnTo>
                  <a:lnTo>
                    <a:pt x="1207401" y="163239"/>
                  </a:lnTo>
                  <a:lnTo>
                    <a:pt x="1221428" y="170268"/>
                  </a:lnTo>
                  <a:lnTo>
                    <a:pt x="1233690" y="168548"/>
                  </a:lnTo>
                  <a:lnTo>
                    <a:pt x="1245946" y="165023"/>
                  </a:lnTo>
                  <a:lnTo>
                    <a:pt x="1262564" y="164122"/>
                  </a:lnTo>
                  <a:lnTo>
                    <a:pt x="1270444" y="172897"/>
                  </a:lnTo>
                  <a:cubicBezTo>
                    <a:pt x="1270444" y="172897"/>
                    <a:pt x="1259065" y="177234"/>
                    <a:pt x="1255566" y="177234"/>
                  </a:cubicBezTo>
                  <a:lnTo>
                    <a:pt x="1240694" y="177234"/>
                  </a:lnTo>
                  <a:lnTo>
                    <a:pt x="1230172" y="182537"/>
                  </a:lnTo>
                  <a:lnTo>
                    <a:pt x="1245050" y="190398"/>
                  </a:lnTo>
                  <a:lnTo>
                    <a:pt x="1252943" y="202641"/>
                  </a:lnTo>
                  <a:lnTo>
                    <a:pt x="1278337" y="207898"/>
                  </a:lnTo>
                  <a:lnTo>
                    <a:pt x="1297597" y="205282"/>
                  </a:lnTo>
                  <a:lnTo>
                    <a:pt x="1315123" y="209664"/>
                  </a:lnTo>
                  <a:close/>
                  <a:moveTo>
                    <a:pt x="1313357" y="259581"/>
                  </a:moveTo>
                  <a:lnTo>
                    <a:pt x="1325638" y="272700"/>
                  </a:lnTo>
                  <a:lnTo>
                    <a:pt x="1341380" y="278841"/>
                  </a:lnTo>
                  <a:lnTo>
                    <a:pt x="1357991" y="273596"/>
                  </a:lnTo>
                  <a:cubicBezTo>
                    <a:pt x="1357991" y="273596"/>
                    <a:pt x="1357134" y="270071"/>
                    <a:pt x="1364145" y="272700"/>
                  </a:cubicBezTo>
                  <a:cubicBezTo>
                    <a:pt x="1371149" y="275342"/>
                    <a:pt x="1375517" y="276225"/>
                    <a:pt x="1379893" y="276225"/>
                  </a:cubicBezTo>
                  <a:cubicBezTo>
                    <a:pt x="1384293" y="276225"/>
                    <a:pt x="1391284" y="279698"/>
                    <a:pt x="1392161" y="276225"/>
                  </a:cubicBezTo>
                  <a:cubicBezTo>
                    <a:pt x="1393012" y="272700"/>
                    <a:pt x="1403534" y="270071"/>
                    <a:pt x="1403534" y="270071"/>
                  </a:cubicBezTo>
                  <a:cubicBezTo>
                    <a:pt x="1403534" y="270071"/>
                    <a:pt x="1410550" y="275342"/>
                    <a:pt x="1414030" y="275342"/>
                  </a:cubicBezTo>
                  <a:cubicBezTo>
                    <a:pt x="1417561" y="275342"/>
                    <a:pt x="1423682" y="277082"/>
                    <a:pt x="1427181" y="275342"/>
                  </a:cubicBezTo>
                  <a:cubicBezTo>
                    <a:pt x="1430686" y="273596"/>
                    <a:pt x="1428045" y="272700"/>
                    <a:pt x="1433328" y="272700"/>
                  </a:cubicBezTo>
                  <a:lnTo>
                    <a:pt x="1447330" y="272700"/>
                  </a:lnTo>
                  <a:cubicBezTo>
                    <a:pt x="1449044" y="277082"/>
                    <a:pt x="1443037" y="282467"/>
                    <a:pt x="1446460" y="283216"/>
                  </a:cubicBezTo>
                  <a:cubicBezTo>
                    <a:pt x="1458715" y="285826"/>
                    <a:pt x="1464837" y="282308"/>
                    <a:pt x="1464837" y="282308"/>
                  </a:cubicBezTo>
                  <a:lnTo>
                    <a:pt x="1475346" y="282308"/>
                  </a:lnTo>
                  <a:lnTo>
                    <a:pt x="1489348" y="277082"/>
                  </a:lnTo>
                  <a:cubicBezTo>
                    <a:pt x="1489348" y="277082"/>
                    <a:pt x="1490230" y="272700"/>
                    <a:pt x="1496352" y="272700"/>
                  </a:cubicBezTo>
                  <a:cubicBezTo>
                    <a:pt x="1502479" y="272700"/>
                    <a:pt x="1506854" y="263074"/>
                    <a:pt x="1506854" y="263074"/>
                  </a:cubicBezTo>
                  <a:lnTo>
                    <a:pt x="1503375" y="253434"/>
                  </a:lnTo>
                  <a:lnTo>
                    <a:pt x="1489348" y="259581"/>
                  </a:lnTo>
                  <a:lnTo>
                    <a:pt x="1484972" y="246443"/>
                  </a:lnTo>
                  <a:lnTo>
                    <a:pt x="1499850" y="243808"/>
                  </a:lnTo>
                  <a:lnTo>
                    <a:pt x="1504226" y="231552"/>
                  </a:lnTo>
                  <a:lnTo>
                    <a:pt x="1499000" y="220179"/>
                  </a:lnTo>
                  <a:lnTo>
                    <a:pt x="1509483" y="220179"/>
                  </a:lnTo>
                  <a:lnTo>
                    <a:pt x="1528749" y="221062"/>
                  </a:lnTo>
                  <a:cubicBezTo>
                    <a:pt x="1528749" y="221062"/>
                    <a:pt x="1534001" y="222789"/>
                    <a:pt x="1536642" y="219284"/>
                  </a:cubicBezTo>
                  <a:cubicBezTo>
                    <a:pt x="1539239" y="215785"/>
                    <a:pt x="1537538" y="207898"/>
                    <a:pt x="1537538" y="207898"/>
                  </a:cubicBezTo>
                  <a:cubicBezTo>
                    <a:pt x="1537538" y="207898"/>
                    <a:pt x="1520856" y="197408"/>
                    <a:pt x="1529632" y="197408"/>
                  </a:cubicBezTo>
                  <a:lnTo>
                    <a:pt x="1544504" y="197408"/>
                  </a:lnTo>
                  <a:cubicBezTo>
                    <a:pt x="1549755" y="197408"/>
                    <a:pt x="1554149" y="200018"/>
                    <a:pt x="1554149" y="195668"/>
                  </a:cubicBezTo>
                  <a:cubicBezTo>
                    <a:pt x="1554149" y="191281"/>
                    <a:pt x="1546244" y="184283"/>
                    <a:pt x="1546244" y="184283"/>
                  </a:cubicBezTo>
                  <a:cubicBezTo>
                    <a:pt x="1546244" y="184283"/>
                    <a:pt x="1536642" y="184283"/>
                    <a:pt x="1532242" y="180778"/>
                  </a:cubicBezTo>
                  <a:cubicBezTo>
                    <a:pt x="1527879" y="177234"/>
                    <a:pt x="1518227" y="178130"/>
                    <a:pt x="1518227" y="178130"/>
                  </a:cubicBezTo>
                  <a:lnTo>
                    <a:pt x="1506854" y="184283"/>
                  </a:lnTo>
                  <a:lnTo>
                    <a:pt x="1498104" y="189503"/>
                  </a:lnTo>
                  <a:lnTo>
                    <a:pt x="1494599" y="180778"/>
                  </a:lnTo>
                  <a:lnTo>
                    <a:pt x="1508626" y="177234"/>
                  </a:lnTo>
                  <a:cubicBezTo>
                    <a:pt x="1508626" y="177234"/>
                    <a:pt x="1505959" y="172015"/>
                    <a:pt x="1509483" y="171151"/>
                  </a:cubicBezTo>
                  <a:cubicBezTo>
                    <a:pt x="1512976" y="170268"/>
                    <a:pt x="1519986" y="165906"/>
                    <a:pt x="1519986" y="165906"/>
                  </a:cubicBezTo>
                  <a:lnTo>
                    <a:pt x="1533124" y="165906"/>
                  </a:lnTo>
                  <a:lnTo>
                    <a:pt x="1539239" y="172897"/>
                  </a:lnTo>
                  <a:lnTo>
                    <a:pt x="1556753" y="175488"/>
                  </a:lnTo>
                  <a:cubicBezTo>
                    <a:pt x="1556753" y="175488"/>
                    <a:pt x="1564659" y="176390"/>
                    <a:pt x="1568151" y="172897"/>
                  </a:cubicBezTo>
                  <a:cubicBezTo>
                    <a:pt x="1571631" y="169398"/>
                    <a:pt x="1581277" y="164122"/>
                    <a:pt x="1581277" y="164122"/>
                  </a:cubicBezTo>
                  <a:lnTo>
                    <a:pt x="1565509" y="152742"/>
                  </a:lnTo>
                  <a:lnTo>
                    <a:pt x="1583023" y="151885"/>
                  </a:lnTo>
                  <a:lnTo>
                    <a:pt x="1590046" y="159765"/>
                  </a:lnTo>
                  <a:lnTo>
                    <a:pt x="1604060" y="158889"/>
                  </a:lnTo>
                  <a:lnTo>
                    <a:pt x="1620666" y="153644"/>
                  </a:lnTo>
                  <a:lnTo>
                    <a:pt x="1613681" y="141370"/>
                  </a:lnTo>
                  <a:lnTo>
                    <a:pt x="1602301" y="137001"/>
                  </a:lnTo>
                  <a:lnTo>
                    <a:pt x="1622425" y="137001"/>
                  </a:lnTo>
                  <a:lnTo>
                    <a:pt x="1634680" y="137001"/>
                  </a:lnTo>
                  <a:lnTo>
                    <a:pt x="1641703" y="129127"/>
                  </a:lnTo>
                  <a:lnTo>
                    <a:pt x="1656588" y="124701"/>
                  </a:lnTo>
                  <a:lnTo>
                    <a:pt x="1671459" y="115112"/>
                  </a:lnTo>
                  <a:cubicBezTo>
                    <a:pt x="1671459" y="115112"/>
                    <a:pt x="1686350" y="109861"/>
                    <a:pt x="1690738" y="108946"/>
                  </a:cubicBezTo>
                  <a:cubicBezTo>
                    <a:pt x="1695113" y="108089"/>
                    <a:pt x="1706499" y="97580"/>
                    <a:pt x="1706499" y="97580"/>
                  </a:cubicBezTo>
                  <a:lnTo>
                    <a:pt x="1722253" y="96697"/>
                  </a:lnTo>
                  <a:lnTo>
                    <a:pt x="1730997" y="91478"/>
                  </a:lnTo>
                  <a:lnTo>
                    <a:pt x="1724005" y="82683"/>
                  </a:lnTo>
                  <a:cubicBezTo>
                    <a:pt x="1724005" y="82683"/>
                    <a:pt x="1716112" y="87071"/>
                    <a:pt x="1712633" y="87071"/>
                  </a:cubicBezTo>
                  <a:cubicBezTo>
                    <a:pt x="1709127" y="87071"/>
                    <a:pt x="1697736" y="94068"/>
                    <a:pt x="1694237" y="91478"/>
                  </a:cubicBezTo>
                  <a:cubicBezTo>
                    <a:pt x="1690738" y="88836"/>
                    <a:pt x="1693379" y="87960"/>
                    <a:pt x="1686350" y="87960"/>
                  </a:cubicBezTo>
                  <a:cubicBezTo>
                    <a:pt x="1679340" y="87960"/>
                    <a:pt x="1664468" y="88836"/>
                    <a:pt x="1664468" y="88836"/>
                  </a:cubicBezTo>
                  <a:lnTo>
                    <a:pt x="1667979" y="80962"/>
                  </a:lnTo>
                  <a:lnTo>
                    <a:pt x="1684616" y="77438"/>
                  </a:lnTo>
                  <a:lnTo>
                    <a:pt x="1703870" y="77438"/>
                  </a:lnTo>
                  <a:lnTo>
                    <a:pt x="1723136" y="77438"/>
                  </a:lnTo>
                  <a:cubicBezTo>
                    <a:pt x="1723136" y="77438"/>
                    <a:pt x="1734515" y="73101"/>
                    <a:pt x="1741506" y="73101"/>
                  </a:cubicBezTo>
                  <a:cubicBezTo>
                    <a:pt x="1748529" y="73101"/>
                    <a:pt x="1759045" y="67837"/>
                    <a:pt x="1759045" y="67837"/>
                  </a:cubicBezTo>
                  <a:lnTo>
                    <a:pt x="1778292" y="66941"/>
                  </a:lnTo>
                  <a:cubicBezTo>
                    <a:pt x="1778292" y="66941"/>
                    <a:pt x="1781803" y="60363"/>
                    <a:pt x="1783549" y="57315"/>
                  </a:cubicBezTo>
                  <a:cubicBezTo>
                    <a:pt x="1787042" y="51193"/>
                    <a:pt x="1780025" y="45059"/>
                    <a:pt x="1780025" y="45059"/>
                  </a:cubicBezTo>
                  <a:lnTo>
                    <a:pt x="1765166" y="48564"/>
                  </a:lnTo>
                  <a:lnTo>
                    <a:pt x="1752009" y="46824"/>
                  </a:lnTo>
                  <a:lnTo>
                    <a:pt x="1748529" y="38042"/>
                  </a:lnTo>
                  <a:lnTo>
                    <a:pt x="1730997" y="29305"/>
                  </a:lnTo>
                  <a:lnTo>
                    <a:pt x="1717871" y="32797"/>
                  </a:lnTo>
                  <a:lnTo>
                    <a:pt x="1699475" y="32797"/>
                  </a:lnTo>
                  <a:lnTo>
                    <a:pt x="1679340" y="38042"/>
                  </a:lnTo>
                  <a:lnTo>
                    <a:pt x="1680222" y="30162"/>
                  </a:lnTo>
                  <a:lnTo>
                    <a:pt x="1665338" y="29305"/>
                  </a:lnTo>
                  <a:cubicBezTo>
                    <a:pt x="1665338" y="29305"/>
                    <a:pt x="1653965" y="33680"/>
                    <a:pt x="1652200" y="30162"/>
                  </a:cubicBezTo>
                  <a:cubicBezTo>
                    <a:pt x="1650453" y="26650"/>
                    <a:pt x="1647825" y="24053"/>
                    <a:pt x="1647825" y="24053"/>
                  </a:cubicBezTo>
                  <a:lnTo>
                    <a:pt x="1634680" y="23171"/>
                  </a:lnTo>
                  <a:cubicBezTo>
                    <a:pt x="1625961" y="18770"/>
                    <a:pt x="1617198" y="18770"/>
                    <a:pt x="1617198" y="18770"/>
                  </a:cubicBezTo>
                  <a:cubicBezTo>
                    <a:pt x="1617198" y="18770"/>
                    <a:pt x="1618062" y="31940"/>
                    <a:pt x="1614570" y="31051"/>
                  </a:cubicBezTo>
                  <a:cubicBezTo>
                    <a:pt x="1611039" y="30162"/>
                    <a:pt x="1608423" y="34563"/>
                    <a:pt x="1604930" y="30162"/>
                  </a:cubicBezTo>
                  <a:cubicBezTo>
                    <a:pt x="1601406" y="25812"/>
                    <a:pt x="1603184" y="23171"/>
                    <a:pt x="1597050" y="23171"/>
                  </a:cubicBezTo>
                  <a:cubicBezTo>
                    <a:pt x="1590928" y="23171"/>
                    <a:pt x="1589170" y="24053"/>
                    <a:pt x="1585645" y="24053"/>
                  </a:cubicBezTo>
                  <a:cubicBezTo>
                    <a:pt x="1582140" y="24053"/>
                    <a:pt x="1583023" y="33680"/>
                    <a:pt x="1583023" y="33680"/>
                  </a:cubicBezTo>
                  <a:cubicBezTo>
                    <a:pt x="1577784" y="38042"/>
                    <a:pt x="1566405" y="32797"/>
                    <a:pt x="1566405" y="32797"/>
                  </a:cubicBezTo>
                  <a:cubicBezTo>
                    <a:pt x="1556753" y="23171"/>
                    <a:pt x="1550657" y="23171"/>
                    <a:pt x="1550657" y="23171"/>
                  </a:cubicBezTo>
                  <a:lnTo>
                    <a:pt x="1534001" y="22294"/>
                  </a:lnTo>
                  <a:cubicBezTo>
                    <a:pt x="1534001" y="22294"/>
                    <a:pt x="1521390" y="18135"/>
                    <a:pt x="1519986" y="22294"/>
                  </a:cubicBezTo>
                  <a:cubicBezTo>
                    <a:pt x="1517364" y="30162"/>
                    <a:pt x="1521739" y="38931"/>
                    <a:pt x="1521739" y="38931"/>
                  </a:cubicBezTo>
                  <a:lnTo>
                    <a:pt x="1513865" y="38931"/>
                  </a:lnTo>
                  <a:lnTo>
                    <a:pt x="1503375" y="32797"/>
                  </a:lnTo>
                  <a:cubicBezTo>
                    <a:pt x="1503375" y="32797"/>
                    <a:pt x="1500733" y="29305"/>
                    <a:pt x="1495482" y="29305"/>
                  </a:cubicBezTo>
                  <a:lnTo>
                    <a:pt x="1479715" y="29305"/>
                  </a:lnTo>
                  <a:lnTo>
                    <a:pt x="1478864" y="36302"/>
                  </a:lnTo>
                  <a:lnTo>
                    <a:pt x="1464837" y="36302"/>
                  </a:lnTo>
                  <a:cubicBezTo>
                    <a:pt x="1456937" y="33680"/>
                    <a:pt x="1442078" y="34563"/>
                    <a:pt x="1442078" y="34563"/>
                  </a:cubicBezTo>
                  <a:cubicBezTo>
                    <a:pt x="1436820" y="40678"/>
                    <a:pt x="1425435" y="41573"/>
                    <a:pt x="1425435" y="41573"/>
                  </a:cubicBezTo>
                  <a:lnTo>
                    <a:pt x="1417561" y="52057"/>
                  </a:lnTo>
                  <a:lnTo>
                    <a:pt x="1437671" y="52057"/>
                  </a:lnTo>
                  <a:cubicBezTo>
                    <a:pt x="1442935" y="57315"/>
                    <a:pt x="1463078" y="61696"/>
                    <a:pt x="1463078" y="61696"/>
                  </a:cubicBezTo>
                  <a:cubicBezTo>
                    <a:pt x="1463078" y="61696"/>
                    <a:pt x="1467453" y="58191"/>
                    <a:pt x="1469224" y="62610"/>
                  </a:cubicBezTo>
                  <a:cubicBezTo>
                    <a:pt x="1470958" y="66941"/>
                    <a:pt x="1474463" y="73101"/>
                    <a:pt x="1474463" y="73101"/>
                  </a:cubicBezTo>
                  <a:cubicBezTo>
                    <a:pt x="1474463" y="73101"/>
                    <a:pt x="1460461" y="74822"/>
                    <a:pt x="1456937" y="71310"/>
                  </a:cubicBezTo>
                  <a:cubicBezTo>
                    <a:pt x="1453451" y="67837"/>
                    <a:pt x="1449044" y="63449"/>
                    <a:pt x="1444701" y="63449"/>
                  </a:cubicBezTo>
                  <a:lnTo>
                    <a:pt x="1425435" y="63449"/>
                  </a:lnTo>
                  <a:cubicBezTo>
                    <a:pt x="1425435" y="63449"/>
                    <a:pt x="1414906" y="62610"/>
                    <a:pt x="1412309" y="59061"/>
                  </a:cubicBezTo>
                  <a:cubicBezTo>
                    <a:pt x="1409668" y="55562"/>
                    <a:pt x="1407928" y="48564"/>
                    <a:pt x="1403534" y="49415"/>
                  </a:cubicBezTo>
                  <a:cubicBezTo>
                    <a:pt x="1399165" y="50317"/>
                    <a:pt x="1389519" y="51193"/>
                    <a:pt x="1389519" y="51193"/>
                  </a:cubicBezTo>
                  <a:lnTo>
                    <a:pt x="1379004" y="45059"/>
                  </a:lnTo>
                  <a:cubicBezTo>
                    <a:pt x="1379004" y="45059"/>
                    <a:pt x="1375517" y="44183"/>
                    <a:pt x="1371149" y="45059"/>
                  </a:cubicBezTo>
                  <a:lnTo>
                    <a:pt x="1362373" y="46824"/>
                  </a:lnTo>
                  <a:lnTo>
                    <a:pt x="1360627" y="54705"/>
                  </a:lnTo>
                  <a:cubicBezTo>
                    <a:pt x="1360627" y="54705"/>
                    <a:pt x="1364145" y="64325"/>
                    <a:pt x="1360627" y="64325"/>
                  </a:cubicBezTo>
                  <a:lnTo>
                    <a:pt x="1348403" y="64325"/>
                  </a:lnTo>
                  <a:lnTo>
                    <a:pt x="1333487" y="59950"/>
                  </a:lnTo>
                  <a:lnTo>
                    <a:pt x="1325638" y="59950"/>
                  </a:lnTo>
                  <a:lnTo>
                    <a:pt x="1317745" y="66941"/>
                  </a:lnTo>
                  <a:cubicBezTo>
                    <a:pt x="1317745" y="66941"/>
                    <a:pt x="1313357" y="70440"/>
                    <a:pt x="1309846" y="70440"/>
                  </a:cubicBezTo>
                  <a:lnTo>
                    <a:pt x="1301089" y="70440"/>
                  </a:lnTo>
                  <a:lnTo>
                    <a:pt x="1291488" y="70440"/>
                  </a:lnTo>
                  <a:lnTo>
                    <a:pt x="1289723" y="77438"/>
                  </a:lnTo>
                  <a:lnTo>
                    <a:pt x="1272203" y="76593"/>
                  </a:lnTo>
                  <a:lnTo>
                    <a:pt x="1271314" y="84454"/>
                  </a:lnTo>
                  <a:lnTo>
                    <a:pt x="1282712" y="86207"/>
                  </a:lnTo>
                  <a:lnTo>
                    <a:pt x="1288859" y="87960"/>
                  </a:lnTo>
                  <a:lnTo>
                    <a:pt x="1287976" y="98482"/>
                  </a:lnTo>
                  <a:lnTo>
                    <a:pt x="1301978" y="101085"/>
                  </a:lnTo>
                  <a:cubicBezTo>
                    <a:pt x="1301978" y="101085"/>
                    <a:pt x="1306341" y="110724"/>
                    <a:pt x="1309846" y="110724"/>
                  </a:cubicBezTo>
                  <a:cubicBezTo>
                    <a:pt x="1313357" y="110724"/>
                    <a:pt x="1324743" y="111601"/>
                    <a:pt x="1324743" y="111601"/>
                  </a:cubicBezTo>
                  <a:cubicBezTo>
                    <a:pt x="1324743" y="111601"/>
                    <a:pt x="1331747" y="114217"/>
                    <a:pt x="1337875" y="115982"/>
                  </a:cubicBezTo>
                  <a:cubicBezTo>
                    <a:pt x="1344009" y="117741"/>
                    <a:pt x="1352759" y="117741"/>
                    <a:pt x="1352759" y="117741"/>
                  </a:cubicBezTo>
                  <a:lnTo>
                    <a:pt x="1361535" y="107232"/>
                  </a:lnTo>
                  <a:lnTo>
                    <a:pt x="1366786" y="101085"/>
                  </a:lnTo>
                  <a:lnTo>
                    <a:pt x="1384293" y="99358"/>
                  </a:lnTo>
                  <a:lnTo>
                    <a:pt x="1372908" y="107232"/>
                  </a:lnTo>
                  <a:lnTo>
                    <a:pt x="1365015" y="117741"/>
                  </a:lnTo>
                  <a:lnTo>
                    <a:pt x="1366786" y="128244"/>
                  </a:lnTo>
                  <a:lnTo>
                    <a:pt x="1392161" y="127342"/>
                  </a:lnTo>
                  <a:cubicBezTo>
                    <a:pt x="1392161" y="127342"/>
                    <a:pt x="1411427" y="132619"/>
                    <a:pt x="1413167" y="127342"/>
                  </a:cubicBezTo>
                  <a:cubicBezTo>
                    <a:pt x="1414906" y="122104"/>
                    <a:pt x="1421047" y="116878"/>
                    <a:pt x="1421047" y="116878"/>
                  </a:cubicBezTo>
                  <a:lnTo>
                    <a:pt x="1437671" y="118624"/>
                  </a:lnTo>
                  <a:lnTo>
                    <a:pt x="1459579" y="118624"/>
                  </a:lnTo>
                  <a:lnTo>
                    <a:pt x="1472730" y="109861"/>
                  </a:lnTo>
                  <a:lnTo>
                    <a:pt x="1481480" y="101980"/>
                  </a:lnTo>
                  <a:lnTo>
                    <a:pt x="1483207" y="95840"/>
                  </a:lnTo>
                  <a:cubicBezTo>
                    <a:pt x="1483207" y="95840"/>
                    <a:pt x="1490230" y="96697"/>
                    <a:pt x="1494599" y="95840"/>
                  </a:cubicBezTo>
                  <a:cubicBezTo>
                    <a:pt x="1499000" y="94983"/>
                    <a:pt x="1510366" y="89731"/>
                    <a:pt x="1510366" y="89731"/>
                  </a:cubicBezTo>
                  <a:lnTo>
                    <a:pt x="1525238" y="91478"/>
                  </a:lnTo>
                  <a:lnTo>
                    <a:pt x="1514735" y="92341"/>
                  </a:lnTo>
                  <a:lnTo>
                    <a:pt x="1501590" y="99358"/>
                  </a:lnTo>
                  <a:cubicBezTo>
                    <a:pt x="1493716" y="104590"/>
                    <a:pt x="1486731" y="108946"/>
                    <a:pt x="1486731" y="108946"/>
                  </a:cubicBezTo>
                  <a:lnTo>
                    <a:pt x="1505959" y="108089"/>
                  </a:lnTo>
                  <a:lnTo>
                    <a:pt x="1514735" y="109861"/>
                  </a:lnTo>
                  <a:lnTo>
                    <a:pt x="1522615" y="110724"/>
                  </a:lnTo>
                  <a:lnTo>
                    <a:pt x="1517364" y="117741"/>
                  </a:lnTo>
                  <a:lnTo>
                    <a:pt x="1498104" y="117741"/>
                  </a:lnTo>
                  <a:lnTo>
                    <a:pt x="1482356" y="118624"/>
                  </a:lnTo>
                  <a:lnTo>
                    <a:pt x="1472730" y="122104"/>
                  </a:lnTo>
                  <a:lnTo>
                    <a:pt x="1463941" y="122967"/>
                  </a:lnTo>
                  <a:cubicBezTo>
                    <a:pt x="1456937" y="126491"/>
                    <a:pt x="1443818" y="128244"/>
                    <a:pt x="1443818" y="128244"/>
                  </a:cubicBezTo>
                  <a:lnTo>
                    <a:pt x="1433328" y="128244"/>
                  </a:lnTo>
                  <a:lnTo>
                    <a:pt x="1422819" y="129984"/>
                  </a:lnTo>
                  <a:lnTo>
                    <a:pt x="1422819" y="138760"/>
                  </a:lnTo>
                  <a:lnTo>
                    <a:pt x="1434191" y="140506"/>
                  </a:lnTo>
                  <a:lnTo>
                    <a:pt x="1442078" y="145726"/>
                  </a:lnTo>
                  <a:lnTo>
                    <a:pt x="1446460" y="154495"/>
                  </a:lnTo>
                  <a:lnTo>
                    <a:pt x="1470088" y="158013"/>
                  </a:lnTo>
                  <a:lnTo>
                    <a:pt x="1459579" y="159765"/>
                  </a:lnTo>
                  <a:lnTo>
                    <a:pt x="1445564" y="158889"/>
                  </a:lnTo>
                  <a:cubicBezTo>
                    <a:pt x="1445564" y="158889"/>
                    <a:pt x="1433328" y="150113"/>
                    <a:pt x="1428908" y="148367"/>
                  </a:cubicBezTo>
                  <a:cubicBezTo>
                    <a:pt x="1424539" y="146621"/>
                    <a:pt x="1409668" y="136118"/>
                    <a:pt x="1406175" y="136118"/>
                  </a:cubicBezTo>
                  <a:cubicBezTo>
                    <a:pt x="1402657" y="136118"/>
                    <a:pt x="1388643" y="135235"/>
                    <a:pt x="1388643" y="135235"/>
                  </a:cubicBezTo>
                  <a:lnTo>
                    <a:pt x="1362373" y="132619"/>
                  </a:lnTo>
                  <a:lnTo>
                    <a:pt x="1360627" y="142233"/>
                  </a:lnTo>
                  <a:lnTo>
                    <a:pt x="1370279" y="150113"/>
                  </a:lnTo>
                  <a:lnTo>
                    <a:pt x="1383398" y="160610"/>
                  </a:lnTo>
                  <a:lnTo>
                    <a:pt x="1406175" y="174644"/>
                  </a:lnTo>
                  <a:lnTo>
                    <a:pt x="1421047" y="180778"/>
                  </a:lnTo>
                  <a:lnTo>
                    <a:pt x="1444701" y="182537"/>
                  </a:lnTo>
                  <a:cubicBezTo>
                    <a:pt x="1444701" y="182537"/>
                    <a:pt x="1442078" y="188633"/>
                    <a:pt x="1438567" y="188633"/>
                  </a:cubicBezTo>
                  <a:cubicBezTo>
                    <a:pt x="1435074" y="188633"/>
                    <a:pt x="1429823" y="187775"/>
                    <a:pt x="1429823" y="192163"/>
                  </a:cubicBezTo>
                  <a:lnTo>
                    <a:pt x="1429823" y="202641"/>
                  </a:lnTo>
                  <a:lnTo>
                    <a:pt x="1407928" y="187775"/>
                  </a:lnTo>
                  <a:lnTo>
                    <a:pt x="1393012" y="185146"/>
                  </a:lnTo>
                  <a:lnTo>
                    <a:pt x="1374654" y="186893"/>
                  </a:lnTo>
                  <a:lnTo>
                    <a:pt x="1361535" y="189503"/>
                  </a:lnTo>
                  <a:lnTo>
                    <a:pt x="1348403" y="195668"/>
                  </a:lnTo>
                  <a:lnTo>
                    <a:pt x="1348403" y="205282"/>
                  </a:lnTo>
                  <a:lnTo>
                    <a:pt x="1349241" y="212286"/>
                  </a:lnTo>
                  <a:lnTo>
                    <a:pt x="1362373" y="214928"/>
                  </a:lnTo>
                  <a:lnTo>
                    <a:pt x="1381658" y="214928"/>
                  </a:lnTo>
                  <a:lnTo>
                    <a:pt x="1397412" y="213163"/>
                  </a:lnTo>
                  <a:lnTo>
                    <a:pt x="1382534" y="221062"/>
                  </a:lnTo>
                  <a:lnTo>
                    <a:pt x="1386909" y="230670"/>
                  </a:lnTo>
                  <a:lnTo>
                    <a:pt x="1400048" y="232422"/>
                  </a:lnTo>
                  <a:cubicBezTo>
                    <a:pt x="1400048" y="232422"/>
                    <a:pt x="1405286" y="231552"/>
                    <a:pt x="1409668" y="229806"/>
                  </a:cubicBezTo>
                  <a:cubicBezTo>
                    <a:pt x="1414030" y="228060"/>
                    <a:pt x="1428045" y="217570"/>
                    <a:pt x="1428045" y="217570"/>
                  </a:cubicBezTo>
                  <a:lnTo>
                    <a:pt x="1422819" y="228917"/>
                  </a:lnTo>
                  <a:lnTo>
                    <a:pt x="1408804" y="238556"/>
                  </a:lnTo>
                  <a:lnTo>
                    <a:pt x="1393012" y="239439"/>
                  </a:lnTo>
                  <a:lnTo>
                    <a:pt x="1368539" y="231552"/>
                  </a:lnTo>
                  <a:cubicBezTo>
                    <a:pt x="1368539" y="231552"/>
                    <a:pt x="1357134" y="222789"/>
                    <a:pt x="1350117" y="222789"/>
                  </a:cubicBezTo>
                  <a:cubicBezTo>
                    <a:pt x="1343132" y="222789"/>
                    <a:pt x="1329982" y="223685"/>
                    <a:pt x="1329982" y="223685"/>
                  </a:cubicBezTo>
                  <a:lnTo>
                    <a:pt x="1334357" y="233311"/>
                  </a:lnTo>
                  <a:cubicBezTo>
                    <a:pt x="1334357" y="233311"/>
                    <a:pt x="1340516" y="247307"/>
                    <a:pt x="1336998" y="247307"/>
                  </a:cubicBezTo>
                  <a:cubicBezTo>
                    <a:pt x="1333487" y="247307"/>
                    <a:pt x="1320368" y="249942"/>
                    <a:pt x="1320368" y="249942"/>
                  </a:cubicBezTo>
                  <a:close/>
                  <a:moveTo>
                    <a:pt x="2268835" y="530332"/>
                  </a:moveTo>
                  <a:cubicBezTo>
                    <a:pt x="2269248" y="530186"/>
                    <a:pt x="2269636" y="530332"/>
                    <a:pt x="2270169" y="530332"/>
                  </a:cubicBezTo>
                  <a:cubicBezTo>
                    <a:pt x="2271356" y="530332"/>
                    <a:pt x="2272106" y="530371"/>
                    <a:pt x="2273192" y="530777"/>
                  </a:cubicBezTo>
                  <a:cubicBezTo>
                    <a:pt x="2273528" y="530891"/>
                    <a:pt x="2273744" y="531088"/>
                    <a:pt x="2274074" y="531228"/>
                  </a:cubicBezTo>
                  <a:cubicBezTo>
                    <a:pt x="2274411" y="531317"/>
                    <a:pt x="2274627" y="531533"/>
                    <a:pt x="2274931" y="531660"/>
                  </a:cubicBezTo>
                  <a:cubicBezTo>
                    <a:pt x="2275211" y="531742"/>
                    <a:pt x="2275547" y="531742"/>
                    <a:pt x="2275846" y="531863"/>
                  </a:cubicBezTo>
                  <a:cubicBezTo>
                    <a:pt x="2276602" y="532193"/>
                    <a:pt x="2276875" y="532739"/>
                    <a:pt x="2277586" y="533196"/>
                  </a:cubicBezTo>
                  <a:cubicBezTo>
                    <a:pt x="2277903" y="533355"/>
                    <a:pt x="2278202" y="533463"/>
                    <a:pt x="2278462" y="533622"/>
                  </a:cubicBezTo>
                  <a:cubicBezTo>
                    <a:pt x="2279288" y="534155"/>
                    <a:pt x="2279453" y="534936"/>
                    <a:pt x="2280196" y="535565"/>
                  </a:cubicBezTo>
                  <a:cubicBezTo>
                    <a:pt x="2280532" y="535870"/>
                    <a:pt x="2280932" y="536047"/>
                    <a:pt x="2281320" y="536232"/>
                  </a:cubicBezTo>
                  <a:cubicBezTo>
                    <a:pt x="2282640" y="536447"/>
                    <a:pt x="2283917" y="537127"/>
                    <a:pt x="2285238" y="537127"/>
                  </a:cubicBezTo>
                  <a:cubicBezTo>
                    <a:pt x="2287879" y="537127"/>
                    <a:pt x="2289848" y="536447"/>
                    <a:pt x="2292248" y="537127"/>
                  </a:cubicBezTo>
                  <a:cubicBezTo>
                    <a:pt x="2295080" y="537768"/>
                    <a:pt x="2296623" y="540194"/>
                    <a:pt x="2299265" y="541515"/>
                  </a:cubicBezTo>
                  <a:cubicBezTo>
                    <a:pt x="2302319" y="543051"/>
                    <a:pt x="2304942" y="542397"/>
                    <a:pt x="2308440" y="542397"/>
                  </a:cubicBezTo>
                  <a:cubicBezTo>
                    <a:pt x="2310657" y="542397"/>
                    <a:pt x="2311965" y="542613"/>
                    <a:pt x="2314136" y="542397"/>
                  </a:cubicBezTo>
                  <a:cubicBezTo>
                    <a:pt x="2315654" y="542397"/>
                    <a:pt x="2316321" y="541070"/>
                    <a:pt x="2317635" y="540638"/>
                  </a:cubicBezTo>
                  <a:cubicBezTo>
                    <a:pt x="2320893" y="539521"/>
                    <a:pt x="2322899" y="538200"/>
                    <a:pt x="2325509" y="536232"/>
                  </a:cubicBezTo>
                  <a:cubicBezTo>
                    <a:pt x="2327268" y="534936"/>
                    <a:pt x="2328576" y="534276"/>
                    <a:pt x="2329897" y="532739"/>
                  </a:cubicBezTo>
                  <a:cubicBezTo>
                    <a:pt x="2330989" y="531425"/>
                    <a:pt x="2330989" y="529475"/>
                    <a:pt x="2332507" y="528383"/>
                  </a:cubicBezTo>
                  <a:cubicBezTo>
                    <a:pt x="2334926" y="526605"/>
                    <a:pt x="2336679" y="525303"/>
                    <a:pt x="2339536" y="524878"/>
                  </a:cubicBezTo>
                  <a:cubicBezTo>
                    <a:pt x="2341937" y="524446"/>
                    <a:pt x="2344134" y="525062"/>
                    <a:pt x="2346553" y="524878"/>
                  </a:cubicBezTo>
                  <a:cubicBezTo>
                    <a:pt x="2347620" y="524878"/>
                    <a:pt x="2348934" y="524224"/>
                    <a:pt x="2350033" y="524014"/>
                  </a:cubicBezTo>
                  <a:cubicBezTo>
                    <a:pt x="2351563" y="523741"/>
                    <a:pt x="2352884" y="522433"/>
                    <a:pt x="2354402" y="522268"/>
                  </a:cubicBezTo>
                  <a:cubicBezTo>
                    <a:pt x="2355951" y="522027"/>
                    <a:pt x="2357259" y="522674"/>
                    <a:pt x="2358796" y="522268"/>
                  </a:cubicBezTo>
                  <a:cubicBezTo>
                    <a:pt x="2360129" y="521811"/>
                    <a:pt x="2360980" y="520706"/>
                    <a:pt x="2362276" y="520490"/>
                  </a:cubicBezTo>
                  <a:cubicBezTo>
                    <a:pt x="2363597" y="520306"/>
                    <a:pt x="2364498" y="519169"/>
                    <a:pt x="2365775" y="518744"/>
                  </a:cubicBezTo>
                  <a:cubicBezTo>
                    <a:pt x="2366899" y="518521"/>
                    <a:pt x="2368219" y="519169"/>
                    <a:pt x="2369286" y="518744"/>
                  </a:cubicBezTo>
                  <a:cubicBezTo>
                    <a:pt x="2370829" y="518306"/>
                    <a:pt x="2371471" y="516769"/>
                    <a:pt x="2372791" y="516102"/>
                  </a:cubicBezTo>
                  <a:cubicBezTo>
                    <a:pt x="2374112" y="515448"/>
                    <a:pt x="2375211" y="515023"/>
                    <a:pt x="2376303" y="514356"/>
                  </a:cubicBezTo>
                  <a:cubicBezTo>
                    <a:pt x="2377624" y="513492"/>
                    <a:pt x="2378049" y="511936"/>
                    <a:pt x="2378932" y="510851"/>
                  </a:cubicBezTo>
                  <a:cubicBezTo>
                    <a:pt x="2380221" y="509320"/>
                    <a:pt x="2381357" y="508228"/>
                    <a:pt x="2382443" y="506475"/>
                  </a:cubicBezTo>
                  <a:cubicBezTo>
                    <a:pt x="2383529" y="504729"/>
                    <a:pt x="2384590" y="502970"/>
                    <a:pt x="2385929" y="501224"/>
                  </a:cubicBezTo>
                  <a:cubicBezTo>
                    <a:pt x="2387688" y="498805"/>
                    <a:pt x="2389873" y="496862"/>
                    <a:pt x="2393168" y="496862"/>
                  </a:cubicBezTo>
                  <a:lnTo>
                    <a:pt x="2411114" y="496862"/>
                  </a:lnTo>
                  <a:cubicBezTo>
                    <a:pt x="2414174" y="496862"/>
                    <a:pt x="2415921" y="494899"/>
                    <a:pt x="2418321" y="493344"/>
                  </a:cubicBezTo>
                  <a:cubicBezTo>
                    <a:pt x="2419864" y="492455"/>
                    <a:pt x="2420524" y="490969"/>
                    <a:pt x="2421839" y="489838"/>
                  </a:cubicBezTo>
                  <a:cubicBezTo>
                    <a:pt x="2423350" y="488518"/>
                    <a:pt x="2425103" y="488099"/>
                    <a:pt x="2426214" y="486371"/>
                  </a:cubicBezTo>
                  <a:cubicBezTo>
                    <a:pt x="2426842" y="485247"/>
                    <a:pt x="2425788" y="483952"/>
                    <a:pt x="2426214" y="482847"/>
                  </a:cubicBezTo>
                  <a:lnTo>
                    <a:pt x="2422690" y="481082"/>
                  </a:lnTo>
                  <a:cubicBezTo>
                    <a:pt x="2420080" y="483057"/>
                    <a:pt x="2418105" y="484149"/>
                    <a:pt x="2415717" y="486371"/>
                  </a:cubicBezTo>
                  <a:cubicBezTo>
                    <a:pt x="2414835" y="486981"/>
                    <a:pt x="2415717" y="489178"/>
                    <a:pt x="2414835" y="489838"/>
                  </a:cubicBezTo>
                  <a:cubicBezTo>
                    <a:pt x="2413279" y="491140"/>
                    <a:pt x="2411329" y="490740"/>
                    <a:pt x="2409145" y="490740"/>
                  </a:cubicBezTo>
                  <a:lnTo>
                    <a:pt x="2406929" y="490740"/>
                  </a:lnTo>
                  <a:cubicBezTo>
                    <a:pt x="2403887" y="490486"/>
                    <a:pt x="2401258" y="489838"/>
                    <a:pt x="2399061" y="488099"/>
                  </a:cubicBezTo>
                  <a:cubicBezTo>
                    <a:pt x="2396877" y="486371"/>
                    <a:pt x="2397328" y="482612"/>
                    <a:pt x="2394673" y="481082"/>
                  </a:cubicBezTo>
                  <a:cubicBezTo>
                    <a:pt x="2393607" y="480447"/>
                    <a:pt x="2392260" y="481082"/>
                    <a:pt x="2391181" y="481082"/>
                  </a:cubicBezTo>
                  <a:lnTo>
                    <a:pt x="2387688" y="481082"/>
                  </a:lnTo>
                  <a:cubicBezTo>
                    <a:pt x="2381783" y="481082"/>
                    <a:pt x="2378271" y="481082"/>
                    <a:pt x="2372791" y="479323"/>
                  </a:cubicBezTo>
                  <a:cubicBezTo>
                    <a:pt x="2371699" y="479126"/>
                    <a:pt x="2370391" y="478682"/>
                    <a:pt x="2369286" y="478459"/>
                  </a:cubicBezTo>
                  <a:cubicBezTo>
                    <a:pt x="2367768" y="478034"/>
                    <a:pt x="2367102" y="476935"/>
                    <a:pt x="2365775" y="475818"/>
                  </a:cubicBezTo>
                  <a:cubicBezTo>
                    <a:pt x="2364498" y="474738"/>
                    <a:pt x="2362949" y="474535"/>
                    <a:pt x="2362276" y="473221"/>
                  </a:cubicBezTo>
                  <a:cubicBezTo>
                    <a:pt x="2361615" y="471900"/>
                    <a:pt x="2361418" y="470585"/>
                    <a:pt x="2361418" y="469055"/>
                  </a:cubicBezTo>
                  <a:lnTo>
                    <a:pt x="2361418" y="461835"/>
                  </a:lnTo>
                  <a:cubicBezTo>
                    <a:pt x="2363819" y="461625"/>
                    <a:pt x="2365127" y="460965"/>
                    <a:pt x="2367527" y="460965"/>
                  </a:cubicBezTo>
                  <a:cubicBezTo>
                    <a:pt x="2371699" y="460724"/>
                    <a:pt x="2373890" y="461403"/>
                    <a:pt x="2378049" y="460965"/>
                  </a:cubicBezTo>
                  <a:cubicBezTo>
                    <a:pt x="2379351" y="460965"/>
                    <a:pt x="2380475" y="460082"/>
                    <a:pt x="2381542" y="460082"/>
                  </a:cubicBezTo>
                  <a:cubicBezTo>
                    <a:pt x="2384393" y="459644"/>
                    <a:pt x="2386596" y="459416"/>
                    <a:pt x="2389422" y="458317"/>
                  </a:cubicBezTo>
                  <a:cubicBezTo>
                    <a:pt x="2392502" y="457206"/>
                    <a:pt x="2393607" y="453929"/>
                    <a:pt x="2395556" y="451307"/>
                  </a:cubicBezTo>
                  <a:cubicBezTo>
                    <a:pt x="2396661" y="451745"/>
                    <a:pt x="2398210" y="451745"/>
                    <a:pt x="2399061" y="452196"/>
                  </a:cubicBezTo>
                  <a:cubicBezTo>
                    <a:pt x="2400388" y="453059"/>
                    <a:pt x="2400820" y="454380"/>
                    <a:pt x="2401703" y="455675"/>
                  </a:cubicBezTo>
                  <a:cubicBezTo>
                    <a:pt x="2403449" y="458533"/>
                    <a:pt x="2401036" y="461162"/>
                    <a:pt x="2401703" y="464445"/>
                  </a:cubicBezTo>
                  <a:cubicBezTo>
                    <a:pt x="2401906" y="465759"/>
                    <a:pt x="2402801" y="466642"/>
                    <a:pt x="2403449" y="467950"/>
                  </a:cubicBezTo>
                  <a:cubicBezTo>
                    <a:pt x="2404109" y="469271"/>
                    <a:pt x="2404560" y="470363"/>
                    <a:pt x="2405208" y="471462"/>
                  </a:cubicBezTo>
                  <a:cubicBezTo>
                    <a:pt x="2406929" y="474084"/>
                    <a:pt x="2409799" y="474973"/>
                    <a:pt x="2413095" y="474973"/>
                  </a:cubicBezTo>
                  <a:cubicBezTo>
                    <a:pt x="2415063" y="474973"/>
                    <a:pt x="2416352" y="473856"/>
                    <a:pt x="2417451" y="472332"/>
                  </a:cubicBezTo>
                  <a:cubicBezTo>
                    <a:pt x="2417895" y="471462"/>
                    <a:pt x="2417895" y="469715"/>
                    <a:pt x="2418321" y="468820"/>
                  </a:cubicBezTo>
                  <a:cubicBezTo>
                    <a:pt x="2420080" y="466432"/>
                    <a:pt x="2422493" y="465124"/>
                    <a:pt x="2425331" y="464445"/>
                  </a:cubicBezTo>
                  <a:cubicBezTo>
                    <a:pt x="2427731" y="464007"/>
                    <a:pt x="2429706" y="464445"/>
                    <a:pt x="2432335" y="464445"/>
                  </a:cubicBezTo>
                  <a:cubicBezTo>
                    <a:pt x="2435383" y="464445"/>
                    <a:pt x="2437149" y="464686"/>
                    <a:pt x="2440216" y="464445"/>
                  </a:cubicBezTo>
                  <a:cubicBezTo>
                    <a:pt x="2441759" y="464445"/>
                    <a:pt x="2442425" y="462934"/>
                    <a:pt x="2443721" y="462686"/>
                  </a:cubicBezTo>
                  <a:cubicBezTo>
                    <a:pt x="2443270" y="460082"/>
                    <a:pt x="2443067" y="458114"/>
                    <a:pt x="2442838" y="455675"/>
                  </a:cubicBezTo>
                  <a:cubicBezTo>
                    <a:pt x="2442425" y="452627"/>
                    <a:pt x="2440857" y="450678"/>
                    <a:pt x="2439346" y="447814"/>
                  </a:cubicBezTo>
                  <a:cubicBezTo>
                    <a:pt x="2438692" y="446252"/>
                    <a:pt x="2438241" y="444538"/>
                    <a:pt x="2436704" y="443458"/>
                  </a:cubicBezTo>
                  <a:cubicBezTo>
                    <a:pt x="2434304" y="441667"/>
                    <a:pt x="2432132" y="441471"/>
                    <a:pt x="2429706" y="439921"/>
                  </a:cubicBezTo>
                  <a:cubicBezTo>
                    <a:pt x="2427097" y="438188"/>
                    <a:pt x="2424677" y="436651"/>
                    <a:pt x="2423585" y="433819"/>
                  </a:cubicBezTo>
                  <a:cubicBezTo>
                    <a:pt x="2422690" y="431399"/>
                    <a:pt x="2424455" y="429215"/>
                    <a:pt x="2423585" y="426802"/>
                  </a:cubicBezTo>
                  <a:cubicBezTo>
                    <a:pt x="2423159" y="425488"/>
                    <a:pt x="2420734" y="426364"/>
                    <a:pt x="2420080" y="425043"/>
                  </a:cubicBezTo>
                  <a:cubicBezTo>
                    <a:pt x="2419654" y="423957"/>
                    <a:pt x="2419654" y="422636"/>
                    <a:pt x="2419184" y="421551"/>
                  </a:cubicBezTo>
                  <a:cubicBezTo>
                    <a:pt x="2418753" y="420427"/>
                    <a:pt x="2419654" y="418947"/>
                    <a:pt x="2419184" y="418033"/>
                  </a:cubicBezTo>
                  <a:cubicBezTo>
                    <a:pt x="2418556" y="416953"/>
                    <a:pt x="2416784" y="416953"/>
                    <a:pt x="2415717" y="416286"/>
                  </a:cubicBezTo>
                  <a:cubicBezTo>
                    <a:pt x="2413533" y="414959"/>
                    <a:pt x="2411329" y="414781"/>
                    <a:pt x="2408701" y="413645"/>
                  </a:cubicBezTo>
                  <a:cubicBezTo>
                    <a:pt x="2407196" y="413016"/>
                    <a:pt x="2406510" y="411676"/>
                    <a:pt x="2405208" y="411035"/>
                  </a:cubicBezTo>
                  <a:cubicBezTo>
                    <a:pt x="2406510" y="409955"/>
                    <a:pt x="2406510" y="408425"/>
                    <a:pt x="2407812" y="407530"/>
                  </a:cubicBezTo>
                  <a:cubicBezTo>
                    <a:pt x="2408701" y="407098"/>
                    <a:pt x="2410225" y="407098"/>
                    <a:pt x="2411329" y="406679"/>
                  </a:cubicBezTo>
                  <a:cubicBezTo>
                    <a:pt x="2413939" y="408222"/>
                    <a:pt x="2415063" y="411035"/>
                    <a:pt x="2417451" y="412813"/>
                  </a:cubicBezTo>
                  <a:cubicBezTo>
                    <a:pt x="2418556" y="413480"/>
                    <a:pt x="2417895" y="415658"/>
                    <a:pt x="2419184" y="416286"/>
                  </a:cubicBezTo>
                  <a:cubicBezTo>
                    <a:pt x="2420524" y="416953"/>
                    <a:pt x="2421839" y="416286"/>
                    <a:pt x="2423350" y="416286"/>
                  </a:cubicBezTo>
                  <a:lnTo>
                    <a:pt x="2427097" y="416286"/>
                  </a:lnTo>
                  <a:cubicBezTo>
                    <a:pt x="2428398" y="416286"/>
                    <a:pt x="2429275" y="415442"/>
                    <a:pt x="2430589" y="415442"/>
                  </a:cubicBezTo>
                  <a:cubicBezTo>
                    <a:pt x="2431897" y="415442"/>
                    <a:pt x="2432773" y="415867"/>
                    <a:pt x="2434075" y="415867"/>
                  </a:cubicBezTo>
                  <a:cubicBezTo>
                    <a:pt x="2434736" y="410597"/>
                    <a:pt x="2434736" y="407530"/>
                    <a:pt x="2434958" y="402291"/>
                  </a:cubicBezTo>
                  <a:lnTo>
                    <a:pt x="2434958" y="398786"/>
                  </a:lnTo>
                  <a:cubicBezTo>
                    <a:pt x="2434958" y="397706"/>
                    <a:pt x="2435625" y="396373"/>
                    <a:pt x="2435840" y="395293"/>
                  </a:cubicBezTo>
                  <a:cubicBezTo>
                    <a:pt x="2436069" y="393979"/>
                    <a:pt x="2437574" y="393293"/>
                    <a:pt x="2437574" y="391769"/>
                  </a:cubicBezTo>
                  <a:cubicBezTo>
                    <a:pt x="2437574" y="390467"/>
                    <a:pt x="2437371" y="389369"/>
                    <a:pt x="2436704" y="388264"/>
                  </a:cubicBezTo>
                  <a:cubicBezTo>
                    <a:pt x="2436069" y="387197"/>
                    <a:pt x="2434551" y="387197"/>
                    <a:pt x="2433199" y="386518"/>
                  </a:cubicBezTo>
                  <a:cubicBezTo>
                    <a:pt x="2430799" y="385203"/>
                    <a:pt x="2428614" y="384778"/>
                    <a:pt x="2425788" y="384778"/>
                  </a:cubicBezTo>
                  <a:cubicBezTo>
                    <a:pt x="2422931" y="384778"/>
                    <a:pt x="2420734" y="384562"/>
                    <a:pt x="2418321" y="385635"/>
                  </a:cubicBezTo>
                  <a:cubicBezTo>
                    <a:pt x="2417013" y="386302"/>
                    <a:pt x="2417673" y="388264"/>
                    <a:pt x="2416581" y="389166"/>
                  </a:cubicBezTo>
                  <a:cubicBezTo>
                    <a:pt x="2415495" y="390048"/>
                    <a:pt x="2414403" y="390048"/>
                    <a:pt x="2412853" y="390048"/>
                  </a:cubicBezTo>
                  <a:lnTo>
                    <a:pt x="2400820" y="390048"/>
                  </a:lnTo>
                  <a:cubicBezTo>
                    <a:pt x="2402141" y="388061"/>
                    <a:pt x="2402325" y="385883"/>
                    <a:pt x="2404287" y="384778"/>
                  </a:cubicBezTo>
                  <a:cubicBezTo>
                    <a:pt x="2405399" y="384130"/>
                    <a:pt x="2406929" y="384562"/>
                    <a:pt x="2407812" y="383889"/>
                  </a:cubicBezTo>
                  <a:cubicBezTo>
                    <a:pt x="2408904" y="383247"/>
                    <a:pt x="2410225" y="382809"/>
                    <a:pt x="2411329" y="382155"/>
                  </a:cubicBezTo>
                  <a:cubicBezTo>
                    <a:pt x="2412199" y="381488"/>
                    <a:pt x="2410866" y="379729"/>
                    <a:pt x="2411329" y="378663"/>
                  </a:cubicBezTo>
                  <a:cubicBezTo>
                    <a:pt x="2408701" y="377583"/>
                    <a:pt x="2406929" y="376897"/>
                    <a:pt x="2404287" y="376021"/>
                  </a:cubicBezTo>
                  <a:cubicBezTo>
                    <a:pt x="2403011" y="375608"/>
                    <a:pt x="2402141" y="374700"/>
                    <a:pt x="2400820" y="374256"/>
                  </a:cubicBezTo>
                  <a:lnTo>
                    <a:pt x="2403449" y="371646"/>
                  </a:lnTo>
                  <a:lnTo>
                    <a:pt x="2418321" y="371646"/>
                  </a:lnTo>
                  <a:lnTo>
                    <a:pt x="2418321" y="381266"/>
                  </a:lnTo>
                  <a:lnTo>
                    <a:pt x="2432132" y="381266"/>
                  </a:lnTo>
                  <a:cubicBezTo>
                    <a:pt x="2433650" y="381266"/>
                    <a:pt x="2434736" y="381266"/>
                    <a:pt x="2435840" y="380390"/>
                  </a:cubicBezTo>
                  <a:cubicBezTo>
                    <a:pt x="2436933" y="379545"/>
                    <a:pt x="2436279" y="377583"/>
                    <a:pt x="2437574" y="376897"/>
                  </a:cubicBezTo>
                  <a:cubicBezTo>
                    <a:pt x="2440000" y="375812"/>
                    <a:pt x="2442190" y="376021"/>
                    <a:pt x="2445042" y="376021"/>
                  </a:cubicBezTo>
                  <a:lnTo>
                    <a:pt x="2449004" y="376021"/>
                  </a:lnTo>
                  <a:cubicBezTo>
                    <a:pt x="2452935" y="376269"/>
                    <a:pt x="2454655" y="379545"/>
                    <a:pt x="2458592" y="379545"/>
                  </a:cubicBezTo>
                  <a:cubicBezTo>
                    <a:pt x="2460771" y="379545"/>
                    <a:pt x="2462117" y="378663"/>
                    <a:pt x="2463882" y="377748"/>
                  </a:cubicBezTo>
                  <a:cubicBezTo>
                    <a:pt x="2465177" y="377107"/>
                    <a:pt x="2465374" y="375361"/>
                    <a:pt x="2466486" y="374256"/>
                  </a:cubicBezTo>
                  <a:cubicBezTo>
                    <a:pt x="2467819" y="372960"/>
                    <a:pt x="2469978" y="372770"/>
                    <a:pt x="2469978" y="370751"/>
                  </a:cubicBezTo>
                  <a:cubicBezTo>
                    <a:pt x="2469978" y="368579"/>
                    <a:pt x="2468454" y="367258"/>
                    <a:pt x="2467375" y="365531"/>
                  </a:cubicBezTo>
                  <a:cubicBezTo>
                    <a:pt x="2466270" y="363791"/>
                    <a:pt x="2465374" y="362445"/>
                    <a:pt x="2463882" y="361143"/>
                  </a:cubicBezTo>
                  <a:cubicBezTo>
                    <a:pt x="2462117" y="359613"/>
                    <a:pt x="2461018" y="357625"/>
                    <a:pt x="2458592" y="357625"/>
                  </a:cubicBezTo>
                  <a:cubicBezTo>
                    <a:pt x="2456643" y="357625"/>
                    <a:pt x="2455094" y="358057"/>
                    <a:pt x="2453360" y="358514"/>
                  </a:cubicBezTo>
                  <a:cubicBezTo>
                    <a:pt x="2452033" y="358724"/>
                    <a:pt x="2451150" y="360057"/>
                    <a:pt x="2449842" y="360260"/>
                  </a:cubicBezTo>
                  <a:cubicBezTo>
                    <a:pt x="2448763" y="360476"/>
                    <a:pt x="2447671" y="361143"/>
                    <a:pt x="2446350" y="361143"/>
                  </a:cubicBezTo>
                  <a:cubicBezTo>
                    <a:pt x="2445042" y="361143"/>
                    <a:pt x="2443930" y="360692"/>
                    <a:pt x="2442838" y="360260"/>
                  </a:cubicBezTo>
                  <a:cubicBezTo>
                    <a:pt x="2441295" y="359613"/>
                    <a:pt x="2440000" y="358940"/>
                    <a:pt x="2439346" y="357625"/>
                  </a:cubicBezTo>
                  <a:cubicBezTo>
                    <a:pt x="2438692" y="356336"/>
                    <a:pt x="2437574" y="355657"/>
                    <a:pt x="2437574" y="354145"/>
                  </a:cubicBezTo>
                  <a:cubicBezTo>
                    <a:pt x="2437574" y="351923"/>
                    <a:pt x="2439803" y="350627"/>
                    <a:pt x="2441975" y="350627"/>
                  </a:cubicBezTo>
                  <a:cubicBezTo>
                    <a:pt x="2443270" y="350627"/>
                    <a:pt x="2444159" y="351497"/>
                    <a:pt x="2445467" y="351497"/>
                  </a:cubicBezTo>
                  <a:cubicBezTo>
                    <a:pt x="2446769" y="351497"/>
                    <a:pt x="2447671" y="352399"/>
                    <a:pt x="2449004" y="352399"/>
                  </a:cubicBezTo>
                  <a:cubicBezTo>
                    <a:pt x="2451823" y="352583"/>
                    <a:pt x="2453563" y="352399"/>
                    <a:pt x="2456414" y="352399"/>
                  </a:cubicBezTo>
                  <a:cubicBezTo>
                    <a:pt x="2459253" y="352399"/>
                    <a:pt x="2461247" y="352831"/>
                    <a:pt x="2463882" y="352399"/>
                  </a:cubicBezTo>
                  <a:cubicBezTo>
                    <a:pt x="2465177" y="352183"/>
                    <a:pt x="2466054" y="351281"/>
                    <a:pt x="2467375" y="350627"/>
                  </a:cubicBezTo>
                  <a:lnTo>
                    <a:pt x="2470854" y="348900"/>
                  </a:lnTo>
                  <a:cubicBezTo>
                    <a:pt x="2472404" y="348233"/>
                    <a:pt x="2471737" y="345408"/>
                    <a:pt x="2473458" y="345408"/>
                  </a:cubicBezTo>
                  <a:cubicBezTo>
                    <a:pt x="2475020" y="345408"/>
                    <a:pt x="2475458" y="347129"/>
                    <a:pt x="2476988" y="347129"/>
                  </a:cubicBezTo>
                  <a:lnTo>
                    <a:pt x="2482684" y="347129"/>
                  </a:lnTo>
                  <a:cubicBezTo>
                    <a:pt x="2484856" y="347129"/>
                    <a:pt x="2486405" y="347567"/>
                    <a:pt x="2488380" y="347129"/>
                  </a:cubicBezTo>
                  <a:cubicBezTo>
                    <a:pt x="2489460" y="346913"/>
                    <a:pt x="2490781" y="346690"/>
                    <a:pt x="2491898" y="346259"/>
                  </a:cubicBezTo>
                  <a:cubicBezTo>
                    <a:pt x="2492952" y="345814"/>
                    <a:pt x="2492101" y="343839"/>
                    <a:pt x="2492768" y="342747"/>
                  </a:cubicBezTo>
                  <a:cubicBezTo>
                    <a:pt x="2490342" y="340347"/>
                    <a:pt x="2489022" y="338378"/>
                    <a:pt x="2485751" y="337496"/>
                  </a:cubicBezTo>
                  <a:cubicBezTo>
                    <a:pt x="2484659" y="337280"/>
                    <a:pt x="2483326" y="337718"/>
                    <a:pt x="2482259" y="337496"/>
                  </a:cubicBezTo>
                  <a:cubicBezTo>
                    <a:pt x="2480500" y="337038"/>
                    <a:pt x="2479389" y="335959"/>
                    <a:pt x="2477884" y="334867"/>
                  </a:cubicBezTo>
                  <a:cubicBezTo>
                    <a:pt x="2476119" y="333540"/>
                    <a:pt x="2474163" y="332682"/>
                    <a:pt x="2473458" y="330460"/>
                  </a:cubicBezTo>
                  <a:cubicBezTo>
                    <a:pt x="2473267" y="329393"/>
                    <a:pt x="2472607" y="328314"/>
                    <a:pt x="2472607" y="326993"/>
                  </a:cubicBezTo>
                  <a:cubicBezTo>
                    <a:pt x="2472607" y="325031"/>
                    <a:pt x="2473039" y="323926"/>
                    <a:pt x="2473039" y="321964"/>
                  </a:cubicBezTo>
                  <a:cubicBezTo>
                    <a:pt x="2473039" y="319773"/>
                    <a:pt x="2472607" y="318655"/>
                    <a:pt x="2472607" y="316477"/>
                  </a:cubicBezTo>
                  <a:cubicBezTo>
                    <a:pt x="2472607" y="315156"/>
                    <a:pt x="2473458" y="314325"/>
                    <a:pt x="2473458" y="313004"/>
                  </a:cubicBezTo>
                  <a:cubicBezTo>
                    <a:pt x="2473458" y="312102"/>
                    <a:pt x="2473039" y="311657"/>
                    <a:pt x="2473039" y="310800"/>
                  </a:cubicBezTo>
                  <a:cubicBezTo>
                    <a:pt x="2478760" y="310997"/>
                    <a:pt x="2481814" y="311232"/>
                    <a:pt x="2487498" y="310800"/>
                  </a:cubicBezTo>
                  <a:lnTo>
                    <a:pt x="2487498" y="300501"/>
                  </a:lnTo>
                  <a:cubicBezTo>
                    <a:pt x="2487498" y="295890"/>
                    <a:pt x="2482456" y="295243"/>
                    <a:pt x="2480500" y="291090"/>
                  </a:cubicBezTo>
                  <a:cubicBezTo>
                    <a:pt x="2480062" y="290004"/>
                    <a:pt x="2480722" y="288664"/>
                    <a:pt x="2480500" y="287610"/>
                  </a:cubicBezTo>
                  <a:cubicBezTo>
                    <a:pt x="2480284" y="285826"/>
                    <a:pt x="2479827" y="284346"/>
                    <a:pt x="2479617" y="282308"/>
                  </a:cubicBezTo>
                  <a:cubicBezTo>
                    <a:pt x="2475458" y="282308"/>
                    <a:pt x="2473267" y="283013"/>
                    <a:pt x="2469121" y="282308"/>
                  </a:cubicBezTo>
                  <a:cubicBezTo>
                    <a:pt x="2467375" y="282117"/>
                    <a:pt x="2466270" y="281698"/>
                    <a:pt x="2464746" y="281470"/>
                  </a:cubicBezTo>
                  <a:cubicBezTo>
                    <a:pt x="2463634" y="281254"/>
                    <a:pt x="2462339" y="280835"/>
                    <a:pt x="2461247" y="280574"/>
                  </a:cubicBezTo>
                  <a:cubicBezTo>
                    <a:pt x="2459939" y="280149"/>
                    <a:pt x="2459031" y="279488"/>
                    <a:pt x="2457723" y="278841"/>
                  </a:cubicBezTo>
                  <a:cubicBezTo>
                    <a:pt x="2456414" y="278187"/>
                    <a:pt x="2455322" y="277742"/>
                    <a:pt x="2454224" y="277082"/>
                  </a:cubicBezTo>
                  <a:cubicBezTo>
                    <a:pt x="2452935" y="276225"/>
                    <a:pt x="2452497" y="274916"/>
                    <a:pt x="2451601" y="273596"/>
                  </a:cubicBezTo>
                  <a:cubicBezTo>
                    <a:pt x="2450731" y="272033"/>
                    <a:pt x="2450731" y="270313"/>
                    <a:pt x="2450731" y="268325"/>
                  </a:cubicBezTo>
                  <a:cubicBezTo>
                    <a:pt x="2450731" y="267671"/>
                    <a:pt x="2450522" y="267023"/>
                    <a:pt x="2450731" y="266566"/>
                  </a:cubicBezTo>
                  <a:cubicBezTo>
                    <a:pt x="2451392" y="265252"/>
                    <a:pt x="2453144" y="265461"/>
                    <a:pt x="2454224" y="264820"/>
                  </a:cubicBezTo>
                  <a:cubicBezTo>
                    <a:pt x="2455519" y="263956"/>
                    <a:pt x="2455322" y="261969"/>
                    <a:pt x="2456853" y="261346"/>
                  </a:cubicBezTo>
                  <a:cubicBezTo>
                    <a:pt x="2457977" y="260902"/>
                    <a:pt x="2459253" y="261531"/>
                    <a:pt x="2460332" y="261346"/>
                  </a:cubicBezTo>
                  <a:cubicBezTo>
                    <a:pt x="2463228" y="260667"/>
                    <a:pt x="2465177" y="260667"/>
                    <a:pt x="2468225" y="260464"/>
                  </a:cubicBezTo>
                  <a:cubicBezTo>
                    <a:pt x="2469534" y="260464"/>
                    <a:pt x="2470416" y="259581"/>
                    <a:pt x="2471737" y="259581"/>
                  </a:cubicBezTo>
                  <a:lnTo>
                    <a:pt x="2478760" y="259581"/>
                  </a:lnTo>
                  <a:cubicBezTo>
                    <a:pt x="2481364" y="259581"/>
                    <a:pt x="2483326" y="259143"/>
                    <a:pt x="2485751" y="259581"/>
                  </a:cubicBezTo>
                  <a:cubicBezTo>
                    <a:pt x="2487282" y="259784"/>
                    <a:pt x="2487936" y="261346"/>
                    <a:pt x="2489244" y="262223"/>
                  </a:cubicBezTo>
                  <a:cubicBezTo>
                    <a:pt x="2491016" y="263302"/>
                    <a:pt x="2492768" y="264382"/>
                    <a:pt x="2492768" y="266566"/>
                  </a:cubicBezTo>
                  <a:lnTo>
                    <a:pt x="2492768" y="268325"/>
                  </a:lnTo>
                  <a:cubicBezTo>
                    <a:pt x="2492952" y="269887"/>
                    <a:pt x="2491447" y="270522"/>
                    <a:pt x="2491016" y="271811"/>
                  </a:cubicBezTo>
                  <a:cubicBezTo>
                    <a:pt x="2490342" y="273799"/>
                    <a:pt x="2488380" y="274916"/>
                    <a:pt x="2488380" y="277082"/>
                  </a:cubicBezTo>
                  <a:cubicBezTo>
                    <a:pt x="2488380" y="282555"/>
                    <a:pt x="2490342" y="285407"/>
                    <a:pt x="2492768" y="290226"/>
                  </a:cubicBezTo>
                  <a:lnTo>
                    <a:pt x="2497156" y="288467"/>
                  </a:lnTo>
                  <a:lnTo>
                    <a:pt x="2497156" y="260464"/>
                  </a:lnTo>
                  <a:cubicBezTo>
                    <a:pt x="2498007" y="259143"/>
                    <a:pt x="2498655" y="258273"/>
                    <a:pt x="2499766" y="256940"/>
                  </a:cubicBezTo>
                  <a:cubicBezTo>
                    <a:pt x="2500833" y="255644"/>
                    <a:pt x="2503233" y="255435"/>
                    <a:pt x="2503233" y="253434"/>
                  </a:cubicBezTo>
                  <a:lnTo>
                    <a:pt x="2503233" y="251694"/>
                  </a:lnTo>
                  <a:cubicBezTo>
                    <a:pt x="2503233" y="249701"/>
                    <a:pt x="2501728" y="248843"/>
                    <a:pt x="2500649" y="247307"/>
                  </a:cubicBezTo>
                  <a:cubicBezTo>
                    <a:pt x="2499290" y="245554"/>
                    <a:pt x="2498655" y="242938"/>
                    <a:pt x="2496242" y="242938"/>
                  </a:cubicBezTo>
                  <a:cubicBezTo>
                    <a:pt x="2494286" y="242938"/>
                    <a:pt x="2492768" y="243351"/>
                    <a:pt x="2491016" y="243808"/>
                  </a:cubicBezTo>
                  <a:cubicBezTo>
                    <a:pt x="2489714" y="244049"/>
                    <a:pt x="2488793" y="245357"/>
                    <a:pt x="2487498" y="245554"/>
                  </a:cubicBezTo>
                  <a:cubicBezTo>
                    <a:pt x="2485313" y="245992"/>
                    <a:pt x="2483992" y="245554"/>
                    <a:pt x="2481592" y="245554"/>
                  </a:cubicBezTo>
                  <a:lnTo>
                    <a:pt x="2476119" y="245554"/>
                  </a:lnTo>
                  <a:cubicBezTo>
                    <a:pt x="2474366" y="245554"/>
                    <a:pt x="2473458" y="244690"/>
                    <a:pt x="2471737" y="244690"/>
                  </a:cubicBezTo>
                  <a:cubicBezTo>
                    <a:pt x="2470632" y="244690"/>
                    <a:pt x="2470207" y="245129"/>
                    <a:pt x="2469121" y="245129"/>
                  </a:cubicBezTo>
                  <a:lnTo>
                    <a:pt x="2469121" y="234168"/>
                  </a:lnTo>
                  <a:cubicBezTo>
                    <a:pt x="2470416" y="234168"/>
                    <a:pt x="2471521" y="233311"/>
                    <a:pt x="2472607" y="233311"/>
                  </a:cubicBezTo>
                  <a:cubicBezTo>
                    <a:pt x="2473909" y="233533"/>
                    <a:pt x="2474588" y="235070"/>
                    <a:pt x="2476119" y="235070"/>
                  </a:cubicBezTo>
                  <a:lnTo>
                    <a:pt x="2479389" y="235070"/>
                  </a:lnTo>
                  <a:cubicBezTo>
                    <a:pt x="2482259" y="235070"/>
                    <a:pt x="2483992" y="234835"/>
                    <a:pt x="2486634" y="234168"/>
                  </a:cubicBezTo>
                  <a:cubicBezTo>
                    <a:pt x="2488164" y="233749"/>
                    <a:pt x="2488793" y="232206"/>
                    <a:pt x="2490114" y="231552"/>
                  </a:cubicBezTo>
                  <a:cubicBezTo>
                    <a:pt x="2489244" y="230231"/>
                    <a:pt x="2488590" y="229381"/>
                    <a:pt x="2487498" y="228060"/>
                  </a:cubicBezTo>
                  <a:cubicBezTo>
                    <a:pt x="2486405" y="226739"/>
                    <a:pt x="2485980" y="224751"/>
                    <a:pt x="2483992" y="224555"/>
                  </a:cubicBezTo>
                  <a:cubicBezTo>
                    <a:pt x="2481364" y="224351"/>
                    <a:pt x="2479389" y="225875"/>
                    <a:pt x="2476988" y="225431"/>
                  </a:cubicBezTo>
                  <a:cubicBezTo>
                    <a:pt x="2475458" y="225170"/>
                    <a:pt x="2475020" y="223227"/>
                    <a:pt x="2473458" y="222789"/>
                  </a:cubicBezTo>
                  <a:cubicBezTo>
                    <a:pt x="2472404" y="222567"/>
                    <a:pt x="2471077" y="222148"/>
                    <a:pt x="2469978" y="221926"/>
                  </a:cubicBezTo>
                  <a:cubicBezTo>
                    <a:pt x="2468886" y="221722"/>
                    <a:pt x="2467819" y="221926"/>
                    <a:pt x="2466486" y="221926"/>
                  </a:cubicBezTo>
                  <a:cubicBezTo>
                    <a:pt x="2464295" y="221722"/>
                    <a:pt x="2463228" y="220179"/>
                    <a:pt x="2461018" y="220179"/>
                  </a:cubicBezTo>
                  <a:cubicBezTo>
                    <a:pt x="2457723" y="220179"/>
                    <a:pt x="2455773" y="220821"/>
                    <a:pt x="2452497" y="221062"/>
                  </a:cubicBezTo>
                  <a:cubicBezTo>
                    <a:pt x="2452497" y="223443"/>
                    <a:pt x="2452935" y="224751"/>
                    <a:pt x="2452497" y="227152"/>
                  </a:cubicBezTo>
                  <a:cubicBezTo>
                    <a:pt x="2452242" y="228714"/>
                    <a:pt x="2451392" y="229381"/>
                    <a:pt x="2450731" y="230670"/>
                  </a:cubicBezTo>
                  <a:cubicBezTo>
                    <a:pt x="2449633" y="230460"/>
                    <a:pt x="2448090" y="231324"/>
                    <a:pt x="2447201" y="230670"/>
                  </a:cubicBezTo>
                  <a:cubicBezTo>
                    <a:pt x="2445912" y="229603"/>
                    <a:pt x="2444578" y="229381"/>
                    <a:pt x="2443721" y="228060"/>
                  </a:cubicBezTo>
                  <a:cubicBezTo>
                    <a:pt x="2443067" y="226980"/>
                    <a:pt x="2443721" y="225875"/>
                    <a:pt x="2443721" y="224555"/>
                  </a:cubicBezTo>
                  <a:cubicBezTo>
                    <a:pt x="2443721" y="221926"/>
                    <a:pt x="2443721" y="219754"/>
                    <a:pt x="2444578" y="217570"/>
                  </a:cubicBezTo>
                  <a:cubicBezTo>
                    <a:pt x="2445042" y="216217"/>
                    <a:pt x="2445467" y="215150"/>
                    <a:pt x="2446350" y="214045"/>
                  </a:cubicBezTo>
                  <a:cubicBezTo>
                    <a:pt x="2447010" y="213163"/>
                    <a:pt x="2449201" y="214045"/>
                    <a:pt x="2449842" y="213163"/>
                  </a:cubicBezTo>
                  <a:cubicBezTo>
                    <a:pt x="2450941" y="211861"/>
                    <a:pt x="2451823" y="211220"/>
                    <a:pt x="2452497" y="209664"/>
                  </a:cubicBezTo>
                  <a:cubicBezTo>
                    <a:pt x="2452935" y="208559"/>
                    <a:pt x="2452497" y="207479"/>
                    <a:pt x="2452497" y="206152"/>
                  </a:cubicBezTo>
                  <a:cubicBezTo>
                    <a:pt x="2452681" y="203530"/>
                    <a:pt x="2452497" y="201777"/>
                    <a:pt x="2452497" y="199161"/>
                  </a:cubicBezTo>
                  <a:cubicBezTo>
                    <a:pt x="2452681" y="195668"/>
                    <a:pt x="2453792" y="193033"/>
                    <a:pt x="2454224" y="189503"/>
                  </a:cubicBezTo>
                  <a:lnTo>
                    <a:pt x="2464746" y="189503"/>
                  </a:lnTo>
                  <a:cubicBezTo>
                    <a:pt x="2464746" y="186010"/>
                    <a:pt x="2464295" y="183178"/>
                    <a:pt x="2466486" y="180778"/>
                  </a:cubicBezTo>
                  <a:cubicBezTo>
                    <a:pt x="2467375" y="179666"/>
                    <a:pt x="2467819" y="178130"/>
                    <a:pt x="2469121" y="177234"/>
                  </a:cubicBezTo>
                  <a:cubicBezTo>
                    <a:pt x="2471077" y="175945"/>
                    <a:pt x="2473725" y="176618"/>
                    <a:pt x="2476119" y="176390"/>
                  </a:cubicBezTo>
                  <a:lnTo>
                    <a:pt x="2479617" y="176390"/>
                  </a:lnTo>
                  <a:cubicBezTo>
                    <a:pt x="2481135" y="176161"/>
                    <a:pt x="2481592" y="174428"/>
                    <a:pt x="2483123" y="173767"/>
                  </a:cubicBezTo>
                  <a:cubicBezTo>
                    <a:pt x="2482913" y="172478"/>
                    <a:pt x="2482456" y="171557"/>
                    <a:pt x="2482259" y="170268"/>
                  </a:cubicBezTo>
                  <a:cubicBezTo>
                    <a:pt x="2482018" y="168300"/>
                    <a:pt x="2481364" y="166985"/>
                    <a:pt x="2481364" y="165023"/>
                  </a:cubicBezTo>
                  <a:cubicBezTo>
                    <a:pt x="2481364" y="162820"/>
                    <a:pt x="2482913" y="161499"/>
                    <a:pt x="2483992" y="159765"/>
                  </a:cubicBezTo>
                  <a:cubicBezTo>
                    <a:pt x="2484659" y="158451"/>
                    <a:pt x="2485751" y="157594"/>
                    <a:pt x="2486634" y="156273"/>
                  </a:cubicBezTo>
                  <a:cubicBezTo>
                    <a:pt x="2487282" y="155136"/>
                    <a:pt x="2487726" y="153854"/>
                    <a:pt x="2488380" y="152742"/>
                  </a:cubicBezTo>
                  <a:cubicBezTo>
                    <a:pt x="2489244" y="151453"/>
                    <a:pt x="2490590" y="150996"/>
                    <a:pt x="2491898" y="150113"/>
                  </a:cubicBezTo>
                  <a:cubicBezTo>
                    <a:pt x="2494286" y="148367"/>
                    <a:pt x="2496045" y="147065"/>
                    <a:pt x="2498871" y="146621"/>
                  </a:cubicBezTo>
                  <a:cubicBezTo>
                    <a:pt x="2502808" y="145961"/>
                    <a:pt x="2505449" y="148367"/>
                    <a:pt x="2509399" y="147504"/>
                  </a:cubicBezTo>
                  <a:cubicBezTo>
                    <a:pt x="2510491" y="147288"/>
                    <a:pt x="2512009" y="147288"/>
                    <a:pt x="2512898" y="146621"/>
                  </a:cubicBezTo>
                  <a:cubicBezTo>
                    <a:pt x="2513990" y="145726"/>
                    <a:pt x="2513990" y="144430"/>
                    <a:pt x="2514638" y="143148"/>
                  </a:cubicBezTo>
                  <a:cubicBezTo>
                    <a:pt x="2515088" y="142011"/>
                    <a:pt x="2515088" y="140722"/>
                    <a:pt x="2515520" y="139642"/>
                  </a:cubicBezTo>
                  <a:cubicBezTo>
                    <a:pt x="2516155" y="138302"/>
                    <a:pt x="2516403" y="137223"/>
                    <a:pt x="2517273" y="136118"/>
                  </a:cubicBezTo>
                  <a:cubicBezTo>
                    <a:pt x="2518143" y="135039"/>
                    <a:pt x="2519464" y="135039"/>
                    <a:pt x="2520784" y="134353"/>
                  </a:cubicBezTo>
                  <a:cubicBezTo>
                    <a:pt x="2522073" y="133699"/>
                    <a:pt x="2522950" y="132835"/>
                    <a:pt x="2524271" y="132619"/>
                  </a:cubicBezTo>
                  <a:cubicBezTo>
                    <a:pt x="2525369" y="132403"/>
                    <a:pt x="2526671" y="132619"/>
                    <a:pt x="2527769" y="132619"/>
                  </a:cubicBezTo>
                  <a:cubicBezTo>
                    <a:pt x="2528874" y="132619"/>
                    <a:pt x="2530182" y="131927"/>
                    <a:pt x="2531275" y="131743"/>
                  </a:cubicBezTo>
                  <a:cubicBezTo>
                    <a:pt x="2532386" y="131527"/>
                    <a:pt x="2533694" y="131927"/>
                    <a:pt x="2534786" y="131743"/>
                  </a:cubicBezTo>
                  <a:cubicBezTo>
                    <a:pt x="2536329" y="131311"/>
                    <a:pt x="2536094" y="129127"/>
                    <a:pt x="2537396" y="128244"/>
                  </a:cubicBezTo>
                  <a:lnTo>
                    <a:pt x="2536513" y="124091"/>
                  </a:lnTo>
                  <a:lnTo>
                    <a:pt x="2504154" y="124091"/>
                  </a:lnTo>
                  <a:lnTo>
                    <a:pt x="2495384" y="122104"/>
                  </a:lnTo>
                  <a:cubicBezTo>
                    <a:pt x="2498458" y="121450"/>
                    <a:pt x="2500407" y="121450"/>
                    <a:pt x="2503233" y="120345"/>
                  </a:cubicBezTo>
                  <a:cubicBezTo>
                    <a:pt x="2507176" y="118821"/>
                    <a:pt x="2508510" y="114217"/>
                    <a:pt x="2512898" y="114217"/>
                  </a:cubicBezTo>
                  <a:cubicBezTo>
                    <a:pt x="2515088" y="114217"/>
                    <a:pt x="2516155" y="115112"/>
                    <a:pt x="2518143" y="115982"/>
                  </a:cubicBezTo>
                  <a:cubicBezTo>
                    <a:pt x="2519902" y="116605"/>
                    <a:pt x="2520581" y="118414"/>
                    <a:pt x="2522518" y="118624"/>
                  </a:cubicBezTo>
                  <a:cubicBezTo>
                    <a:pt x="2524048" y="118821"/>
                    <a:pt x="2524944" y="118624"/>
                    <a:pt x="2526487" y="118624"/>
                  </a:cubicBezTo>
                  <a:lnTo>
                    <a:pt x="2530436" y="118624"/>
                  </a:lnTo>
                  <a:cubicBezTo>
                    <a:pt x="2531713" y="118624"/>
                    <a:pt x="2532583" y="117741"/>
                    <a:pt x="2533929" y="117741"/>
                  </a:cubicBezTo>
                  <a:cubicBezTo>
                    <a:pt x="2535224" y="117741"/>
                    <a:pt x="2536329" y="117938"/>
                    <a:pt x="2537396" y="117741"/>
                  </a:cubicBezTo>
                  <a:cubicBezTo>
                    <a:pt x="2538958" y="117500"/>
                    <a:pt x="2540266" y="117316"/>
                    <a:pt x="2541765" y="116878"/>
                  </a:cubicBezTo>
                  <a:cubicBezTo>
                    <a:pt x="2543314" y="116433"/>
                    <a:pt x="2543314" y="114217"/>
                    <a:pt x="2544419" y="113366"/>
                  </a:cubicBezTo>
                  <a:cubicBezTo>
                    <a:pt x="2545486" y="112490"/>
                    <a:pt x="2545937" y="111169"/>
                    <a:pt x="2547048" y="109861"/>
                  </a:cubicBezTo>
                  <a:cubicBezTo>
                    <a:pt x="2548559" y="108089"/>
                    <a:pt x="2549664" y="107010"/>
                    <a:pt x="2551398" y="105498"/>
                  </a:cubicBezTo>
                  <a:cubicBezTo>
                    <a:pt x="2552490" y="104590"/>
                    <a:pt x="2552490" y="102419"/>
                    <a:pt x="2554039" y="101980"/>
                  </a:cubicBezTo>
                  <a:cubicBezTo>
                    <a:pt x="2556452" y="101085"/>
                    <a:pt x="2558408" y="101085"/>
                    <a:pt x="2561062" y="101085"/>
                  </a:cubicBezTo>
                  <a:lnTo>
                    <a:pt x="2564530" y="101085"/>
                  </a:lnTo>
                  <a:cubicBezTo>
                    <a:pt x="2570016" y="101085"/>
                    <a:pt x="2573293" y="100869"/>
                    <a:pt x="2578557" y="100222"/>
                  </a:cubicBezTo>
                  <a:cubicBezTo>
                    <a:pt x="2579668" y="100222"/>
                    <a:pt x="2580976" y="99555"/>
                    <a:pt x="2582068" y="99358"/>
                  </a:cubicBezTo>
                  <a:cubicBezTo>
                    <a:pt x="2583148" y="99123"/>
                    <a:pt x="2584469" y="98932"/>
                    <a:pt x="2585561" y="98482"/>
                  </a:cubicBezTo>
                  <a:cubicBezTo>
                    <a:pt x="2587307" y="97840"/>
                    <a:pt x="2588190" y="96539"/>
                    <a:pt x="2589072" y="94983"/>
                  </a:cubicBezTo>
                  <a:cubicBezTo>
                    <a:pt x="2589949" y="93630"/>
                    <a:pt x="2591250" y="92989"/>
                    <a:pt x="2591701" y="91478"/>
                  </a:cubicBezTo>
                  <a:cubicBezTo>
                    <a:pt x="2592362" y="89052"/>
                    <a:pt x="2592571" y="87071"/>
                    <a:pt x="2592571" y="84454"/>
                  </a:cubicBezTo>
                  <a:cubicBezTo>
                    <a:pt x="2592571" y="81845"/>
                    <a:pt x="2592571" y="79216"/>
                    <a:pt x="2590787" y="77438"/>
                  </a:cubicBezTo>
                  <a:cubicBezTo>
                    <a:pt x="2589949" y="76593"/>
                    <a:pt x="2588628" y="76149"/>
                    <a:pt x="2587307" y="75711"/>
                  </a:cubicBezTo>
                  <a:cubicBezTo>
                    <a:pt x="2584710" y="74606"/>
                    <a:pt x="2582519" y="74822"/>
                    <a:pt x="2579439" y="74822"/>
                  </a:cubicBezTo>
                  <a:cubicBezTo>
                    <a:pt x="2576360" y="74822"/>
                    <a:pt x="2574404" y="75037"/>
                    <a:pt x="2571559" y="75711"/>
                  </a:cubicBezTo>
                  <a:cubicBezTo>
                    <a:pt x="2569800" y="76149"/>
                    <a:pt x="2568936" y="77895"/>
                    <a:pt x="2567171" y="78327"/>
                  </a:cubicBezTo>
                  <a:cubicBezTo>
                    <a:pt x="2564771" y="78974"/>
                    <a:pt x="2562783" y="79216"/>
                    <a:pt x="2560173" y="79216"/>
                  </a:cubicBezTo>
                  <a:cubicBezTo>
                    <a:pt x="2557119" y="79216"/>
                    <a:pt x="2555144" y="78549"/>
                    <a:pt x="2552293" y="77438"/>
                  </a:cubicBezTo>
                  <a:cubicBezTo>
                    <a:pt x="2550769" y="77031"/>
                    <a:pt x="2549448" y="76149"/>
                    <a:pt x="2547905" y="75711"/>
                  </a:cubicBezTo>
                  <a:lnTo>
                    <a:pt x="2542679" y="73939"/>
                  </a:lnTo>
                  <a:cubicBezTo>
                    <a:pt x="2541104" y="73507"/>
                    <a:pt x="2540025" y="72186"/>
                    <a:pt x="2538279" y="72186"/>
                  </a:cubicBezTo>
                  <a:cubicBezTo>
                    <a:pt x="2535224" y="72186"/>
                    <a:pt x="2533249" y="73723"/>
                    <a:pt x="2530436" y="73939"/>
                  </a:cubicBezTo>
                  <a:cubicBezTo>
                    <a:pt x="2528874" y="74161"/>
                    <a:pt x="2527554" y="73723"/>
                    <a:pt x="2526036" y="73939"/>
                  </a:cubicBezTo>
                  <a:cubicBezTo>
                    <a:pt x="2523185" y="74161"/>
                    <a:pt x="2520994" y="74822"/>
                    <a:pt x="2518143" y="75711"/>
                  </a:cubicBezTo>
                  <a:cubicBezTo>
                    <a:pt x="2516593" y="76149"/>
                    <a:pt x="2515952" y="77438"/>
                    <a:pt x="2514638" y="78327"/>
                  </a:cubicBezTo>
                  <a:cubicBezTo>
                    <a:pt x="2513329" y="79216"/>
                    <a:pt x="2511825" y="79648"/>
                    <a:pt x="2511126" y="80962"/>
                  </a:cubicBezTo>
                  <a:cubicBezTo>
                    <a:pt x="2509818" y="83388"/>
                    <a:pt x="2509818" y="85553"/>
                    <a:pt x="2508510" y="87960"/>
                  </a:cubicBezTo>
                  <a:cubicBezTo>
                    <a:pt x="2507849" y="89280"/>
                    <a:pt x="2507849" y="90779"/>
                    <a:pt x="2506770" y="91478"/>
                  </a:cubicBezTo>
                  <a:cubicBezTo>
                    <a:pt x="2505875" y="92113"/>
                    <a:pt x="2504357" y="92113"/>
                    <a:pt x="2503233" y="92341"/>
                  </a:cubicBezTo>
                  <a:cubicBezTo>
                    <a:pt x="2500407" y="92989"/>
                    <a:pt x="2498458" y="92113"/>
                    <a:pt x="2495384" y="92341"/>
                  </a:cubicBezTo>
                  <a:cubicBezTo>
                    <a:pt x="2492533" y="92563"/>
                    <a:pt x="2490781" y="93230"/>
                    <a:pt x="2487936" y="93230"/>
                  </a:cubicBezTo>
                  <a:cubicBezTo>
                    <a:pt x="2485104" y="93230"/>
                    <a:pt x="2482913" y="93446"/>
                    <a:pt x="2480500" y="92341"/>
                  </a:cubicBezTo>
                  <a:cubicBezTo>
                    <a:pt x="2478963" y="91662"/>
                    <a:pt x="2479205" y="89731"/>
                    <a:pt x="2477884" y="88836"/>
                  </a:cubicBezTo>
                  <a:cubicBezTo>
                    <a:pt x="2475020" y="86874"/>
                    <a:pt x="2472150" y="87960"/>
                    <a:pt x="2468670" y="87960"/>
                  </a:cubicBezTo>
                  <a:cubicBezTo>
                    <a:pt x="2466486" y="87960"/>
                    <a:pt x="2464949" y="87071"/>
                    <a:pt x="2462961" y="87960"/>
                  </a:cubicBezTo>
                  <a:cubicBezTo>
                    <a:pt x="2460136" y="89280"/>
                    <a:pt x="2458827" y="91662"/>
                    <a:pt x="2456853" y="94068"/>
                  </a:cubicBezTo>
                  <a:cubicBezTo>
                    <a:pt x="2455995" y="95205"/>
                    <a:pt x="2456179" y="96697"/>
                    <a:pt x="2455094" y="97580"/>
                  </a:cubicBezTo>
                  <a:cubicBezTo>
                    <a:pt x="2453989" y="98482"/>
                    <a:pt x="2452935" y="98932"/>
                    <a:pt x="2451601" y="99358"/>
                  </a:cubicBezTo>
                  <a:cubicBezTo>
                    <a:pt x="2450522" y="99555"/>
                    <a:pt x="2449410" y="99358"/>
                    <a:pt x="2448090" y="99358"/>
                  </a:cubicBezTo>
                  <a:cubicBezTo>
                    <a:pt x="2445042" y="99555"/>
                    <a:pt x="2443270" y="99123"/>
                    <a:pt x="2440216" y="99358"/>
                  </a:cubicBezTo>
                  <a:cubicBezTo>
                    <a:pt x="2437574" y="99555"/>
                    <a:pt x="2435625" y="100222"/>
                    <a:pt x="2433199" y="101085"/>
                  </a:cubicBezTo>
                  <a:cubicBezTo>
                    <a:pt x="2431662" y="101542"/>
                    <a:pt x="2431224" y="103289"/>
                    <a:pt x="2429706" y="103727"/>
                  </a:cubicBezTo>
                  <a:cubicBezTo>
                    <a:pt x="2426842" y="104832"/>
                    <a:pt x="2424677" y="104590"/>
                    <a:pt x="2421839" y="105498"/>
                  </a:cubicBezTo>
                  <a:cubicBezTo>
                    <a:pt x="2420289" y="105930"/>
                    <a:pt x="2419654" y="107232"/>
                    <a:pt x="2418321" y="108089"/>
                  </a:cubicBezTo>
                  <a:cubicBezTo>
                    <a:pt x="2416581" y="109423"/>
                    <a:pt x="2415273" y="110077"/>
                    <a:pt x="2413939" y="111601"/>
                  </a:cubicBezTo>
                  <a:cubicBezTo>
                    <a:pt x="2411545" y="114452"/>
                    <a:pt x="2412199" y="118624"/>
                    <a:pt x="2408701" y="120345"/>
                  </a:cubicBezTo>
                  <a:cubicBezTo>
                    <a:pt x="2407367" y="121024"/>
                    <a:pt x="2406745" y="122104"/>
                    <a:pt x="2405208" y="122104"/>
                  </a:cubicBezTo>
                  <a:cubicBezTo>
                    <a:pt x="2403678" y="122104"/>
                    <a:pt x="2403240" y="120554"/>
                    <a:pt x="2401703" y="120345"/>
                  </a:cubicBezTo>
                  <a:cubicBezTo>
                    <a:pt x="2402566" y="119278"/>
                    <a:pt x="2402325" y="117938"/>
                    <a:pt x="2403449" y="116878"/>
                  </a:cubicBezTo>
                  <a:cubicBezTo>
                    <a:pt x="2404560" y="115754"/>
                    <a:pt x="2406046" y="116192"/>
                    <a:pt x="2406929" y="115112"/>
                  </a:cubicBezTo>
                  <a:cubicBezTo>
                    <a:pt x="2407812" y="113995"/>
                    <a:pt x="2408040" y="112674"/>
                    <a:pt x="2408701" y="111601"/>
                  </a:cubicBezTo>
                  <a:cubicBezTo>
                    <a:pt x="2409558" y="110286"/>
                    <a:pt x="2410663" y="109423"/>
                    <a:pt x="2411329" y="108089"/>
                  </a:cubicBezTo>
                  <a:cubicBezTo>
                    <a:pt x="2412631" y="105695"/>
                    <a:pt x="2413279" y="102622"/>
                    <a:pt x="2415717" y="101085"/>
                  </a:cubicBezTo>
                  <a:cubicBezTo>
                    <a:pt x="2416581" y="100660"/>
                    <a:pt x="2418105" y="101542"/>
                    <a:pt x="2419184" y="101085"/>
                  </a:cubicBezTo>
                  <a:cubicBezTo>
                    <a:pt x="2421401" y="100222"/>
                    <a:pt x="2422690" y="99358"/>
                    <a:pt x="2424893" y="98482"/>
                  </a:cubicBezTo>
                  <a:cubicBezTo>
                    <a:pt x="2424893" y="97154"/>
                    <a:pt x="2424455" y="96272"/>
                    <a:pt x="2424455" y="94983"/>
                  </a:cubicBezTo>
                  <a:lnTo>
                    <a:pt x="2424455" y="87071"/>
                  </a:lnTo>
                  <a:cubicBezTo>
                    <a:pt x="2425788" y="86423"/>
                    <a:pt x="2427293" y="84232"/>
                    <a:pt x="2428824" y="83591"/>
                  </a:cubicBezTo>
                  <a:cubicBezTo>
                    <a:pt x="2429948" y="83127"/>
                    <a:pt x="2431446" y="83388"/>
                    <a:pt x="2432335" y="82683"/>
                  </a:cubicBezTo>
                  <a:cubicBezTo>
                    <a:pt x="2433650" y="81845"/>
                    <a:pt x="2435174" y="81394"/>
                    <a:pt x="2435840" y="80079"/>
                  </a:cubicBezTo>
                  <a:cubicBezTo>
                    <a:pt x="2436507" y="78974"/>
                    <a:pt x="2435840" y="77895"/>
                    <a:pt x="2435840" y="76593"/>
                  </a:cubicBezTo>
                  <a:cubicBezTo>
                    <a:pt x="2435840" y="75285"/>
                    <a:pt x="2436069" y="74161"/>
                    <a:pt x="2435840" y="73101"/>
                  </a:cubicBezTo>
                  <a:cubicBezTo>
                    <a:pt x="2435625" y="71780"/>
                    <a:pt x="2434736" y="70681"/>
                    <a:pt x="2434075" y="69576"/>
                  </a:cubicBezTo>
                  <a:cubicBezTo>
                    <a:pt x="2433199" y="68256"/>
                    <a:pt x="2432773" y="66706"/>
                    <a:pt x="2431446" y="66052"/>
                  </a:cubicBezTo>
                  <a:cubicBezTo>
                    <a:pt x="2430373" y="65411"/>
                    <a:pt x="2429275" y="66052"/>
                    <a:pt x="2427985" y="66052"/>
                  </a:cubicBezTo>
                  <a:lnTo>
                    <a:pt x="2424455" y="66052"/>
                  </a:lnTo>
                  <a:cubicBezTo>
                    <a:pt x="2423159" y="66052"/>
                    <a:pt x="2422251" y="66941"/>
                    <a:pt x="2420943" y="66941"/>
                  </a:cubicBezTo>
                  <a:cubicBezTo>
                    <a:pt x="2417451" y="67182"/>
                    <a:pt x="2415717" y="66706"/>
                    <a:pt x="2412199" y="66941"/>
                  </a:cubicBezTo>
                  <a:cubicBezTo>
                    <a:pt x="2410866" y="66941"/>
                    <a:pt x="2410009" y="67837"/>
                    <a:pt x="2408701" y="67837"/>
                  </a:cubicBezTo>
                  <a:cubicBezTo>
                    <a:pt x="2404287" y="68052"/>
                    <a:pt x="2401703" y="68052"/>
                    <a:pt x="2397328" y="67837"/>
                  </a:cubicBezTo>
                  <a:cubicBezTo>
                    <a:pt x="2395556" y="67837"/>
                    <a:pt x="2394477" y="66522"/>
                    <a:pt x="2392914" y="66287"/>
                  </a:cubicBezTo>
                  <a:cubicBezTo>
                    <a:pt x="2392914" y="70681"/>
                    <a:pt x="2393168" y="73101"/>
                    <a:pt x="2392914" y="77438"/>
                  </a:cubicBezTo>
                  <a:cubicBezTo>
                    <a:pt x="2392914" y="78759"/>
                    <a:pt x="2392076" y="79648"/>
                    <a:pt x="2392076" y="80962"/>
                  </a:cubicBezTo>
                  <a:cubicBezTo>
                    <a:pt x="2392076" y="82067"/>
                    <a:pt x="2392914" y="82683"/>
                    <a:pt x="2392914" y="83819"/>
                  </a:cubicBezTo>
                  <a:cubicBezTo>
                    <a:pt x="2391181" y="83819"/>
                    <a:pt x="2390330" y="85312"/>
                    <a:pt x="2388533" y="85312"/>
                  </a:cubicBezTo>
                  <a:cubicBezTo>
                    <a:pt x="2386793" y="85312"/>
                    <a:pt x="2385929" y="83819"/>
                    <a:pt x="2384183" y="83591"/>
                  </a:cubicBezTo>
                  <a:cubicBezTo>
                    <a:pt x="2381783" y="83388"/>
                    <a:pt x="2380475" y="83591"/>
                    <a:pt x="2378049" y="83591"/>
                  </a:cubicBezTo>
                  <a:cubicBezTo>
                    <a:pt x="2375617" y="83591"/>
                    <a:pt x="2374112" y="83127"/>
                    <a:pt x="2371928" y="83591"/>
                  </a:cubicBezTo>
                  <a:cubicBezTo>
                    <a:pt x="2369089" y="84232"/>
                    <a:pt x="2367527" y="85991"/>
                    <a:pt x="2364930" y="87071"/>
                  </a:cubicBezTo>
                  <a:cubicBezTo>
                    <a:pt x="2363819" y="87534"/>
                    <a:pt x="2362498" y="87534"/>
                    <a:pt x="2361418" y="87960"/>
                  </a:cubicBezTo>
                  <a:cubicBezTo>
                    <a:pt x="2359888" y="88391"/>
                    <a:pt x="2359431" y="89941"/>
                    <a:pt x="2357926" y="90563"/>
                  </a:cubicBezTo>
                  <a:cubicBezTo>
                    <a:pt x="2356827" y="91033"/>
                    <a:pt x="2355507" y="90379"/>
                    <a:pt x="2354402" y="90563"/>
                  </a:cubicBezTo>
                  <a:cubicBezTo>
                    <a:pt x="2354605" y="89465"/>
                    <a:pt x="2355100" y="88163"/>
                    <a:pt x="2355272" y="87071"/>
                  </a:cubicBezTo>
                  <a:cubicBezTo>
                    <a:pt x="2355716" y="85769"/>
                    <a:pt x="2356618" y="84893"/>
                    <a:pt x="2357043" y="83591"/>
                  </a:cubicBezTo>
                  <a:cubicBezTo>
                    <a:pt x="2357488" y="82067"/>
                    <a:pt x="2357488" y="80079"/>
                    <a:pt x="2358796" y="79216"/>
                  </a:cubicBezTo>
                  <a:cubicBezTo>
                    <a:pt x="2360129" y="78327"/>
                    <a:pt x="2360745" y="76809"/>
                    <a:pt x="2362276" y="76593"/>
                  </a:cubicBezTo>
                  <a:lnTo>
                    <a:pt x="2365775" y="76593"/>
                  </a:lnTo>
                  <a:cubicBezTo>
                    <a:pt x="2368848" y="76352"/>
                    <a:pt x="2370632" y="76593"/>
                    <a:pt x="2373661" y="76593"/>
                  </a:cubicBezTo>
                  <a:cubicBezTo>
                    <a:pt x="2376303" y="76593"/>
                    <a:pt x="2378271" y="76352"/>
                    <a:pt x="2380659" y="75711"/>
                  </a:cubicBezTo>
                  <a:cubicBezTo>
                    <a:pt x="2382221" y="75285"/>
                    <a:pt x="2382875" y="73723"/>
                    <a:pt x="2384183" y="73101"/>
                  </a:cubicBezTo>
                  <a:lnTo>
                    <a:pt x="2383313" y="69576"/>
                  </a:lnTo>
                  <a:cubicBezTo>
                    <a:pt x="2381967" y="69361"/>
                    <a:pt x="2381357" y="68052"/>
                    <a:pt x="2379802" y="67837"/>
                  </a:cubicBezTo>
                  <a:cubicBezTo>
                    <a:pt x="2378049" y="67627"/>
                    <a:pt x="2377166" y="68052"/>
                    <a:pt x="2375407" y="67837"/>
                  </a:cubicBezTo>
                  <a:cubicBezTo>
                    <a:pt x="2373261" y="67627"/>
                    <a:pt x="2371928" y="66941"/>
                    <a:pt x="2369731" y="66941"/>
                  </a:cubicBezTo>
                  <a:cubicBezTo>
                    <a:pt x="2364270" y="66941"/>
                    <a:pt x="2361615" y="68935"/>
                    <a:pt x="2356154" y="69576"/>
                  </a:cubicBezTo>
                  <a:cubicBezTo>
                    <a:pt x="2353538" y="69792"/>
                    <a:pt x="2351773" y="69576"/>
                    <a:pt x="2349163" y="69576"/>
                  </a:cubicBezTo>
                  <a:cubicBezTo>
                    <a:pt x="2347620" y="69576"/>
                    <a:pt x="2346979" y="70440"/>
                    <a:pt x="2345442" y="70440"/>
                  </a:cubicBezTo>
                  <a:lnTo>
                    <a:pt x="2321331" y="70440"/>
                  </a:lnTo>
                  <a:cubicBezTo>
                    <a:pt x="2317635" y="70440"/>
                    <a:pt x="2315654" y="68713"/>
                    <a:pt x="2311965" y="68713"/>
                  </a:cubicBezTo>
                  <a:cubicBezTo>
                    <a:pt x="2308440" y="68713"/>
                    <a:pt x="2306040" y="69576"/>
                    <a:pt x="2302764" y="70440"/>
                  </a:cubicBezTo>
                  <a:cubicBezTo>
                    <a:pt x="2301214" y="70681"/>
                    <a:pt x="2299919" y="70872"/>
                    <a:pt x="2298382" y="71310"/>
                  </a:cubicBezTo>
                  <a:cubicBezTo>
                    <a:pt x="2297049" y="71539"/>
                    <a:pt x="2296198" y="72656"/>
                    <a:pt x="2294877" y="73101"/>
                  </a:cubicBezTo>
                  <a:cubicBezTo>
                    <a:pt x="2293785" y="73285"/>
                    <a:pt x="2292483" y="73723"/>
                    <a:pt x="2291359" y="73939"/>
                  </a:cubicBezTo>
                  <a:cubicBezTo>
                    <a:pt x="2289409" y="74606"/>
                    <a:pt x="2288120" y="76149"/>
                    <a:pt x="2286107" y="76593"/>
                  </a:cubicBezTo>
                  <a:cubicBezTo>
                    <a:pt x="2284596" y="76809"/>
                    <a:pt x="2283498" y="76352"/>
                    <a:pt x="2281732" y="76593"/>
                  </a:cubicBezTo>
                  <a:cubicBezTo>
                    <a:pt x="2279554" y="76809"/>
                    <a:pt x="2278678" y="78085"/>
                    <a:pt x="2276475" y="78327"/>
                  </a:cubicBezTo>
                  <a:cubicBezTo>
                    <a:pt x="2274722" y="78549"/>
                    <a:pt x="2273852" y="78085"/>
                    <a:pt x="2272106" y="78327"/>
                  </a:cubicBezTo>
                  <a:cubicBezTo>
                    <a:pt x="2270372" y="78549"/>
                    <a:pt x="2269248" y="79648"/>
                    <a:pt x="2267718" y="80079"/>
                  </a:cubicBezTo>
                  <a:cubicBezTo>
                    <a:pt x="2266651" y="80295"/>
                    <a:pt x="2265343" y="80740"/>
                    <a:pt x="2264206" y="80962"/>
                  </a:cubicBezTo>
                  <a:cubicBezTo>
                    <a:pt x="2262714" y="81394"/>
                    <a:pt x="2261596" y="82683"/>
                    <a:pt x="2259850" y="82683"/>
                  </a:cubicBezTo>
                  <a:cubicBezTo>
                    <a:pt x="2258288" y="82683"/>
                    <a:pt x="2257856" y="81178"/>
                    <a:pt x="2256358" y="80962"/>
                  </a:cubicBezTo>
                  <a:cubicBezTo>
                    <a:pt x="2256770" y="79863"/>
                    <a:pt x="2256770" y="78549"/>
                    <a:pt x="2257253" y="77438"/>
                  </a:cubicBezTo>
                  <a:cubicBezTo>
                    <a:pt x="2258758" y="74390"/>
                    <a:pt x="2260498" y="73101"/>
                    <a:pt x="2262479" y="70440"/>
                  </a:cubicBezTo>
                  <a:cubicBezTo>
                    <a:pt x="2263343" y="69151"/>
                    <a:pt x="2263781" y="68052"/>
                    <a:pt x="2265102" y="66941"/>
                  </a:cubicBezTo>
                  <a:cubicBezTo>
                    <a:pt x="2267515" y="64979"/>
                    <a:pt x="2269693" y="64090"/>
                    <a:pt x="2272995" y="63449"/>
                  </a:cubicBezTo>
                  <a:cubicBezTo>
                    <a:pt x="2274722" y="63233"/>
                    <a:pt x="2275846" y="62610"/>
                    <a:pt x="2277586" y="62610"/>
                  </a:cubicBezTo>
                  <a:lnTo>
                    <a:pt x="2336679" y="62610"/>
                  </a:lnTo>
                  <a:cubicBezTo>
                    <a:pt x="2338235" y="62610"/>
                    <a:pt x="2339301" y="62344"/>
                    <a:pt x="2340400" y="61696"/>
                  </a:cubicBezTo>
                  <a:cubicBezTo>
                    <a:pt x="2341702" y="60801"/>
                    <a:pt x="2341702" y="59061"/>
                    <a:pt x="2343023" y="58191"/>
                  </a:cubicBezTo>
                  <a:cubicBezTo>
                    <a:pt x="2344134" y="57530"/>
                    <a:pt x="2345213" y="57315"/>
                    <a:pt x="2346725" y="57315"/>
                  </a:cubicBezTo>
                  <a:lnTo>
                    <a:pt x="2396204" y="57315"/>
                  </a:lnTo>
                  <a:cubicBezTo>
                    <a:pt x="2397759" y="57315"/>
                    <a:pt x="2398395" y="56451"/>
                    <a:pt x="2399969" y="56451"/>
                  </a:cubicBezTo>
                  <a:cubicBezTo>
                    <a:pt x="2402566" y="56451"/>
                    <a:pt x="2404560" y="57315"/>
                    <a:pt x="2406929" y="56451"/>
                  </a:cubicBezTo>
                  <a:cubicBezTo>
                    <a:pt x="2408262" y="55994"/>
                    <a:pt x="2409145" y="55333"/>
                    <a:pt x="2410453" y="54705"/>
                  </a:cubicBezTo>
                  <a:cubicBezTo>
                    <a:pt x="2411749" y="54044"/>
                    <a:pt x="2410866" y="51822"/>
                    <a:pt x="2412199" y="51193"/>
                  </a:cubicBezTo>
                  <a:cubicBezTo>
                    <a:pt x="2413279" y="50526"/>
                    <a:pt x="2414581" y="51384"/>
                    <a:pt x="2415717" y="51193"/>
                  </a:cubicBezTo>
                  <a:cubicBezTo>
                    <a:pt x="2417013" y="50742"/>
                    <a:pt x="2417895" y="49669"/>
                    <a:pt x="2419184" y="49415"/>
                  </a:cubicBezTo>
                  <a:cubicBezTo>
                    <a:pt x="2420289" y="49415"/>
                    <a:pt x="2421610" y="49669"/>
                    <a:pt x="2422690" y="49415"/>
                  </a:cubicBezTo>
                  <a:cubicBezTo>
                    <a:pt x="2423801" y="49231"/>
                    <a:pt x="2425103" y="49669"/>
                    <a:pt x="2426214" y="49415"/>
                  </a:cubicBezTo>
                  <a:cubicBezTo>
                    <a:pt x="2427731" y="49231"/>
                    <a:pt x="2428163" y="47028"/>
                    <a:pt x="2429706" y="46824"/>
                  </a:cubicBezTo>
                  <a:cubicBezTo>
                    <a:pt x="2433866" y="45948"/>
                    <a:pt x="2436704" y="47028"/>
                    <a:pt x="2441124" y="46824"/>
                  </a:cubicBezTo>
                  <a:cubicBezTo>
                    <a:pt x="2442838" y="46824"/>
                    <a:pt x="2443721" y="46164"/>
                    <a:pt x="2445467" y="45948"/>
                  </a:cubicBezTo>
                  <a:lnTo>
                    <a:pt x="2445467" y="38042"/>
                  </a:lnTo>
                  <a:lnTo>
                    <a:pt x="2434958" y="37179"/>
                  </a:lnTo>
                  <a:cubicBezTo>
                    <a:pt x="2432983" y="37839"/>
                    <a:pt x="2431897" y="38931"/>
                    <a:pt x="2429706" y="38931"/>
                  </a:cubicBezTo>
                  <a:lnTo>
                    <a:pt x="2427985" y="38931"/>
                  </a:lnTo>
                  <a:cubicBezTo>
                    <a:pt x="2426423" y="38931"/>
                    <a:pt x="2425788" y="37363"/>
                    <a:pt x="2424455" y="37179"/>
                  </a:cubicBezTo>
                  <a:cubicBezTo>
                    <a:pt x="2420289" y="36080"/>
                    <a:pt x="2417451" y="35407"/>
                    <a:pt x="2413095" y="35407"/>
                  </a:cubicBezTo>
                  <a:cubicBezTo>
                    <a:pt x="2410453" y="35407"/>
                    <a:pt x="2408701" y="36302"/>
                    <a:pt x="2406046" y="36302"/>
                  </a:cubicBezTo>
                  <a:cubicBezTo>
                    <a:pt x="2402566" y="36302"/>
                    <a:pt x="2400598" y="36302"/>
                    <a:pt x="2397328" y="35407"/>
                  </a:cubicBezTo>
                  <a:cubicBezTo>
                    <a:pt x="2395981" y="35223"/>
                    <a:pt x="2395118" y="34347"/>
                    <a:pt x="2393823" y="33680"/>
                  </a:cubicBezTo>
                  <a:cubicBezTo>
                    <a:pt x="2394477" y="32372"/>
                    <a:pt x="2397328" y="32797"/>
                    <a:pt x="2397328" y="31051"/>
                  </a:cubicBezTo>
                  <a:cubicBezTo>
                    <a:pt x="2397328" y="29508"/>
                    <a:pt x="2395556" y="29063"/>
                    <a:pt x="2395556" y="27546"/>
                  </a:cubicBezTo>
                  <a:cubicBezTo>
                    <a:pt x="2394248" y="27546"/>
                    <a:pt x="2393384" y="27768"/>
                    <a:pt x="2392076" y="27546"/>
                  </a:cubicBezTo>
                  <a:cubicBezTo>
                    <a:pt x="2389422" y="27089"/>
                    <a:pt x="2388114" y="25812"/>
                    <a:pt x="2385491" y="25812"/>
                  </a:cubicBezTo>
                  <a:cubicBezTo>
                    <a:pt x="2384590" y="25812"/>
                    <a:pt x="2383955" y="25558"/>
                    <a:pt x="2383313" y="25812"/>
                  </a:cubicBezTo>
                  <a:cubicBezTo>
                    <a:pt x="2381783" y="26479"/>
                    <a:pt x="2381357" y="28409"/>
                    <a:pt x="2379605" y="28409"/>
                  </a:cubicBezTo>
                  <a:lnTo>
                    <a:pt x="2362498" y="28409"/>
                  </a:lnTo>
                  <a:cubicBezTo>
                    <a:pt x="2359247" y="28409"/>
                    <a:pt x="2358110" y="25133"/>
                    <a:pt x="2355272" y="24053"/>
                  </a:cubicBezTo>
                  <a:cubicBezTo>
                    <a:pt x="2354192" y="23596"/>
                    <a:pt x="2352884" y="23412"/>
                    <a:pt x="2351773" y="23171"/>
                  </a:cubicBezTo>
                  <a:cubicBezTo>
                    <a:pt x="2348934" y="22745"/>
                    <a:pt x="2346979" y="23171"/>
                    <a:pt x="2343912" y="23171"/>
                  </a:cubicBezTo>
                  <a:lnTo>
                    <a:pt x="2322899" y="23171"/>
                  </a:lnTo>
                  <a:lnTo>
                    <a:pt x="2317635" y="23171"/>
                  </a:lnTo>
                  <a:lnTo>
                    <a:pt x="2304510" y="23171"/>
                  </a:lnTo>
                  <a:lnTo>
                    <a:pt x="2297518" y="23171"/>
                  </a:lnTo>
                  <a:cubicBezTo>
                    <a:pt x="2294877" y="23171"/>
                    <a:pt x="2292889" y="23412"/>
                    <a:pt x="2290476" y="24053"/>
                  </a:cubicBezTo>
                  <a:cubicBezTo>
                    <a:pt x="2288971" y="24510"/>
                    <a:pt x="2288305" y="26231"/>
                    <a:pt x="2286996" y="27089"/>
                  </a:cubicBezTo>
                  <a:lnTo>
                    <a:pt x="2256358" y="27089"/>
                  </a:lnTo>
                  <a:lnTo>
                    <a:pt x="2257253" y="23171"/>
                  </a:lnTo>
                  <a:lnTo>
                    <a:pt x="2264022" y="23171"/>
                  </a:lnTo>
                  <a:cubicBezTo>
                    <a:pt x="2266848" y="23171"/>
                    <a:pt x="2268626" y="24510"/>
                    <a:pt x="2271236" y="24053"/>
                  </a:cubicBezTo>
                  <a:cubicBezTo>
                    <a:pt x="2272772" y="23837"/>
                    <a:pt x="2272995" y="21628"/>
                    <a:pt x="2273852" y="20548"/>
                  </a:cubicBezTo>
                  <a:cubicBezTo>
                    <a:pt x="2274722" y="19462"/>
                    <a:pt x="2275154" y="17919"/>
                    <a:pt x="2275611" y="16598"/>
                  </a:cubicBezTo>
                  <a:lnTo>
                    <a:pt x="2380659" y="16598"/>
                  </a:lnTo>
                  <a:cubicBezTo>
                    <a:pt x="2380475" y="15284"/>
                    <a:pt x="2381116" y="13989"/>
                    <a:pt x="2380659" y="12668"/>
                  </a:cubicBezTo>
                  <a:cubicBezTo>
                    <a:pt x="2380024" y="10896"/>
                    <a:pt x="2378716" y="10267"/>
                    <a:pt x="2377166" y="9169"/>
                  </a:cubicBezTo>
                  <a:cubicBezTo>
                    <a:pt x="2376062" y="8521"/>
                    <a:pt x="2374995" y="7861"/>
                    <a:pt x="2373661" y="7416"/>
                  </a:cubicBezTo>
                  <a:cubicBezTo>
                    <a:pt x="2371051" y="6318"/>
                    <a:pt x="2368848" y="5880"/>
                    <a:pt x="2365775" y="5651"/>
                  </a:cubicBezTo>
                  <a:lnTo>
                    <a:pt x="2361418" y="5651"/>
                  </a:lnTo>
                  <a:cubicBezTo>
                    <a:pt x="2358339" y="5454"/>
                    <a:pt x="2356618" y="5029"/>
                    <a:pt x="2353538" y="4768"/>
                  </a:cubicBezTo>
                  <a:cubicBezTo>
                    <a:pt x="2350928" y="4768"/>
                    <a:pt x="2348934" y="4571"/>
                    <a:pt x="2346553" y="3898"/>
                  </a:cubicBezTo>
                  <a:cubicBezTo>
                    <a:pt x="2345213" y="3708"/>
                    <a:pt x="2344312" y="2387"/>
                    <a:pt x="2343023" y="2127"/>
                  </a:cubicBezTo>
                  <a:cubicBezTo>
                    <a:pt x="2341937" y="1943"/>
                    <a:pt x="2340641" y="1289"/>
                    <a:pt x="2339536" y="1289"/>
                  </a:cubicBezTo>
                  <a:cubicBezTo>
                    <a:pt x="2336679" y="806"/>
                    <a:pt x="2334710" y="1289"/>
                    <a:pt x="2331656" y="1289"/>
                  </a:cubicBezTo>
                  <a:cubicBezTo>
                    <a:pt x="2328576" y="1289"/>
                    <a:pt x="2326817" y="1079"/>
                    <a:pt x="2323776" y="1289"/>
                  </a:cubicBezTo>
                  <a:cubicBezTo>
                    <a:pt x="2322468" y="1289"/>
                    <a:pt x="2321591" y="2127"/>
                    <a:pt x="2320270" y="2127"/>
                  </a:cubicBezTo>
                  <a:cubicBezTo>
                    <a:pt x="2317216" y="2387"/>
                    <a:pt x="2315438" y="2127"/>
                    <a:pt x="2312384" y="2127"/>
                  </a:cubicBezTo>
                  <a:lnTo>
                    <a:pt x="2308028" y="2127"/>
                  </a:lnTo>
                  <a:cubicBezTo>
                    <a:pt x="2305164" y="1943"/>
                    <a:pt x="2303608" y="406"/>
                    <a:pt x="2300770" y="406"/>
                  </a:cubicBezTo>
                  <a:cubicBezTo>
                    <a:pt x="2271687" y="406"/>
                    <a:pt x="2255050" y="0"/>
                    <a:pt x="2225922" y="0"/>
                  </a:cubicBezTo>
                  <a:cubicBezTo>
                    <a:pt x="2223058" y="0"/>
                    <a:pt x="2221325" y="806"/>
                    <a:pt x="2218696" y="1289"/>
                  </a:cubicBezTo>
                  <a:cubicBezTo>
                    <a:pt x="2217578" y="1492"/>
                    <a:pt x="2216277" y="1079"/>
                    <a:pt x="2215178" y="1289"/>
                  </a:cubicBezTo>
                  <a:cubicBezTo>
                    <a:pt x="2213457" y="1492"/>
                    <a:pt x="2212346" y="2793"/>
                    <a:pt x="2210828" y="3898"/>
                  </a:cubicBezTo>
                  <a:cubicBezTo>
                    <a:pt x="2209285" y="5029"/>
                    <a:pt x="2209076" y="7181"/>
                    <a:pt x="2207310" y="7416"/>
                  </a:cubicBezTo>
                  <a:cubicBezTo>
                    <a:pt x="2206015" y="7639"/>
                    <a:pt x="2204910" y="7416"/>
                    <a:pt x="2203373" y="7416"/>
                  </a:cubicBezTo>
                  <a:lnTo>
                    <a:pt x="2199424" y="7416"/>
                  </a:lnTo>
                  <a:cubicBezTo>
                    <a:pt x="2197671" y="7416"/>
                    <a:pt x="2196788" y="6540"/>
                    <a:pt x="2195055" y="6540"/>
                  </a:cubicBezTo>
                  <a:lnTo>
                    <a:pt x="2190692" y="6540"/>
                  </a:lnTo>
                  <a:cubicBezTo>
                    <a:pt x="2189359" y="6540"/>
                    <a:pt x="2188502" y="5651"/>
                    <a:pt x="2187187" y="5651"/>
                  </a:cubicBezTo>
                  <a:cubicBezTo>
                    <a:pt x="2184977" y="5454"/>
                    <a:pt x="2183669" y="5651"/>
                    <a:pt x="2181479" y="5651"/>
                  </a:cubicBezTo>
                  <a:cubicBezTo>
                    <a:pt x="2179275" y="5651"/>
                    <a:pt x="2177745" y="5454"/>
                    <a:pt x="2175802" y="5651"/>
                  </a:cubicBezTo>
                  <a:cubicBezTo>
                    <a:pt x="2170976" y="6318"/>
                    <a:pt x="2168347" y="8718"/>
                    <a:pt x="2164416" y="11804"/>
                  </a:cubicBezTo>
                  <a:cubicBezTo>
                    <a:pt x="2165750" y="13531"/>
                    <a:pt x="2166162" y="16160"/>
                    <a:pt x="2167039" y="17919"/>
                  </a:cubicBezTo>
                  <a:cubicBezTo>
                    <a:pt x="2167693" y="19234"/>
                    <a:pt x="2168798" y="20548"/>
                    <a:pt x="2168798" y="22294"/>
                  </a:cubicBezTo>
                  <a:cubicBezTo>
                    <a:pt x="2168798" y="25133"/>
                    <a:pt x="2165305" y="25812"/>
                    <a:pt x="2162663" y="26650"/>
                  </a:cubicBezTo>
                  <a:cubicBezTo>
                    <a:pt x="2160238" y="27311"/>
                    <a:pt x="2158295" y="27546"/>
                    <a:pt x="2155653" y="27546"/>
                  </a:cubicBezTo>
                  <a:cubicBezTo>
                    <a:pt x="2152599" y="27546"/>
                    <a:pt x="2150408" y="26892"/>
                    <a:pt x="2147785" y="25812"/>
                  </a:cubicBezTo>
                  <a:cubicBezTo>
                    <a:pt x="2146446" y="25361"/>
                    <a:pt x="2145569" y="24053"/>
                    <a:pt x="2144052" y="24053"/>
                  </a:cubicBezTo>
                  <a:lnTo>
                    <a:pt x="2126087" y="24053"/>
                  </a:lnTo>
                  <a:cubicBezTo>
                    <a:pt x="2120861" y="24053"/>
                    <a:pt x="2119115" y="19462"/>
                    <a:pt x="2114511" y="17024"/>
                  </a:cubicBezTo>
                  <a:cubicBezTo>
                    <a:pt x="2113406" y="16598"/>
                    <a:pt x="2112340" y="16402"/>
                    <a:pt x="2111006" y="16160"/>
                  </a:cubicBezTo>
                  <a:cubicBezTo>
                    <a:pt x="2107298" y="15500"/>
                    <a:pt x="2105075" y="15284"/>
                    <a:pt x="2101380" y="15284"/>
                  </a:cubicBezTo>
                  <a:cubicBezTo>
                    <a:pt x="2099621" y="15284"/>
                    <a:pt x="2098528" y="15055"/>
                    <a:pt x="2096979" y="15284"/>
                  </a:cubicBezTo>
                  <a:cubicBezTo>
                    <a:pt x="2095887" y="15500"/>
                    <a:pt x="2094585" y="15957"/>
                    <a:pt x="2093499" y="16160"/>
                  </a:cubicBezTo>
                  <a:cubicBezTo>
                    <a:pt x="2091963" y="16598"/>
                    <a:pt x="2092185" y="18770"/>
                    <a:pt x="2090851" y="19672"/>
                  </a:cubicBezTo>
                  <a:cubicBezTo>
                    <a:pt x="2089543" y="20548"/>
                    <a:pt x="2088241" y="21424"/>
                    <a:pt x="2086495" y="21424"/>
                  </a:cubicBezTo>
                  <a:cubicBezTo>
                    <a:pt x="2083663" y="21628"/>
                    <a:pt x="2081879" y="21424"/>
                    <a:pt x="2079040" y="21424"/>
                  </a:cubicBezTo>
                  <a:lnTo>
                    <a:pt x="2075980" y="21424"/>
                  </a:lnTo>
                  <a:cubicBezTo>
                    <a:pt x="2074252" y="21424"/>
                    <a:pt x="2073351" y="21628"/>
                    <a:pt x="2071617" y="21424"/>
                  </a:cubicBezTo>
                  <a:cubicBezTo>
                    <a:pt x="2069433" y="21208"/>
                    <a:pt x="2068525" y="18770"/>
                    <a:pt x="2066347" y="18770"/>
                  </a:cubicBezTo>
                  <a:cubicBezTo>
                    <a:pt x="2062416" y="18770"/>
                    <a:pt x="2060428" y="20091"/>
                    <a:pt x="2056714" y="21424"/>
                  </a:cubicBezTo>
                  <a:cubicBezTo>
                    <a:pt x="2052332" y="21094"/>
                    <a:pt x="2047722" y="20548"/>
                    <a:pt x="2043372" y="20548"/>
                  </a:cubicBezTo>
                  <a:cubicBezTo>
                    <a:pt x="2042388" y="20548"/>
                    <a:pt x="2041817" y="20408"/>
                    <a:pt x="2040972" y="20548"/>
                  </a:cubicBezTo>
                  <a:cubicBezTo>
                    <a:pt x="2040337" y="20669"/>
                    <a:pt x="2039848" y="21304"/>
                    <a:pt x="2039213" y="21424"/>
                  </a:cubicBezTo>
                  <a:cubicBezTo>
                    <a:pt x="2038642" y="21513"/>
                    <a:pt x="2038000" y="21304"/>
                    <a:pt x="2037448" y="21424"/>
                  </a:cubicBezTo>
                  <a:cubicBezTo>
                    <a:pt x="2036464" y="21628"/>
                    <a:pt x="2035816" y="22085"/>
                    <a:pt x="2034838" y="22294"/>
                  </a:cubicBezTo>
                  <a:cubicBezTo>
                    <a:pt x="2033612" y="22644"/>
                    <a:pt x="2032546" y="22828"/>
                    <a:pt x="2031333" y="23171"/>
                  </a:cubicBezTo>
                  <a:cubicBezTo>
                    <a:pt x="2029358" y="23837"/>
                    <a:pt x="2028463" y="24599"/>
                    <a:pt x="2026507" y="25361"/>
                  </a:cubicBezTo>
                  <a:cubicBezTo>
                    <a:pt x="2027294" y="27006"/>
                    <a:pt x="2027631" y="27971"/>
                    <a:pt x="2028698" y="29305"/>
                  </a:cubicBezTo>
                  <a:cubicBezTo>
                    <a:pt x="2029358" y="30073"/>
                    <a:pt x="2029923" y="30619"/>
                    <a:pt x="2030895" y="31051"/>
                  </a:cubicBezTo>
                  <a:cubicBezTo>
                    <a:pt x="2031549" y="31292"/>
                    <a:pt x="2031866" y="31800"/>
                    <a:pt x="2032628" y="31940"/>
                  </a:cubicBezTo>
                  <a:cubicBezTo>
                    <a:pt x="2033530" y="32029"/>
                    <a:pt x="2034063" y="31800"/>
                    <a:pt x="2034838" y="31940"/>
                  </a:cubicBezTo>
                  <a:cubicBezTo>
                    <a:pt x="2036591" y="32238"/>
                    <a:pt x="2037670" y="33121"/>
                    <a:pt x="2039213" y="34137"/>
                  </a:cubicBezTo>
                  <a:cubicBezTo>
                    <a:pt x="2040077" y="34626"/>
                    <a:pt x="2040635" y="35223"/>
                    <a:pt x="2041391" y="35883"/>
                  </a:cubicBezTo>
                  <a:cubicBezTo>
                    <a:pt x="2042052" y="36417"/>
                    <a:pt x="2042699" y="36849"/>
                    <a:pt x="2043150" y="37623"/>
                  </a:cubicBezTo>
                  <a:cubicBezTo>
                    <a:pt x="2043588" y="38284"/>
                    <a:pt x="2044255" y="38601"/>
                    <a:pt x="2044471" y="39369"/>
                  </a:cubicBezTo>
                  <a:cubicBezTo>
                    <a:pt x="2044903" y="40576"/>
                    <a:pt x="2045106" y="41573"/>
                    <a:pt x="2045322" y="42868"/>
                  </a:cubicBezTo>
                  <a:cubicBezTo>
                    <a:pt x="2045563" y="44723"/>
                    <a:pt x="2045322" y="45827"/>
                    <a:pt x="2045322" y="47675"/>
                  </a:cubicBezTo>
                  <a:lnTo>
                    <a:pt x="2043588" y="46361"/>
                  </a:lnTo>
                  <a:cubicBezTo>
                    <a:pt x="2043150" y="45739"/>
                    <a:pt x="2042814" y="45059"/>
                    <a:pt x="2042280" y="44640"/>
                  </a:cubicBezTo>
                  <a:cubicBezTo>
                    <a:pt x="2041721" y="44183"/>
                    <a:pt x="2041721" y="43097"/>
                    <a:pt x="2040972" y="42868"/>
                  </a:cubicBezTo>
                  <a:cubicBezTo>
                    <a:pt x="2040401" y="42767"/>
                    <a:pt x="2039778" y="43002"/>
                    <a:pt x="2039213" y="42868"/>
                  </a:cubicBezTo>
                  <a:cubicBezTo>
                    <a:pt x="2038457" y="42652"/>
                    <a:pt x="2037899" y="42532"/>
                    <a:pt x="2037029" y="42424"/>
                  </a:cubicBezTo>
                  <a:cubicBezTo>
                    <a:pt x="2036146" y="42335"/>
                    <a:pt x="2035581" y="42214"/>
                    <a:pt x="2034838" y="41992"/>
                  </a:cubicBezTo>
                  <a:cubicBezTo>
                    <a:pt x="2033962" y="41687"/>
                    <a:pt x="2033530" y="40893"/>
                    <a:pt x="2032628" y="40678"/>
                  </a:cubicBezTo>
                  <a:cubicBezTo>
                    <a:pt x="2032107" y="40576"/>
                    <a:pt x="2031428" y="40779"/>
                    <a:pt x="2030895" y="40678"/>
                  </a:cubicBezTo>
                  <a:cubicBezTo>
                    <a:pt x="2030101" y="40455"/>
                    <a:pt x="2029923" y="39585"/>
                    <a:pt x="2029129" y="39369"/>
                  </a:cubicBezTo>
                  <a:cubicBezTo>
                    <a:pt x="2028361" y="39147"/>
                    <a:pt x="2027828" y="39052"/>
                    <a:pt x="2026958" y="38931"/>
                  </a:cubicBezTo>
                  <a:cubicBezTo>
                    <a:pt x="2026297" y="38931"/>
                    <a:pt x="2025853" y="38500"/>
                    <a:pt x="2025186" y="38500"/>
                  </a:cubicBezTo>
                  <a:cubicBezTo>
                    <a:pt x="2024208" y="38385"/>
                    <a:pt x="2023560" y="38500"/>
                    <a:pt x="2022602" y="38500"/>
                  </a:cubicBezTo>
                  <a:cubicBezTo>
                    <a:pt x="2021160" y="38500"/>
                    <a:pt x="2020277" y="38042"/>
                    <a:pt x="2018855" y="38042"/>
                  </a:cubicBezTo>
                  <a:cubicBezTo>
                    <a:pt x="2017547" y="38042"/>
                    <a:pt x="2016652" y="37960"/>
                    <a:pt x="2015553" y="38500"/>
                  </a:cubicBezTo>
                  <a:cubicBezTo>
                    <a:pt x="2014810" y="38830"/>
                    <a:pt x="2014156" y="39052"/>
                    <a:pt x="2013800" y="39814"/>
                  </a:cubicBezTo>
                  <a:cubicBezTo>
                    <a:pt x="2013604" y="40455"/>
                    <a:pt x="2012943" y="40779"/>
                    <a:pt x="2012943" y="41573"/>
                  </a:cubicBezTo>
                  <a:cubicBezTo>
                    <a:pt x="2012943" y="42214"/>
                    <a:pt x="2013267" y="42767"/>
                    <a:pt x="2013369" y="43338"/>
                  </a:cubicBezTo>
                  <a:cubicBezTo>
                    <a:pt x="2013604" y="44723"/>
                    <a:pt x="2014372" y="45624"/>
                    <a:pt x="2015134" y="46824"/>
                  </a:cubicBezTo>
                  <a:cubicBezTo>
                    <a:pt x="2015553" y="47586"/>
                    <a:pt x="2016239" y="48012"/>
                    <a:pt x="2016874" y="48564"/>
                  </a:cubicBezTo>
                  <a:cubicBezTo>
                    <a:pt x="2017661" y="49231"/>
                    <a:pt x="2018195" y="49885"/>
                    <a:pt x="2019065" y="50317"/>
                  </a:cubicBezTo>
                  <a:cubicBezTo>
                    <a:pt x="2020601" y="51193"/>
                    <a:pt x="2021814" y="51295"/>
                    <a:pt x="2023452" y="52057"/>
                  </a:cubicBezTo>
                  <a:cubicBezTo>
                    <a:pt x="2024754" y="52584"/>
                    <a:pt x="2025624" y="53263"/>
                    <a:pt x="2026958" y="53816"/>
                  </a:cubicBezTo>
                  <a:cubicBezTo>
                    <a:pt x="2027504" y="54044"/>
                    <a:pt x="2028151" y="54146"/>
                    <a:pt x="2028698" y="54254"/>
                  </a:cubicBezTo>
                  <a:cubicBezTo>
                    <a:pt x="2029358" y="54463"/>
                    <a:pt x="2029796" y="54984"/>
                    <a:pt x="2030456" y="55130"/>
                  </a:cubicBezTo>
                  <a:cubicBezTo>
                    <a:pt x="2031238" y="55225"/>
                    <a:pt x="2031866" y="55460"/>
                    <a:pt x="2032628" y="55562"/>
                  </a:cubicBezTo>
                  <a:cubicBezTo>
                    <a:pt x="2034063" y="55651"/>
                    <a:pt x="2035048" y="55562"/>
                    <a:pt x="2036591" y="55562"/>
                  </a:cubicBezTo>
                  <a:lnTo>
                    <a:pt x="2040521" y="55562"/>
                  </a:lnTo>
                  <a:cubicBezTo>
                    <a:pt x="2041391" y="55562"/>
                    <a:pt x="2041931" y="55892"/>
                    <a:pt x="2042699" y="55994"/>
                  </a:cubicBezTo>
                  <a:cubicBezTo>
                    <a:pt x="2043499" y="56108"/>
                    <a:pt x="2043798" y="56883"/>
                    <a:pt x="2044471" y="57315"/>
                  </a:cubicBezTo>
                  <a:cubicBezTo>
                    <a:pt x="2045106" y="57765"/>
                    <a:pt x="2045563" y="58292"/>
                    <a:pt x="2046224" y="58642"/>
                  </a:cubicBezTo>
                  <a:cubicBezTo>
                    <a:pt x="2047722" y="59480"/>
                    <a:pt x="2048840" y="59950"/>
                    <a:pt x="2050160" y="61283"/>
                  </a:cubicBezTo>
                  <a:cubicBezTo>
                    <a:pt x="2050707" y="61810"/>
                    <a:pt x="2050923" y="62344"/>
                    <a:pt x="2051469" y="63017"/>
                  </a:cubicBezTo>
                  <a:cubicBezTo>
                    <a:pt x="2052548" y="64325"/>
                    <a:pt x="2053640" y="65081"/>
                    <a:pt x="2054523" y="66522"/>
                  </a:cubicBezTo>
                  <a:cubicBezTo>
                    <a:pt x="2054974" y="67252"/>
                    <a:pt x="2055507" y="67837"/>
                    <a:pt x="2055856" y="68713"/>
                  </a:cubicBezTo>
                  <a:cubicBezTo>
                    <a:pt x="2056066" y="69361"/>
                    <a:pt x="2056631" y="69678"/>
                    <a:pt x="2056714" y="70440"/>
                  </a:cubicBezTo>
                  <a:cubicBezTo>
                    <a:pt x="2056828" y="71119"/>
                    <a:pt x="2056631" y="71539"/>
                    <a:pt x="2056714" y="72186"/>
                  </a:cubicBezTo>
                  <a:cubicBezTo>
                    <a:pt x="2056828" y="73177"/>
                    <a:pt x="2057165" y="73844"/>
                    <a:pt x="2057165" y="74822"/>
                  </a:cubicBezTo>
                  <a:cubicBezTo>
                    <a:pt x="2057165" y="76149"/>
                    <a:pt x="2057165" y="77895"/>
                    <a:pt x="2055856" y="77895"/>
                  </a:cubicBezTo>
                  <a:cubicBezTo>
                    <a:pt x="2055190" y="77895"/>
                    <a:pt x="2054764" y="77438"/>
                    <a:pt x="2054098" y="77438"/>
                  </a:cubicBezTo>
                  <a:cubicBezTo>
                    <a:pt x="2052548" y="77438"/>
                    <a:pt x="2051589" y="76911"/>
                    <a:pt x="2050160" y="76593"/>
                  </a:cubicBezTo>
                  <a:cubicBezTo>
                    <a:pt x="2049386" y="76453"/>
                    <a:pt x="2048840" y="75831"/>
                    <a:pt x="2047976" y="75711"/>
                  </a:cubicBezTo>
                  <a:cubicBezTo>
                    <a:pt x="2047106" y="75615"/>
                    <a:pt x="2046668" y="75831"/>
                    <a:pt x="2045760" y="75711"/>
                  </a:cubicBezTo>
                  <a:cubicBezTo>
                    <a:pt x="2044655" y="75615"/>
                    <a:pt x="2044122" y="75164"/>
                    <a:pt x="2043150" y="74822"/>
                  </a:cubicBezTo>
                  <a:cubicBezTo>
                    <a:pt x="2041721" y="74282"/>
                    <a:pt x="2040972" y="73621"/>
                    <a:pt x="2039639" y="73101"/>
                  </a:cubicBezTo>
                  <a:cubicBezTo>
                    <a:pt x="2039004" y="72859"/>
                    <a:pt x="2038546" y="72428"/>
                    <a:pt x="2037899" y="72186"/>
                  </a:cubicBezTo>
                  <a:cubicBezTo>
                    <a:pt x="2037149" y="72002"/>
                    <a:pt x="2036464" y="72002"/>
                    <a:pt x="2035721" y="71780"/>
                  </a:cubicBezTo>
                  <a:cubicBezTo>
                    <a:pt x="2034933" y="71539"/>
                    <a:pt x="2034279" y="71208"/>
                    <a:pt x="2033530" y="70872"/>
                  </a:cubicBezTo>
                  <a:cubicBezTo>
                    <a:pt x="2032546" y="70440"/>
                    <a:pt x="2031866" y="69913"/>
                    <a:pt x="2030895" y="69576"/>
                  </a:cubicBezTo>
                  <a:cubicBezTo>
                    <a:pt x="2030355" y="69361"/>
                    <a:pt x="2029682" y="69253"/>
                    <a:pt x="2029129" y="69151"/>
                  </a:cubicBezTo>
                  <a:cubicBezTo>
                    <a:pt x="2026850" y="68256"/>
                    <a:pt x="2025523" y="67252"/>
                    <a:pt x="2023027" y="66941"/>
                  </a:cubicBezTo>
                  <a:cubicBezTo>
                    <a:pt x="2021814" y="66846"/>
                    <a:pt x="2021027" y="66706"/>
                    <a:pt x="2019947" y="66522"/>
                  </a:cubicBezTo>
                  <a:cubicBezTo>
                    <a:pt x="2017972" y="66052"/>
                    <a:pt x="2016975" y="64979"/>
                    <a:pt x="2015134" y="64325"/>
                  </a:cubicBezTo>
                  <a:cubicBezTo>
                    <a:pt x="2014588" y="64090"/>
                    <a:pt x="2013915" y="64090"/>
                    <a:pt x="2013369" y="63906"/>
                  </a:cubicBezTo>
                  <a:cubicBezTo>
                    <a:pt x="2012480" y="63449"/>
                    <a:pt x="2012048" y="62680"/>
                    <a:pt x="2011184" y="62134"/>
                  </a:cubicBezTo>
                  <a:cubicBezTo>
                    <a:pt x="2010651" y="61810"/>
                    <a:pt x="2009984" y="61601"/>
                    <a:pt x="2009451" y="61283"/>
                  </a:cubicBezTo>
                  <a:cubicBezTo>
                    <a:pt x="2008574" y="60712"/>
                    <a:pt x="2008143" y="60039"/>
                    <a:pt x="2007254" y="59480"/>
                  </a:cubicBezTo>
                  <a:cubicBezTo>
                    <a:pt x="2006384" y="58959"/>
                    <a:pt x="2005501" y="58750"/>
                    <a:pt x="2004618" y="58191"/>
                  </a:cubicBezTo>
                  <a:cubicBezTo>
                    <a:pt x="2003850" y="57765"/>
                    <a:pt x="2003532" y="57092"/>
                    <a:pt x="2002847" y="56451"/>
                  </a:cubicBezTo>
                  <a:cubicBezTo>
                    <a:pt x="2002104" y="55651"/>
                    <a:pt x="2001793" y="54571"/>
                    <a:pt x="2000675" y="54254"/>
                  </a:cubicBezTo>
                  <a:cubicBezTo>
                    <a:pt x="1999926" y="54044"/>
                    <a:pt x="1999265" y="54463"/>
                    <a:pt x="1998491" y="54254"/>
                  </a:cubicBezTo>
                  <a:cubicBezTo>
                    <a:pt x="1997849" y="54146"/>
                    <a:pt x="1997398" y="53505"/>
                    <a:pt x="1996757" y="53384"/>
                  </a:cubicBezTo>
                  <a:cubicBezTo>
                    <a:pt x="1996179" y="53263"/>
                    <a:pt x="1995544" y="53073"/>
                    <a:pt x="1994998" y="52933"/>
                  </a:cubicBezTo>
                  <a:cubicBezTo>
                    <a:pt x="1994115" y="52724"/>
                    <a:pt x="1993677" y="52057"/>
                    <a:pt x="1992706" y="52057"/>
                  </a:cubicBezTo>
                  <a:lnTo>
                    <a:pt x="1984597" y="52057"/>
                  </a:lnTo>
                  <a:cubicBezTo>
                    <a:pt x="1983720" y="52057"/>
                    <a:pt x="1983168" y="52584"/>
                    <a:pt x="1982317" y="52495"/>
                  </a:cubicBezTo>
                  <a:cubicBezTo>
                    <a:pt x="1980755" y="52304"/>
                    <a:pt x="1979764" y="51612"/>
                    <a:pt x="1978355" y="51193"/>
                  </a:cubicBezTo>
                  <a:cubicBezTo>
                    <a:pt x="1977263" y="50863"/>
                    <a:pt x="1976393" y="50742"/>
                    <a:pt x="1975269" y="50317"/>
                  </a:cubicBezTo>
                  <a:cubicBezTo>
                    <a:pt x="1973326" y="49574"/>
                    <a:pt x="1972094" y="48107"/>
                    <a:pt x="1969941" y="48107"/>
                  </a:cubicBezTo>
                  <a:cubicBezTo>
                    <a:pt x="1962924" y="48107"/>
                    <a:pt x="1959076" y="48336"/>
                    <a:pt x="1952072" y="48336"/>
                  </a:cubicBezTo>
                  <a:cubicBezTo>
                    <a:pt x="1952072" y="49326"/>
                    <a:pt x="1951856" y="49885"/>
                    <a:pt x="1952072" y="50742"/>
                  </a:cubicBezTo>
                  <a:cubicBezTo>
                    <a:pt x="1952326" y="51517"/>
                    <a:pt x="1952980" y="51822"/>
                    <a:pt x="1953393" y="52495"/>
                  </a:cubicBezTo>
                  <a:cubicBezTo>
                    <a:pt x="1954593" y="54146"/>
                    <a:pt x="1955482" y="54984"/>
                    <a:pt x="1956911" y="56451"/>
                  </a:cubicBezTo>
                  <a:cubicBezTo>
                    <a:pt x="1958232" y="57765"/>
                    <a:pt x="1959076" y="58750"/>
                    <a:pt x="1960848" y="59061"/>
                  </a:cubicBezTo>
                  <a:cubicBezTo>
                    <a:pt x="1961603" y="59175"/>
                    <a:pt x="1962277" y="58750"/>
                    <a:pt x="1963019" y="59061"/>
                  </a:cubicBezTo>
                  <a:lnTo>
                    <a:pt x="1964778" y="59950"/>
                  </a:lnTo>
                  <a:cubicBezTo>
                    <a:pt x="1965553" y="60293"/>
                    <a:pt x="1965553" y="61150"/>
                    <a:pt x="1966099" y="61696"/>
                  </a:cubicBezTo>
                  <a:cubicBezTo>
                    <a:pt x="1967299" y="62915"/>
                    <a:pt x="1968303" y="63785"/>
                    <a:pt x="1969604" y="64750"/>
                  </a:cubicBezTo>
                  <a:cubicBezTo>
                    <a:pt x="1970246" y="65220"/>
                    <a:pt x="1970779" y="65411"/>
                    <a:pt x="1971351" y="66052"/>
                  </a:cubicBezTo>
                  <a:cubicBezTo>
                    <a:pt x="1971909" y="66706"/>
                    <a:pt x="1972094" y="67627"/>
                    <a:pt x="1972671" y="68256"/>
                  </a:cubicBezTo>
                  <a:cubicBezTo>
                    <a:pt x="1973326" y="69030"/>
                    <a:pt x="1974297" y="69151"/>
                    <a:pt x="1974843" y="70008"/>
                  </a:cubicBezTo>
                  <a:cubicBezTo>
                    <a:pt x="1975605" y="71208"/>
                    <a:pt x="1976056" y="72186"/>
                    <a:pt x="1976589" y="73507"/>
                  </a:cubicBezTo>
                  <a:cubicBezTo>
                    <a:pt x="1976824" y="74060"/>
                    <a:pt x="1976824" y="74726"/>
                    <a:pt x="1977021" y="75285"/>
                  </a:cubicBezTo>
                  <a:cubicBezTo>
                    <a:pt x="1977370" y="76149"/>
                    <a:pt x="1978018" y="76593"/>
                    <a:pt x="1978355" y="77438"/>
                  </a:cubicBezTo>
                  <a:cubicBezTo>
                    <a:pt x="1978901" y="78759"/>
                    <a:pt x="1979663" y="79546"/>
                    <a:pt x="1979663" y="81057"/>
                  </a:cubicBezTo>
                  <a:lnTo>
                    <a:pt x="1979663" y="83591"/>
                  </a:lnTo>
                  <a:lnTo>
                    <a:pt x="1975396" y="83591"/>
                  </a:lnTo>
                  <a:cubicBezTo>
                    <a:pt x="1974526" y="83591"/>
                    <a:pt x="1973967" y="83267"/>
                    <a:pt x="1973103" y="83127"/>
                  </a:cubicBezTo>
                  <a:cubicBezTo>
                    <a:pt x="1972221" y="83026"/>
                    <a:pt x="1971675" y="83026"/>
                    <a:pt x="1970925" y="82683"/>
                  </a:cubicBezTo>
                  <a:cubicBezTo>
                    <a:pt x="1970144" y="82365"/>
                    <a:pt x="1969941" y="81394"/>
                    <a:pt x="1969166" y="80962"/>
                  </a:cubicBezTo>
                  <a:cubicBezTo>
                    <a:pt x="1968303" y="80384"/>
                    <a:pt x="1967299" y="80295"/>
                    <a:pt x="1966525" y="79648"/>
                  </a:cubicBezTo>
                  <a:cubicBezTo>
                    <a:pt x="1966004" y="79216"/>
                    <a:pt x="1966194" y="78416"/>
                    <a:pt x="1965674" y="77895"/>
                  </a:cubicBezTo>
                  <a:cubicBezTo>
                    <a:pt x="1965115" y="77349"/>
                    <a:pt x="1964455" y="77349"/>
                    <a:pt x="1963896" y="77031"/>
                  </a:cubicBezTo>
                  <a:cubicBezTo>
                    <a:pt x="1963019" y="76352"/>
                    <a:pt x="1962150" y="75831"/>
                    <a:pt x="1961273" y="75285"/>
                  </a:cubicBezTo>
                  <a:cubicBezTo>
                    <a:pt x="1960410" y="74726"/>
                    <a:pt x="1959978" y="74060"/>
                    <a:pt x="1959076" y="73507"/>
                  </a:cubicBezTo>
                  <a:cubicBezTo>
                    <a:pt x="1958232" y="72961"/>
                    <a:pt x="1957444" y="72428"/>
                    <a:pt x="1956460" y="71780"/>
                  </a:cubicBezTo>
                  <a:cubicBezTo>
                    <a:pt x="1954834" y="70681"/>
                    <a:pt x="1954161" y="69678"/>
                    <a:pt x="1952510" y="68713"/>
                  </a:cubicBezTo>
                  <a:cubicBezTo>
                    <a:pt x="1951989" y="68389"/>
                    <a:pt x="1951424" y="68167"/>
                    <a:pt x="1950751" y="67837"/>
                  </a:cubicBezTo>
                  <a:cubicBezTo>
                    <a:pt x="1950116" y="67513"/>
                    <a:pt x="1949684" y="66941"/>
                    <a:pt x="1949030" y="66522"/>
                  </a:cubicBezTo>
                  <a:cubicBezTo>
                    <a:pt x="1948376" y="66052"/>
                    <a:pt x="1947926" y="65747"/>
                    <a:pt x="1947271" y="65220"/>
                  </a:cubicBezTo>
                  <a:cubicBezTo>
                    <a:pt x="1945951" y="64090"/>
                    <a:pt x="1945392" y="62915"/>
                    <a:pt x="1943785" y="62610"/>
                  </a:cubicBezTo>
                  <a:cubicBezTo>
                    <a:pt x="1943207" y="62471"/>
                    <a:pt x="1942560" y="62223"/>
                    <a:pt x="1942033" y="62134"/>
                  </a:cubicBezTo>
                  <a:cubicBezTo>
                    <a:pt x="1941468" y="62014"/>
                    <a:pt x="1940921" y="62134"/>
                    <a:pt x="1940274" y="62134"/>
                  </a:cubicBezTo>
                  <a:cubicBezTo>
                    <a:pt x="1938521" y="62014"/>
                    <a:pt x="1937442" y="61601"/>
                    <a:pt x="1935892" y="60801"/>
                  </a:cubicBezTo>
                  <a:cubicBezTo>
                    <a:pt x="1935105" y="60496"/>
                    <a:pt x="1934590" y="60153"/>
                    <a:pt x="1934133" y="59480"/>
                  </a:cubicBezTo>
                  <a:cubicBezTo>
                    <a:pt x="1933714" y="58851"/>
                    <a:pt x="1933714" y="57981"/>
                    <a:pt x="1933257" y="57315"/>
                  </a:cubicBezTo>
                  <a:cubicBezTo>
                    <a:pt x="1932832" y="56546"/>
                    <a:pt x="1932273" y="55994"/>
                    <a:pt x="1931511" y="55562"/>
                  </a:cubicBezTo>
                  <a:cubicBezTo>
                    <a:pt x="1930965" y="55225"/>
                    <a:pt x="1930311" y="55333"/>
                    <a:pt x="1929758" y="55130"/>
                  </a:cubicBezTo>
                  <a:cubicBezTo>
                    <a:pt x="1928787" y="54705"/>
                    <a:pt x="1928126" y="54044"/>
                    <a:pt x="1927148" y="53816"/>
                  </a:cubicBezTo>
                  <a:cubicBezTo>
                    <a:pt x="1926583" y="53720"/>
                    <a:pt x="1926037" y="53816"/>
                    <a:pt x="1925389" y="53816"/>
                  </a:cubicBezTo>
                  <a:cubicBezTo>
                    <a:pt x="1923973" y="53720"/>
                    <a:pt x="1923199" y="53384"/>
                    <a:pt x="1921764" y="53384"/>
                  </a:cubicBezTo>
                  <a:lnTo>
                    <a:pt x="1915318" y="53384"/>
                  </a:lnTo>
                  <a:lnTo>
                    <a:pt x="1915318" y="56324"/>
                  </a:lnTo>
                  <a:cubicBezTo>
                    <a:pt x="1915318" y="57867"/>
                    <a:pt x="1916080" y="58642"/>
                    <a:pt x="1916639" y="59950"/>
                  </a:cubicBezTo>
                  <a:cubicBezTo>
                    <a:pt x="1917522" y="61912"/>
                    <a:pt x="1918722" y="63233"/>
                    <a:pt x="1919706" y="65220"/>
                  </a:cubicBezTo>
                  <a:cubicBezTo>
                    <a:pt x="1920119" y="66192"/>
                    <a:pt x="1920563" y="66706"/>
                    <a:pt x="1920563" y="67837"/>
                  </a:cubicBezTo>
                  <a:cubicBezTo>
                    <a:pt x="1920563" y="68833"/>
                    <a:pt x="1920252" y="69456"/>
                    <a:pt x="1920119" y="70440"/>
                  </a:cubicBezTo>
                  <a:cubicBezTo>
                    <a:pt x="1920011" y="71310"/>
                    <a:pt x="1920119" y="71780"/>
                    <a:pt x="1920119" y="72656"/>
                  </a:cubicBezTo>
                  <a:cubicBezTo>
                    <a:pt x="1920119" y="73285"/>
                    <a:pt x="1919706" y="73844"/>
                    <a:pt x="1919706" y="74390"/>
                  </a:cubicBezTo>
                  <a:lnTo>
                    <a:pt x="1919706" y="76149"/>
                  </a:lnTo>
                  <a:cubicBezTo>
                    <a:pt x="1919573" y="76809"/>
                    <a:pt x="1919039" y="77228"/>
                    <a:pt x="1918817" y="77895"/>
                  </a:cubicBezTo>
                  <a:cubicBezTo>
                    <a:pt x="1917934" y="80740"/>
                    <a:pt x="1917172" y="82518"/>
                    <a:pt x="1916201" y="85312"/>
                  </a:cubicBezTo>
                  <a:cubicBezTo>
                    <a:pt x="1915979" y="86125"/>
                    <a:pt x="1915852" y="86874"/>
                    <a:pt x="1915318" y="87534"/>
                  </a:cubicBezTo>
                  <a:cubicBezTo>
                    <a:pt x="1914855" y="88055"/>
                    <a:pt x="1915109" y="88944"/>
                    <a:pt x="1914436" y="89280"/>
                  </a:cubicBezTo>
                  <a:cubicBezTo>
                    <a:pt x="1913667" y="89731"/>
                    <a:pt x="1912778" y="89731"/>
                    <a:pt x="1911788" y="89731"/>
                  </a:cubicBezTo>
                  <a:cubicBezTo>
                    <a:pt x="1910600" y="89731"/>
                    <a:pt x="1909845" y="89280"/>
                    <a:pt x="1908765" y="88836"/>
                  </a:cubicBezTo>
                  <a:cubicBezTo>
                    <a:pt x="1907762" y="88391"/>
                    <a:pt x="1907012" y="88163"/>
                    <a:pt x="1906123" y="87534"/>
                  </a:cubicBezTo>
                  <a:cubicBezTo>
                    <a:pt x="1904815" y="86550"/>
                    <a:pt x="1903615" y="85871"/>
                    <a:pt x="1903063" y="84454"/>
                  </a:cubicBezTo>
                  <a:cubicBezTo>
                    <a:pt x="1902853" y="83908"/>
                    <a:pt x="1903063" y="83388"/>
                    <a:pt x="1903063" y="82683"/>
                  </a:cubicBezTo>
                  <a:cubicBezTo>
                    <a:pt x="1903063" y="81178"/>
                    <a:pt x="1903145" y="80200"/>
                    <a:pt x="1903495" y="78759"/>
                  </a:cubicBezTo>
                  <a:cubicBezTo>
                    <a:pt x="1903615" y="78009"/>
                    <a:pt x="1904371" y="77654"/>
                    <a:pt x="1904815" y="77031"/>
                  </a:cubicBezTo>
                  <a:cubicBezTo>
                    <a:pt x="1905895" y="75495"/>
                    <a:pt x="1906682" y="74485"/>
                    <a:pt x="1907863" y="73101"/>
                  </a:cubicBezTo>
                  <a:cubicBezTo>
                    <a:pt x="1908416" y="72428"/>
                    <a:pt x="1909311" y="72186"/>
                    <a:pt x="1909616" y="71310"/>
                  </a:cubicBezTo>
                  <a:cubicBezTo>
                    <a:pt x="1909845" y="70681"/>
                    <a:pt x="1910492" y="70351"/>
                    <a:pt x="1910492" y="69576"/>
                  </a:cubicBezTo>
                  <a:cubicBezTo>
                    <a:pt x="1910492" y="68935"/>
                    <a:pt x="1910168" y="68389"/>
                    <a:pt x="1910054" y="67837"/>
                  </a:cubicBezTo>
                  <a:cubicBezTo>
                    <a:pt x="1909845" y="66941"/>
                    <a:pt x="1908765" y="66846"/>
                    <a:pt x="1908314" y="66052"/>
                  </a:cubicBezTo>
                  <a:cubicBezTo>
                    <a:pt x="1907762" y="65220"/>
                    <a:pt x="1907546" y="64325"/>
                    <a:pt x="1907012" y="63449"/>
                  </a:cubicBezTo>
                  <a:cubicBezTo>
                    <a:pt x="1906543" y="62680"/>
                    <a:pt x="1905374" y="62610"/>
                    <a:pt x="1905228" y="61696"/>
                  </a:cubicBezTo>
                  <a:lnTo>
                    <a:pt x="1905228" y="59950"/>
                  </a:lnTo>
                  <a:cubicBezTo>
                    <a:pt x="1905228" y="59277"/>
                    <a:pt x="1905692" y="58750"/>
                    <a:pt x="1905692" y="58191"/>
                  </a:cubicBezTo>
                  <a:cubicBezTo>
                    <a:pt x="1905450" y="56749"/>
                    <a:pt x="1904707" y="55562"/>
                    <a:pt x="1903495" y="54705"/>
                  </a:cubicBezTo>
                  <a:cubicBezTo>
                    <a:pt x="1902752" y="54146"/>
                    <a:pt x="1902078" y="53816"/>
                    <a:pt x="1901304" y="53384"/>
                  </a:cubicBezTo>
                  <a:cubicBezTo>
                    <a:pt x="1900440" y="52838"/>
                    <a:pt x="1899989" y="52184"/>
                    <a:pt x="1899132" y="51612"/>
                  </a:cubicBezTo>
                  <a:cubicBezTo>
                    <a:pt x="1898357" y="51193"/>
                    <a:pt x="1897589" y="50863"/>
                    <a:pt x="1896935" y="50317"/>
                  </a:cubicBezTo>
                  <a:cubicBezTo>
                    <a:pt x="1896306" y="49764"/>
                    <a:pt x="1896389" y="48755"/>
                    <a:pt x="1895621" y="48564"/>
                  </a:cubicBezTo>
                  <a:cubicBezTo>
                    <a:pt x="1894509" y="48107"/>
                    <a:pt x="1893747" y="48564"/>
                    <a:pt x="1892560" y="48564"/>
                  </a:cubicBezTo>
                  <a:cubicBezTo>
                    <a:pt x="1891347" y="48564"/>
                    <a:pt x="1890560" y="48336"/>
                    <a:pt x="1889505" y="48564"/>
                  </a:cubicBezTo>
                  <a:cubicBezTo>
                    <a:pt x="1888826" y="48653"/>
                    <a:pt x="1888413" y="49326"/>
                    <a:pt x="1887747" y="49415"/>
                  </a:cubicBezTo>
                  <a:cubicBezTo>
                    <a:pt x="1886521" y="49764"/>
                    <a:pt x="1885422" y="49987"/>
                    <a:pt x="1884235" y="50317"/>
                  </a:cubicBezTo>
                  <a:cubicBezTo>
                    <a:pt x="1883600" y="50412"/>
                    <a:pt x="1883117" y="50965"/>
                    <a:pt x="1882489" y="51193"/>
                  </a:cubicBezTo>
                  <a:cubicBezTo>
                    <a:pt x="1880825" y="51822"/>
                    <a:pt x="1879625" y="52393"/>
                    <a:pt x="1878107" y="53384"/>
                  </a:cubicBezTo>
                  <a:cubicBezTo>
                    <a:pt x="1877225" y="53924"/>
                    <a:pt x="1876799" y="54705"/>
                    <a:pt x="1875916" y="55130"/>
                  </a:cubicBezTo>
                  <a:cubicBezTo>
                    <a:pt x="1875262" y="55460"/>
                    <a:pt x="1874812" y="55803"/>
                    <a:pt x="1874158" y="55994"/>
                  </a:cubicBezTo>
                  <a:cubicBezTo>
                    <a:pt x="1873503" y="56241"/>
                    <a:pt x="1873065" y="56749"/>
                    <a:pt x="1872380" y="56883"/>
                  </a:cubicBezTo>
                  <a:cubicBezTo>
                    <a:pt x="1871859" y="56972"/>
                    <a:pt x="1871211" y="56749"/>
                    <a:pt x="1870652" y="56883"/>
                  </a:cubicBezTo>
                  <a:cubicBezTo>
                    <a:pt x="1869890" y="56972"/>
                    <a:pt x="1869224" y="57530"/>
                    <a:pt x="1868481" y="57765"/>
                  </a:cubicBezTo>
                  <a:cubicBezTo>
                    <a:pt x="1867719" y="57981"/>
                    <a:pt x="1867046" y="58292"/>
                    <a:pt x="1866303" y="58642"/>
                  </a:cubicBezTo>
                  <a:cubicBezTo>
                    <a:pt x="1865401" y="59061"/>
                    <a:pt x="1864982" y="59734"/>
                    <a:pt x="1864105" y="59950"/>
                  </a:cubicBezTo>
                  <a:cubicBezTo>
                    <a:pt x="1862689" y="60293"/>
                    <a:pt x="1861680" y="60382"/>
                    <a:pt x="1860156" y="60382"/>
                  </a:cubicBezTo>
                  <a:cubicBezTo>
                    <a:pt x="1859394" y="60382"/>
                    <a:pt x="1859076" y="59950"/>
                    <a:pt x="1858308" y="59950"/>
                  </a:cubicBezTo>
                  <a:lnTo>
                    <a:pt x="1848008" y="59950"/>
                  </a:lnTo>
                  <a:cubicBezTo>
                    <a:pt x="1847113" y="59950"/>
                    <a:pt x="1846459" y="60153"/>
                    <a:pt x="1845697" y="60382"/>
                  </a:cubicBezTo>
                  <a:cubicBezTo>
                    <a:pt x="1844941" y="60617"/>
                    <a:pt x="1844274" y="60953"/>
                    <a:pt x="1843525" y="61283"/>
                  </a:cubicBezTo>
                  <a:cubicBezTo>
                    <a:pt x="1842865" y="61474"/>
                    <a:pt x="1842433" y="62014"/>
                    <a:pt x="1841779" y="62134"/>
                  </a:cubicBezTo>
                  <a:cubicBezTo>
                    <a:pt x="1840458" y="62471"/>
                    <a:pt x="1839575" y="63017"/>
                    <a:pt x="1838172" y="63017"/>
                  </a:cubicBezTo>
                  <a:lnTo>
                    <a:pt x="1836953" y="63017"/>
                  </a:lnTo>
                  <a:cubicBezTo>
                    <a:pt x="1835740" y="62915"/>
                    <a:pt x="1835086" y="62610"/>
                    <a:pt x="1833886" y="62610"/>
                  </a:cubicBezTo>
                  <a:cubicBezTo>
                    <a:pt x="1830057" y="62610"/>
                    <a:pt x="1827764" y="62915"/>
                    <a:pt x="1823910" y="62915"/>
                  </a:cubicBezTo>
                  <a:cubicBezTo>
                    <a:pt x="1823034" y="62915"/>
                    <a:pt x="1822418" y="63233"/>
                    <a:pt x="1821618" y="63449"/>
                  </a:cubicBezTo>
                  <a:cubicBezTo>
                    <a:pt x="1821097" y="63658"/>
                    <a:pt x="1820430" y="63658"/>
                    <a:pt x="1819871" y="63906"/>
                  </a:cubicBezTo>
                  <a:cubicBezTo>
                    <a:pt x="1818989" y="64230"/>
                    <a:pt x="1818551" y="64750"/>
                    <a:pt x="1818119" y="65646"/>
                  </a:cubicBezTo>
                  <a:cubicBezTo>
                    <a:pt x="1817884" y="66192"/>
                    <a:pt x="1818233" y="66846"/>
                    <a:pt x="1818119" y="67367"/>
                  </a:cubicBezTo>
                  <a:cubicBezTo>
                    <a:pt x="1818551" y="67951"/>
                    <a:pt x="1818354" y="68833"/>
                    <a:pt x="1818989" y="69151"/>
                  </a:cubicBezTo>
                  <a:cubicBezTo>
                    <a:pt x="1819541" y="69361"/>
                    <a:pt x="1820208" y="69456"/>
                    <a:pt x="1820735" y="69576"/>
                  </a:cubicBezTo>
                  <a:cubicBezTo>
                    <a:pt x="1821294" y="69678"/>
                    <a:pt x="1821846" y="70008"/>
                    <a:pt x="1822526" y="70008"/>
                  </a:cubicBezTo>
                  <a:cubicBezTo>
                    <a:pt x="1824018" y="70110"/>
                    <a:pt x="1824901" y="69913"/>
                    <a:pt x="1826444" y="70008"/>
                  </a:cubicBezTo>
                  <a:cubicBezTo>
                    <a:pt x="1827542" y="70110"/>
                    <a:pt x="1828088" y="70440"/>
                    <a:pt x="1829085" y="70872"/>
                  </a:cubicBezTo>
                  <a:cubicBezTo>
                    <a:pt x="1829942" y="71208"/>
                    <a:pt x="1830501" y="71659"/>
                    <a:pt x="1831263" y="72186"/>
                  </a:cubicBezTo>
                  <a:cubicBezTo>
                    <a:pt x="1832051" y="72745"/>
                    <a:pt x="1832552" y="73177"/>
                    <a:pt x="1833010" y="73939"/>
                  </a:cubicBezTo>
                  <a:cubicBezTo>
                    <a:pt x="1833340" y="74485"/>
                    <a:pt x="1833556" y="75037"/>
                    <a:pt x="1833886" y="75711"/>
                  </a:cubicBezTo>
                  <a:cubicBezTo>
                    <a:pt x="1834222" y="76352"/>
                    <a:pt x="1834889" y="76809"/>
                    <a:pt x="1835194" y="77438"/>
                  </a:cubicBezTo>
                  <a:cubicBezTo>
                    <a:pt x="1835632" y="78231"/>
                    <a:pt x="1835632" y="79216"/>
                    <a:pt x="1836527" y="79648"/>
                  </a:cubicBezTo>
                  <a:cubicBezTo>
                    <a:pt x="1837302" y="79965"/>
                    <a:pt x="1837950" y="79863"/>
                    <a:pt x="1838718" y="80079"/>
                  </a:cubicBezTo>
                  <a:cubicBezTo>
                    <a:pt x="1840122" y="80644"/>
                    <a:pt x="1840795" y="81502"/>
                    <a:pt x="1842204" y="81845"/>
                  </a:cubicBezTo>
                  <a:cubicBezTo>
                    <a:pt x="1842763" y="81940"/>
                    <a:pt x="1843284" y="81845"/>
                    <a:pt x="1843938" y="81845"/>
                  </a:cubicBezTo>
                  <a:cubicBezTo>
                    <a:pt x="1845265" y="81940"/>
                    <a:pt x="1846135" y="81705"/>
                    <a:pt x="1847462" y="81845"/>
                  </a:cubicBezTo>
                  <a:cubicBezTo>
                    <a:pt x="1848224" y="81845"/>
                    <a:pt x="1848535" y="82365"/>
                    <a:pt x="1849196" y="82683"/>
                  </a:cubicBezTo>
                  <a:cubicBezTo>
                    <a:pt x="1850091" y="83127"/>
                    <a:pt x="1850193" y="84004"/>
                    <a:pt x="1850967" y="84454"/>
                  </a:cubicBezTo>
                  <a:cubicBezTo>
                    <a:pt x="1852167" y="85109"/>
                    <a:pt x="1853171" y="85655"/>
                    <a:pt x="1854479" y="86207"/>
                  </a:cubicBezTo>
                  <a:cubicBezTo>
                    <a:pt x="1855133" y="86423"/>
                    <a:pt x="1855571" y="86874"/>
                    <a:pt x="1856231" y="87071"/>
                  </a:cubicBezTo>
                  <a:cubicBezTo>
                    <a:pt x="1856765" y="87312"/>
                    <a:pt x="1857419" y="87210"/>
                    <a:pt x="1857959" y="87534"/>
                  </a:cubicBezTo>
                  <a:cubicBezTo>
                    <a:pt x="1859260" y="88296"/>
                    <a:pt x="1859914" y="89376"/>
                    <a:pt x="1861032" y="90563"/>
                  </a:cubicBezTo>
                  <a:lnTo>
                    <a:pt x="1859711" y="92341"/>
                  </a:lnTo>
                  <a:lnTo>
                    <a:pt x="1852396" y="92341"/>
                  </a:lnTo>
                  <a:cubicBezTo>
                    <a:pt x="1851596" y="92341"/>
                    <a:pt x="1851190" y="91662"/>
                    <a:pt x="1850529" y="91478"/>
                  </a:cubicBezTo>
                  <a:cubicBezTo>
                    <a:pt x="1849996" y="91357"/>
                    <a:pt x="1849304" y="91141"/>
                    <a:pt x="1848770" y="91033"/>
                  </a:cubicBezTo>
                  <a:cubicBezTo>
                    <a:pt x="1848116" y="90779"/>
                    <a:pt x="1847691" y="90379"/>
                    <a:pt x="1847018" y="90157"/>
                  </a:cubicBezTo>
                  <a:cubicBezTo>
                    <a:pt x="1845379" y="89604"/>
                    <a:pt x="1844198" y="89604"/>
                    <a:pt x="1842649" y="88836"/>
                  </a:cubicBezTo>
                  <a:cubicBezTo>
                    <a:pt x="1841779" y="88391"/>
                    <a:pt x="1841328" y="87617"/>
                    <a:pt x="1840458" y="87071"/>
                  </a:cubicBezTo>
                  <a:cubicBezTo>
                    <a:pt x="1839690" y="86613"/>
                    <a:pt x="1839036" y="86207"/>
                    <a:pt x="1838274" y="85769"/>
                  </a:cubicBezTo>
                  <a:cubicBezTo>
                    <a:pt x="1837607" y="85312"/>
                    <a:pt x="1837150" y="85007"/>
                    <a:pt x="1836527" y="84454"/>
                  </a:cubicBezTo>
                  <a:cubicBezTo>
                    <a:pt x="1835861" y="83908"/>
                    <a:pt x="1835632" y="82835"/>
                    <a:pt x="1834762" y="82683"/>
                  </a:cubicBezTo>
                  <a:cubicBezTo>
                    <a:pt x="1832686" y="82257"/>
                    <a:pt x="1831263" y="82835"/>
                    <a:pt x="1829085" y="82683"/>
                  </a:cubicBezTo>
                  <a:cubicBezTo>
                    <a:pt x="1828190" y="82683"/>
                    <a:pt x="1827764" y="82257"/>
                    <a:pt x="1826882" y="82257"/>
                  </a:cubicBezTo>
                  <a:lnTo>
                    <a:pt x="1825142" y="82257"/>
                  </a:lnTo>
                  <a:cubicBezTo>
                    <a:pt x="1824272" y="82257"/>
                    <a:pt x="1823713" y="82067"/>
                    <a:pt x="1822926" y="81845"/>
                  </a:cubicBezTo>
                  <a:cubicBezTo>
                    <a:pt x="1821846" y="81502"/>
                    <a:pt x="1821846" y="80079"/>
                    <a:pt x="1820735" y="79648"/>
                  </a:cubicBezTo>
                  <a:cubicBezTo>
                    <a:pt x="1819414" y="79070"/>
                    <a:pt x="1818233" y="79070"/>
                    <a:pt x="1816804" y="78759"/>
                  </a:cubicBezTo>
                  <a:cubicBezTo>
                    <a:pt x="1816150" y="78638"/>
                    <a:pt x="1815725" y="78085"/>
                    <a:pt x="1815058" y="77895"/>
                  </a:cubicBezTo>
                  <a:cubicBezTo>
                    <a:pt x="1813204" y="77228"/>
                    <a:pt x="1811896" y="76911"/>
                    <a:pt x="1810232" y="75711"/>
                  </a:cubicBezTo>
                  <a:cubicBezTo>
                    <a:pt x="1809483" y="75164"/>
                    <a:pt x="1809146" y="74606"/>
                    <a:pt x="1808499" y="73939"/>
                  </a:cubicBezTo>
                  <a:cubicBezTo>
                    <a:pt x="1807857" y="73285"/>
                    <a:pt x="1807279" y="72961"/>
                    <a:pt x="1806733" y="72186"/>
                  </a:cubicBezTo>
                  <a:cubicBezTo>
                    <a:pt x="1806295" y="71659"/>
                    <a:pt x="1806403" y="70777"/>
                    <a:pt x="1805876" y="70440"/>
                  </a:cubicBezTo>
                  <a:cubicBezTo>
                    <a:pt x="1805228" y="70008"/>
                    <a:pt x="1804898" y="69456"/>
                    <a:pt x="1804104" y="69151"/>
                  </a:cubicBezTo>
                  <a:cubicBezTo>
                    <a:pt x="1803546" y="68935"/>
                    <a:pt x="1803025" y="69151"/>
                    <a:pt x="1802377" y="69151"/>
                  </a:cubicBezTo>
                  <a:cubicBezTo>
                    <a:pt x="1799418" y="69151"/>
                    <a:pt x="1797773" y="69678"/>
                    <a:pt x="1794922" y="70440"/>
                  </a:cubicBezTo>
                  <a:cubicBezTo>
                    <a:pt x="1794275" y="70554"/>
                    <a:pt x="1793843" y="71119"/>
                    <a:pt x="1793176" y="71310"/>
                  </a:cubicBezTo>
                  <a:cubicBezTo>
                    <a:pt x="1792408" y="71539"/>
                    <a:pt x="1791747" y="71881"/>
                    <a:pt x="1790985" y="72186"/>
                  </a:cubicBezTo>
                  <a:cubicBezTo>
                    <a:pt x="1790217" y="72523"/>
                    <a:pt x="1790007" y="73177"/>
                    <a:pt x="1789252" y="73507"/>
                  </a:cubicBezTo>
                  <a:cubicBezTo>
                    <a:pt x="1788464" y="73844"/>
                    <a:pt x="1787804" y="73621"/>
                    <a:pt x="1787042" y="73939"/>
                  </a:cubicBezTo>
                  <a:cubicBezTo>
                    <a:pt x="1786267" y="74282"/>
                    <a:pt x="1786070" y="74923"/>
                    <a:pt x="1785308" y="75285"/>
                  </a:cubicBezTo>
                  <a:cubicBezTo>
                    <a:pt x="1783759" y="76028"/>
                    <a:pt x="1782679" y="76453"/>
                    <a:pt x="1780921" y="77031"/>
                  </a:cubicBezTo>
                  <a:cubicBezTo>
                    <a:pt x="1780362" y="77114"/>
                    <a:pt x="1779695" y="77228"/>
                    <a:pt x="1779162" y="77438"/>
                  </a:cubicBezTo>
                  <a:cubicBezTo>
                    <a:pt x="1778171" y="78009"/>
                    <a:pt x="1777409" y="78911"/>
                    <a:pt x="1777409" y="80079"/>
                  </a:cubicBezTo>
                  <a:cubicBezTo>
                    <a:pt x="1777409" y="81940"/>
                    <a:pt x="1778171" y="82924"/>
                    <a:pt x="1779162" y="84454"/>
                  </a:cubicBezTo>
                  <a:cubicBezTo>
                    <a:pt x="1779600" y="85223"/>
                    <a:pt x="1780470" y="85445"/>
                    <a:pt x="1780921" y="86207"/>
                  </a:cubicBezTo>
                  <a:cubicBezTo>
                    <a:pt x="1781232" y="86874"/>
                    <a:pt x="1781562" y="87312"/>
                    <a:pt x="1781803" y="87960"/>
                  </a:cubicBezTo>
                  <a:cubicBezTo>
                    <a:pt x="1782013" y="88620"/>
                    <a:pt x="1782438" y="89052"/>
                    <a:pt x="1782438" y="89801"/>
                  </a:cubicBezTo>
                  <a:lnTo>
                    <a:pt x="1782438" y="104165"/>
                  </a:lnTo>
                  <a:lnTo>
                    <a:pt x="1771402" y="104165"/>
                  </a:lnTo>
                  <a:cubicBezTo>
                    <a:pt x="1769852" y="104165"/>
                    <a:pt x="1769109" y="103390"/>
                    <a:pt x="1767776" y="102863"/>
                  </a:cubicBezTo>
                  <a:cubicBezTo>
                    <a:pt x="1766893" y="102520"/>
                    <a:pt x="1766360" y="102101"/>
                    <a:pt x="1765585" y="101542"/>
                  </a:cubicBezTo>
                  <a:cubicBezTo>
                    <a:pt x="1764842" y="100990"/>
                    <a:pt x="1764588" y="100222"/>
                    <a:pt x="1763852" y="99777"/>
                  </a:cubicBezTo>
                  <a:cubicBezTo>
                    <a:pt x="1763198" y="99453"/>
                    <a:pt x="1762747" y="99358"/>
                    <a:pt x="1761991" y="99358"/>
                  </a:cubicBezTo>
                  <a:cubicBezTo>
                    <a:pt x="1754295" y="99358"/>
                    <a:pt x="1750040" y="99021"/>
                    <a:pt x="1742401" y="98932"/>
                  </a:cubicBezTo>
                  <a:cubicBezTo>
                    <a:pt x="1741843" y="99453"/>
                    <a:pt x="1741081" y="99555"/>
                    <a:pt x="1740623" y="100222"/>
                  </a:cubicBezTo>
                  <a:cubicBezTo>
                    <a:pt x="1739874" y="101428"/>
                    <a:pt x="1739544" y="102520"/>
                    <a:pt x="1738890" y="103727"/>
                  </a:cubicBezTo>
                  <a:cubicBezTo>
                    <a:pt x="1738464" y="104489"/>
                    <a:pt x="1738007" y="105155"/>
                    <a:pt x="1737144" y="105498"/>
                  </a:cubicBezTo>
                  <a:cubicBezTo>
                    <a:pt x="1735943" y="105930"/>
                    <a:pt x="1734832" y="105930"/>
                    <a:pt x="1733638" y="106356"/>
                  </a:cubicBezTo>
                  <a:cubicBezTo>
                    <a:pt x="1731664" y="107010"/>
                    <a:pt x="1730476" y="108089"/>
                    <a:pt x="1728374" y="108527"/>
                  </a:cubicBezTo>
                  <a:cubicBezTo>
                    <a:pt x="1727180" y="108762"/>
                    <a:pt x="1726076" y="108762"/>
                    <a:pt x="1724875" y="108946"/>
                  </a:cubicBezTo>
                  <a:cubicBezTo>
                    <a:pt x="1723237" y="109308"/>
                    <a:pt x="1722570" y="110845"/>
                    <a:pt x="1721370" y="112039"/>
                  </a:cubicBezTo>
                  <a:lnTo>
                    <a:pt x="1719624" y="113811"/>
                  </a:lnTo>
                  <a:cubicBezTo>
                    <a:pt x="1718221" y="115208"/>
                    <a:pt x="1717421" y="116192"/>
                    <a:pt x="1715693" y="117316"/>
                  </a:cubicBezTo>
                  <a:cubicBezTo>
                    <a:pt x="1715046" y="117633"/>
                    <a:pt x="1714703" y="118414"/>
                    <a:pt x="1713928" y="118624"/>
                  </a:cubicBezTo>
                  <a:cubicBezTo>
                    <a:pt x="1713395" y="118738"/>
                    <a:pt x="1712728" y="118941"/>
                    <a:pt x="1712169" y="119043"/>
                  </a:cubicBezTo>
                  <a:cubicBezTo>
                    <a:pt x="1710988" y="119278"/>
                    <a:pt x="1709991" y="119043"/>
                    <a:pt x="1708689" y="119043"/>
                  </a:cubicBezTo>
                  <a:cubicBezTo>
                    <a:pt x="1707476" y="119043"/>
                    <a:pt x="1706816" y="118941"/>
                    <a:pt x="1705609" y="119043"/>
                  </a:cubicBezTo>
                  <a:cubicBezTo>
                    <a:pt x="1704727" y="119043"/>
                    <a:pt x="1704301" y="119462"/>
                    <a:pt x="1703406" y="119462"/>
                  </a:cubicBezTo>
                  <a:cubicBezTo>
                    <a:pt x="1702536" y="119462"/>
                    <a:pt x="1702003" y="119367"/>
                    <a:pt x="1701234" y="119462"/>
                  </a:cubicBezTo>
                  <a:cubicBezTo>
                    <a:pt x="1700339" y="119583"/>
                    <a:pt x="1699793" y="120345"/>
                    <a:pt x="1699044" y="120789"/>
                  </a:cubicBezTo>
                  <a:cubicBezTo>
                    <a:pt x="1698282" y="121215"/>
                    <a:pt x="1697621" y="121672"/>
                    <a:pt x="1696859" y="122104"/>
                  </a:cubicBezTo>
                  <a:cubicBezTo>
                    <a:pt x="1696192" y="122447"/>
                    <a:pt x="1695869" y="123075"/>
                    <a:pt x="1695113" y="123412"/>
                  </a:cubicBezTo>
                  <a:cubicBezTo>
                    <a:pt x="1694548" y="123666"/>
                    <a:pt x="1693887" y="123666"/>
                    <a:pt x="1693379" y="123850"/>
                  </a:cubicBezTo>
                  <a:cubicBezTo>
                    <a:pt x="1693138" y="124377"/>
                    <a:pt x="1693379" y="125698"/>
                    <a:pt x="1692929" y="126034"/>
                  </a:cubicBezTo>
                  <a:cubicBezTo>
                    <a:pt x="1692268" y="126491"/>
                    <a:pt x="1691938" y="127019"/>
                    <a:pt x="1691176" y="127342"/>
                  </a:cubicBezTo>
                  <a:cubicBezTo>
                    <a:pt x="1690617" y="127584"/>
                    <a:pt x="1689969" y="127158"/>
                    <a:pt x="1689411" y="127342"/>
                  </a:cubicBezTo>
                  <a:cubicBezTo>
                    <a:pt x="1688871" y="127584"/>
                    <a:pt x="1688217" y="127584"/>
                    <a:pt x="1687658" y="127819"/>
                  </a:cubicBezTo>
                  <a:cubicBezTo>
                    <a:pt x="1687017" y="128022"/>
                    <a:pt x="1687233" y="129006"/>
                    <a:pt x="1686782" y="129546"/>
                  </a:cubicBezTo>
                  <a:cubicBezTo>
                    <a:pt x="1685486" y="131190"/>
                    <a:pt x="1684483" y="132187"/>
                    <a:pt x="1683296" y="133915"/>
                  </a:cubicBezTo>
                  <a:cubicBezTo>
                    <a:pt x="1683048" y="134353"/>
                    <a:pt x="1683296" y="135356"/>
                    <a:pt x="1682845" y="135693"/>
                  </a:cubicBezTo>
                  <a:cubicBezTo>
                    <a:pt x="1682407" y="136029"/>
                    <a:pt x="1681556" y="135782"/>
                    <a:pt x="1681111" y="136118"/>
                  </a:cubicBezTo>
                  <a:cubicBezTo>
                    <a:pt x="1680337" y="136664"/>
                    <a:pt x="1679340" y="136886"/>
                    <a:pt x="1679340" y="137845"/>
                  </a:cubicBezTo>
                  <a:cubicBezTo>
                    <a:pt x="1679340" y="139198"/>
                    <a:pt x="1679670" y="140068"/>
                    <a:pt x="1679790" y="141370"/>
                  </a:cubicBezTo>
                  <a:lnTo>
                    <a:pt x="1683296" y="141370"/>
                  </a:lnTo>
                  <a:cubicBezTo>
                    <a:pt x="1684724" y="141693"/>
                    <a:pt x="1685264" y="142011"/>
                    <a:pt x="1686782" y="142233"/>
                  </a:cubicBezTo>
                  <a:cubicBezTo>
                    <a:pt x="1688553" y="142468"/>
                    <a:pt x="1689842" y="142157"/>
                    <a:pt x="1691176" y="143148"/>
                  </a:cubicBezTo>
                  <a:cubicBezTo>
                    <a:pt x="1691817" y="143573"/>
                    <a:pt x="1692268" y="143979"/>
                    <a:pt x="1692929" y="144430"/>
                  </a:cubicBezTo>
                  <a:cubicBezTo>
                    <a:pt x="1693576" y="144875"/>
                    <a:pt x="1693462" y="145884"/>
                    <a:pt x="1694237" y="146215"/>
                  </a:cubicBezTo>
                  <a:cubicBezTo>
                    <a:pt x="1694783" y="146405"/>
                    <a:pt x="1695430" y="146215"/>
                    <a:pt x="1695977" y="146215"/>
                  </a:cubicBezTo>
                  <a:cubicBezTo>
                    <a:pt x="1697621" y="146405"/>
                    <a:pt x="1698815" y="146215"/>
                    <a:pt x="1700593" y="146215"/>
                  </a:cubicBezTo>
                  <a:cubicBezTo>
                    <a:pt x="1703101" y="146215"/>
                    <a:pt x="1704530" y="146488"/>
                    <a:pt x="1706943" y="146215"/>
                  </a:cubicBezTo>
                  <a:cubicBezTo>
                    <a:pt x="1708232" y="146062"/>
                    <a:pt x="1709223" y="145421"/>
                    <a:pt x="1710429" y="144875"/>
                  </a:cubicBezTo>
                  <a:cubicBezTo>
                    <a:pt x="1710988" y="144678"/>
                    <a:pt x="1711636" y="144678"/>
                    <a:pt x="1712169" y="144430"/>
                  </a:cubicBezTo>
                  <a:cubicBezTo>
                    <a:pt x="1713052" y="143979"/>
                    <a:pt x="1713153" y="143148"/>
                    <a:pt x="1713928" y="142709"/>
                  </a:cubicBezTo>
                  <a:cubicBezTo>
                    <a:pt x="1714811" y="142157"/>
                    <a:pt x="1715458" y="141370"/>
                    <a:pt x="1716570" y="141370"/>
                  </a:cubicBezTo>
                  <a:cubicBezTo>
                    <a:pt x="1718316" y="141370"/>
                    <a:pt x="1718849" y="143236"/>
                    <a:pt x="1719192" y="144875"/>
                  </a:cubicBezTo>
                  <a:cubicBezTo>
                    <a:pt x="1719402" y="146062"/>
                    <a:pt x="1719192" y="147065"/>
                    <a:pt x="1719192" y="148367"/>
                  </a:cubicBezTo>
                  <a:cubicBezTo>
                    <a:pt x="1719192" y="149675"/>
                    <a:pt x="1718970" y="150685"/>
                    <a:pt x="1719192" y="151885"/>
                  </a:cubicBezTo>
                  <a:cubicBezTo>
                    <a:pt x="1719287" y="152546"/>
                    <a:pt x="1719954" y="152965"/>
                    <a:pt x="1720062" y="153644"/>
                  </a:cubicBezTo>
                  <a:cubicBezTo>
                    <a:pt x="1720170" y="154165"/>
                    <a:pt x="1720399" y="154857"/>
                    <a:pt x="1720513" y="155384"/>
                  </a:cubicBezTo>
                  <a:cubicBezTo>
                    <a:pt x="1720716" y="156025"/>
                    <a:pt x="1721370" y="156483"/>
                    <a:pt x="1721370" y="157232"/>
                  </a:cubicBezTo>
                  <a:lnTo>
                    <a:pt x="1721370" y="165366"/>
                  </a:lnTo>
                  <a:cubicBezTo>
                    <a:pt x="1721370" y="169068"/>
                    <a:pt x="1719624" y="171151"/>
                    <a:pt x="1716995" y="173767"/>
                  </a:cubicBezTo>
                  <a:cubicBezTo>
                    <a:pt x="1716354" y="174428"/>
                    <a:pt x="1716004" y="174961"/>
                    <a:pt x="1715249" y="175488"/>
                  </a:cubicBezTo>
                  <a:cubicBezTo>
                    <a:pt x="1714487" y="176066"/>
                    <a:pt x="1713928" y="176739"/>
                    <a:pt x="1713052" y="176828"/>
                  </a:cubicBezTo>
                  <a:cubicBezTo>
                    <a:pt x="1710988" y="177164"/>
                    <a:pt x="1709566" y="176828"/>
                    <a:pt x="1707356" y="176828"/>
                  </a:cubicBezTo>
                  <a:lnTo>
                    <a:pt x="1705609" y="176828"/>
                  </a:lnTo>
                  <a:cubicBezTo>
                    <a:pt x="1704727" y="176828"/>
                    <a:pt x="1704301" y="176390"/>
                    <a:pt x="1703406" y="176390"/>
                  </a:cubicBezTo>
                  <a:cubicBezTo>
                    <a:pt x="1701914" y="176269"/>
                    <a:pt x="1701038" y="176269"/>
                    <a:pt x="1699475" y="176390"/>
                  </a:cubicBezTo>
                  <a:cubicBezTo>
                    <a:pt x="1698180" y="176504"/>
                    <a:pt x="1697177" y="176828"/>
                    <a:pt x="1695977" y="177234"/>
                  </a:cubicBezTo>
                  <a:cubicBezTo>
                    <a:pt x="1695024" y="177615"/>
                    <a:pt x="1694783" y="178574"/>
                    <a:pt x="1693792" y="179050"/>
                  </a:cubicBezTo>
                  <a:cubicBezTo>
                    <a:pt x="1693005" y="179349"/>
                    <a:pt x="1692370" y="179216"/>
                    <a:pt x="1691620" y="179450"/>
                  </a:cubicBezTo>
                  <a:cubicBezTo>
                    <a:pt x="1690528" y="179806"/>
                    <a:pt x="1690071" y="180778"/>
                    <a:pt x="1688871" y="180778"/>
                  </a:cubicBezTo>
                  <a:lnTo>
                    <a:pt x="1680775" y="180778"/>
                  </a:lnTo>
                  <a:cubicBezTo>
                    <a:pt x="1678368" y="180778"/>
                    <a:pt x="1676927" y="180238"/>
                    <a:pt x="1674520" y="179895"/>
                  </a:cubicBezTo>
                  <a:cubicBezTo>
                    <a:pt x="1673536" y="179806"/>
                    <a:pt x="1672780" y="179666"/>
                    <a:pt x="1671910" y="179450"/>
                  </a:cubicBezTo>
                  <a:cubicBezTo>
                    <a:pt x="1671256" y="179349"/>
                    <a:pt x="1670926" y="178574"/>
                    <a:pt x="1670164" y="178574"/>
                  </a:cubicBezTo>
                  <a:cubicBezTo>
                    <a:pt x="1668627" y="178485"/>
                    <a:pt x="1667738" y="178574"/>
                    <a:pt x="1666208" y="178574"/>
                  </a:cubicBezTo>
                  <a:cubicBezTo>
                    <a:pt x="1664030" y="178574"/>
                    <a:pt x="1662614" y="178574"/>
                    <a:pt x="1660537" y="179050"/>
                  </a:cubicBezTo>
                  <a:cubicBezTo>
                    <a:pt x="1658988" y="179349"/>
                    <a:pt x="1658105" y="180028"/>
                    <a:pt x="1656588" y="180778"/>
                  </a:cubicBezTo>
                  <a:cubicBezTo>
                    <a:pt x="1656588" y="181438"/>
                    <a:pt x="1655724" y="182721"/>
                    <a:pt x="1655724" y="183394"/>
                  </a:cubicBezTo>
                  <a:cubicBezTo>
                    <a:pt x="1655724" y="184283"/>
                    <a:pt x="1655819" y="184842"/>
                    <a:pt x="1655724" y="185585"/>
                  </a:cubicBezTo>
                  <a:cubicBezTo>
                    <a:pt x="1655387" y="187204"/>
                    <a:pt x="1654048" y="188328"/>
                    <a:pt x="1652657" y="189096"/>
                  </a:cubicBezTo>
                  <a:cubicBezTo>
                    <a:pt x="1651984" y="189433"/>
                    <a:pt x="1651558" y="189934"/>
                    <a:pt x="1650777" y="189934"/>
                  </a:cubicBezTo>
                  <a:lnTo>
                    <a:pt x="1640922" y="189934"/>
                  </a:lnTo>
                  <a:cubicBezTo>
                    <a:pt x="1639176" y="189934"/>
                    <a:pt x="1638414" y="191401"/>
                    <a:pt x="1636864" y="192163"/>
                  </a:cubicBezTo>
                  <a:cubicBezTo>
                    <a:pt x="1636102" y="192481"/>
                    <a:pt x="1635467" y="192824"/>
                    <a:pt x="1634680" y="193033"/>
                  </a:cubicBezTo>
                  <a:cubicBezTo>
                    <a:pt x="1633067" y="193681"/>
                    <a:pt x="1631734" y="193890"/>
                    <a:pt x="1629892" y="193890"/>
                  </a:cubicBezTo>
                  <a:cubicBezTo>
                    <a:pt x="1628908" y="193890"/>
                    <a:pt x="1628228" y="194011"/>
                    <a:pt x="1627238" y="193890"/>
                  </a:cubicBezTo>
                  <a:cubicBezTo>
                    <a:pt x="1625961" y="193770"/>
                    <a:pt x="1625066" y="193154"/>
                    <a:pt x="1623745" y="193033"/>
                  </a:cubicBezTo>
                  <a:cubicBezTo>
                    <a:pt x="1622215" y="192938"/>
                    <a:pt x="1621345" y="193033"/>
                    <a:pt x="1619815" y="193033"/>
                  </a:cubicBezTo>
                  <a:cubicBezTo>
                    <a:pt x="1618265" y="193033"/>
                    <a:pt x="1617395" y="192938"/>
                    <a:pt x="1615878" y="193033"/>
                  </a:cubicBezTo>
                  <a:cubicBezTo>
                    <a:pt x="1614760" y="193154"/>
                    <a:pt x="1614239" y="193560"/>
                    <a:pt x="1613268" y="193890"/>
                  </a:cubicBezTo>
                  <a:cubicBezTo>
                    <a:pt x="1612480" y="194106"/>
                    <a:pt x="1611807" y="194684"/>
                    <a:pt x="1611039" y="194786"/>
                  </a:cubicBezTo>
                  <a:cubicBezTo>
                    <a:pt x="1610169" y="194989"/>
                    <a:pt x="1609197" y="194906"/>
                    <a:pt x="1608423" y="195186"/>
                  </a:cubicBezTo>
                  <a:cubicBezTo>
                    <a:pt x="1607769" y="195541"/>
                    <a:pt x="1607007" y="195446"/>
                    <a:pt x="1606689" y="196094"/>
                  </a:cubicBezTo>
                  <a:cubicBezTo>
                    <a:pt x="1606359" y="196748"/>
                    <a:pt x="1606035" y="197192"/>
                    <a:pt x="1605813" y="197840"/>
                  </a:cubicBezTo>
                  <a:cubicBezTo>
                    <a:pt x="1605572" y="198393"/>
                    <a:pt x="1605914" y="199053"/>
                    <a:pt x="1605813" y="199599"/>
                  </a:cubicBezTo>
                  <a:cubicBezTo>
                    <a:pt x="1605686" y="200139"/>
                    <a:pt x="1605572" y="200799"/>
                    <a:pt x="1605368" y="201320"/>
                  </a:cubicBezTo>
                  <a:cubicBezTo>
                    <a:pt x="1605140" y="202018"/>
                    <a:pt x="1604816" y="202545"/>
                    <a:pt x="1604505" y="203066"/>
                  </a:cubicBezTo>
                  <a:cubicBezTo>
                    <a:pt x="1604143" y="203644"/>
                    <a:pt x="1603387" y="203961"/>
                    <a:pt x="1602625" y="203961"/>
                  </a:cubicBezTo>
                  <a:lnTo>
                    <a:pt x="1593119" y="203961"/>
                  </a:lnTo>
                  <a:cubicBezTo>
                    <a:pt x="1592554" y="204539"/>
                    <a:pt x="1591671" y="204628"/>
                    <a:pt x="1591354" y="205282"/>
                  </a:cubicBezTo>
                  <a:cubicBezTo>
                    <a:pt x="1590687" y="206495"/>
                    <a:pt x="1590490" y="207479"/>
                    <a:pt x="1590046" y="208800"/>
                  </a:cubicBezTo>
                  <a:cubicBezTo>
                    <a:pt x="1590249" y="209861"/>
                    <a:pt x="1589385" y="211220"/>
                    <a:pt x="1590046" y="212286"/>
                  </a:cubicBezTo>
                  <a:cubicBezTo>
                    <a:pt x="1590928" y="213588"/>
                    <a:pt x="1591798" y="214452"/>
                    <a:pt x="1592662" y="215785"/>
                  </a:cubicBezTo>
                  <a:cubicBezTo>
                    <a:pt x="1593545" y="217106"/>
                    <a:pt x="1595075" y="217570"/>
                    <a:pt x="1596155" y="218433"/>
                  </a:cubicBezTo>
                  <a:cubicBezTo>
                    <a:pt x="1597272" y="219284"/>
                    <a:pt x="1596624" y="221259"/>
                    <a:pt x="1597920" y="221926"/>
                  </a:cubicBezTo>
                  <a:cubicBezTo>
                    <a:pt x="1599018" y="222364"/>
                    <a:pt x="1600320" y="221722"/>
                    <a:pt x="1601406" y="221926"/>
                  </a:cubicBezTo>
                  <a:cubicBezTo>
                    <a:pt x="1602530" y="222148"/>
                    <a:pt x="1603622" y="221926"/>
                    <a:pt x="1604930" y="221926"/>
                  </a:cubicBezTo>
                  <a:cubicBezTo>
                    <a:pt x="1606238" y="221926"/>
                    <a:pt x="1607343" y="222567"/>
                    <a:pt x="1608423" y="222789"/>
                  </a:cubicBezTo>
                  <a:cubicBezTo>
                    <a:pt x="1611039" y="223443"/>
                    <a:pt x="1613027" y="223869"/>
                    <a:pt x="1615446" y="225431"/>
                  </a:cubicBezTo>
                  <a:cubicBezTo>
                    <a:pt x="1616513" y="226079"/>
                    <a:pt x="1616316" y="227831"/>
                    <a:pt x="1617198" y="228917"/>
                  </a:cubicBezTo>
                  <a:lnTo>
                    <a:pt x="1634680" y="228917"/>
                  </a:lnTo>
                  <a:lnTo>
                    <a:pt x="1641703" y="232422"/>
                  </a:lnTo>
                  <a:cubicBezTo>
                    <a:pt x="1642256" y="232663"/>
                    <a:pt x="1643773" y="232663"/>
                    <a:pt x="1644332" y="232873"/>
                  </a:cubicBezTo>
                  <a:cubicBezTo>
                    <a:pt x="1645107" y="233222"/>
                    <a:pt x="1645399" y="233864"/>
                    <a:pt x="1646072" y="234168"/>
                  </a:cubicBezTo>
                  <a:cubicBezTo>
                    <a:pt x="1647253" y="234835"/>
                    <a:pt x="1648148" y="236061"/>
                    <a:pt x="1649571" y="236391"/>
                  </a:cubicBezTo>
                  <a:cubicBezTo>
                    <a:pt x="1651012" y="236715"/>
                    <a:pt x="1651984" y="236391"/>
                    <a:pt x="1653508" y="236391"/>
                  </a:cubicBezTo>
                  <a:cubicBezTo>
                    <a:pt x="1654511" y="236391"/>
                    <a:pt x="1655159" y="236810"/>
                    <a:pt x="1656162" y="236810"/>
                  </a:cubicBezTo>
                  <a:lnTo>
                    <a:pt x="1659216" y="236810"/>
                  </a:lnTo>
                  <a:cubicBezTo>
                    <a:pt x="1660391" y="236810"/>
                    <a:pt x="1661191" y="236899"/>
                    <a:pt x="1662264" y="236810"/>
                  </a:cubicBezTo>
                  <a:cubicBezTo>
                    <a:pt x="1662817" y="236810"/>
                    <a:pt x="1663471" y="236461"/>
                    <a:pt x="1664030" y="236391"/>
                  </a:cubicBezTo>
                  <a:cubicBezTo>
                    <a:pt x="1665547" y="236061"/>
                    <a:pt x="1666551" y="235153"/>
                    <a:pt x="1667979" y="234632"/>
                  </a:cubicBezTo>
                  <a:cubicBezTo>
                    <a:pt x="1668849" y="234289"/>
                    <a:pt x="1669300" y="233749"/>
                    <a:pt x="1670272" y="233749"/>
                  </a:cubicBezTo>
                  <a:lnTo>
                    <a:pt x="1680114" y="233749"/>
                  </a:lnTo>
                  <a:cubicBezTo>
                    <a:pt x="1681753" y="233749"/>
                    <a:pt x="1682623" y="232663"/>
                    <a:pt x="1684166" y="232422"/>
                  </a:cubicBezTo>
                  <a:cubicBezTo>
                    <a:pt x="1685588" y="232206"/>
                    <a:pt x="1686667" y="231990"/>
                    <a:pt x="1688217" y="231990"/>
                  </a:cubicBezTo>
                  <a:lnTo>
                    <a:pt x="1689842" y="231990"/>
                  </a:lnTo>
                  <a:cubicBezTo>
                    <a:pt x="1691176" y="232086"/>
                    <a:pt x="1692033" y="232422"/>
                    <a:pt x="1693379" y="232422"/>
                  </a:cubicBezTo>
                  <a:cubicBezTo>
                    <a:pt x="1693887" y="232422"/>
                    <a:pt x="1694141" y="232206"/>
                    <a:pt x="1694688" y="232206"/>
                  </a:cubicBezTo>
                  <a:lnTo>
                    <a:pt x="1694688" y="239318"/>
                  </a:lnTo>
                  <a:cubicBezTo>
                    <a:pt x="1694688" y="240861"/>
                    <a:pt x="1693792" y="241725"/>
                    <a:pt x="1692929" y="242938"/>
                  </a:cubicBezTo>
                  <a:cubicBezTo>
                    <a:pt x="1692592" y="243458"/>
                    <a:pt x="1691709" y="243458"/>
                    <a:pt x="1691176" y="243808"/>
                  </a:cubicBezTo>
                  <a:cubicBezTo>
                    <a:pt x="1690528" y="244151"/>
                    <a:pt x="1689741" y="244354"/>
                    <a:pt x="1688973" y="244690"/>
                  </a:cubicBezTo>
                  <a:cubicBezTo>
                    <a:pt x="1687658" y="245236"/>
                    <a:pt x="1686667" y="245675"/>
                    <a:pt x="1685486" y="246443"/>
                  </a:cubicBezTo>
                  <a:cubicBezTo>
                    <a:pt x="1684616" y="246970"/>
                    <a:pt x="1684724" y="248399"/>
                    <a:pt x="1683721" y="248621"/>
                  </a:cubicBezTo>
                  <a:cubicBezTo>
                    <a:pt x="1683162" y="248742"/>
                    <a:pt x="1682623" y="248621"/>
                    <a:pt x="1681994" y="248621"/>
                  </a:cubicBezTo>
                  <a:lnTo>
                    <a:pt x="1680222" y="248621"/>
                  </a:lnTo>
                  <a:cubicBezTo>
                    <a:pt x="1679340" y="248621"/>
                    <a:pt x="1678819" y="247859"/>
                    <a:pt x="1678031" y="247764"/>
                  </a:cubicBezTo>
                  <a:cubicBezTo>
                    <a:pt x="1677269" y="247643"/>
                    <a:pt x="1676603" y="247948"/>
                    <a:pt x="1675841" y="247764"/>
                  </a:cubicBezTo>
                  <a:cubicBezTo>
                    <a:pt x="1675072" y="247554"/>
                    <a:pt x="1674856" y="246627"/>
                    <a:pt x="1674101" y="246443"/>
                  </a:cubicBezTo>
                  <a:cubicBezTo>
                    <a:pt x="1673339" y="246208"/>
                    <a:pt x="1672780" y="245992"/>
                    <a:pt x="1671910" y="245992"/>
                  </a:cubicBezTo>
                  <a:lnTo>
                    <a:pt x="1668176" y="245992"/>
                  </a:lnTo>
                  <a:cubicBezTo>
                    <a:pt x="1666017" y="245992"/>
                    <a:pt x="1664792" y="245891"/>
                    <a:pt x="1662722" y="246443"/>
                  </a:cubicBezTo>
                  <a:cubicBezTo>
                    <a:pt x="1661858" y="246627"/>
                    <a:pt x="1661388" y="247415"/>
                    <a:pt x="1660537" y="247764"/>
                  </a:cubicBezTo>
                  <a:cubicBezTo>
                    <a:pt x="1658778" y="248519"/>
                    <a:pt x="1657457" y="248621"/>
                    <a:pt x="1655483" y="248621"/>
                  </a:cubicBezTo>
                  <a:lnTo>
                    <a:pt x="1653070" y="248621"/>
                  </a:lnTo>
                  <a:cubicBezTo>
                    <a:pt x="1652200" y="248621"/>
                    <a:pt x="1651774" y="248196"/>
                    <a:pt x="1650879" y="248196"/>
                  </a:cubicBezTo>
                  <a:cubicBezTo>
                    <a:pt x="1649895" y="248196"/>
                    <a:pt x="1649253" y="248304"/>
                    <a:pt x="1648269" y="248196"/>
                  </a:cubicBezTo>
                  <a:cubicBezTo>
                    <a:pt x="1646383" y="247859"/>
                    <a:pt x="1645748" y="246627"/>
                    <a:pt x="1643894" y="246443"/>
                  </a:cubicBezTo>
                  <a:cubicBezTo>
                    <a:pt x="1642675" y="246322"/>
                    <a:pt x="1642135" y="246443"/>
                    <a:pt x="1640922" y="246443"/>
                  </a:cubicBezTo>
                  <a:lnTo>
                    <a:pt x="1638198" y="246443"/>
                  </a:lnTo>
                  <a:cubicBezTo>
                    <a:pt x="1637550" y="246443"/>
                    <a:pt x="1637112" y="246773"/>
                    <a:pt x="1636426" y="246875"/>
                  </a:cubicBezTo>
                  <a:cubicBezTo>
                    <a:pt x="1636344" y="248621"/>
                    <a:pt x="1636229" y="249516"/>
                    <a:pt x="1636014" y="251231"/>
                  </a:cubicBezTo>
                  <a:lnTo>
                    <a:pt x="1625612" y="251231"/>
                  </a:lnTo>
                  <a:cubicBezTo>
                    <a:pt x="1624838" y="251231"/>
                    <a:pt x="1624310" y="251694"/>
                    <a:pt x="1623745" y="252126"/>
                  </a:cubicBezTo>
                  <a:cubicBezTo>
                    <a:pt x="1622983" y="252691"/>
                    <a:pt x="1621999" y="253225"/>
                    <a:pt x="1621999" y="254330"/>
                  </a:cubicBezTo>
                  <a:cubicBezTo>
                    <a:pt x="1621999" y="256940"/>
                    <a:pt x="1624310" y="258019"/>
                    <a:pt x="1626374" y="259581"/>
                  </a:cubicBezTo>
                  <a:cubicBezTo>
                    <a:pt x="1627238" y="260222"/>
                    <a:pt x="1627689" y="260769"/>
                    <a:pt x="1628571" y="261346"/>
                  </a:cubicBezTo>
                  <a:cubicBezTo>
                    <a:pt x="1629321" y="261753"/>
                    <a:pt x="1629892" y="262540"/>
                    <a:pt x="1630768" y="262623"/>
                  </a:cubicBezTo>
                  <a:cubicBezTo>
                    <a:pt x="1632731" y="262940"/>
                    <a:pt x="1633943" y="262413"/>
                    <a:pt x="1636014" y="262623"/>
                  </a:cubicBezTo>
                  <a:cubicBezTo>
                    <a:pt x="1638306" y="262832"/>
                    <a:pt x="1639614" y="263836"/>
                    <a:pt x="1641703" y="264820"/>
                  </a:cubicBezTo>
                  <a:cubicBezTo>
                    <a:pt x="1643348" y="265576"/>
                    <a:pt x="1644332" y="266020"/>
                    <a:pt x="1646072" y="266566"/>
                  </a:cubicBezTo>
                  <a:cubicBezTo>
                    <a:pt x="1647507" y="267023"/>
                    <a:pt x="1648694" y="267366"/>
                    <a:pt x="1650015" y="267887"/>
                  </a:cubicBezTo>
                  <a:cubicBezTo>
                    <a:pt x="1652111" y="268649"/>
                    <a:pt x="1653305" y="269392"/>
                    <a:pt x="1655279" y="270522"/>
                  </a:cubicBezTo>
                  <a:lnTo>
                    <a:pt x="1657026" y="271392"/>
                  </a:lnTo>
                  <a:cubicBezTo>
                    <a:pt x="1655159" y="271392"/>
                    <a:pt x="1653628" y="270732"/>
                    <a:pt x="1652200" y="271811"/>
                  </a:cubicBezTo>
                  <a:cubicBezTo>
                    <a:pt x="1651558" y="272275"/>
                    <a:pt x="1650879" y="272478"/>
                    <a:pt x="1650453" y="273157"/>
                  </a:cubicBezTo>
                  <a:cubicBezTo>
                    <a:pt x="1650257" y="273596"/>
                    <a:pt x="1650257" y="274358"/>
                    <a:pt x="1650015" y="274916"/>
                  </a:cubicBezTo>
                  <a:cubicBezTo>
                    <a:pt x="1650682" y="275456"/>
                    <a:pt x="1650549" y="276301"/>
                    <a:pt x="1651323" y="276637"/>
                  </a:cubicBezTo>
                  <a:cubicBezTo>
                    <a:pt x="1651882" y="276847"/>
                    <a:pt x="1652530" y="276847"/>
                    <a:pt x="1653070" y="277082"/>
                  </a:cubicBezTo>
                  <a:cubicBezTo>
                    <a:pt x="1654302" y="277507"/>
                    <a:pt x="1655387" y="277742"/>
                    <a:pt x="1656588" y="278377"/>
                  </a:cubicBezTo>
                  <a:cubicBezTo>
                    <a:pt x="1657216" y="278688"/>
                    <a:pt x="1657337" y="279577"/>
                    <a:pt x="1657896" y="280149"/>
                  </a:cubicBezTo>
                  <a:cubicBezTo>
                    <a:pt x="1658556" y="280835"/>
                    <a:pt x="1659070" y="281133"/>
                    <a:pt x="1659642" y="281876"/>
                  </a:cubicBezTo>
                  <a:cubicBezTo>
                    <a:pt x="1659877" y="282308"/>
                    <a:pt x="1659877" y="283216"/>
                    <a:pt x="1660074" y="283654"/>
                  </a:cubicBezTo>
                  <a:cubicBezTo>
                    <a:pt x="1660391" y="284181"/>
                    <a:pt x="1661280" y="284181"/>
                    <a:pt x="1661858" y="284543"/>
                  </a:cubicBezTo>
                  <a:cubicBezTo>
                    <a:pt x="1662512" y="284981"/>
                    <a:pt x="1663255" y="285057"/>
                    <a:pt x="1664030" y="285407"/>
                  </a:cubicBezTo>
                  <a:cubicBezTo>
                    <a:pt x="1664696" y="285622"/>
                    <a:pt x="1665109" y="285946"/>
                    <a:pt x="1665763" y="286283"/>
                  </a:cubicBezTo>
                  <a:cubicBezTo>
                    <a:pt x="1666417" y="286600"/>
                    <a:pt x="1666868" y="286937"/>
                    <a:pt x="1667541" y="287172"/>
                  </a:cubicBezTo>
                  <a:cubicBezTo>
                    <a:pt x="1669186" y="287915"/>
                    <a:pt x="1670272" y="288251"/>
                    <a:pt x="1671910" y="288905"/>
                  </a:cubicBezTo>
                  <a:cubicBezTo>
                    <a:pt x="1672672" y="289090"/>
                    <a:pt x="1673428" y="289426"/>
                    <a:pt x="1674101" y="289769"/>
                  </a:cubicBezTo>
                  <a:cubicBezTo>
                    <a:pt x="1674964" y="290226"/>
                    <a:pt x="1675390" y="290988"/>
                    <a:pt x="1676273" y="291534"/>
                  </a:cubicBezTo>
                  <a:cubicBezTo>
                    <a:pt x="1677149" y="292093"/>
                    <a:pt x="1677924" y="292531"/>
                    <a:pt x="1678914" y="292836"/>
                  </a:cubicBezTo>
                  <a:cubicBezTo>
                    <a:pt x="1680870" y="293503"/>
                    <a:pt x="1682095" y="293281"/>
                    <a:pt x="1684166" y="293281"/>
                  </a:cubicBezTo>
                  <a:lnTo>
                    <a:pt x="1685042" y="293281"/>
                  </a:lnTo>
                  <a:cubicBezTo>
                    <a:pt x="1685912" y="293281"/>
                    <a:pt x="1686458" y="293382"/>
                    <a:pt x="1687233" y="293281"/>
                  </a:cubicBezTo>
                  <a:cubicBezTo>
                    <a:pt x="1687988" y="293173"/>
                    <a:pt x="1688217" y="292296"/>
                    <a:pt x="1688973" y="291992"/>
                  </a:cubicBezTo>
                  <a:cubicBezTo>
                    <a:pt x="1688649" y="291299"/>
                    <a:pt x="1688433" y="290772"/>
                    <a:pt x="1688103" y="290226"/>
                  </a:cubicBezTo>
                  <a:cubicBezTo>
                    <a:pt x="1687569" y="289350"/>
                    <a:pt x="1686909" y="288772"/>
                    <a:pt x="1686350" y="288023"/>
                  </a:cubicBezTo>
                  <a:cubicBezTo>
                    <a:pt x="1685804" y="287267"/>
                    <a:pt x="1684616" y="286937"/>
                    <a:pt x="1684616" y="285826"/>
                  </a:cubicBezTo>
                  <a:cubicBezTo>
                    <a:pt x="1684616" y="284759"/>
                    <a:pt x="1684616" y="283743"/>
                    <a:pt x="1685486" y="283216"/>
                  </a:cubicBezTo>
                  <a:cubicBezTo>
                    <a:pt x="1686045" y="282879"/>
                    <a:pt x="1686667" y="283216"/>
                    <a:pt x="1687233" y="283216"/>
                  </a:cubicBezTo>
                  <a:cubicBezTo>
                    <a:pt x="1688871" y="283013"/>
                    <a:pt x="1690071" y="283216"/>
                    <a:pt x="1691817" y="283216"/>
                  </a:cubicBezTo>
                  <a:cubicBezTo>
                    <a:pt x="1694351" y="283216"/>
                    <a:pt x="1695659" y="283013"/>
                    <a:pt x="1698180" y="283216"/>
                  </a:cubicBezTo>
                  <a:cubicBezTo>
                    <a:pt x="1699793" y="283324"/>
                    <a:pt x="1700682" y="284441"/>
                    <a:pt x="1702098" y="284981"/>
                  </a:cubicBezTo>
                  <a:cubicBezTo>
                    <a:pt x="1702777" y="285159"/>
                    <a:pt x="1703209" y="285622"/>
                    <a:pt x="1703870" y="285826"/>
                  </a:cubicBezTo>
                  <a:cubicBezTo>
                    <a:pt x="1704403" y="286067"/>
                    <a:pt x="1705076" y="286162"/>
                    <a:pt x="1705609" y="286283"/>
                  </a:cubicBezTo>
                  <a:cubicBezTo>
                    <a:pt x="1706257" y="286384"/>
                    <a:pt x="1706702" y="287172"/>
                    <a:pt x="1707476" y="287172"/>
                  </a:cubicBezTo>
                  <a:cubicBezTo>
                    <a:pt x="1708137" y="287172"/>
                    <a:pt x="1708473" y="286727"/>
                    <a:pt x="1709127" y="286727"/>
                  </a:cubicBezTo>
                  <a:lnTo>
                    <a:pt x="1709127" y="283216"/>
                  </a:lnTo>
                  <a:lnTo>
                    <a:pt x="1716436" y="283216"/>
                  </a:lnTo>
                  <a:cubicBezTo>
                    <a:pt x="1717338" y="283216"/>
                    <a:pt x="1717649" y="284181"/>
                    <a:pt x="1718316" y="284543"/>
                  </a:cubicBezTo>
                  <a:cubicBezTo>
                    <a:pt x="1719091" y="284981"/>
                    <a:pt x="1719624" y="285495"/>
                    <a:pt x="1720513" y="285826"/>
                  </a:cubicBezTo>
                  <a:cubicBezTo>
                    <a:pt x="1722024" y="286480"/>
                    <a:pt x="1723370" y="286283"/>
                    <a:pt x="1725091" y="286283"/>
                  </a:cubicBezTo>
                  <a:cubicBezTo>
                    <a:pt x="1726863" y="286283"/>
                    <a:pt x="1728171" y="286600"/>
                    <a:pt x="1729695" y="285826"/>
                  </a:cubicBezTo>
                  <a:cubicBezTo>
                    <a:pt x="1730476" y="285495"/>
                    <a:pt x="1730343" y="284543"/>
                    <a:pt x="1730997" y="284086"/>
                  </a:cubicBezTo>
                  <a:cubicBezTo>
                    <a:pt x="1731556" y="283743"/>
                    <a:pt x="1732102" y="283533"/>
                    <a:pt x="1732768" y="283216"/>
                  </a:cubicBezTo>
                  <a:cubicBezTo>
                    <a:pt x="1733397" y="282879"/>
                    <a:pt x="1733848" y="282555"/>
                    <a:pt x="1734515" y="282308"/>
                  </a:cubicBezTo>
                  <a:cubicBezTo>
                    <a:pt x="1735061" y="282219"/>
                    <a:pt x="1735721" y="282028"/>
                    <a:pt x="1736248" y="281876"/>
                  </a:cubicBezTo>
                  <a:cubicBezTo>
                    <a:pt x="1737474" y="281698"/>
                    <a:pt x="1738649" y="282028"/>
                    <a:pt x="1739760" y="281470"/>
                  </a:cubicBezTo>
                  <a:cubicBezTo>
                    <a:pt x="1740522" y="281133"/>
                    <a:pt x="1740427" y="280149"/>
                    <a:pt x="1741081" y="279698"/>
                  </a:cubicBezTo>
                  <a:cubicBezTo>
                    <a:pt x="1741627" y="279393"/>
                    <a:pt x="1742249" y="279152"/>
                    <a:pt x="1742821" y="278841"/>
                  </a:cubicBezTo>
                  <a:cubicBezTo>
                    <a:pt x="1743792" y="278187"/>
                    <a:pt x="1744249" y="277082"/>
                    <a:pt x="1745449" y="277082"/>
                  </a:cubicBezTo>
                  <a:cubicBezTo>
                    <a:pt x="1747208" y="277082"/>
                    <a:pt x="1748288" y="277641"/>
                    <a:pt x="1749850" y="278377"/>
                  </a:cubicBezTo>
                  <a:cubicBezTo>
                    <a:pt x="1751361" y="279152"/>
                    <a:pt x="1751895" y="280250"/>
                    <a:pt x="1753317" y="281012"/>
                  </a:cubicBezTo>
                  <a:cubicBezTo>
                    <a:pt x="1753990" y="281355"/>
                    <a:pt x="1754441" y="281876"/>
                    <a:pt x="1755184" y="281876"/>
                  </a:cubicBezTo>
                  <a:lnTo>
                    <a:pt x="1760347" y="281876"/>
                  </a:lnTo>
                  <a:cubicBezTo>
                    <a:pt x="1762429" y="281876"/>
                    <a:pt x="1763960" y="282219"/>
                    <a:pt x="1766023" y="282308"/>
                  </a:cubicBezTo>
                  <a:cubicBezTo>
                    <a:pt x="1766684" y="282308"/>
                    <a:pt x="1767243" y="282219"/>
                    <a:pt x="1767776" y="282308"/>
                  </a:cubicBezTo>
                  <a:cubicBezTo>
                    <a:pt x="1768455" y="282435"/>
                    <a:pt x="1768875" y="283095"/>
                    <a:pt x="1769535" y="283216"/>
                  </a:cubicBezTo>
                  <a:cubicBezTo>
                    <a:pt x="1771827" y="283844"/>
                    <a:pt x="1773491" y="284346"/>
                    <a:pt x="1775237" y="285826"/>
                  </a:cubicBezTo>
                  <a:cubicBezTo>
                    <a:pt x="1775891" y="286384"/>
                    <a:pt x="1776228" y="287172"/>
                    <a:pt x="1776977" y="287610"/>
                  </a:cubicBezTo>
                  <a:cubicBezTo>
                    <a:pt x="1777625" y="288023"/>
                    <a:pt x="1778400" y="288251"/>
                    <a:pt x="1779162" y="288467"/>
                  </a:cubicBezTo>
                  <a:cubicBezTo>
                    <a:pt x="1779828" y="288588"/>
                    <a:pt x="1780254" y="288905"/>
                    <a:pt x="1781016" y="288905"/>
                  </a:cubicBezTo>
                  <a:lnTo>
                    <a:pt x="1793068" y="288905"/>
                  </a:lnTo>
                  <a:cubicBezTo>
                    <a:pt x="1793843" y="288905"/>
                    <a:pt x="1794275" y="289210"/>
                    <a:pt x="1794922" y="289350"/>
                  </a:cubicBezTo>
                  <a:cubicBezTo>
                    <a:pt x="1795481" y="289426"/>
                    <a:pt x="1796148" y="289572"/>
                    <a:pt x="1796656" y="289769"/>
                  </a:cubicBezTo>
                  <a:cubicBezTo>
                    <a:pt x="1798764" y="290531"/>
                    <a:pt x="1799932" y="291731"/>
                    <a:pt x="1801914" y="292836"/>
                  </a:cubicBezTo>
                  <a:cubicBezTo>
                    <a:pt x="1802587" y="293173"/>
                    <a:pt x="1802923" y="293941"/>
                    <a:pt x="1803685" y="294157"/>
                  </a:cubicBezTo>
                  <a:cubicBezTo>
                    <a:pt x="1805539" y="294913"/>
                    <a:pt x="1806873" y="294582"/>
                    <a:pt x="1808949" y="294582"/>
                  </a:cubicBezTo>
                  <a:lnTo>
                    <a:pt x="1810683" y="294582"/>
                  </a:lnTo>
                  <a:cubicBezTo>
                    <a:pt x="1811242" y="294582"/>
                    <a:pt x="1811896" y="294481"/>
                    <a:pt x="1812448" y="294582"/>
                  </a:cubicBezTo>
                  <a:cubicBezTo>
                    <a:pt x="1813204" y="294703"/>
                    <a:pt x="1813096" y="295890"/>
                    <a:pt x="1813763" y="296373"/>
                  </a:cubicBezTo>
                  <a:cubicBezTo>
                    <a:pt x="1814766" y="297668"/>
                    <a:pt x="1815833" y="298970"/>
                    <a:pt x="1817274" y="299859"/>
                  </a:cubicBezTo>
                  <a:cubicBezTo>
                    <a:pt x="1817884" y="300291"/>
                    <a:pt x="1818233" y="300951"/>
                    <a:pt x="1818989" y="301161"/>
                  </a:cubicBezTo>
                  <a:cubicBezTo>
                    <a:pt x="1820208" y="301472"/>
                    <a:pt x="1821205" y="301472"/>
                    <a:pt x="1822526" y="301612"/>
                  </a:cubicBezTo>
                  <a:lnTo>
                    <a:pt x="1824272" y="301612"/>
                  </a:lnTo>
                  <a:cubicBezTo>
                    <a:pt x="1825567" y="301701"/>
                    <a:pt x="1826564" y="302037"/>
                    <a:pt x="1827764" y="302463"/>
                  </a:cubicBezTo>
                  <a:cubicBezTo>
                    <a:pt x="1828514" y="302679"/>
                    <a:pt x="1828844" y="303326"/>
                    <a:pt x="1829498" y="303803"/>
                  </a:cubicBezTo>
                  <a:cubicBezTo>
                    <a:pt x="1830730" y="304666"/>
                    <a:pt x="1832140" y="305428"/>
                    <a:pt x="1832140" y="306965"/>
                  </a:cubicBezTo>
                  <a:lnTo>
                    <a:pt x="1832140" y="318973"/>
                  </a:lnTo>
                  <a:cubicBezTo>
                    <a:pt x="1832140" y="320643"/>
                    <a:pt x="1833441" y="321297"/>
                    <a:pt x="1834324" y="322618"/>
                  </a:cubicBezTo>
                  <a:cubicBezTo>
                    <a:pt x="1834762" y="323265"/>
                    <a:pt x="1835086" y="323716"/>
                    <a:pt x="1835632" y="324364"/>
                  </a:cubicBezTo>
                  <a:cubicBezTo>
                    <a:pt x="1836153" y="325031"/>
                    <a:pt x="1836527" y="325907"/>
                    <a:pt x="1837397" y="326135"/>
                  </a:cubicBezTo>
                  <a:cubicBezTo>
                    <a:pt x="1837950" y="326212"/>
                    <a:pt x="1838604" y="326453"/>
                    <a:pt x="1839156" y="326567"/>
                  </a:cubicBezTo>
                  <a:cubicBezTo>
                    <a:pt x="1840039" y="326783"/>
                    <a:pt x="1840884" y="326326"/>
                    <a:pt x="1841779" y="326567"/>
                  </a:cubicBezTo>
                  <a:cubicBezTo>
                    <a:pt x="1842649" y="326783"/>
                    <a:pt x="1843087" y="327444"/>
                    <a:pt x="1843938" y="327869"/>
                  </a:cubicBezTo>
                  <a:cubicBezTo>
                    <a:pt x="1844725" y="328193"/>
                    <a:pt x="1845379" y="328402"/>
                    <a:pt x="1846135" y="328733"/>
                  </a:cubicBezTo>
                  <a:cubicBezTo>
                    <a:pt x="1847018" y="329177"/>
                    <a:pt x="1847780" y="329323"/>
                    <a:pt x="1848338" y="330060"/>
                  </a:cubicBezTo>
                  <a:cubicBezTo>
                    <a:pt x="1848688" y="330619"/>
                    <a:pt x="1848859" y="331273"/>
                    <a:pt x="1849196" y="331793"/>
                  </a:cubicBezTo>
                  <a:cubicBezTo>
                    <a:pt x="1849996" y="333006"/>
                    <a:pt x="1850320" y="333965"/>
                    <a:pt x="1850967" y="335292"/>
                  </a:cubicBezTo>
                  <a:cubicBezTo>
                    <a:pt x="1851190" y="335845"/>
                    <a:pt x="1851075" y="336613"/>
                    <a:pt x="1851412" y="337038"/>
                  </a:cubicBezTo>
                  <a:cubicBezTo>
                    <a:pt x="1851742" y="337591"/>
                    <a:pt x="1852593" y="337394"/>
                    <a:pt x="1853171" y="337953"/>
                  </a:cubicBezTo>
                  <a:cubicBezTo>
                    <a:pt x="1854479" y="339242"/>
                    <a:pt x="1854688" y="340569"/>
                    <a:pt x="1855781" y="341883"/>
                  </a:cubicBezTo>
                  <a:cubicBezTo>
                    <a:pt x="1856447" y="342645"/>
                    <a:pt x="1857419" y="342861"/>
                    <a:pt x="1857959" y="343661"/>
                  </a:cubicBezTo>
                  <a:cubicBezTo>
                    <a:pt x="1858517" y="344392"/>
                    <a:pt x="1858606" y="345408"/>
                    <a:pt x="1859260" y="346259"/>
                  </a:cubicBezTo>
                  <a:cubicBezTo>
                    <a:pt x="1859711" y="346913"/>
                    <a:pt x="1860156" y="347433"/>
                    <a:pt x="1860581" y="347992"/>
                  </a:cubicBezTo>
                  <a:cubicBezTo>
                    <a:pt x="1861032" y="348576"/>
                    <a:pt x="1861902" y="348665"/>
                    <a:pt x="1862340" y="349326"/>
                  </a:cubicBezTo>
                  <a:cubicBezTo>
                    <a:pt x="1863115" y="350386"/>
                    <a:pt x="1863115" y="351497"/>
                    <a:pt x="1863674" y="352831"/>
                  </a:cubicBezTo>
                  <a:cubicBezTo>
                    <a:pt x="1864194" y="354145"/>
                    <a:pt x="1864740" y="355009"/>
                    <a:pt x="1865401" y="356336"/>
                  </a:cubicBezTo>
                  <a:cubicBezTo>
                    <a:pt x="1865725" y="356977"/>
                    <a:pt x="1866049" y="357416"/>
                    <a:pt x="1866303" y="358057"/>
                  </a:cubicBezTo>
                  <a:cubicBezTo>
                    <a:pt x="1867293" y="360260"/>
                    <a:pt x="1867814" y="361791"/>
                    <a:pt x="1869357" y="363791"/>
                  </a:cubicBezTo>
                  <a:cubicBezTo>
                    <a:pt x="1869782" y="364420"/>
                    <a:pt x="1870455" y="364636"/>
                    <a:pt x="1871090" y="365099"/>
                  </a:cubicBezTo>
                  <a:cubicBezTo>
                    <a:pt x="1871776" y="365531"/>
                    <a:pt x="1874062" y="366852"/>
                    <a:pt x="1874608" y="367258"/>
                  </a:cubicBezTo>
                  <a:cubicBezTo>
                    <a:pt x="1875478" y="368026"/>
                    <a:pt x="1875916" y="368909"/>
                    <a:pt x="1875916" y="370103"/>
                  </a:cubicBezTo>
                  <a:lnTo>
                    <a:pt x="1875916" y="371208"/>
                  </a:lnTo>
                  <a:cubicBezTo>
                    <a:pt x="1876031" y="372192"/>
                    <a:pt x="1875707" y="372960"/>
                    <a:pt x="1875478" y="373811"/>
                  </a:cubicBezTo>
                  <a:cubicBezTo>
                    <a:pt x="1875129" y="374808"/>
                    <a:pt x="1874158" y="375361"/>
                    <a:pt x="1874158" y="376459"/>
                  </a:cubicBezTo>
                  <a:cubicBezTo>
                    <a:pt x="1874158" y="377583"/>
                    <a:pt x="1874945" y="378244"/>
                    <a:pt x="1875478" y="379088"/>
                  </a:cubicBezTo>
                  <a:cubicBezTo>
                    <a:pt x="1876799" y="381050"/>
                    <a:pt x="1878984" y="381914"/>
                    <a:pt x="1878984" y="384441"/>
                  </a:cubicBezTo>
                  <a:lnTo>
                    <a:pt x="1878984" y="393420"/>
                  </a:lnTo>
                  <a:cubicBezTo>
                    <a:pt x="1878984" y="394531"/>
                    <a:pt x="1877771" y="394855"/>
                    <a:pt x="1877225" y="395700"/>
                  </a:cubicBezTo>
                  <a:cubicBezTo>
                    <a:pt x="1876583" y="396900"/>
                    <a:pt x="1875478" y="397592"/>
                    <a:pt x="1875478" y="399027"/>
                  </a:cubicBezTo>
                  <a:cubicBezTo>
                    <a:pt x="1875478" y="400208"/>
                    <a:pt x="1875809" y="400869"/>
                    <a:pt x="1875916" y="402075"/>
                  </a:cubicBezTo>
                  <a:lnTo>
                    <a:pt x="1884343" y="402075"/>
                  </a:lnTo>
                  <a:lnTo>
                    <a:pt x="1884343" y="409308"/>
                  </a:lnTo>
                  <a:cubicBezTo>
                    <a:pt x="1882603" y="409308"/>
                    <a:pt x="1881492" y="408857"/>
                    <a:pt x="1879853" y="409308"/>
                  </a:cubicBezTo>
                  <a:cubicBezTo>
                    <a:pt x="1878418" y="409638"/>
                    <a:pt x="1877453" y="410489"/>
                    <a:pt x="1876355" y="411499"/>
                  </a:cubicBezTo>
                  <a:cubicBezTo>
                    <a:pt x="1875916" y="411797"/>
                    <a:pt x="1876132" y="412711"/>
                    <a:pt x="1875916" y="413238"/>
                  </a:cubicBezTo>
                  <a:cubicBezTo>
                    <a:pt x="1876355" y="415658"/>
                    <a:pt x="1877879" y="417169"/>
                    <a:pt x="1878107" y="419811"/>
                  </a:cubicBezTo>
                  <a:cubicBezTo>
                    <a:pt x="1878107" y="421773"/>
                    <a:pt x="1877225" y="423094"/>
                    <a:pt x="1876799" y="425043"/>
                  </a:cubicBezTo>
                  <a:lnTo>
                    <a:pt x="1870221" y="425043"/>
                  </a:lnTo>
                  <a:lnTo>
                    <a:pt x="1870221" y="432079"/>
                  </a:lnTo>
                  <a:cubicBezTo>
                    <a:pt x="1871090" y="433152"/>
                    <a:pt x="1871535" y="435787"/>
                    <a:pt x="1872856" y="436429"/>
                  </a:cubicBezTo>
                  <a:cubicBezTo>
                    <a:pt x="1875034" y="437514"/>
                    <a:pt x="1877225" y="437959"/>
                    <a:pt x="1879853" y="438188"/>
                  </a:cubicBezTo>
                  <a:lnTo>
                    <a:pt x="1883346" y="438188"/>
                  </a:lnTo>
                  <a:cubicBezTo>
                    <a:pt x="1884667" y="438188"/>
                    <a:pt x="1885784" y="439051"/>
                    <a:pt x="1886851" y="439051"/>
                  </a:cubicBezTo>
                  <a:cubicBezTo>
                    <a:pt x="1888178" y="439312"/>
                    <a:pt x="1889048" y="439921"/>
                    <a:pt x="1890560" y="439921"/>
                  </a:cubicBezTo>
                  <a:lnTo>
                    <a:pt x="1907863" y="439921"/>
                  </a:lnTo>
                  <a:cubicBezTo>
                    <a:pt x="1908092" y="438188"/>
                    <a:pt x="1907654" y="437324"/>
                    <a:pt x="1907863" y="435571"/>
                  </a:cubicBezTo>
                  <a:cubicBezTo>
                    <a:pt x="1908092" y="434251"/>
                    <a:pt x="1909413" y="433584"/>
                    <a:pt x="1909616" y="432498"/>
                  </a:cubicBezTo>
                  <a:cubicBezTo>
                    <a:pt x="1912245" y="432498"/>
                    <a:pt x="1913997" y="432079"/>
                    <a:pt x="1916639" y="432079"/>
                  </a:cubicBezTo>
                  <a:cubicBezTo>
                    <a:pt x="1917934" y="432079"/>
                    <a:pt x="1918817" y="432936"/>
                    <a:pt x="1920119" y="432936"/>
                  </a:cubicBezTo>
                  <a:cubicBezTo>
                    <a:pt x="1921440" y="432936"/>
                    <a:pt x="1922322" y="432498"/>
                    <a:pt x="1923630" y="432498"/>
                  </a:cubicBezTo>
                  <a:cubicBezTo>
                    <a:pt x="1923840" y="434441"/>
                    <a:pt x="1924291" y="435571"/>
                    <a:pt x="1924507" y="437324"/>
                  </a:cubicBezTo>
                  <a:cubicBezTo>
                    <a:pt x="1924735" y="438391"/>
                    <a:pt x="1924291" y="439737"/>
                    <a:pt x="1924507" y="440816"/>
                  </a:cubicBezTo>
                  <a:cubicBezTo>
                    <a:pt x="1924735" y="442321"/>
                    <a:pt x="1926482" y="442988"/>
                    <a:pt x="1927148" y="444290"/>
                  </a:cubicBezTo>
                  <a:cubicBezTo>
                    <a:pt x="1927999" y="445827"/>
                    <a:pt x="1929098" y="446951"/>
                    <a:pt x="1930641" y="447814"/>
                  </a:cubicBezTo>
                  <a:cubicBezTo>
                    <a:pt x="1931949" y="448456"/>
                    <a:pt x="1932603" y="450240"/>
                    <a:pt x="1934133" y="450443"/>
                  </a:cubicBezTo>
                  <a:cubicBezTo>
                    <a:pt x="1935232" y="450443"/>
                    <a:pt x="1936553" y="450240"/>
                    <a:pt x="1937645" y="450443"/>
                  </a:cubicBezTo>
                  <a:cubicBezTo>
                    <a:pt x="1938750" y="450678"/>
                    <a:pt x="1940045" y="450240"/>
                    <a:pt x="1941125" y="450443"/>
                  </a:cubicBezTo>
                  <a:cubicBezTo>
                    <a:pt x="1942452" y="450678"/>
                    <a:pt x="1943334" y="451548"/>
                    <a:pt x="1944643" y="452196"/>
                  </a:cubicBezTo>
                  <a:cubicBezTo>
                    <a:pt x="1945951" y="452856"/>
                    <a:pt x="1947068" y="453301"/>
                    <a:pt x="1948135" y="453929"/>
                  </a:cubicBezTo>
                  <a:cubicBezTo>
                    <a:pt x="1949456" y="454806"/>
                    <a:pt x="1949881" y="456349"/>
                    <a:pt x="1950751" y="457428"/>
                  </a:cubicBezTo>
                  <a:cubicBezTo>
                    <a:pt x="1951647" y="458533"/>
                    <a:pt x="1953164" y="458762"/>
                    <a:pt x="1954288" y="460082"/>
                  </a:cubicBezTo>
                  <a:cubicBezTo>
                    <a:pt x="1954936" y="460965"/>
                    <a:pt x="1954726" y="462483"/>
                    <a:pt x="1955164" y="463588"/>
                  </a:cubicBezTo>
                  <a:lnTo>
                    <a:pt x="1954288" y="467080"/>
                  </a:lnTo>
                  <a:lnTo>
                    <a:pt x="1947494" y="467080"/>
                  </a:lnTo>
                  <a:cubicBezTo>
                    <a:pt x="1945735" y="467080"/>
                    <a:pt x="1944643" y="466191"/>
                    <a:pt x="1942909" y="466191"/>
                  </a:cubicBezTo>
                  <a:lnTo>
                    <a:pt x="1935892" y="466191"/>
                  </a:lnTo>
                  <a:cubicBezTo>
                    <a:pt x="1931720" y="466191"/>
                    <a:pt x="1929098" y="467080"/>
                    <a:pt x="1925389" y="465334"/>
                  </a:cubicBezTo>
                  <a:cubicBezTo>
                    <a:pt x="1924069" y="464883"/>
                    <a:pt x="1922989" y="464229"/>
                    <a:pt x="1921884" y="463588"/>
                  </a:cubicBezTo>
                  <a:cubicBezTo>
                    <a:pt x="1921014" y="463149"/>
                    <a:pt x="1922106" y="460724"/>
                    <a:pt x="1921014" y="460082"/>
                  </a:cubicBezTo>
                  <a:cubicBezTo>
                    <a:pt x="1919909" y="459416"/>
                    <a:pt x="1918576" y="460273"/>
                    <a:pt x="1917522" y="460082"/>
                  </a:cubicBezTo>
                  <a:cubicBezTo>
                    <a:pt x="1915109" y="459416"/>
                    <a:pt x="1913147" y="459416"/>
                    <a:pt x="1910492" y="459193"/>
                  </a:cubicBezTo>
                  <a:cubicBezTo>
                    <a:pt x="1907444" y="459003"/>
                    <a:pt x="1905692" y="458317"/>
                    <a:pt x="1902644" y="458317"/>
                  </a:cubicBezTo>
                  <a:cubicBezTo>
                    <a:pt x="1898472" y="458317"/>
                    <a:pt x="1895817" y="459416"/>
                    <a:pt x="1892109" y="460965"/>
                  </a:cubicBezTo>
                  <a:cubicBezTo>
                    <a:pt x="1892985" y="463588"/>
                    <a:pt x="1893423" y="465575"/>
                    <a:pt x="1894732" y="467950"/>
                  </a:cubicBezTo>
                  <a:cubicBezTo>
                    <a:pt x="1895386" y="469271"/>
                    <a:pt x="1897164" y="469499"/>
                    <a:pt x="1898230" y="470585"/>
                  </a:cubicBezTo>
                  <a:cubicBezTo>
                    <a:pt x="1899564" y="471900"/>
                    <a:pt x="1901761" y="472109"/>
                    <a:pt x="1901761" y="474084"/>
                  </a:cubicBezTo>
                  <a:cubicBezTo>
                    <a:pt x="1901761" y="475634"/>
                    <a:pt x="1899989" y="476072"/>
                    <a:pt x="1899989" y="477577"/>
                  </a:cubicBezTo>
                  <a:cubicBezTo>
                    <a:pt x="1897360" y="477793"/>
                    <a:pt x="1895386" y="477793"/>
                    <a:pt x="1892985" y="478459"/>
                  </a:cubicBezTo>
                  <a:cubicBezTo>
                    <a:pt x="1891449" y="478897"/>
                    <a:pt x="1890814" y="480218"/>
                    <a:pt x="1889505" y="481082"/>
                  </a:cubicBezTo>
                  <a:cubicBezTo>
                    <a:pt x="1887747" y="482396"/>
                    <a:pt x="1885975" y="483952"/>
                    <a:pt x="1885975" y="486371"/>
                  </a:cubicBezTo>
                  <a:cubicBezTo>
                    <a:pt x="1885975" y="488518"/>
                    <a:pt x="1885975" y="490277"/>
                    <a:pt x="1887747" y="491604"/>
                  </a:cubicBezTo>
                  <a:cubicBezTo>
                    <a:pt x="1891010" y="493991"/>
                    <a:pt x="1894300" y="491832"/>
                    <a:pt x="1898230" y="492455"/>
                  </a:cubicBezTo>
                  <a:cubicBezTo>
                    <a:pt x="1901069" y="492925"/>
                    <a:pt x="1902853" y="494455"/>
                    <a:pt x="1905228" y="495979"/>
                  </a:cubicBezTo>
                  <a:cubicBezTo>
                    <a:pt x="1909184" y="498614"/>
                    <a:pt x="1910054" y="503859"/>
                    <a:pt x="1914855" y="503859"/>
                  </a:cubicBezTo>
                  <a:cubicBezTo>
                    <a:pt x="1916823" y="503859"/>
                    <a:pt x="1917077" y="501650"/>
                    <a:pt x="1918398" y="500341"/>
                  </a:cubicBezTo>
                  <a:cubicBezTo>
                    <a:pt x="1920786" y="497922"/>
                    <a:pt x="1921884" y="495541"/>
                    <a:pt x="1925389" y="495096"/>
                  </a:cubicBezTo>
                  <a:cubicBezTo>
                    <a:pt x="1929758" y="494671"/>
                    <a:pt x="1931949" y="495096"/>
                    <a:pt x="1936337" y="495096"/>
                  </a:cubicBezTo>
                  <a:lnTo>
                    <a:pt x="1936337" y="482847"/>
                  </a:lnTo>
                  <a:cubicBezTo>
                    <a:pt x="1932400" y="482847"/>
                    <a:pt x="1929961" y="483285"/>
                    <a:pt x="1926272" y="481964"/>
                  </a:cubicBezTo>
                  <a:cubicBezTo>
                    <a:pt x="1925161" y="481749"/>
                    <a:pt x="1923840" y="482396"/>
                    <a:pt x="1922748" y="481964"/>
                  </a:cubicBezTo>
                  <a:cubicBezTo>
                    <a:pt x="1921440" y="481539"/>
                    <a:pt x="1922322" y="478897"/>
                    <a:pt x="1921014" y="478459"/>
                  </a:cubicBezTo>
                  <a:cubicBezTo>
                    <a:pt x="1919909" y="478034"/>
                    <a:pt x="1918576" y="478682"/>
                    <a:pt x="1917522" y="478459"/>
                  </a:cubicBezTo>
                  <a:cubicBezTo>
                    <a:pt x="1916417" y="478243"/>
                    <a:pt x="1915318" y="477793"/>
                    <a:pt x="1913997" y="477577"/>
                  </a:cubicBezTo>
                  <a:lnTo>
                    <a:pt x="1915744" y="474084"/>
                  </a:lnTo>
                  <a:lnTo>
                    <a:pt x="1922538" y="474084"/>
                  </a:lnTo>
                  <a:cubicBezTo>
                    <a:pt x="1924069" y="474084"/>
                    <a:pt x="1924951" y="474287"/>
                    <a:pt x="1926272" y="474973"/>
                  </a:cubicBezTo>
                  <a:cubicBezTo>
                    <a:pt x="1927777" y="475634"/>
                    <a:pt x="1928228" y="476935"/>
                    <a:pt x="1929758" y="477577"/>
                  </a:cubicBezTo>
                  <a:cubicBezTo>
                    <a:pt x="1931079" y="478034"/>
                    <a:pt x="1931949" y="479126"/>
                    <a:pt x="1933257" y="479323"/>
                  </a:cubicBezTo>
                  <a:cubicBezTo>
                    <a:pt x="1934362" y="479577"/>
                    <a:pt x="1935683" y="479323"/>
                    <a:pt x="1936750" y="479323"/>
                  </a:cubicBezTo>
                  <a:cubicBezTo>
                    <a:pt x="1938293" y="479577"/>
                    <a:pt x="1939391" y="480218"/>
                    <a:pt x="1941125" y="480218"/>
                  </a:cubicBezTo>
                  <a:lnTo>
                    <a:pt x="1948135" y="480218"/>
                  </a:lnTo>
                  <a:cubicBezTo>
                    <a:pt x="1950751" y="480218"/>
                    <a:pt x="1952980" y="480002"/>
                    <a:pt x="1955164" y="481082"/>
                  </a:cubicBezTo>
                  <a:cubicBezTo>
                    <a:pt x="1957114" y="481964"/>
                    <a:pt x="1958644" y="483952"/>
                    <a:pt x="1958644" y="486371"/>
                  </a:cubicBezTo>
                  <a:lnTo>
                    <a:pt x="1958644" y="488099"/>
                  </a:lnTo>
                  <a:cubicBezTo>
                    <a:pt x="1958428" y="489604"/>
                    <a:pt x="1955806" y="489419"/>
                    <a:pt x="1955164" y="490740"/>
                  </a:cubicBezTo>
                  <a:cubicBezTo>
                    <a:pt x="1954485" y="491832"/>
                    <a:pt x="1955590" y="493109"/>
                    <a:pt x="1955164" y="494233"/>
                  </a:cubicBezTo>
                  <a:cubicBezTo>
                    <a:pt x="1954485" y="495763"/>
                    <a:pt x="1951647" y="495763"/>
                    <a:pt x="1951647" y="497712"/>
                  </a:cubicBezTo>
                  <a:lnTo>
                    <a:pt x="1951647" y="499484"/>
                  </a:lnTo>
                  <a:cubicBezTo>
                    <a:pt x="1951647" y="501224"/>
                    <a:pt x="1953393" y="501650"/>
                    <a:pt x="1954288" y="502970"/>
                  </a:cubicBezTo>
                  <a:cubicBezTo>
                    <a:pt x="1955368" y="504501"/>
                    <a:pt x="1956676" y="504939"/>
                    <a:pt x="1957781" y="506475"/>
                  </a:cubicBezTo>
                  <a:cubicBezTo>
                    <a:pt x="1958428" y="507580"/>
                    <a:pt x="1959552" y="508660"/>
                    <a:pt x="1959552" y="510222"/>
                  </a:cubicBezTo>
                  <a:lnTo>
                    <a:pt x="1959552" y="520490"/>
                  </a:lnTo>
                  <a:lnTo>
                    <a:pt x="1950116" y="520490"/>
                  </a:lnTo>
                  <a:cubicBezTo>
                    <a:pt x="1948580" y="520490"/>
                    <a:pt x="1947716" y="518960"/>
                    <a:pt x="1946408" y="519595"/>
                  </a:cubicBezTo>
                  <a:cubicBezTo>
                    <a:pt x="1945093" y="520306"/>
                    <a:pt x="1944433" y="521354"/>
                    <a:pt x="1942909" y="522268"/>
                  </a:cubicBezTo>
                  <a:cubicBezTo>
                    <a:pt x="1941366" y="523100"/>
                    <a:pt x="1941791" y="525062"/>
                    <a:pt x="1940274" y="525760"/>
                  </a:cubicBezTo>
                  <a:cubicBezTo>
                    <a:pt x="1938953" y="526199"/>
                    <a:pt x="1937873" y="525760"/>
                    <a:pt x="1936337" y="525760"/>
                  </a:cubicBezTo>
                  <a:lnTo>
                    <a:pt x="1932400" y="525760"/>
                  </a:lnTo>
                  <a:cubicBezTo>
                    <a:pt x="1930857" y="525760"/>
                    <a:pt x="1930431" y="524224"/>
                    <a:pt x="1928914" y="524014"/>
                  </a:cubicBezTo>
                  <a:cubicBezTo>
                    <a:pt x="1927352" y="523741"/>
                    <a:pt x="1926482" y="525303"/>
                    <a:pt x="1924951" y="525303"/>
                  </a:cubicBezTo>
                  <a:lnTo>
                    <a:pt x="1924951" y="542397"/>
                  </a:lnTo>
                  <a:cubicBezTo>
                    <a:pt x="1922989" y="542150"/>
                    <a:pt x="1921884" y="541940"/>
                    <a:pt x="1920119" y="541515"/>
                  </a:cubicBezTo>
                  <a:cubicBezTo>
                    <a:pt x="1918576" y="541070"/>
                    <a:pt x="1917522" y="539730"/>
                    <a:pt x="1915744" y="539730"/>
                  </a:cubicBezTo>
                  <a:cubicBezTo>
                    <a:pt x="1913997" y="539730"/>
                    <a:pt x="1914658" y="542613"/>
                    <a:pt x="1913147" y="543236"/>
                  </a:cubicBezTo>
                  <a:cubicBezTo>
                    <a:pt x="1911788" y="543686"/>
                    <a:pt x="1910924" y="544550"/>
                    <a:pt x="1909616" y="545007"/>
                  </a:cubicBezTo>
                  <a:cubicBezTo>
                    <a:pt x="1908524" y="545439"/>
                    <a:pt x="1907216" y="545439"/>
                    <a:pt x="1906123" y="545865"/>
                  </a:cubicBezTo>
                  <a:cubicBezTo>
                    <a:pt x="1905025" y="546322"/>
                    <a:pt x="1903495" y="546322"/>
                    <a:pt x="1902644" y="546747"/>
                  </a:cubicBezTo>
                  <a:cubicBezTo>
                    <a:pt x="1900878" y="547852"/>
                    <a:pt x="1901761" y="550290"/>
                    <a:pt x="1901761" y="552437"/>
                  </a:cubicBezTo>
                  <a:lnTo>
                    <a:pt x="1901761" y="554647"/>
                  </a:lnTo>
                  <a:cubicBezTo>
                    <a:pt x="1901761" y="556386"/>
                    <a:pt x="1902853" y="557491"/>
                    <a:pt x="1903495" y="559015"/>
                  </a:cubicBezTo>
                  <a:cubicBezTo>
                    <a:pt x="1904371" y="560762"/>
                    <a:pt x="1904593" y="562736"/>
                    <a:pt x="1906123" y="563403"/>
                  </a:cubicBezTo>
                  <a:cubicBezTo>
                    <a:pt x="1907216" y="563822"/>
                    <a:pt x="1908524" y="563822"/>
                    <a:pt x="1909616" y="564267"/>
                  </a:cubicBezTo>
                  <a:cubicBezTo>
                    <a:pt x="1910721" y="564724"/>
                    <a:pt x="1912023" y="564724"/>
                    <a:pt x="1913147" y="565130"/>
                  </a:cubicBezTo>
                  <a:cubicBezTo>
                    <a:pt x="1914658" y="565784"/>
                    <a:pt x="1915318" y="566889"/>
                    <a:pt x="1916639" y="567772"/>
                  </a:cubicBezTo>
                  <a:cubicBezTo>
                    <a:pt x="1917738" y="568439"/>
                    <a:pt x="1919255" y="568439"/>
                    <a:pt x="1920119" y="569493"/>
                  </a:cubicBezTo>
                  <a:cubicBezTo>
                    <a:pt x="1921668" y="571493"/>
                    <a:pt x="1921440" y="573906"/>
                    <a:pt x="1921884" y="576516"/>
                  </a:cubicBezTo>
                  <a:cubicBezTo>
                    <a:pt x="1919465" y="576960"/>
                    <a:pt x="1917077" y="576960"/>
                    <a:pt x="1914855" y="578281"/>
                  </a:cubicBezTo>
                  <a:cubicBezTo>
                    <a:pt x="1913147" y="579158"/>
                    <a:pt x="1912245" y="581348"/>
                    <a:pt x="1912245" y="583507"/>
                  </a:cubicBezTo>
                  <a:cubicBezTo>
                    <a:pt x="1912245" y="587254"/>
                    <a:pt x="1914855" y="589222"/>
                    <a:pt x="1916639" y="592308"/>
                  </a:cubicBezTo>
                  <a:cubicBezTo>
                    <a:pt x="1918144" y="594893"/>
                    <a:pt x="1918398" y="596887"/>
                    <a:pt x="1920119" y="599274"/>
                  </a:cubicBezTo>
                  <a:cubicBezTo>
                    <a:pt x="1920786" y="600373"/>
                    <a:pt x="1921014" y="601700"/>
                    <a:pt x="1921884" y="602792"/>
                  </a:cubicBezTo>
                  <a:cubicBezTo>
                    <a:pt x="1922989" y="604126"/>
                    <a:pt x="1925161" y="603694"/>
                    <a:pt x="1927148" y="603694"/>
                  </a:cubicBezTo>
                  <a:cubicBezTo>
                    <a:pt x="1929098" y="603694"/>
                    <a:pt x="1930641" y="603694"/>
                    <a:pt x="1932400" y="602792"/>
                  </a:cubicBezTo>
                  <a:cubicBezTo>
                    <a:pt x="1933924" y="602132"/>
                    <a:pt x="1933479" y="599725"/>
                    <a:pt x="1935016" y="599274"/>
                  </a:cubicBezTo>
                  <a:cubicBezTo>
                    <a:pt x="1936108" y="598843"/>
                    <a:pt x="1937188" y="599274"/>
                    <a:pt x="1938521" y="599274"/>
                  </a:cubicBezTo>
                  <a:lnTo>
                    <a:pt x="1942033" y="599274"/>
                  </a:lnTo>
                  <a:cubicBezTo>
                    <a:pt x="1943519" y="599274"/>
                    <a:pt x="1944204" y="600621"/>
                    <a:pt x="1945525" y="601046"/>
                  </a:cubicBezTo>
                  <a:cubicBezTo>
                    <a:pt x="1945525" y="602348"/>
                    <a:pt x="1945951" y="603453"/>
                    <a:pt x="1945525" y="604532"/>
                  </a:cubicBezTo>
                  <a:cubicBezTo>
                    <a:pt x="1945093" y="605618"/>
                    <a:pt x="1945525" y="607161"/>
                    <a:pt x="1944643" y="608056"/>
                  </a:cubicBezTo>
                  <a:cubicBezTo>
                    <a:pt x="1943785" y="608920"/>
                    <a:pt x="1942033" y="607618"/>
                    <a:pt x="1941125" y="608056"/>
                  </a:cubicBezTo>
                  <a:cubicBezTo>
                    <a:pt x="1940045" y="608685"/>
                    <a:pt x="1938521" y="608685"/>
                    <a:pt x="1937645" y="609771"/>
                  </a:cubicBezTo>
                  <a:cubicBezTo>
                    <a:pt x="1936991" y="610666"/>
                    <a:pt x="1938070" y="612190"/>
                    <a:pt x="1937645" y="613295"/>
                  </a:cubicBezTo>
                  <a:cubicBezTo>
                    <a:pt x="1937188" y="614610"/>
                    <a:pt x="1936337" y="615511"/>
                    <a:pt x="1935892" y="616819"/>
                  </a:cubicBezTo>
                  <a:cubicBezTo>
                    <a:pt x="1935016" y="618737"/>
                    <a:pt x="1932400" y="618997"/>
                    <a:pt x="1932400" y="621156"/>
                  </a:cubicBezTo>
                  <a:cubicBezTo>
                    <a:pt x="1932400" y="623150"/>
                    <a:pt x="1932832" y="624687"/>
                    <a:pt x="1933257" y="626446"/>
                  </a:cubicBezTo>
                  <a:cubicBezTo>
                    <a:pt x="1933924" y="629043"/>
                    <a:pt x="1934362" y="631266"/>
                    <a:pt x="1935892" y="633450"/>
                  </a:cubicBezTo>
                  <a:cubicBezTo>
                    <a:pt x="1936750" y="634752"/>
                    <a:pt x="1937188" y="636301"/>
                    <a:pt x="1938521" y="636924"/>
                  </a:cubicBezTo>
                  <a:cubicBezTo>
                    <a:pt x="1939613" y="637603"/>
                    <a:pt x="1940699" y="636924"/>
                    <a:pt x="1942033" y="636924"/>
                  </a:cubicBezTo>
                  <a:cubicBezTo>
                    <a:pt x="1943334" y="636924"/>
                    <a:pt x="1944433" y="637381"/>
                    <a:pt x="1945525" y="636924"/>
                  </a:cubicBezTo>
                  <a:cubicBezTo>
                    <a:pt x="1947068" y="636301"/>
                    <a:pt x="1947926" y="635196"/>
                    <a:pt x="1949030" y="634301"/>
                  </a:cubicBezTo>
                  <a:cubicBezTo>
                    <a:pt x="1950116" y="633450"/>
                    <a:pt x="1950751" y="631888"/>
                    <a:pt x="1951647" y="630808"/>
                  </a:cubicBezTo>
                  <a:cubicBezTo>
                    <a:pt x="1952510" y="629704"/>
                    <a:pt x="1952326" y="627964"/>
                    <a:pt x="1953393" y="627316"/>
                  </a:cubicBezTo>
                  <a:cubicBezTo>
                    <a:pt x="1954288" y="626878"/>
                    <a:pt x="1955590" y="626446"/>
                    <a:pt x="1956911" y="626446"/>
                  </a:cubicBezTo>
                  <a:cubicBezTo>
                    <a:pt x="1958879" y="626446"/>
                    <a:pt x="1960175" y="627106"/>
                    <a:pt x="1962150" y="627316"/>
                  </a:cubicBezTo>
                  <a:lnTo>
                    <a:pt x="1962150" y="641330"/>
                  </a:lnTo>
                  <a:cubicBezTo>
                    <a:pt x="1960848" y="642410"/>
                    <a:pt x="1960848" y="644156"/>
                    <a:pt x="1959552" y="644823"/>
                  </a:cubicBezTo>
                  <a:cubicBezTo>
                    <a:pt x="1958428" y="645483"/>
                    <a:pt x="1957114" y="645020"/>
                    <a:pt x="1956028" y="645687"/>
                  </a:cubicBezTo>
                  <a:cubicBezTo>
                    <a:pt x="1954726" y="646341"/>
                    <a:pt x="1953818" y="647649"/>
                    <a:pt x="1952510" y="648309"/>
                  </a:cubicBezTo>
                  <a:cubicBezTo>
                    <a:pt x="1951202" y="648969"/>
                    <a:pt x="1949684" y="649433"/>
                    <a:pt x="1949030" y="650932"/>
                  </a:cubicBezTo>
                  <a:cubicBezTo>
                    <a:pt x="1948376" y="652494"/>
                    <a:pt x="1948135" y="654221"/>
                    <a:pt x="1948135" y="656221"/>
                  </a:cubicBezTo>
                  <a:cubicBezTo>
                    <a:pt x="1948135" y="658387"/>
                    <a:pt x="1949030" y="659714"/>
                    <a:pt x="1949881" y="661454"/>
                  </a:cubicBezTo>
                  <a:cubicBezTo>
                    <a:pt x="1950567" y="662755"/>
                    <a:pt x="1952326" y="662984"/>
                    <a:pt x="1953393" y="664076"/>
                  </a:cubicBezTo>
                  <a:cubicBezTo>
                    <a:pt x="1954726" y="665365"/>
                    <a:pt x="1955806" y="666273"/>
                    <a:pt x="1956911" y="667569"/>
                  </a:cubicBezTo>
                  <a:cubicBezTo>
                    <a:pt x="1959978" y="671315"/>
                    <a:pt x="1961718" y="674592"/>
                    <a:pt x="1964778" y="678078"/>
                  </a:cubicBezTo>
                  <a:cubicBezTo>
                    <a:pt x="1965674" y="679189"/>
                    <a:pt x="1967420" y="679411"/>
                    <a:pt x="1968303" y="680732"/>
                  </a:cubicBezTo>
                  <a:cubicBezTo>
                    <a:pt x="1968938" y="681812"/>
                    <a:pt x="1969604" y="682898"/>
                    <a:pt x="1970030" y="684225"/>
                  </a:cubicBezTo>
                  <a:cubicBezTo>
                    <a:pt x="1970487" y="685298"/>
                    <a:pt x="1969820" y="686638"/>
                    <a:pt x="1970030" y="687698"/>
                  </a:cubicBezTo>
                  <a:cubicBezTo>
                    <a:pt x="1970925" y="690575"/>
                    <a:pt x="1973326" y="692086"/>
                    <a:pt x="1974405" y="694709"/>
                  </a:cubicBezTo>
                  <a:cubicBezTo>
                    <a:pt x="1975269" y="696906"/>
                    <a:pt x="1975269" y="699331"/>
                    <a:pt x="1976170" y="701738"/>
                  </a:cubicBezTo>
                  <a:cubicBezTo>
                    <a:pt x="1977472" y="704805"/>
                    <a:pt x="1980545" y="706094"/>
                    <a:pt x="1983168" y="707840"/>
                  </a:cubicBezTo>
                  <a:cubicBezTo>
                    <a:pt x="1984273" y="708520"/>
                    <a:pt x="1985810" y="708520"/>
                    <a:pt x="1986648" y="709618"/>
                  </a:cubicBezTo>
                  <a:cubicBezTo>
                    <a:pt x="1987556" y="710698"/>
                    <a:pt x="1988648" y="711549"/>
                    <a:pt x="1989289" y="713104"/>
                  </a:cubicBezTo>
                  <a:cubicBezTo>
                    <a:pt x="1990394" y="715537"/>
                    <a:pt x="1988229" y="717708"/>
                    <a:pt x="1989289" y="720121"/>
                  </a:cubicBezTo>
                  <a:cubicBezTo>
                    <a:pt x="1989956" y="721626"/>
                    <a:pt x="1990839" y="722756"/>
                    <a:pt x="1991925" y="723626"/>
                  </a:cubicBezTo>
                  <a:cubicBezTo>
                    <a:pt x="1994998" y="726459"/>
                    <a:pt x="1998491" y="725798"/>
                    <a:pt x="2002428" y="727119"/>
                  </a:cubicBezTo>
                  <a:cubicBezTo>
                    <a:pt x="2005717" y="728198"/>
                    <a:pt x="2006796" y="730427"/>
                    <a:pt x="2009451" y="732383"/>
                  </a:cubicBezTo>
                  <a:cubicBezTo>
                    <a:pt x="2010740" y="733253"/>
                    <a:pt x="2010517" y="735209"/>
                    <a:pt x="2012048" y="735895"/>
                  </a:cubicBezTo>
                  <a:cubicBezTo>
                    <a:pt x="2013140" y="736320"/>
                    <a:pt x="2014251" y="735895"/>
                    <a:pt x="2015553" y="735895"/>
                  </a:cubicBezTo>
                  <a:lnTo>
                    <a:pt x="2019065" y="735895"/>
                  </a:lnTo>
                  <a:cubicBezTo>
                    <a:pt x="2020601" y="735895"/>
                    <a:pt x="2021268" y="734333"/>
                    <a:pt x="2022602" y="734123"/>
                  </a:cubicBezTo>
                  <a:cubicBezTo>
                    <a:pt x="2024335" y="733672"/>
                    <a:pt x="2025853" y="733253"/>
                    <a:pt x="2027828" y="733253"/>
                  </a:cubicBezTo>
                  <a:lnTo>
                    <a:pt x="2029587" y="733253"/>
                  </a:lnTo>
                  <a:cubicBezTo>
                    <a:pt x="2030895" y="733253"/>
                    <a:pt x="2031987" y="733913"/>
                    <a:pt x="2033066" y="734123"/>
                  </a:cubicBezTo>
                  <a:cubicBezTo>
                    <a:pt x="2034178" y="734333"/>
                    <a:pt x="2035721" y="733463"/>
                    <a:pt x="2036591" y="734123"/>
                  </a:cubicBezTo>
                  <a:cubicBezTo>
                    <a:pt x="2037448" y="734777"/>
                    <a:pt x="2037029" y="736504"/>
                    <a:pt x="2037448" y="737615"/>
                  </a:cubicBezTo>
                  <a:cubicBezTo>
                    <a:pt x="2037899" y="738720"/>
                    <a:pt x="2037899" y="740028"/>
                    <a:pt x="2038330" y="741152"/>
                  </a:cubicBezTo>
                  <a:cubicBezTo>
                    <a:pt x="2039213" y="743108"/>
                    <a:pt x="2040972" y="743750"/>
                    <a:pt x="2042699" y="744632"/>
                  </a:cubicBezTo>
                  <a:cubicBezTo>
                    <a:pt x="2044014" y="745312"/>
                    <a:pt x="2045322" y="746378"/>
                    <a:pt x="2047106" y="746378"/>
                  </a:cubicBezTo>
                  <a:cubicBezTo>
                    <a:pt x="2049710" y="746620"/>
                    <a:pt x="2051684" y="745959"/>
                    <a:pt x="2054098" y="746378"/>
                  </a:cubicBezTo>
                  <a:cubicBezTo>
                    <a:pt x="2055856" y="746779"/>
                    <a:pt x="2056714" y="748347"/>
                    <a:pt x="2057590" y="749903"/>
                  </a:cubicBezTo>
                  <a:cubicBezTo>
                    <a:pt x="2058257" y="750976"/>
                    <a:pt x="2057800" y="752278"/>
                    <a:pt x="2058454" y="753376"/>
                  </a:cubicBezTo>
                  <a:cubicBezTo>
                    <a:pt x="2059368" y="754932"/>
                    <a:pt x="2060225" y="756443"/>
                    <a:pt x="2061965" y="756862"/>
                  </a:cubicBezTo>
                  <a:cubicBezTo>
                    <a:pt x="2064391" y="757301"/>
                    <a:pt x="2066347" y="756862"/>
                    <a:pt x="2068988" y="756862"/>
                  </a:cubicBezTo>
                  <a:cubicBezTo>
                    <a:pt x="2071617" y="756862"/>
                    <a:pt x="2073567" y="757548"/>
                    <a:pt x="2075980" y="756862"/>
                  </a:cubicBezTo>
                  <a:cubicBezTo>
                    <a:pt x="2077510" y="756443"/>
                    <a:pt x="2077948" y="754932"/>
                    <a:pt x="2079491" y="754272"/>
                  </a:cubicBezTo>
                  <a:cubicBezTo>
                    <a:pt x="2080793" y="753617"/>
                    <a:pt x="2081879" y="753376"/>
                    <a:pt x="2082990" y="752513"/>
                  </a:cubicBezTo>
                  <a:cubicBezTo>
                    <a:pt x="2084279" y="751414"/>
                    <a:pt x="2085822" y="751217"/>
                    <a:pt x="2086495" y="749903"/>
                  </a:cubicBezTo>
                  <a:cubicBezTo>
                    <a:pt x="2087143" y="748798"/>
                    <a:pt x="2086495" y="747477"/>
                    <a:pt x="2086495" y="746378"/>
                  </a:cubicBezTo>
                  <a:lnTo>
                    <a:pt x="2086495" y="742873"/>
                  </a:lnTo>
                  <a:cubicBezTo>
                    <a:pt x="2086495" y="737393"/>
                    <a:pt x="2086273" y="733463"/>
                    <a:pt x="2089111" y="728865"/>
                  </a:cubicBezTo>
                  <a:cubicBezTo>
                    <a:pt x="2090654" y="726249"/>
                    <a:pt x="2093029" y="725138"/>
                    <a:pt x="2095258" y="722756"/>
                  </a:cubicBezTo>
                  <a:cubicBezTo>
                    <a:pt x="2096128" y="721626"/>
                    <a:pt x="2096338" y="720547"/>
                    <a:pt x="2096979" y="719226"/>
                  </a:cubicBezTo>
                  <a:cubicBezTo>
                    <a:pt x="2097855" y="717492"/>
                    <a:pt x="2098738" y="716191"/>
                    <a:pt x="2098738" y="713987"/>
                  </a:cubicBezTo>
                  <a:cubicBezTo>
                    <a:pt x="2098738" y="712050"/>
                    <a:pt x="2098097" y="710698"/>
                    <a:pt x="2097855" y="708736"/>
                  </a:cubicBezTo>
                  <a:cubicBezTo>
                    <a:pt x="2097855" y="707415"/>
                    <a:pt x="2096979" y="706551"/>
                    <a:pt x="2096979" y="705230"/>
                  </a:cubicBezTo>
                  <a:cubicBezTo>
                    <a:pt x="2096979" y="703910"/>
                    <a:pt x="2097855" y="703052"/>
                    <a:pt x="2097855" y="701738"/>
                  </a:cubicBezTo>
                  <a:cubicBezTo>
                    <a:pt x="2097855" y="699103"/>
                    <a:pt x="2098097" y="696906"/>
                    <a:pt x="2096979" y="694709"/>
                  </a:cubicBezTo>
                  <a:cubicBezTo>
                    <a:pt x="2096338" y="693216"/>
                    <a:pt x="2094166" y="693407"/>
                    <a:pt x="2093499" y="692086"/>
                  </a:cubicBezTo>
                  <a:cubicBezTo>
                    <a:pt x="2092858" y="691006"/>
                    <a:pt x="2092185" y="689895"/>
                    <a:pt x="2091734" y="688606"/>
                  </a:cubicBezTo>
                  <a:cubicBezTo>
                    <a:pt x="2091524" y="687489"/>
                    <a:pt x="2090851" y="686377"/>
                    <a:pt x="2090851" y="685120"/>
                  </a:cubicBezTo>
                  <a:cubicBezTo>
                    <a:pt x="2090851" y="681361"/>
                    <a:pt x="2095887" y="680916"/>
                    <a:pt x="2099621" y="680732"/>
                  </a:cubicBezTo>
                  <a:lnTo>
                    <a:pt x="2103139" y="680732"/>
                  </a:lnTo>
                  <a:cubicBezTo>
                    <a:pt x="2104421" y="680732"/>
                    <a:pt x="2105304" y="679837"/>
                    <a:pt x="2106625" y="679837"/>
                  </a:cubicBezTo>
                  <a:cubicBezTo>
                    <a:pt x="2109247" y="679621"/>
                    <a:pt x="2111006" y="679837"/>
                    <a:pt x="2113622" y="679837"/>
                  </a:cubicBezTo>
                  <a:cubicBezTo>
                    <a:pt x="2113622" y="677449"/>
                    <a:pt x="2113406" y="676128"/>
                    <a:pt x="2113622" y="673715"/>
                  </a:cubicBezTo>
                  <a:cubicBezTo>
                    <a:pt x="2113622" y="672395"/>
                    <a:pt x="2112968" y="671315"/>
                    <a:pt x="2113622" y="670223"/>
                  </a:cubicBezTo>
                  <a:cubicBezTo>
                    <a:pt x="2114511" y="668908"/>
                    <a:pt x="2115184" y="667810"/>
                    <a:pt x="2116264" y="666730"/>
                  </a:cubicBezTo>
                  <a:cubicBezTo>
                    <a:pt x="2117350" y="665606"/>
                    <a:pt x="2118232" y="664756"/>
                    <a:pt x="2119750" y="664076"/>
                  </a:cubicBezTo>
                  <a:cubicBezTo>
                    <a:pt x="2120861" y="663619"/>
                    <a:pt x="2122170" y="664305"/>
                    <a:pt x="2123262" y="664076"/>
                  </a:cubicBezTo>
                  <a:cubicBezTo>
                    <a:pt x="2124792" y="663619"/>
                    <a:pt x="2125237" y="662101"/>
                    <a:pt x="2126786" y="661454"/>
                  </a:cubicBezTo>
                  <a:lnTo>
                    <a:pt x="2126786" y="643953"/>
                  </a:lnTo>
                  <a:cubicBezTo>
                    <a:pt x="2128088" y="642181"/>
                    <a:pt x="2130291" y="641756"/>
                    <a:pt x="2130291" y="639552"/>
                  </a:cubicBezTo>
                  <a:cubicBezTo>
                    <a:pt x="2130291" y="637603"/>
                    <a:pt x="2129821" y="636054"/>
                    <a:pt x="2129396" y="634301"/>
                  </a:cubicBezTo>
                  <a:cubicBezTo>
                    <a:pt x="2129174" y="632993"/>
                    <a:pt x="2128304" y="632136"/>
                    <a:pt x="2127650" y="630808"/>
                  </a:cubicBezTo>
                  <a:cubicBezTo>
                    <a:pt x="2127192" y="629704"/>
                    <a:pt x="2127421" y="628395"/>
                    <a:pt x="2126786" y="627316"/>
                  </a:cubicBezTo>
                  <a:cubicBezTo>
                    <a:pt x="2126087" y="626217"/>
                    <a:pt x="2123262" y="627106"/>
                    <a:pt x="2123262" y="625538"/>
                  </a:cubicBezTo>
                  <a:cubicBezTo>
                    <a:pt x="2123262" y="623385"/>
                    <a:pt x="2123262" y="621391"/>
                    <a:pt x="2125021" y="620287"/>
                  </a:cubicBezTo>
                  <a:cubicBezTo>
                    <a:pt x="2125891" y="619867"/>
                    <a:pt x="2127421" y="620509"/>
                    <a:pt x="2128526" y="620287"/>
                  </a:cubicBezTo>
                  <a:cubicBezTo>
                    <a:pt x="2130901" y="619658"/>
                    <a:pt x="2133117" y="620102"/>
                    <a:pt x="2135543" y="619442"/>
                  </a:cubicBezTo>
                  <a:cubicBezTo>
                    <a:pt x="2136813" y="618997"/>
                    <a:pt x="2137917" y="618305"/>
                    <a:pt x="2139035" y="617658"/>
                  </a:cubicBezTo>
                  <a:cubicBezTo>
                    <a:pt x="2140350" y="616819"/>
                    <a:pt x="2141880" y="616356"/>
                    <a:pt x="2142502" y="615054"/>
                  </a:cubicBezTo>
                  <a:cubicBezTo>
                    <a:pt x="2143169" y="613937"/>
                    <a:pt x="2142318" y="612660"/>
                    <a:pt x="2142502" y="611549"/>
                  </a:cubicBezTo>
                  <a:cubicBezTo>
                    <a:pt x="2142744" y="610444"/>
                    <a:pt x="2142502" y="609345"/>
                    <a:pt x="2142502" y="608056"/>
                  </a:cubicBezTo>
                  <a:cubicBezTo>
                    <a:pt x="2142502" y="606761"/>
                    <a:pt x="2143169" y="605840"/>
                    <a:pt x="2143398" y="604532"/>
                  </a:cubicBezTo>
                  <a:lnTo>
                    <a:pt x="2164854" y="604532"/>
                  </a:lnTo>
                  <a:cubicBezTo>
                    <a:pt x="2164626" y="600805"/>
                    <a:pt x="2164200" y="598639"/>
                    <a:pt x="2164416" y="594893"/>
                  </a:cubicBezTo>
                  <a:cubicBezTo>
                    <a:pt x="2164416" y="593591"/>
                    <a:pt x="2164854" y="592734"/>
                    <a:pt x="2164854" y="591400"/>
                  </a:cubicBezTo>
                  <a:lnTo>
                    <a:pt x="2177097" y="591400"/>
                  </a:lnTo>
                  <a:cubicBezTo>
                    <a:pt x="2176875" y="595553"/>
                    <a:pt x="2176456" y="597763"/>
                    <a:pt x="2176678" y="601910"/>
                  </a:cubicBezTo>
                  <a:cubicBezTo>
                    <a:pt x="2176678" y="603453"/>
                    <a:pt x="2177097" y="604532"/>
                    <a:pt x="2177097" y="606063"/>
                  </a:cubicBezTo>
                  <a:cubicBezTo>
                    <a:pt x="2179935" y="605840"/>
                    <a:pt x="2181707" y="605434"/>
                    <a:pt x="2184546" y="605434"/>
                  </a:cubicBezTo>
                  <a:cubicBezTo>
                    <a:pt x="2185847" y="605434"/>
                    <a:pt x="2186520" y="606278"/>
                    <a:pt x="2187829" y="606278"/>
                  </a:cubicBezTo>
                  <a:cubicBezTo>
                    <a:pt x="2192420" y="606278"/>
                    <a:pt x="2194642" y="602564"/>
                    <a:pt x="2197671" y="599274"/>
                  </a:cubicBezTo>
                  <a:cubicBezTo>
                    <a:pt x="2198789" y="597960"/>
                    <a:pt x="2199881" y="597103"/>
                    <a:pt x="2201176" y="595776"/>
                  </a:cubicBezTo>
                  <a:cubicBezTo>
                    <a:pt x="2202510" y="594467"/>
                    <a:pt x="2202922" y="593166"/>
                    <a:pt x="2204681" y="592308"/>
                  </a:cubicBezTo>
                  <a:cubicBezTo>
                    <a:pt x="2206015" y="591616"/>
                    <a:pt x="2206669" y="590537"/>
                    <a:pt x="2208174" y="590537"/>
                  </a:cubicBezTo>
                  <a:lnTo>
                    <a:pt x="2211673" y="590537"/>
                  </a:lnTo>
                  <a:cubicBezTo>
                    <a:pt x="2214321" y="590315"/>
                    <a:pt x="2216277" y="590988"/>
                    <a:pt x="2218696" y="590537"/>
                  </a:cubicBezTo>
                  <a:cubicBezTo>
                    <a:pt x="2220029" y="590315"/>
                    <a:pt x="2220899" y="589438"/>
                    <a:pt x="2222201" y="588803"/>
                  </a:cubicBezTo>
                  <a:cubicBezTo>
                    <a:pt x="2223312" y="588327"/>
                    <a:pt x="2225040" y="588803"/>
                    <a:pt x="2225700" y="587927"/>
                  </a:cubicBezTo>
                  <a:cubicBezTo>
                    <a:pt x="2226360" y="587013"/>
                    <a:pt x="2225040" y="585527"/>
                    <a:pt x="2225700" y="584390"/>
                  </a:cubicBezTo>
                  <a:lnTo>
                    <a:pt x="2227433" y="580923"/>
                  </a:lnTo>
                  <a:cubicBezTo>
                    <a:pt x="2228088" y="579373"/>
                    <a:pt x="2229662" y="579158"/>
                    <a:pt x="2230951" y="578281"/>
                  </a:cubicBezTo>
                  <a:cubicBezTo>
                    <a:pt x="2232272" y="577411"/>
                    <a:pt x="2233142" y="576516"/>
                    <a:pt x="2234450" y="575646"/>
                  </a:cubicBezTo>
                  <a:cubicBezTo>
                    <a:pt x="2235555" y="575005"/>
                    <a:pt x="2237073" y="574770"/>
                    <a:pt x="2237955" y="573906"/>
                  </a:cubicBezTo>
                  <a:cubicBezTo>
                    <a:pt x="2238832" y="573004"/>
                    <a:pt x="2238832" y="571493"/>
                    <a:pt x="2239702" y="570376"/>
                  </a:cubicBezTo>
                  <a:cubicBezTo>
                    <a:pt x="2240597" y="569296"/>
                    <a:pt x="2241245" y="567772"/>
                    <a:pt x="2242337" y="566889"/>
                  </a:cubicBezTo>
                  <a:cubicBezTo>
                    <a:pt x="2243239" y="566210"/>
                    <a:pt x="2244966" y="566667"/>
                    <a:pt x="2245836" y="566045"/>
                  </a:cubicBezTo>
                  <a:cubicBezTo>
                    <a:pt x="2248039" y="564032"/>
                    <a:pt x="2248687" y="561441"/>
                    <a:pt x="2250205" y="559015"/>
                  </a:cubicBezTo>
                  <a:cubicBezTo>
                    <a:pt x="2250890" y="557930"/>
                    <a:pt x="2250890" y="556386"/>
                    <a:pt x="2251983" y="555529"/>
                  </a:cubicBezTo>
                  <a:cubicBezTo>
                    <a:pt x="2252821" y="554862"/>
                    <a:pt x="2254624" y="555288"/>
                    <a:pt x="2255488" y="554647"/>
                  </a:cubicBezTo>
                  <a:cubicBezTo>
                    <a:pt x="2256555" y="553999"/>
                    <a:pt x="2258098" y="553999"/>
                    <a:pt x="2258968" y="552888"/>
                  </a:cubicBezTo>
                  <a:cubicBezTo>
                    <a:pt x="2259653" y="552030"/>
                    <a:pt x="2258561" y="550290"/>
                    <a:pt x="2258968" y="549370"/>
                  </a:cubicBezTo>
                  <a:cubicBezTo>
                    <a:pt x="2259850" y="548093"/>
                    <a:pt x="2260498" y="546963"/>
                    <a:pt x="2261596" y="545865"/>
                  </a:cubicBezTo>
                  <a:cubicBezTo>
                    <a:pt x="2262479" y="545007"/>
                    <a:pt x="2264022" y="545661"/>
                    <a:pt x="2265102" y="545007"/>
                  </a:cubicBezTo>
                  <a:cubicBezTo>
                    <a:pt x="2266651" y="544144"/>
                    <a:pt x="2268169" y="543236"/>
                    <a:pt x="2268626" y="541515"/>
                  </a:cubicBezTo>
                  <a:cubicBezTo>
                    <a:pt x="2269490" y="537584"/>
                    <a:pt x="2268626" y="535146"/>
                    <a:pt x="2268626" y="530993"/>
                  </a:cubicBezTo>
                  <a:cubicBezTo>
                    <a:pt x="2268835" y="530656"/>
                    <a:pt x="2268435" y="530504"/>
                    <a:pt x="2268835" y="530332"/>
                  </a:cubicBezTo>
                  <a:close/>
                  <a:moveTo>
                    <a:pt x="1774786" y="1001172"/>
                  </a:moveTo>
                  <a:cubicBezTo>
                    <a:pt x="1772170" y="1000328"/>
                    <a:pt x="1770399" y="998105"/>
                    <a:pt x="1767776" y="997680"/>
                  </a:cubicBezTo>
                  <a:cubicBezTo>
                    <a:pt x="1765585" y="997203"/>
                    <a:pt x="1762975" y="998105"/>
                    <a:pt x="1760785" y="997680"/>
                  </a:cubicBezTo>
                  <a:cubicBezTo>
                    <a:pt x="1758143" y="997203"/>
                    <a:pt x="1756416" y="995483"/>
                    <a:pt x="1753787" y="994175"/>
                  </a:cubicBezTo>
                  <a:cubicBezTo>
                    <a:pt x="1750282" y="992447"/>
                    <a:pt x="1750282" y="988929"/>
                    <a:pt x="1746783" y="987190"/>
                  </a:cubicBezTo>
                  <a:cubicBezTo>
                    <a:pt x="1744554" y="986294"/>
                    <a:pt x="1741957" y="987609"/>
                    <a:pt x="1739760" y="987190"/>
                  </a:cubicBezTo>
                  <a:lnTo>
                    <a:pt x="1732768" y="990669"/>
                  </a:lnTo>
                  <a:cubicBezTo>
                    <a:pt x="1734959" y="991958"/>
                    <a:pt x="1737569" y="992447"/>
                    <a:pt x="1739760" y="994175"/>
                  </a:cubicBezTo>
                  <a:cubicBezTo>
                    <a:pt x="1741957" y="995895"/>
                    <a:pt x="1742821" y="999420"/>
                    <a:pt x="1745024" y="1001172"/>
                  </a:cubicBezTo>
                  <a:cubicBezTo>
                    <a:pt x="1747208" y="1002925"/>
                    <a:pt x="1749850" y="1004684"/>
                    <a:pt x="1752009" y="1006405"/>
                  </a:cubicBezTo>
                  <a:cubicBezTo>
                    <a:pt x="1755521" y="1009503"/>
                    <a:pt x="1757718" y="1013440"/>
                    <a:pt x="1762531" y="1013440"/>
                  </a:cubicBezTo>
                  <a:cubicBezTo>
                    <a:pt x="1766893" y="1013440"/>
                    <a:pt x="1768214" y="1009503"/>
                    <a:pt x="1771262" y="1006405"/>
                  </a:cubicBezTo>
                  <a:cubicBezTo>
                    <a:pt x="1772596" y="1005116"/>
                    <a:pt x="1773904" y="1002487"/>
                    <a:pt x="1774786" y="1001172"/>
                  </a:cubicBezTo>
                  <a:close/>
                  <a:moveTo>
                    <a:pt x="1869357" y="962628"/>
                  </a:moveTo>
                  <a:cubicBezTo>
                    <a:pt x="1867141" y="963949"/>
                    <a:pt x="1863674" y="963949"/>
                    <a:pt x="1862340" y="966133"/>
                  </a:cubicBezTo>
                  <a:cubicBezTo>
                    <a:pt x="1861032" y="967873"/>
                    <a:pt x="1862772" y="970972"/>
                    <a:pt x="1862340" y="973188"/>
                  </a:cubicBezTo>
                  <a:cubicBezTo>
                    <a:pt x="1861464" y="976217"/>
                    <a:pt x="1861032" y="978827"/>
                    <a:pt x="1860581" y="981881"/>
                  </a:cubicBezTo>
                  <a:cubicBezTo>
                    <a:pt x="1860156" y="984961"/>
                    <a:pt x="1857101" y="986294"/>
                    <a:pt x="1855330" y="988929"/>
                  </a:cubicBezTo>
                  <a:cubicBezTo>
                    <a:pt x="1853590" y="991533"/>
                    <a:pt x="1851837" y="993254"/>
                    <a:pt x="1850091" y="995895"/>
                  </a:cubicBezTo>
                  <a:cubicBezTo>
                    <a:pt x="1846135" y="1001172"/>
                    <a:pt x="1842649" y="1005116"/>
                    <a:pt x="1837848" y="1009910"/>
                  </a:cubicBezTo>
                  <a:cubicBezTo>
                    <a:pt x="1830381" y="1017365"/>
                    <a:pt x="1823834" y="1022610"/>
                    <a:pt x="1823834" y="1033125"/>
                  </a:cubicBezTo>
                  <a:cubicBezTo>
                    <a:pt x="1823834" y="1036180"/>
                    <a:pt x="1825567" y="1038409"/>
                    <a:pt x="1825567" y="1041438"/>
                  </a:cubicBezTo>
                  <a:lnTo>
                    <a:pt x="1875916" y="1041438"/>
                  </a:lnTo>
                  <a:cubicBezTo>
                    <a:pt x="1882914" y="1041438"/>
                    <a:pt x="1885549" y="1047127"/>
                    <a:pt x="1890369" y="1051934"/>
                  </a:cubicBezTo>
                  <a:cubicBezTo>
                    <a:pt x="1895157" y="1056779"/>
                    <a:pt x="1897799" y="1059389"/>
                    <a:pt x="1904371" y="1062456"/>
                  </a:cubicBezTo>
                  <a:cubicBezTo>
                    <a:pt x="1906123" y="1059814"/>
                    <a:pt x="1910924" y="1060291"/>
                    <a:pt x="1911362" y="1057179"/>
                  </a:cubicBezTo>
                  <a:cubicBezTo>
                    <a:pt x="1912245" y="1052398"/>
                    <a:pt x="1911362" y="1048435"/>
                    <a:pt x="1911362" y="1043197"/>
                  </a:cubicBezTo>
                  <a:cubicBezTo>
                    <a:pt x="1911362" y="1040561"/>
                    <a:pt x="1909616" y="1038815"/>
                    <a:pt x="1909616" y="1036180"/>
                  </a:cubicBezTo>
                  <a:cubicBezTo>
                    <a:pt x="1910054" y="1030046"/>
                    <a:pt x="1913578" y="1027449"/>
                    <a:pt x="1916639" y="1022159"/>
                  </a:cubicBezTo>
                  <a:lnTo>
                    <a:pt x="1914855" y="1015161"/>
                  </a:lnTo>
                  <a:cubicBezTo>
                    <a:pt x="1912245" y="1014755"/>
                    <a:pt x="1910054" y="1016069"/>
                    <a:pt x="1907863" y="1015161"/>
                  </a:cubicBezTo>
                  <a:cubicBezTo>
                    <a:pt x="1902644" y="1013002"/>
                    <a:pt x="1898669" y="1009910"/>
                    <a:pt x="1893836" y="1006405"/>
                  </a:cubicBezTo>
                  <a:cubicBezTo>
                    <a:pt x="1890814" y="1004239"/>
                    <a:pt x="1890369" y="1000734"/>
                    <a:pt x="1886851" y="999420"/>
                  </a:cubicBezTo>
                  <a:cubicBezTo>
                    <a:pt x="1884667" y="998988"/>
                    <a:pt x="1882038" y="998105"/>
                    <a:pt x="1879853" y="997680"/>
                  </a:cubicBezTo>
                  <a:cubicBezTo>
                    <a:pt x="1877675" y="997203"/>
                    <a:pt x="1875034" y="997680"/>
                    <a:pt x="1872856" y="997680"/>
                  </a:cubicBezTo>
                  <a:cubicBezTo>
                    <a:pt x="1870221" y="997203"/>
                    <a:pt x="1868481" y="995038"/>
                    <a:pt x="1865864" y="994175"/>
                  </a:cubicBezTo>
                  <a:cubicBezTo>
                    <a:pt x="1867623" y="988929"/>
                    <a:pt x="1868036" y="984516"/>
                    <a:pt x="1871090" y="980147"/>
                  </a:cubicBezTo>
                  <a:cubicBezTo>
                    <a:pt x="1872380" y="977963"/>
                    <a:pt x="1876799" y="979290"/>
                    <a:pt x="1878107" y="976655"/>
                  </a:cubicBezTo>
                  <a:cubicBezTo>
                    <a:pt x="1878984" y="974470"/>
                    <a:pt x="1879853" y="972273"/>
                    <a:pt x="1879853" y="969657"/>
                  </a:cubicBezTo>
                  <a:cubicBezTo>
                    <a:pt x="1879853" y="966565"/>
                    <a:pt x="1876799" y="965269"/>
                    <a:pt x="1876355" y="962628"/>
                  </a:cubicBezTo>
                  <a:cubicBezTo>
                    <a:pt x="1873726" y="963091"/>
                    <a:pt x="1871535" y="961345"/>
                    <a:pt x="1869357" y="962628"/>
                  </a:cubicBezTo>
                  <a:close/>
                  <a:moveTo>
                    <a:pt x="2408701" y="612406"/>
                  </a:moveTo>
                  <a:cubicBezTo>
                    <a:pt x="2411329" y="611987"/>
                    <a:pt x="2412631" y="608920"/>
                    <a:pt x="2415717" y="608920"/>
                  </a:cubicBezTo>
                  <a:cubicBezTo>
                    <a:pt x="2418321" y="608920"/>
                    <a:pt x="2420524" y="608482"/>
                    <a:pt x="2422690" y="608920"/>
                  </a:cubicBezTo>
                  <a:cubicBezTo>
                    <a:pt x="2424893" y="609345"/>
                    <a:pt x="2426214" y="612857"/>
                    <a:pt x="2427985" y="614210"/>
                  </a:cubicBezTo>
                  <a:cubicBezTo>
                    <a:pt x="2430145" y="615930"/>
                    <a:pt x="2433199" y="615511"/>
                    <a:pt x="2434958" y="617658"/>
                  </a:cubicBezTo>
                  <a:cubicBezTo>
                    <a:pt x="2436704" y="619867"/>
                    <a:pt x="2434075" y="623385"/>
                    <a:pt x="2434958" y="626446"/>
                  </a:cubicBezTo>
                  <a:cubicBezTo>
                    <a:pt x="2432335" y="626002"/>
                    <a:pt x="2430589" y="624687"/>
                    <a:pt x="2427985" y="624687"/>
                  </a:cubicBezTo>
                  <a:cubicBezTo>
                    <a:pt x="2419654" y="624230"/>
                    <a:pt x="2415273" y="624230"/>
                    <a:pt x="2406929" y="624687"/>
                  </a:cubicBezTo>
                  <a:cubicBezTo>
                    <a:pt x="2404287" y="624687"/>
                    <a:pt x="2402566" y="626002"/>
                    <a:pt x="2399969" y="626446"/>
                  </a:cubicBezTo>
                  <a:lnTo>
                    <a:pt x="2401703" y="636924"/>
                  </a:lnTo>
                  <a:cubicBezTo>
                    <a:pt x="2404287" y="636498"/>
                    <a:pt x="2406046" y="635196"/>
                    <a:pt x="2408701" y="635196"/>
                  </a:cubicBezTo>
                  <a:lnTo>
                    <a:pt x="2422690" y="635196"/>
                  </a:lnTo>
                  <a:cubicBezTo>
                    <a:pt x="2423585" y="635196"/>
                    <a:pt x="2424023" y="636924"/>
                    <a:pt x="2424455" y="636924"/>
                  </a:cubicBezTo>
                  <a:lnTo>
                    <a:pt x="2424455" y="650932"/>
                  </a:lnTo>
                  <a:lnTo>
                    <a:pt x="2427985" y="657961"/>
                  </a:lnTo>
                  <a:lnTo>
                    <a:pt x="2434958" y="657961"/>
                  </a:lnTo>
                  <a:cubicBezTo>
                    <a:pt x="2437574" y="657961"/>
                    <a:pt x="2439346" y="656221"/>
                    <a:pt x="2441975" y="656221"/>
                  </a:cubicBezTo>
                  <a:cubicBezTo>
                    <a:pt x="2447201" y="655745"/>
                    <a:pt x="2450731" y="656221"/>
                    <a:pt x="2455995" y="656221"/>
                  </a:cubicBezTo>
                  <a:lnTo>
                    <a:pt x="2462961" y="656221"/>
                  </a:lnTo>
                  <a:cubicBezTo>
                    <a:pt x="2465177" y="656221"/>
                    <a:pt x="2467819" y="655319"/>
                    <a:pt x="2469978" y="656221"/>
                  </a:cubicBezTo>
                  <a:cubicBezTo>
                    <a:pt x="2473039" y="657517"/>
                    <a:pt x="2472607" y="661454"/>
                    <a:pt x="2475261" y="663200"/>
                  </a:cubicBezTo>
                  <a:cubicBezTo>
                    <a:pt x="2477439" y="664521"/>
                    <a:pt x="2479617" y="665841"/>
                    <a:pt x="2482259" y="666730"/>
                  </a:cubicBezTo>
                  <a:cubicBezTo>
                    <a:pt x="2485751" y="668026"/>
                    <a:pt x="2488793" y="666730"/>
                    <a:pt x="2492768" y="666730"/>
                  </a:cubicBezTo>
                  <a:cubicBezTo>
                    <a:pt x="2496705" y="666730"/>
                    <a:pt x="2499766" y="667162"/>
                    <a:pt x="2503233" y="666730"/>
                  </a:cubicBezTo>
                  <a:cubicBezTo>
                    <a:pt x="2506338" y="666273"/>
                    <a:pt x="2507659" y="663200"/>
                    <a:pt x="2510256" y="661454"/>
                  </a:cubicBezTo>
                  <a:cubicBezTo>
                    <a:pt x="2513329" y="659256"/>
                    <a:pt x="2512421" y="654888"/>
                    <a:pt x="2515520" y="652716"/>
                  </a:cubicBezTo>
                  <a:cubicBezTo>
                    <a:pt x="2518143" y="650932"/>
                    <a:pt x="2519464" y="648766"/>
                    <a:pt x="2522518" y="647445"/>
                  </a:cubicBezTo>
                  <a:cubicBezTo>
                    <a:pt x="2524702" y="646569"/>
                    <a:pt x="2527344" y="648309"/>
                    <a:pt x="2529516" y="647445"/>
                  </a:cubicBezTo>
                  <a:cubicBezTo>
                    <a:pt x="2533034" y="646125"/>
                    <a:pt x="2533478" y="641756"/>
                    <a:pt x="2536513" y="640441"/>
                  </a:cubicBezTo>
                  <a:cubicBezTo>
                    <a:pt x="2541358" y="637813"/>
                    <a:pt x="2545289" y="636054"/>
                    <a:pt x="2550528" y="635196"/>
                  </a:cubicBezTo>
                  <a:cubicBezTo>
                    <a:pt x="2560173" y="633882"/>
                    <a:pt x="2566746" y="635196"/>
                    <a:pt x="2576817" y="635196"/>
                  </a:cubicBezTo>
                  <a:lnTo>
                    <a:pt x="2576817" y="621156"/>
                  </a:lnTo>
                  <a:cubicBezTo>
                    <a:pt x="2575045" y="618997"/>
                    <a:pt x="2575921" y="615511"/>
                    <a:pt x="2573293" y="614210"/>
                  </a:cubicBezTo>
                  <a:lnTo>
                    <a:pt x="2566308" y="610666"/>
                  </a:lnTo>
                  <a:cubicBezTo>
                    <a:pt x="2564104" y="609771"/>
                    <a:pt x="2561907" y="611111"/>
                    <a:pt x="2559304" y="610666"/>
                  </a:cubicBezTo>
                  <a:cubicBezTo>
                    <a:pt x="2559742" y="608056"/>
                    <a:pt x="2559304" y="605840"/>
                    <a:pt x="2559304" y="603694"/>
                  </a:cubicBezTo>
                  <a:cubicBezTo>
                    <a:pt x="2559742" y="601046"/>
                    <a:pt x="2562783" y="600195"/>
                    <a:pt x="2562783" y="597103"/>
                  </a:cubicBezTo>
                  <a:cubicBezTo>
                    <a:pt x="2562783" y="593591"/>
                    <a:pt x="2561062" y="591400"/>
                    <a:pt x="2561062" y="587927"/>
                  </a:cubicBezTo>
                  <a:lnTo>
                    <a:pt x="2543987" y="587927"/>
                  </a:lnTo>
                  <a:cubicBezTo>
                    <a:pt x="2540920" y="587927"/>
                    <a:pt x="2539168" y="588803"/>
                    <a:pt x="2536513" y="589667"/>
                  </a:cubicBezTo>
                  <a:cubicBezTo>
                    <a:pt x="2533478" y="590988"/>
                    <a:pt x="2532583" y="593591"/>
                    <a:pt x="2529516" y="594893"/>
                  </a:cubicBezTo>
                  <a:cubicBezTo>
                    <a:pt x="2526487" y="596233"/>
                    <a:pt x="2524271" y="598843"/>
                    <a:pt x="2520784" y="598843"/>
                  </a:cubicBezTo>
                  <a:cubicBezTo>
                    <a:pt x="2519051" y="598843"/>
                    <a:pt x="2519051" y="601910"/>
                    <a:pt x="2517273" y="601910"/>
                  </a:cubicBezTo>
                  <a:cubicBezTo>
                    <a:pt x="2514638" y="601910"/>
                    <a:pt x="2512898" y="600195"/>
                    <a:pt x="2510256" y="600195"/>
                  </a:cubicBezTo>
                  <a:cubicBezTo>
                    <a:pt x="2505030" y="599725"/>
                    <a:pt x="2501506" y="598404"/>
                    <a:pt x="2496242" y="598404"/>
                  </a:cubicBezTo>
                  <a:cubicBezTo>
                    <a:pt x="2491016" y="598404"/>
                    <a:pt x="2487072" y="599274"/>
                    <a:pt x="2482259" y="600195"/>
                  </a:cubicBezTo>
                  <a:cubicBezTo>
                    <a:pt x="2475687" y="601484"/>
                    <a:pt x="2473039" y="607161"/>
                    <a:pt x="2466054" y="607161"/>
                  </a:cubicBezTo>
                  <a:lnTo>
                    <a:pt x="2452497" y="607161"/>
                  </a:lnTo>
                  <a:lnTo>
                    <a:pt x="2452497" y="600195"/>
                  </a:lnTo>
                  <a:lnTo>
                    <a:pt x="2452497" y="593166"/>
                  </a:lnTo>
                  <a:cubicBezTo>
                    <a:pt x="2452033" y="590099"/>
                    <a:pt x="2448509" y="589222"/>
                    <a:pt x="2447201" y="586168"/>
                  </a:cubicBezTo>
                  <a:lnTo>
                    <a:pt x="2440216" y="587927"/>
                  </a:lnTo>
                  <a:lnTo>
                    <a:pt x="2440216" y="594893"/>
                  </a:lnTo>
                  <a:cubicBezTo>
                    <a:pt x="2436279" y="593591"/>
                    <a:pt x="2434075" y="591400"/>
                    <a:pt x="2429706" y="591400"/>
                  </a:cubicBezTo>
                  <a:cubicBezTo>
                    <a:pt x="2425788" y="591400"/>
                    <a:pt x="2422690" y="592734"/>
                    <a:pt x="2419184" y="593166"/>
                  </a:cubicBezTo>
                  <a:cubicBezTo>
                    <a:pt x="2417013" y="593166"/>
                    <a:pt x="2414403" y="592734"/>
                    <a:pt x="2412199" y="593166"/>
                  </a:cubicBezTo>
                  <a:cubicBezTo>
                    <a:pt x="2409558" y="594036"/>
                    <a:pt x="2406929" y="594893"/>
                    <a:pt x="2405208" y="596639"/>
                  </a:cubicBezTo>
                  <a:cubicBezTo>
                    <a:pt x="2403011" y="598843"/>
                    <a:pt x="2399969" y="600195"/>
                    <a:pt x="2399969" y="603694"/>
                  </a:cubicBezTo>
                  <a:cubicBezTo>
                    <a:pt x="2399969" y="607161"/>
                    <a:pt x="2401703" y="608920"/>
                    <a:pt x="2401703" y="612406"/>
                  </a:cubicBezTo>
                  <a:cubicBezTo>
                    <a:pt x="2404287" y="611987"/>
                    <a:pt x="2406510" y="612857"/>
                    <a:pt x="2408701" y="612406"/>
                  </a:cubicBezTo>
                  <a:close/>
                  <a:moveTo>
                    <a:pt x="1562912" y="1562404"/>
                  </a:moveTo>
                  <a:cubicBezTo>
                    <a:pt x="1559388" y="1556696"/>
                    <a:pt x="1555896" y="1553203"/>
                    <a:pt x="1550657" y="1549273"/>
                  </a:cubicBezTo>
                  <a:cubicBezTo>
                    <a:pt x="1545374" y="1545342"/>
                    <a:pt x="1541881" y="1540967"/>
                    <a:pt x="1534896" y="1540535"/>
                  </a:cubicBezTo>
                  <a:lnTo>
                    <a:pt x="1527879" y="1540535"/>
                  </a:lnTo>
                  <a:cubicBezTo>
                    <a:pt x="1521739" y="1540097"/>
                    <a:pt x="1518227" y="1540967"/>
                    <a:pt x="1512119" y="1540535"/>
                  </a:cubicBezTo>
                  <a:cubicBezTo>
                    <a:pt x="1509483" y="1540535"/>
                    <a:pt x="1507305" y="1540967"/>
                    <a:pt x="1505102" y="1540535"/>
                  </a:cubicBezTo>
                  <a:cubicBezTo>
                    <a:pt x="1502479" y="1539659"/>
                    <a:pt x="1500295" y="1538325"/>
                    <a:pt x="1498104" y="1536998"/>
                  </a:cubicBezTo>
                  <a:cubicBezTo>
                    <a:pt x="1495482" y="1535677"/>
                    <a:pt x="1495482" y="1531746"/>
                    <a:pt x="1492840" y="1530013"/>
                  </a:cubicBezTo>
                  <a:cubicBezTo>
                    <a:pt x="1490668" y="1528711"/>
                    <a:pt x="1488465" y="1527848"/>
                    <a:pt x="1485861" y="1526495"/>
                  </a:cubicBezTo>
                  <a:cubicBezTo>
                    <a:pt x="1480597" y="1523441"/>
                    <a:pt x="1477086" y="1522545"/>
                    <a:pt x="1471834" y="1519491"/>
                  </a:cubicBezTo>
                  <a:lnTo>
                    <a:pt x="1464837" y="1515986"/>
                  </a:lnTo>
                  <a:cubicBezTo>
                    <a:pt x="1462214" y="1514703"/>
                    <a:pt x="1462665" y="1510315"/>
                    <a:pt x="1459579" y="1508988"/>
                  </a:cubicBezTo>
                  <a:cubicBezTo>
                    <a:pt x="1455616" y="1507242"/>
                    <a:pt x="1452556" y="1508988"/>
                    <a:pt x="1448206" y="1508988"/>
                  </a:cubicBezTo>
                  <a:cubicBezTo>
                    <a:pt x="1443818" y="1508988"/>
                    <a:pt x="1441164" y="1508550"/>
                    <a:pt x="1436820" y="1508988"/>
                  </a:cubicBezTo>
                  <a:cubicBezTo>
                    <a:pt x="1433753" y="1509420"/>
                    <a:pt x="1432883" y="1512493"/>
                    <a:pt x="1429823" y="1512493"/>
                  </a:cubicBezTo>
                  <a:cubicBezTo>
                    <a:pt x="1427181" y="1512493"/>
                    <a:pt x="1425435" y="1510747"/>
                    <a:pt x="1422819" y="1510747"/>
                  </a:cubicBezTo>
                  <a:lnTo>
                    <a:pt x="1407928" y="1510747"/>
                  </a:lnTo>
                  <a:cubicBezTo>
                    <a:pt x="1404842" y="1510747"/>
                    <a:pt x="1402657" y="1510315"/>
                    <a:pt x="1400048" y="1510747"/>
                  </a:cubicBezTo>
                  <a:cubicBezTo>
                    <a:pt x="1397869" y="1510747"/>
                    <a:pt x="1395234" y="1509845"/>
                    <a:pt x="1393012" y="1510747"/>
                  </a:cubicBezTo>
                  <a:cubicBezTo>
                    <a:pt x="1389519" y="1512493"/>
                    <a:pt x="1387760" y="1516907"/>
                    <a:pt x="1387760" y="1521269"/>
                  </a:cubicBezTo>
                  <a:cubicBezTo>
                    <a:pt x="1387760" y="1526076"/>
                    <a:pt x="1391284" y="1528711"/>
                    <a:pt x="1394783" y="1531746"/>
                  </a:cubicBezTo>
                  <a:cubicBezTo>
                    <a:pt x="1399165" y="1535245"/>
                    <a:pt x="1404416" y="1535245"/>
                    <a:pt x="1410550" y="1535245"/>
                  </a:cubicBezTo>
                  <a:cubicBezTo>
                    <a:pt x="1413167" y="1535245"/>
                    <a:pt x="1415338" y="1535677"/>
                    <a:pt x="1417561" y="1535245"/>
                  </a:cubicBezTo>
                  <a:cubicBezTo>
                    <a:pt x="1423231" y="1533531"/>
                    <a:pt x="1425860" y="1527848"/>
                    <a:pt x="1431550" y="1526495"/>
                  </a:cubicBezTo>
                  <a:cubicBezTo>
                    <a:pt x="1433753" y="1526076"/>
                    <a:pt x="1435944" y="1526495"/>
                    <a:pt x="1438567" y="1526495"/>
                  </a:cubicBezTo>
                  <a:cubicBezTo>
                    <a:pt x="1447330" y="1526495"/>
                    <a:pt x="1453006" y="1530013"/>
                    <a:pt x="1459579" y="1535245"/>
                  </a:cubicBezTo>
                  <a:cubicBezTo>
                    <a:pt x="1461782" y="1536998"/>
                    <a:pt x="1460912" y="1540967"/>
                    <a:pt x="1463078" y="1542256"/>
                  </a:cubicBezTo>
                  <a:cubicBezTo>
                    <a:pt x="1464837" y="1543602"/>
                    <a:pt x="1467891" y="1543151"/>
                    <a:pt x="1470088" y="1544027"/>
                  </a:cubicBezTo>
                  <a:cubicBezTo>
                    <a:pt x="1472730" y="1544885"/>
                    <a:pt x="1474463" y="1547094"/>
                    <a:pt x="1477086" y="1547545"/>
                  </a:cubicBezTo>
                  <a:cubicBezTo>
                    <a:pt x="1480134" y="1548383"/>
                    <a:pt x="1482788" y="1546669"/>
                    <a:pt x="1485861" y="1547545"/>
                  </a:cubicBezTo>
                  <a:cubicBezTo>
                    <a:pt x="1489348" y="1548383"/>
                    <a:pt x="1490230" y="1552333"/>
                    <a:pt x="1492840" y="1554543"/>
                  </a:cubicBezTo>
                  <a:cubicBezTo>
                    <a:pt x="1498104" y="1558912"/>
                    <a:pt x="1502054" y="1562404"/>
                    <a:pt x="1509045" y="1562404"/>
                  </a:cubicBezTo>
                  <a:close/>
                  <a:moveTo>
                    <a:pt x="1531372" y="1601787"/>
                  </a:moveTo>
                  <a:cubicBezTo>
                    <a:pt x="1530057" y="1599590"/>
                    <a:pt x="1531804" y="1596123"/>
                    <a:pt x="1529632" y="1594808"/>
                  </a:cubicBezTo>
                  <a:cubicBezTo>
                    <a:pt x="1527441" y="1593507"/>
                    <a:pt x="1524831" y="1594364"/>
                    <a:pt x="1522615" y="1593049"/>
                  </a:cubicBezTo>
                  <a:cubicBezTo>
                    <a:pt x="1519986" y="1591741"/>
                    <a:pt x="1518227" y="1589525"/>
                    <a:pt x="1515173" y="1589525"/>
                  </a:cubicBezTo>
                  <a:lnTo>
                    <a:pt x="1494599" y="1589525"/>
                  </a:lnTo>
                  <a:cubicBezTo>
                    <a:pt x="1497253" y="1593049"/>
                    <a:pt x="1497679" y="1596999"/>
                    <a:pt x="1501590" y="1598301"/>
                  </a:cubicBezTo>
                  <a:cubicBezTo>
                    <a:pt x="1503800" y="1599171"/>
                    <a:pt x="1506410" y="1596999"/>
                    <a:pt x="1508626" y="1598301"/>
                  </a:cubicBezTo>
                  <a:cubicBezTo>
                    <a:pt x="1511242" y="1599590"/>
                    <a:pt x="1513439" y="1600498"/>
                    <a:pt x="1515617" y="1601787"/>
                  </a:cubicBezTo>
                  <a:cubicBezTo>
                    <a:pt x="1517789" y="1603140"/>
                    <a:pt x="1516056" y="1606645"/>
                    <a:pt x="1517364" y="1608848"/>
                  </a:cubicBezTo>
                  <a:cubicBezTo>
                    <a:pt x="1519535" y="1608385"/>
                    <a:pt x="1522190" y="1609705"/>
                    <a:pt x="1524368" y="1608848"/>
                  </a:cubicBezTo>
                  <a:cubicBezTo>
                    <a:pt x="1527879" y="1607077"/>
                    <a:pt x="1528749" y="1604429"/>
                    <a:pt x="1531372" y="1601787"/>
                  </a:cubicBezTo>
                  <a:close/>
                  <a:moveTo>
                    <a:pt x="1613681" y="1607077"/>
                  </a:moveTo>
                  <a:cubicBezTo>
                    <a:pt x="1617198" y="1606219"/>
                    <a:pt x="1617198" y="1601387"/>
                    <a:pt x="1620666" y="1600066"/>
                  </a:cubicBezTo>
                  <a:cubicBezTo>
                    <a:pt x="1622875" y="1599590"/>
                    <a:pt x="1625492" y="1598764"/>
                    <a:pt x="1627689" y="1598301"/>
                  </a:cubicBezTo>
                  <a:cubicBezTo>
                    <a:pt x="1629892" y="1597850"/>
                    <a:pt x="1632070" y="1598301"/>
                    <a:pt x="1634680" y="1598301"/>
                  </a:cubicBezTo>
                  <a:cubicBezTo>
                    <a:pt x="1637334" y="1598301"/>
                    <a:pt x="1639081" y="1600066"/>
                    <a:pt x="1641703" y="1600066"/>
                  </a:cubicBezTo>
                  <a:cubicBezTo>
                    <a:pt x="1644332" y="1600066"/>
                    <a:pt x="1646072" y="1598301"/>
                    <a:pt x="1648694" y="1598301"/>
                  </a:cubicBezTo>
                  <a:cubicBezTo>
                    <a:pt x="1653965" y="1598301"/>
                    <a:pt x="1657457" y="1598764"/>
                    <a:pt x="1662722" y="1598301"/>
                  </a:cubicBezTo>
                  <a:cubicBezTo>
                    <a:pt x="1667979" y="1597850"/>
                    <a:pt x="1671459" y="1596999"/>
                    <a:pt x="1676711" y="1596548"/>
                  </a:cubicBezTo>
                  <a:cubicBezTo>
                    <a:pt x="1679340" y="1596548"/>
                    <a:pt x="1681111" y="1594808"/>
                    <a:pt x="1683721" y="1594808"/>
                  </a:cubicBezTo>
                  <a:cubicBezTo>
                    <a:pt x="1686350" y="1594808"/>
                    <a:pt x="1688103" y="1596548"/>
                    <a:pt x="1690738" y="1596548"/>
                  </a:cubicBezTo>
                  <a:cubicBezTo>
                    <a:pt x="1695977" y="1596999"/>
                    <a:pt x="1699475" y="1598301"/>
                    <a:pt x="1704727" y="1598301"/>
                  </a:cubicBezTo>
                  <a:lnTo>
                    <a:pt x="1711737" y="1598301"/>
                  </a:lnTo>
                  <a:cubicBezTo>
                    <a:pt x="1714811" y="1598301"/>
                    <a:pt x="1716112" y="1595691"/>
                    <a:pt x="1718741" y="1594808"/>
                  </a:cubicBezTo>
                  <a:cubicBezTo>
                    <a:pt x="1716995" y="1592611"/>
                    <a:pt x="1713052" y="1593932"/>
                    <a:pt x="1711737" y="1591309"/>
                  </a:cubicBezTo>
                  <a:cubicBezTo>
                    <a:pt x="1709991" y="1587779"/>
                    <a:pt x="1712633" y="1584737"/>
                    <a:pt x="1711737" y="1581207"/>
                  </a:cubicBezTo>
                  <a:cubicBezTo>
                    <a:pt x="1703406" y="1582953"/>
                    <a:pt x="1699044" y="1584286"/>
                    <a:pt x="1690738" y="1584286"/>
                  </a:cubicBezTo>
                  <a:lnTo>
                    <a:pt x="1683721" y="1584286"/>
                  </a:lnTo>
                  <a:cubicBezTo>
                    <a:pt x="1679340" y="1583842"/>
                    <a:pt x="1677593" y="1580819"/>
                    <a:pt x="1673231" y="1580819"/>
                  </a:cubicBezTo>
                  <a:lnTo>
                    <a:pt x="1669719" y="1580819"/>
                  </a:lnTo>
                  <a:cubicBezTo>
                    <a:pt x="1666671" y="1581207"/>
                    <a:pt x="1665763" y="1585588"/>
                    <a:pt x="1662722" y="1586052"/>
                  </a:cubicBezTo>
                  <a:cubicBezTo>
                    <a:pt x="1660537" y="1586477"/>
                    <a:pt x="1658334" y="1586052"/>
                    <a:pt x="1655724" y="1586052"/>
                  </a:cubicBezTo>
                  <a:cubicBezTo>
                    <a:pt x="1653070" y="1586052"/>
                    <a:pt x="1650879" y="1586477"/>
                    <a:pt x="1648694" y="1586052"/>
                  </a:cubicBezTo>
                  <a:cubicBezTo>
                    <a:pt x="1645640" y="1585163"/>
                    <a:pt x="1644777" y="1582121"/>
                    <a:pt x="1641703" y="1580819"/>
                  </a:cubicBezTo>
                  <a:cubicBezTo>
                    <a:pt x="1639519" y="1579924"/>
                    <a:pt x="1636864" y="1579924"/>
                    <a:pt x="1634680" y="1579035"/>
                  </a:cubicBezTo>
                  <a:cubicBezTo>
                    <a:pt x="1631626" y="1577733"/>
                    <a:pt x="1630768" y="1574660"/>
                    <a:pt x="1627689" y="1573777"/>
                  </a:cubicBezTo>
                  <a:cubicBezTo>
                    <a:pt x="1622875" y="1572456"/>
                    <a:pt x="1618932" y="1573777"/>
                    <a:pt x="1613681" y="1573777"/>
                  </a:cubicBezTo>
                  <a:cubicBezTo>
                    <a:pt x="1607997" y="1573352"/>
                    <a:pt x="1604930" y="1572031"/>
                    <a:pt x="1599241" y="1572031"/>
                  </a:cubicBezTo>
                  <a:cubicBezTo>
                    <a:pt x="1593983" y="1572031"/>
                    <a:pt x="1590928" y="1572920"/>
                    <a:pt x="1585645" y="1573777"/>
                  </a:cubicBezTo>
                  <a:lnTo>
                    <a:pt x="1585645" y="1594808"/>
                  </a:lnTo>
                  <a:cubicBezTo>
                    <a:pt x="1588287" y="1597437"/>
                    <a:pt x="1589608" y="1600066"/>
                    <a:pt x="1592662" y="1601787"/>
                  </a:cubicBezTo>
                  <a:cubicBezTo>
                    <a:pt x="1595304" y="1603140"/>
                    <a:pt x="1596624" y="1606645"/>
                    <a:pt x="1599679" y="1607077"/>
                  </a:cubicBezTo>
                  <a:lnTo>
                    <a:pt x="1606689" y="1607077"/>
                  </a:lnTo>
                  <a:cubicBezTo>
                    <a:pt x="1609293" y="1607077"/>
                    <a:pt x="1611477" y="1607496"/>
                    <a:pt x="1613681" y="1607077"/>
                  </a:cubicBezTo>
                  <a:close/>
                  <a:moveTo>
                    <a:pt x="1569891" y="2737402"/>
                  </a:moveTo>
                  <a:cubicBezTo>
                    <a:pt x="1568824" y="2737173"/>
                    <a:pt x="1567281" y="2737173"/>
                    <a:pt x="1566405" y="2736538"/>
                  </a:cubicBezTo>
                  <a:cubicBezTo>
                    <a:pt x="1565287" y="2735891"/>
                    <a:pt x="1563554" y="2735891"/>
                    <a:pt x="1562912" y="2734805"/>
                  </a:cubicBezTo>
                  <a:cubicBezTo>
                    <a:pt x="1562233" y="2733897"/>
                    <a:pt x="1563338" y="2732385"/>
                    <a:pt x="1562912" y="2731287"/>
                  </a:cubicBezTo>
                  <a:cubicBezTo>
                    <a:pt x="1562461" y="2730188"/>
                    <a:pt x="1562671" y="2728658"/>
                    <a:pt x="1562017" y="2727782"/>
                  </a:cubicBezTo>
                  <a:cubicBezTo>
                    <a:pt x="1560912" y="2726455"/>
                    <a:pt x="1560258" y="2725153"/>
                    <a:pt x="1558512" y="2725153"/>
                  </a:cubicBezTo>
                  <a:cubicBezTo>
                    <a:pt x="1557007" y="2725153"/>
                    <a:pt x="1556562" y="2726924"/>
                    <a:pt x="1555032" y="2726924"/>
                  </a:cubicBezTo>
                  <a:lnTo>
                    <a:pt x="1555032" y="2737402"/>
                  </a:lnTo>
                  <a:cubicBezTo>
                    <a:pt x="1552594" y="2737827"/>
                    <a:pt x="1549990" y="2737827"/>
                    <a:pt x="1548015" y="2739148"/>
                  </a:cubicBezTo>
                  <a:cubicBezTo>
                    <a:pt x="1546910" y="2739815"/>
                    <a:pt x="1546910" y="2741574"/>
                    <a:pt x="1546244" y="2742666"/>
                  </a:cubicBezTo>
                  <a:cubicBezTo>
                    <a:pt x="1545374" y="2744019"/>
                    <a:pt x="1542764" y="2743536"/>
                    <a:pt x="1542764" y="2745301"/>
                  </a:cubicBezTo>
                  <a:cubicBezTo>
                    <a:pt x="1542764" y="2749657"/>
                    <a:pt x="1546472" y="2752521"/>
                    <a:pt x="1550657" y="2753194"/>
                  </a:cubicBezTo>
                  <a:cubicBezTo>
                    <a:pt x="1551724" y="2753379"/>
                    <a:pt x="1552841" y="2752280"/>
                    <a:pt x="1554149" y="2752280"/>
                  </a:cubicBezTo>
                  <a:cubicBezTo>
                    <a:pt x="1555445" y="2752280"/>
                    <a:pt x="1556562" y="2752921"/>
                    <a:pt x="1557629" y="2753194"/>
                  </a:cubicBezTo>
                  <a:cubicBezTo>
                    <a:pt x="1558740" y="2753379"/>
                    <a:pt x="1560061" y="2752921"/>
                    <a:pt x="1561153" y="2753194"/>
                  </a:cubicBezTo>
                  <a:cubicBezTo>
                    <a:pt x="1562671" y="2753601"/>
                    <a:pt x="1562461" y="2755792"/>
                    <a:pt x="1563782" y="2756668"/>
                  </a:cubicBezTo>
                  <a:cubicBezTo>
                    <a:pt x="1563338" y="2757766"/>
                    <a:pt x="1563554" y="2759081"/>
                    <a:pt x="1562912" y="2760167"/>
                  </a:cubicBezTo>
                  <a:cubicBezTo>
                    <a:pt x="1562017" y="2761729"/>
                    <a:pt x="1559388" y="2761729"/>
                    <a:pt x="1559388" y="2763659"/>
                  </a:cubicBezTo>
                  <a:cubicBezTo>
                    <a:pt x="1559388" y="2765228"/>
                    <a:pt x="1561153" y="2765647"/>
                    <a:pt x="1561153" y="2767152"/>
                  </a:cubicBezTo>
                  <a:cubicBezTo>
                    <a:pt x="1561153" y="2768498"/>
                    <a:pt x="1560912" y="2769368"/>
                    <a:pt x="1561153" y="2770676"/>
                  </a:cubicBezTo>
                  <a:cubicBezTo>
                    <a:pt x="1564849" y="2770676"/>
                    <a:pt x="1567491" y="2770276"/>
                    <a:pt x="1570793" y="2771571"/>
                  </a:cubicBezTo>
                  <a:cubicBezTo>
                    <a:pt x="1573402" y="2772663"/>
                    <a:pt x="1575142" y="2773743"/>
                    <a:pt x="1577784" y="2775045"/>
                  </a:cubicBezTo>
                  <a:cubicBezTo>
                    <a:pt x="1577365" y="2776340"/>
                    <a:pt x="1576260" y="2777032"/>
                    <a:pt x="1576044" y="2778537"/>
                  </a:cubicBezTo>
                  <a:cubicBezTo>
                    <a:pt x="1575790" y="2779858"/>
                    <a:pt x="1576260" y="2780753"/>
                    <a:pt x="1576044" y="2782093"/>
                  </a:cubicBezTo>
                  <a:cubicBezTo>
                    <a:pt x="1573402" y="2782093"/>
                    <a:pt x="1571631" y="2781852"/>
                    <a:pt x="1569034" y="2782093"/>
                  </a:cubicBezTo>
                  <a:cubicBezTo>
                    <a:pt x="1567713" y="2782093"/>
                    <a:pt x="1566633" y="2781852"/>
                    <a:pt x="1565509" y="2782093"/>
                  </a:cubicBezTo>
                  <a:cubicBezTo>
                    <a:pt x="1562912" y="2782684"/>
                    <a:pt x="1561153" y="2784240"/>
                    <a:pt x="1558512" y="2784703"/>
                  </a:cubicBezTo>
                  <a:cubicBezTo>
                    <a:pt x="1556111" y="2784906"/>
                    <a:pt x="1553927" y="2784240"/>
                    <a:pt x="1551539" y="2784703"/>
                  </a:cubicBezTo>
                  <a:cubicBezTo>
                    <a:pt x="1549990" y="2784906"/>
                    <a:pt x="1549336" y="2786633"/>
                    <a:pt x="1548015" y="2787313"/>
                  </a:cubicBezTo>
                  <a:cubicBezTo>
                    <a:pt x="1546472" y="2788189"/>
                    <a:pt x="1544504" y="2788843"/>
                    <a:pt x="1544504" y="2790831"/>
                  </a:cubicBezTo>
                  <a:lnTo>
                    <a:pt x="1544504" y="2792571"/>
                  </a:lnTo>
                  <a:cubicBezTo>
                    <a:pt x="1544504" y="2794076"/>
                    <a:pt x="1546047" y="2794768"/>
                    <a:pt x="1546244" y="2796089"/>
                  </a:cubicBezTo>
                  <a:cubicBezTo>
                    <a:pt x="1546244" y="2797130"/>
                    <a:pt x="1546047" y="2798489"/>
                    <a:pt x="1546244" y="2799575"/>
                  </a:cubicBezTo>
                  <a:cubicBezTo>
                    <a:pt x="1546472" y="2800673"/>
                    <a:pt x="1546047" y="2801994"/>
                    <a:pt x="1546244" y="2803067"/>
                  </a:cubicBezTo>
                  <a:cubicBezTo>
                    <a:pt x="1546472" y="2804382"/>
                    <a:pt x="1549101" y="2803728"/>
                    <a:pt x="1549755" y="2804833"/>
                  </a:cubicBezTo>
                  <a:cubicBezTo>
                    <a:pt x="1550847" y="2806357"/>
                    <a:pt x="1552390" y="2807893"/>
                    <a:pt x="1552390" y="2810097"/>
                  </a:cubicBezTo>
                  <a:lnTo>
                    <a:pt x="1552390" y="2811849"/>
                  </a:lnTo>
                  <a:cubicBezTo>
                    <a:pt x="1552181" y="2813373"/>
                    <a:pt x="1550206" y="2813792"/>
                    <a:pt x="1549755" y="2815329"/>
                  </a:cubicBezTo>
                  <a:cubicBezTo>
                    <a:pt x="1549336" y="2816625"/>
                    <a:pt x="1548015" y="2817317"/>
                    <a:pt x="1548015" y="2818822"/>
                  </a:cubicBezTo>
                  <a:cubicBezTo>
                    <a:pt x="1548015" y="2821908"/>
                    <a:pt x="1551539" y="2822549"/>
                    <a:pt x="1553267" y="2824975"/>
                  </a:cubicBezTo>
                  <a:cubicBezTo>
                    <a:pt x="1555032" y="2827401"/>
                    <a:pt x="1556753" y="2828899"/>
                    <a:pt x="1556753" y="2831953"/>
                  </a:cubicBezTo>
                  <a:cubicBezTo>
                    <a:pt x="1556753" y="2833477"/>
                    <a:pt x="1553267" y="2832195"/>
                    <a:pt x="1553267" y="2833706"/>
                  </a:cubicBezTo>
                  <a:cubicBezTo>
                    <a:pt x="1553267" y="2835046"/>
                    <a:pt x="1553489" y="2836094"/>
                    <a:pt x="1554149" y="2837211"/>
                  </a:cubicBezTo>
                  <a:cubicBezTo>
                    <a:pt x="1554797" y="2838291"/>
                    <a:pt x="1556562" y="2838119"/>
                    <a:pt x="1557629" y="2838945"/>
                  </a:cubicBezTo>
                  <a:cubicBezTo>
                    <a:pt x="1558740" y="2839834"/>
                    <a:pt x="1560061" y="2839834"/>
                    <a:pt x="1561153" y="2840723"/>
                  </a:cubicBezTo>
                  <a:cubicBezTo>
                    <a:pt x="1562017" y="2841370"/>
                    <a:pt x="1560709" y="2843149"/>
                    <a:pt x="1561153" y="2844228"/>
                  </a:cubicBezTo>
                  <a:lnTo>
                    <a:pt x="1554149" y="2847746"/>
                  </a:lnTo>
                  <a:lnTo>
                    <a:pt x="1555896" y="2852096"/>
                  </a:lnTo>
                  <a:cubicBezTo>
                    <a:pt x="1557191" y="2851886"/>
                    <a:pt x="1558086" y="2851238"/>
                    <a:pt x="1559388" y="2851238"/>
                  </a:cubicBezTo>
                  <a:lnTo>
                    <a:pt x="1566405" y="2851238"/>
                  </a:lnTo>
                  <a:cubicBezTo>
                    <a:pt x="1567713" y="2851238"/>
                    <a:pt x="1568602" y="2851886"/>
                    <a:pt x="1569891" y="2852096"/>
                  </a:cubicBezTo>
                  <a:cubicBezTo>
                    <a:pt x="1569250" y="2853639"/>
                    <a:pt x="1570342" y="2855410"/>
                    <a:pt x="1569034" y="2856471"/>
                  </a:cubicBezTo>
                  <a:cubicBezTo>
                    <a:pt x="1566843" y="2858230"/>
                    <a:pt x="1564659" y="2858693"/>
                    <a:pt x="1562017" y="2859989"/>
                  </a:cubicBezTo>
                  <a:cubicBezTo>
                    <a:pt x="1564208" y="2862383"/>
                    <a:pt x="1565287" y="2865018"/>
                    <a:pt x="1568151" y="2866142"/>
                  </a:cubicBezTo>
                  <a:cubicBezTo>
                    <a:pt x="1569250" y="2866548"/>
                    <a:pt x="1570564" y="2865881"/>
                    <a:pt x="1571631" y="2866142"/>
                  </a:cubicBezTo>
                  <a:cubicBezTo>
                    <a:pt x="1572767" y="2866332"/>
                    <a:pt x="1574063" y="2865881"/>
                    <a:pt x="1575142" y="2866142"/>
                  </a:cubicBezTo>
                  <a:cubicBezTo>
                    <a:pt x="1576044" y="2866332"/>
                    <a:pt x="1574272" y="2868117"/>
                    <a:pt x="1575142" y="2868752"/>
                  </a:cubicBezTo>
                  <a:lnTo>
                    <a:pt x="1571631" y="2871362"/>
                  </a:lnTo>
                  <a:cubicBezTo>
                    <a:pt x="1572514" y="2872479"/>
                    <a:pt x="1573402" y="2873578"/>
                    <a:pt x="1574272" y="2874867"/>
                  </a:cubicBezTo>
                  <a:cubicBezTo>
                    <a:pt x="1575142" y="2876162"/>
                    <a:pt x="1577111" y="2875997"/>
                    <a:pt x="1577784" y="2877496"/>
                  </a:cubicBezTo>
                  <a:cubicBezTo>
                    <a:pt x="1578419" y="2879032"/>
                    <a:pt x="1578222" y="2880321"/>
                    <a:pt x="1578673" y="2881871"/>
                  </a:cubicBezTo>
                  <a:cubicBezTo>
                    <a:pt x="1578864" y="2882969"/>
                    <a:pt x="1577365" y="2884258"/>
                    <a:pt x="1577784" y="2885389"/>
                  </a:cubicBezTo>
                  <a:cubicBezTo>
                    <a:pt x="1578419" y="2886900"/>
                    <a:pt x="1579994" y="2887110"/>
                    <a:pt x="1581277" y="2888018"/>
                  </a:cubicBezTo>
                  <a:cubicBezTo>
                    <a:pt x="1584566" y="2890418"/>
                    <a:pt x="1588287" y="2889980"/>
                    <a:pt x="1591798" y="2892355"/>
                  </a:cubicBezTo>
                  <a:cubicBezTo>
                    <a:pt x="1593119" y="2893263"/>
                    <a:pt x="1594421" y="2893701"/>
                    <a:pt x="1595304" y="2894990"/>
                  </a:cubicBezTo>
                  <a:cubicBezTo>
                    <a:pt x="1595958" y="2895860"/>
                    <a:pt x="1595729" y="2897416"/>
                    <a:pt x="1596155" y="2898495"/>
                  </a:cubicBezTo>
                  <a:cubicBezTo>
                    <a:pt x="1596624" y="2899606"/>
                    <a:pt x="1596624" y="2900914"/>
                    <a:pt x="1597050" y="2902032"/>
                  </a:cubicBezTo>
                  <a:cubicBezTo>
                    <a:pt x="1597698" y="2903334"/>
                    <a:pt x="1599450" y="2903086"/>
                    <a:pt x="1600561" y="2903766"/>
                  </a:cubicBezTo>
                  <a:cubicBezTo>
                    <a:pt x="1602079" y="2904864"/>
                    <a:pt x="1604505" y="2904655"/>
                    <a:pt x="1604930" y="2906426"/>
                  </a:cubicBezTo>
                  <a:cubicBezTo>
                    <a:pt x="1605140" y="2907487"/>
                    <a:pt x="1603806" y="2908807"/>
                    <a:pt x="1604060" y="2909900"/>
                  </a:cubicBezTo>
                  <a:cubicBezTo>
                    <a:pt x="1604264" y="2911646"/>
                    <a:pt x="1604689" y="2913183"/>
                    <a:pt x="1604930" y="2915151"/>
                  </a:cubicBezTo>
                  <a:cubicBezTo>
                    <a:pt x="1607540" y="2915316"/>
                    <a:pt x="1609293" y="2915792"/>
                    <a:pt x="1611947" y="2916059"/>
                  </a:cubicBezTo>
                  <a:cubicBezTo>
                    <a:pt x="1613268" y="2916059"/>
                    <a:pt x="1614335" y="2915577"/>
                    <a:pt x="1615446" y="2916059"/>
                  </a:cubicBezTo>
                  <a:cubicBezTo>
                    <a:pt x="1616513" y="2916447"/>
                    <a:pt x="1618062" y="2916243"/>
                    <a:pt x="1618932" y="2916891"/>
                  </a:cubicBezTo>
                  <a:cubicBezTo>
                    <a:pt x="1619815" y="2917564"/>
                    <a:pt x="1618494" y="2919526"/>
                    <a:pt x="1618932" y="2920384"/>
                  </a:cubicBezTo>
                  <a:cubicBezTo>
                    <a:pt x="1620666" y="2923031"/>
                    <a:pt x="1622215" y="2925425"/>
                    <a:pt x="1625066" y="2926549"/>
                  </a:cubicBezTo>
                  <a:cubicBezTo>
                    <a:pt x="1627466" y="2927388"/>
                    <a:pt x="1629657" y="2926092"/>
                    <a:pt x="1632070" y="2926549"/>
                  </a:cubicBezTo>
                  <a:cubicBezTo>
                    <a:pt x="1633378" y="2926753"/>
                    <a:pt x="1634255" y="2928054"/>
                    <a:pt x="1635544" y="2928277"/>
                  </a:cubicBezTo>
                  <a:cubicBezTo>
                    <a:pt x="1636680" y="2928486"/>
                    <a:pt x="1638001" y="2928918"/>
                    <a:pt x="1639081" y="2929172"/>
                  </a:cubicBezTo>
                  <a:cubicBezTo>
                    <a:pt x="1640147" y="2929356"/>
                    <a:pt x="1641468" y="2929807"/>
                    <a:pt x="1642605" y="2930029"/>
                  </a:cubicBezTo>
                  <a:cubicBezTo>
                    <a:pt x="1644097" y="2930480"/>
                    <a:pt x="1644554" y="2932233"/>
                    <a:pt x="1646072" y="2932677"/>
                  </a:cubicBezTo>
                  <a:cubicBezTo>
                    <a:pt x="1648491" y="2933331"/>
                    <a:pt x="1650453" y="2932417"/>
                    <a:pt x="1653070" y="2932677"/>
                  </a:cubicBezTo>
                  <a:lnTo>
                    <a:pt x="1656588" y="2932677"/>
                  </a:lnTo>
                  <a:cubicBezTo>
                    <a:pt x="1658105" y="2932849"/>
                    <a:pt x="1658556" y="2934836"/>
                    <a:pt x="1660074" y="2935268"/>
                  </a:cubicBezTo>
                  <a:cubicBezTo>
                    <a:pt x="1661617" y="2935700"/>
                    <a:pt x="1662938" y="2936182"/>
                    <a:pt x="1664696" y="2936182"/>
                  </a:cubicBezTo>
                  <a:lnTo>
                    <a:pt x="1692484" y="2936182"/>
                  </a:lnTo>
                  <a:cubicBezTo>
                    <a:pt x="1694014" y="2936182"/>
                    <a:pt x="1694459" y="2937916"/>
                    <a:pt x="1695977" y="2937916"/>
                  </a:cubicBezTo>
                  <a:cubicBezTo>
                    <a:pt x="1697736" y="2937916"/>
                    <a:pt x="1698180" y="2936373"/>
                    <a:pt x="1699475" y="2935268"/>
                  </a:cubicBezTo>
                  <a:cubicBezTo>
                    <a:pt x="1700339" y="2934633"/>
                    <a:pt x="1699685" y="2932677"/>
                    <a:pt x="1700339" y="2931769"/>
                  </a:cubicBezTo>
                  <a:cubicBezTo>
                    <a:pt x="1701457" y="2930480"/>
                    <a:pt x="1702536" y="2929356"/>
                    <a:pt x="1703870" y="2928740"/>
                  </a:cubicBezTo>
                  <a:cubicBezTo>
                    <a:pt x="1705387" y="2927870"/>
                    <a:pt x="1707165" y="2929172"/>
                    <a:pt x="1709127" y="2929172"/>
                  </a:cubicBezTo>
                  <a:cubicBezTo>
                    <a:pt x="1711737" y="2929172"/>
                    <a:pt x="1713490" y="2928918"/>
                    <a:pt x="1716112" y="2928740"/>
                  </a:cubicBezTo>
                  <a:cubicBezTo>
                    <a:pt x="1715693" y="2926092"/>
                    <a:pt x="1716354" y="2923451"/>
                    <a:pt x="1714373" y="2922130"/>
                  </a:cubicBezTo>
                  <a:cubicBezTo>
                    <a:pt x="1713052" y="2921304"/>
                    <a:pt x="1711528" y="2922581"/>
                    <a:pt x="1709991" y="2922130"/>
                  </a:cubicBezTo>
                  <a:cubicBezTo>
                    <a:pt x="1707356" y="2921038"/>
                    <a:pt x="1705851" y="2919317"/>
                    <a:pt x="1702981" y="2918663"/>
                  </a:cubicBezTo>
                  <a:cubicBezTo>
                    <a:pt x="1701914" y="2918421"/>
                    <a:pt x="1700593" y="2918663"/>
                    <a:pt x="1699475" y="2918663"/>
                  </a:cubicBezTo>
                  <a:cubicBezTo>
                    <a:pt x="1698390" y="2918663"/>
                    <a:pt x="1697310" y="2917793"/>
                    <a:pt x="1695977" y="2917793"/>
                  </a:cubicBezTo>
                  <a:cubicBezTo>
                    <a:pt x="1692929" y="2917564"/>
                    <a:pt x="1691176" y="2917793"/>
                    <a:pt x="1688103" y="2917793"/>
                  </a:cubicBezTo>
                  <a:cubicBezTo>
                    <a:pt x="1686782" y="2917793"/>
                    <a:pt x="1685912" y="2916891"/>
                    <a:pt x="1684616" y="2916891"/>
                  </a:cubicBezTo>
                  <a:lnTo>
                    <a:pt x="1684616" y="2909011"/>
                  </a:lnTo>
                  <a:cubicBezTo>
                    <a:pt x="1681994" y="2909011"/>
                    <a:pt x="1680222" y="2909233"/>
                    <a:pt x="1677593" y="2909011"/>
                  </a:cubicBezTo>
                  <a:cubicBezTo>
                    <a:pt x="1676273" y="2909011"/>
                    <a:pt x="1674964" y="2909703"/>
                    <a:pt x="1674101" y="2909011"/>
                  </a:cubicBezTo>
                  <a:cubicBezTo>
                    <a:pt x="1672780" y="2907931"/>
                    <a:pt x="1671459" y="2907696"/>
                    <a:pt x="1670602" y="2906426"/>
                  </a:cubicBezTo>
                  <a:cubicBezTo>
                    <a:pt x="1669719" y="2905080"/>
                    <a:pt x="1670164" y="2903543"/>
                    <a:pt x="1669719" y="2902032"/>
                  </a:cubicBezTo>
                  <a:cubicBezTo>
                    <a:pt x="1669046" y="2899606"/>
                    <a:pt x="1668176" y="2897631"/>
                    <a:pt x="1667979" y="2894990"/>
                  </a:cubicBezTo>
                  <a:cubicBezTo>
                    <a:pt x="1667979" y="2893701"/>
                    <a:pt x="1668176" y="2892621"/>
                    <a:pt x="1667979" y="2891485"/>
                  </a:cubicBezTo>
                  <a:cubicBezTo>
                    <a:pt x="1667738" y="2890418"/>
                    <a:pt x="1668418" y="2889091"/>
                    <a:pt x="1667979" y="2888018"/>
                  </a:cubicBezTo>
                  <a:cubicBezTo>
                    <a:pt x="1667306" y="2886468"/>
                    <a:pt x="1665109" y="2886900"/>
                    <a:pt x="1664468" y="2885389"/>
                  </a:cubicBezTo>
                  <a:cubicBezTo>
                    <a:pt x="1663820" y="2884068"/>
                    <a:pt x="1663134" y="2883154"/>
                    <a:pt x="1662722" y="2881871"/>
                  </a:cubicBezTo>
                  <a:cubicBezTo>
                    <a:pt x="1662512" y="2880753"/>
                    <a:pt x="1662722" y="2879464"/>
                    <a:pt x="1662722" y="2878385"/>
                  </a:cubicBezTo>
                  <a:lnTo>
                    <a:pt x="1662722" y="2874867"/>
                  </a:lnTo>
                  <a:cubicBezTo>
                    <a:pt x="1662512" y="2873578"/>
                    <a:pt x="1661191" y="2872682"/>
                    <a:pt x="1660963" y="2871362"/>
                  </a:cubicBezTo>
                  <a:cubicBezTo>
                    <a:pt x="1660747" y="2868974"/>
                    <a:pt x="1661191" y="2866764"/>
                    <a:pt x="1660963" y="2864396"/>
                  </a:cubicBezTo>
                  <a:cubicBezTo>
                    <a:pt x="1660963" y="2863272"/>
                    <a:pt x="1660309" y="2861938"/>
                    <a:pt x="1660074" y="2860884"/>
                  </a:cubicBezTo>
                  <a:cubicBezTo>
                    <a:pt x="1659877" y="2859551"/>
                    <a:pt x="1658988" y="2858693"/>
                    <a:pt x="1658334" y="2857366"/>
                  </a:cubicBezTo>
                  <a:cubicBezTo>
                    <a:pt x="1657216" y="2855410"/>
                    <a:pt x="1654162" y="2855410"/>
                    <a:pt x="1654162" y="2852978"/>
                  </a:cubicBezTo>
                  <a:cubicBezTo>
                    <a:pt x="1654162" y="2850813"/>
                    <a:pt x="1655724" y="2849911"/>
                    <a:pt x="1655724" y="2847746"/>
                  </a:cubicBezTo>
                  <a:lnTo>
                    <a:pt x="1655724" y="2844228"/>
                  </a:lnTo>
                  <a:cubicBezTo>
                    <a:pt x="1655724" y="2842710"/>
                    <a:pt x="1654384" y="2842056"/>
                    <a:pt x="1653965" y="2840723"/>
                  </a:cubicBezTo>
                  <a:lnTo>
                    <a:pt x="1653965" y="2829344"/>
                  </a:lnTo>
                  <a:cubicBezTo>
                    <a:pt x="1653965" y="2826061"/>
                    <a:pt x="1654613" y="2824314"/>
                    <a:pt x="1654841" y="2821025"/>
                  </a:cubicBezTo>
                  <a:lnTo>
                    <a:pt x="1672348" y="2821025"/>
                  </a:lnTo>
                  <a:cubicBezTo>
                    <a:pt x="1672348" y="2818822"/>
                    <a:pt x="1672570" y="2817533"/>
                    <a:pt x="1672348" y="2815329"/>
                  </a:cubicBezTo>
                  <a:cubicBezTo>
                    <a:pt x="1672348" y="2814008"/>
                    <a:pt x="1671459" y="2813113"/>
                    <a:pt x="1671459" y="2811849"/>
                  </a:cubicBezTo>
                  <a:cubicBezTo>
                    <a:pt x="1671459" y="2809208"/>
                    <a:pt x="1671256" y="2807023"/>
                    <a:pt x="1672348" y="2804833"/>
                  </a:cubicBezTo>
                  <a:cubicBezTo>
                    <a:pt x="1673231" y="2803296"/>
                    <a:pt x="1673656" y="2802166"/>
                    <a:pt x="1674964" y="2801327"/>
                  </a:cubicBezTo>
                  <a:cubicBezTo>
                    <a:pt x="1675841" y="2800673"/>
                    <a:pt x="1677365" y="2800673"/>
                    <a:pt x="1678470" y="2800445"/>
                  </a:cubicBezTo>
                  <a:cubicBezTo>
                    <a:pt x="1680870" y="2799797"/>
                    <a:pt x="1683048" y="2800223"/>
                    <a:pt x="1685486" y="2799575"/>
                  </a:cubicBezTo>
                  <a:cubicBezTo>
                    <a:pt x="1687233" y="2799143"/>
                    <a:pt x="1688103" y="2797581"/>
                    <a:pt x="1688973" y="2796089"/>
                  </a:cubicBezTo>
                  <a:cubicBezTo>
                    <a:pt x="1692033" y="2791053"/>
                    <a:pt x="1692484" y="2787529"/>
                    <a:pt x="1694237" y="2782093"/>
                  </a:cubicBezTo>
                  <a:cubicBezTo>
                    <a:pt x="1694459" y="2780957"/>
                    <a:pt x="1694688" y="2779674"/>
                    <a:pt x="1695113" y="2778537"/>
                  </a:cubicBezTo>
                  <a:cubicBezTo>
                    <a:pt x="1695767" y="2777216"/>
                    <a:pt x="1696643" y="2776169"/>
                    <a:pt x="1697736" y="2775045"/>
                  </a:cubicBezTo>
                  <a:cubicBezTo>
                    <a:pt x="1698618" y="2774194"/>
                    <a:pt x="1699939" y="2773953"/>
                    <a:pt x="1701234" y="2773299"/>
                  </a:cubicBezTo>
                  <a:cubicBezTo>
                    <a:pt x="1702536" y="2772663"/>
                    <a:pt x="1703209" y="2771317"/>
                    <a:pt x="1704727" y="2770676"/>
                  </a:cubicBezTo>
                  <a:cubicBezTo>
                    <a:pt x="1705851" y="2770276"/>
                    <a:pt x="1707165" y="2771114"/>
                    <a:pt x="1708232" y="2770676"/>
                  </a:cubicBezTo>
                  <a:cubicBezTo>
                    <a:pt x="1709566" y="2770022"/>
                    <a:pt x="1709127" y="2768072"/>
                    <a:pt x="1709991" y="2767152"/>
                  </a:cubicBezTo>
                  <a:lnTo>
                    <a:pt x="1709991" y="2760167"/>
                  </a:lnTo>
                  <a:cubicBezTo>
                    <a:pt x="1708010" y="2759944"/>
                    <a:pt x="1706702" y="2759271"/>
                    <a:pt x="1704727" y="2759271"/>
                  </a:cubicBezTo>
                  <a:cubicBezTo>
                    <a:pt x="1701660" y="2759271"/>
                    <a:pt x="1699685" y="2760167"/>
                    <a:pt x="1696859" y="2759271"/>
                  </a:cubicBezTo>
                  <a:cubicBezTo>
                    <a:pt x="1695557" y="2758859"/>
                    <a:pt x="1694459" y="2758414"/>
                    <a:pt x="1693379" y="2757519"/>
                  </a:cubicBezTo>
                  <a:cubicBezTo>
                    <a:pt x="1692484" y="2756846"/>
                    <a:pt x="1692929" y="2754909"/>
                    <a:pt x="1692484" y="2754033"/>
                  </a:cubicBezTo>
                  <a:cubicBezTo>
                    <a:pt x="1691405" y="2752521"/>
                    <a:pt x="1690528" y="2751175"/>
                    <a:pt x="1688973" y="2750527"/>
                  </a:cubicBezTo>
                  <a:cubicBezTo>
                    <a:pt x="1687899" y="2750102"/>
                    <a:pt x="1686566" y="2750102"/>
                    <a:pt x="1685486" y="2749657"/>
                  </a:cubicBezTo>
                  <a:cubicBezTo>
                    <a:pt x="1683950" y="2749022"/>
                    <a:pt x="1683296" y="2747911"/>
                    <a:pt x="1681994" y="2747029"/>
                  </a:cubicBezTo>
                  <a:cubicBezTo>
                    <a:pt x="1680432" y="2746165"/>
                    <a:pt x="1679340" y="2745073"/>
                    <a:pt x="1678470" y="2743536"/>
                  </a:cubicBezTo>
                  <a:cubicBezTo>
                    <a:pt x="1677593" y="2742241"/>
                    <a:pt x="1676273" y="2741574"/>
                    <a:pt x="1675841" y="2740031"/>
                  </a:cubicBezTo>
                  <a:cubicBezTo>
                    <a:pt x="1675206" y="2737662"/>
                    <a:pt x="1674964" y="2735643"/>
                    <a:pt x="1674964" y="2733014"/>
                  </a:cubicBezTo>
                  <a:lnTo>
                    <a:pt x="1674964" y="2729566"/>
                  </a:lnTo>
                  <a:cubicBezTo>
                    <a:pt x="1674964" y="2727985"/>
                    <a:pt x="1676069" y="2727356"/>
                    <a:pt x="1676711" y="2726016"/>
                  </a:cubicBezTo>
                  <a:cubicBezTo>
                    <a:pt x="1677593" y="2724257"/>
                    <a:pt x="1678914" y="2723838"/>
                    <a:pt x="1680222" y="2722524"/>
                  </a:cubicBezTo>
                  <a:cubicBezTo>
                    <a:pt x="1683512" y="2719266"/>
                    <a:pt x="1686140" y="2716403"/>
                    <a:pt x="1690954" y="2716403"/>
                  </a:cubicBezTo>
                  <a:lnTo>
                    <a:pt x="1711737" y="2716403"/>
                  </a:lnTo>
                  <a:lnTo>
                    <a:pt x="1711737" y="2696933"/>
                  </a:lnTo>
                  <a:cubicBezTo>
                    <a:pt x="1711737" y="2695613"/>
                    <a:pt x="1711972" y="2694514"/>
                    <a:pt x="1712633" y="2693644"/>
                  </a:cubicBezTo>
                  <a:cubicBezTo>
                    <a:pt x="1713490" y="2692292"/>
                    <a:pt x="1715249" y="2692292"/>
                    <a:pt x="1716112" y="2691003"/>
                  </a:cubicBezTo>
                  <a:cubicBezTo>
                    <a:pt x="1717649" y="2688596"/>
                    <a:pt x="1718544" y="2686640"/>
                    <a:pt x="1719624" y="2683979"/>
                  </a:cubicBezTo>
                  <a:cubicBezTo>
                    <a:pt x="1720062" y="2682690"/>
                    <a:pt x="1721142" y="2681782"/>
                    <a:pt x="1721370" y="2680493"/>
                  </a:cubicBezTo>
                  <a:cubicBezTo>
                    <a:pt x="1721592" y="2679382"/>
                    <a:pt x="1721370" y="2678315"/>
                    <a:pt x="1721370" y="2677013"/>
                  </a:cubicBezTo>
                  <a:cubicBezTo>
                    <a:pt x="1721370" y="2675693"/>
                    <a:pt x="1720513" y="2674588"/>
                    <a:pt x="1720513" y="2673489"/>
                  </a:cubicBezTo>
                  <a:cubicBezTo>
                    <a:pt x="1720513" y="2672410"/>
                    <a:pt x="1721142" y="2671089"/>
                    <a:pt x="1721370" y="2669965"/>
                  </a:cubicBezTo>
                  <a:cubicBezTo>
                    <a:pt x="1721821" y="2668250"/>
                    <a:pt x="1722888" y="2666472"/>
                    <a:pt x="1724875" y="2666472"/>
                  </a:cubicBezTo>
                  <a:cubicBezTo>
                    <a:pt x="1728374" y="2666472"/>
                    <a:pt x="1730127" y="2668250"/>
                    <a:pt x="1733638" y="2668250"/>
                  </a:cubicBezTo>
                  <a:cubicBezTo>
                    <a:pt x="1735848" y="2668250"/>
                    <a:pt x="1737144" y="2667342"/>
                    <a:pt x="1738890" y="2666472"/>
                  </a:cubicBezTo>
                  <a:cubicBezTo>
                    <a:pt x="1740427" y="2665609"/>
                    <a:pt x="1741957" y="2664745"/>
                    <a:pt x="1742401" y="2663024"/>
                  </a:cubicBezTo>
                  <a:cubicBezTo>
                    <a:pt x="1742624" y="2661900"/>
                    <a:pt x="1742401" y="2660796"/>
                    <a:pt x="1742401" y="2659500"/>
                  </a:cubicBezTo>
                  <a:lnTo>
                    <a:pt x="1742401" y="2655951"/>
                  </a:lnTo>
                  <a:cubicBezTo>
                    <a:pt x="1742401" y="2654446"/>
                    <a:pt x="1741081" y="2653798"/>
                    <a:pt x="1740623" y="2652477"/>
                  </a:cubicBezTo>
                  <a:cubicBezTo>
                    <a:pt x="1739315" y="2652699"/>
                    <a:pt x="1738464" y="2652248"/>
                    <a:pt x="1737144" y="2652477"/>
                  </a:cubicBezTo>
                  <a:cubicBezTo>
                    <a:pt x="1735594" y="2652699"/>
                    <a:pt x="1734959" y="2653550"/>
                    <a:pt x="1733638" y="2654223"/>
                  </a:cubicBezTo>
                  <a:cubicBezTo>
                    <a:pt x="1731899" y="2655087"/>
                    <a:pt x="1731899" y="2656865"/>
                    <a:pt x="1730127" y="2657697"/>
                  </a:cubicBezTo>
                  <a:cubicBezTo>
                    <a:pt x="1729022" y="2658173"/>
                    <a:pt x="1727727" y="2657506"/>
                    <a:pt x="1726634" y="2657697"/>
                  </a:cubicBezTo>
                  <a:cubicBezTo>
                    <a:pt x="1725752" y="2656427"/>
                    <a:pt x="1720596" y="2657036"/>
                    <a:pt x="1720373" y="2655512"/>
                  </a:cubicBezTo>
                  <a:cubicBezTo>
                    <a:pt x="1719941" y="2653093"/>
                    <a:pt x="1720596" y="2651131"/>
                    <a:pt x="1720373" y="2648502"/>
                  </a:cubicBezTo>
                  <a:cubicBezTo>
                    <a:pt x="1720170" y="2645898"/>
                    <a:pt x="1719713" y="2644127"/>
                    <a:pt x="1719516" y="2641498"/>
                  </a:cubicBezTo>
                  <a:cubicBezTo>
                    <a:pt x="1719516" y="2640209"/>
                    <a:pt x="1718621" y="2639561"/>
                    <a:pt x="1718621" y="2638215"/>
                  </a:cubicBezTo>
                  <a:lnTo>
                    <a:pt x="1718621" y="2627509"/>
                  </a:lnTo>
                  <a:lnTo>
                    <a:pt x="1724513" y="2627509"/>
                  </a:lnTo>
                  <a:cubicBezTo>
                    <a:pt x="1727606" y="2627509"/>
                    <a:pt x="1729130" y="2628804"/>
                    <a:pt x="1731746" y="2630100"/>
                  </a:cubicBezTo>
                  <a:cubicBezTo>
                    <a:pt x="1734820" y="2631636"/>
                    <a:pt x="1735480" y="2635389"/>
                    <a:pt x="1738972" y="2635389"/>
                  </a:cubicBezTo>
                  <a:lnTo>
                    <a:pt x="1760658" y="2635389"/>
                  </a:lnTo>
                  <a:cubicBezTo>
                    <a:pt x="1760658" y="2633846"/>
                    <a:pt x="1762429" y="2633402"/>
                    <a:pt x="1762429" y="2631859"/>
                  </a:cubicBezTo>
                  <a:cubicBezTo>
                    <a:pt x="1762429" y="2630100"/>
                    <a:pt x="1760016" y="2629916"/>
                    <a:pt x="1759775" y="2628366"/>
                  </a:cubicBezTo>
                  <a:lnTo>
                    <a:pt x="1759775" y="2624874"/>
                  </a:lnTo>
                  <a:cubicBezTo>
                    <a:pt x="1759775" y="2623572"/>
                    <a:pt x="1759572" y="2622442"/>
                    <a:pt x="1759775" y="2621368"/>
                  </a:cubicBezTo>
                  <a:cubicBezTo>
                    <a:pt x="1760226" y="2620073"/>
                    <a:pt x="1760867" y="2619178"/>
                    <a:pt x="1761534" y="2617870"/>
                  </a:cubicBezTo>
                  <a:cubicBezTo>
                    <a:pt x="1762175" y="2616561"/>
                    <a:pt x="1764385" y="2617431"/>
                    <a:pt x="1765026" y="2616142"/>
                  </a:cubicBezTo>
                  <a:cubicBezTo>
                    <a:pt x="1765477" y="2615025"/>
                    <a:pt x="1765026" y="2613920"/>
                    <a:pt x="1765026" y="2612643"/>
                  </a:cubicBezTo>
                  <a:cubicBezTo>
                    <a:pt x="1765026" y="2611297"/>
                    <a:pt x="1765249" y="2610218"/>
                    <a:pt x="1765026" y="2609119"/>
                  </a:cubicBezTo>
                  <a:cubicBezTo>
                    <a:pt x="1764588" y="2606484"/>
                    <a:pt x="1763058" y="2604731"/>
                    <a:pt x="1762429" y="2602109"/>
                  </a:cubicBezTo>
                  <a:cubicBezTo>
                    <a:pt x="1762175" y="2601029"/>
                    <a:pt x="1761534" y="2600128"/>
                    <a:pt x="1761534" y="2598826"/>
                  </a:cubicBezTo>
                  <a:lnTo>
                    <a:pt x="1761534" y="2590723"/>
                  </a:lnTo>
                  <a:lnTo>
                    <a:pt x="1777949" y="2590723"/>
                  </a:lnTo>
                  <a:cubicBezTo>
                    <a:pt x="1779479" y="2590723"/>
                    <a:pt x="1780133" y="2589834"/>
                    <a:pt x="1781651" y="2589834"/>
                  </a:cubicBezTo>
                  <a:lnTo>
                    <a:pt x="1788687" y="2589834"/>
                  </a:lnTo>
                  <a:cubicBezTo>
                    <a:pt x="1791296" y="2589834"/>
                    <a:pt x="1793265" y="2589644"/>
                    <a:pt x="1795652" y="2588990"/>
                  </a:cubicBezTo>
                  <a:cubicBezTo>
                    <a:pt x="1798510" y="2588298"/>
                    <a:pt x="1799831" y="2586367"/>
                    <a:pt x="1802898" y="2586367"/>
                  </a:cubicBezTo>
                  <a:lnTo>
                    <a:pt x="1819973" y="2586367"/>
                  </a:lnTo>
                  <a:cubicBezTo>
                    <a:pt x="1823034" y="2586367"/>
                    <a:pt x="1824151" y="2588990"/>
                    <a:pt x="1827193" y="2588990"/>
                  </a:cubicBezTo>
                  <a:cubicBezTo>
                    <a:pt x="1828965" y="2588990"/>
                    <a:pt x="1829581" y="2587631"/>
                    <a:pt x="1830717" y="2586367"/>
                  </a:cubicBezTo>
                  <a:cubicBezTo>
                    <a:pt x="1831352" y="2585478"/>
                    <a:pt x="1831136" y="2583948"/>
                    <a:pt x="1831581" y="2582862"/>
                  </a:cubicBezTo>
                  <a:cubicBezTo>
                    <a:pt x="1832019" y="2581732"/>
                    <a:pt x="1832019" y="2580443"/>
                    <a:pt x="1832457" y="2579338"/>
                  </a:cubicBezTo>
                  <a:cubicBezTo>
                    <a:pt x="1833098" y="2577814"/>
                    <a:pt x="1834419" y="2577147"/>
                    <a:pt x="1835054" y="2575845"/>
                  </a:cubicBezTo>
                  <a:cubicBezTo>
                    <a:pt x="1836610" y="2573229"/>
                    <a:pt x="1837696" y="2571026"/>
                    <a:pt x="1839461" y="2568841"/>
                  </a:cubicBezTo>
                  <a:cubicBezTo>
                    <a:pt x="1840528" y="2567533"/>
                    <a:pt x="1842274" y="2567076"/>
                    <a:pt x="1843849" y="2566206"/>
                  </a:cubicBezTo>
                  <a:cubicBezTo>
                    <a:pt x="1846459" y="2564663"/>
                    <a:pt x="1848434" y="2563564"/>
                    <a:pt x="1850834" y="2561824"/>
                  </a:cubicBezTo>
                  <a:cubicBezTo>
                    <a:pt x="1852167" y="2560954"/>
                    <a:pt x="1852593" y="2559646"/>
                    <a:pt x="1853476" y="2558319"/>
                  </a:cubicBezTo>
                  <a:cubicBezTo>
                    <a:pt x="1854339" y="2557037"/>
                    <a:pt x="1855235" y="2556370"/>
                    <a:pt x="1856104" y="2554827"/>
                  </a:cubicBezTo>
                  <a:lnTo>
                    <a:pt x="1857832" y="2551303"/>
                  </a:lnTo>
                  <a:cubicBezTo>
                    <a:pt x="1858492" y="2550032"/>
                    <a:pt x="1859597" y="2549582"/>
                    <a:pt x="1859597" y="2548020"/>
                  </a:cubicBezTo>
                  <a:lnTo>
                    <a:pt x="1859597" y="2537332"/>
                  </a:lnTo>
                  <a:lnTo>
                    <a:pt x="1856104" y="2537332"/>
                  </a:lnTo>
                  <a:cubicBezTo>
                    <a:pt x="1854796" y="2537332"/>
                    <a:pt x="1853914" y="2536698"/>
                    <a:pt x="1852593" y="2536418"/>
                  </a:cubicBezTo>
                  <a:lnTo>
                    <a:pt x="1852593" y="2529452"/>
                  </a:lnTo>
                  <a:cubicBezTo>
                    <a:pt x="1852593" y="2528131"/>
                    <a:pt x="1852809" y="2527039"/>
                    <a:pt x="1852593" y="2525928"/>
                  </a:cubicBezTo>
                  <a:cubicBezTo>
                    <a:pt x="1852371" y="2524829"/>
                    <a:pt x="1852167" y="2523540"/>
                    <a:pt x="1851723" y="2522454"/>
                  </a:cubicBezTo>
                  <a:cubicBezTo>
                    <a:pt x="1851285" y="2520899"/>
                    <a:pt x="1849304" y="2520689"/>
                    <a:pt x="1848211" y="2519826"/>
                  </a:cubicBezTo>
                  <a:cubicBezTo>
                    <a:pt x="1846903" y="2518708"/>
                    <a:pt x="1845367" y="2518073"/>
                    <a:pt x="1843849" y="2517190"/>
                  </a:cubicBezTo>
                  <a:cubicBezTo>
                    <a:pt x="1840966" y="2515400"/>
                    <a:pt x="1839461" y="2513018"/>
                    <a:pt x="1836807" y="2511037"/>
                  </a:cubicBezTo>
                  <a:cubicBezTo>
                    <a:pt x="1835740" y="2510154"/>
                    <a:pt x="1834006" y="2510434"/>
                    <a:pt x="1833327" y="2509304"/>
                  </a:cubicBezTo>
                  <a:cubicBezTo>
                    <a:pt x="1832457" y="2508008"/>
                    <a:pt x="1831581" y="2507126"/>
                    <a:pt x="1830717" y="2505798"/>
                  </a:cubicBezTo>
                  <a:cubicBezTo>
                    <a:pt x="1830260" y="2504928"/>
                    <a:pt x="1830927" y="2503373"/>
                    <a:pt x="1830717" y="2502312"/>
                  </a:cubicBezTo>
                  <a:lnTo>
                    <a:pt x="1844503" y="2502312"/>
                  </a:lnTo>
                  <a:cubicBezTo>
                    <a:pt x="1847538" y="2502312"/>
                    <a:pt x="1849742" y="2503169"/>
                    <a:pt x="1852593" y="2504052"/>
                  </a:cubicBezTo>
                  <a:cubicBezTo>
                    <a:pt x="1855863" y="2505125"/>
                    <a:pt x="1856530" y="2507741"/>
                    <a:pt x="1859597" y="2509304"/>
                  </a:cubicBezTo>
                  <a:cubicBezTo>
                    <a:pt x="1861146" y="2509951"/>
                    <a:pt x="1861565" y="2511723"/>
                    <a:pt x="1863115" y="2511901"/>
                  </a:cubicBezTo>
                  <a:cubicBezTo>
                    <a:pt x="1864194" y="2512155"/>
                    <a:pt x="1865515" y="2511723"/>
                    <a:pt x="1866620" y="2511901"/>
                  </a:cubicBezTo>
                  <a:cubicBezTo>
                    <a:pt x="1870525" y="2512783"/>
                    <a:pt x="1872945" y="2513679"/>
                    <a:pt x="1877098" y="2513679"/>
                  </a:cubicBezTo>
                  <a:cubicBezTo>
                    <a:pt x="1878418" y="2513679"/>
                    <a:pt x="1879492" y="2513888"/>
                    <a:pt x="1880622" y="2513679"/>
                  </a:cubicBezTo>
                  <a:cubicBezTo>
                    <a:pt x="1882362" y="2513253"/>
                    <a:pt x="1882362" y="2510612"/>
                    <a:pt x="1884095" y="2510154"/>
                  </a:cubicBezTo>
                  <a:cubicBezTo>
                    <a:pt x="1886521" y="2509767"/>
                    <a:pt x="1888470" y="2510154"/>
                    <a:pt x="1891131" y="2510154"/>
                  </a:cubicBezTo>
                  <a:cubicBezTo>
                    <a:pt x="1893747" y="2510154"/>
                    <a:pt x="1895703" y="2510853"/>
                    <a:pt x="1898135" y="2510154"/>
                  </a:cubicBezTo>
                  <a:cubicBezTo>
                    <a:pt x="1899653" y="2509767"/>
                    <a:pt x="1900110" y="2508205"/>
                    <a:pt x="1901615" y="2507538"/>
                  </a:cubicBezTo>
                  <a:cubicBezTo>
                    <a:pt x="1902707" y="2507126"/>
                    <a:pt x="1904238" y="2507329"/>
                    <a:pt x="1905107" y="2506675"/>
                  </a:cubicBezTo>
                  <a:cubicBezTo>
                    <a:pt x="1906441" y="2505563"/>
                    <a:pt x="1906892" y="2504478"/>
                    <a:pt x="1907762" y="2503169"/>
                  </a:cubicBezTo>
                  <a:cubicBezTo>
                    <a:pt x="1909495" y="2500769"/>
                    <a:pt x="1909946" y="2498775"/>
                    <a:pt x="1911254" y="2496165"/>
                  </a:cubicBezTo>
                  <a:cubicBezTo>
                    <a:pt x="1911921" y="2494857"/>
                    <a:pt x="1912346" y="2493765"/>
                    <a:pt x="1913001" y="2492673"/>
                  </a:cubicBezTo>
                  <a:cubicBezTo>
                    <a:pt x="1913877" y="2491136"/>
                    <a:pt x="1914969" y="2490038"/>
                    <a:pt x="1916512" y="2489142"/>
                  </a:cubicBezTo>
                  <a:cubicBezTo>
                    <a:pt x="1917585" y="2488533"/>
                    <a:pt x="1918906" y="2488736"/>
                    <a:pt x="1920011" y="2488272"/>
                  </a:cubicBezTo>
                  <a:cubicBezTo>
                    <a:pt x="1921764" y="2487415"/>
                    <a:pt x="1923294" y="2487174"/>
                    <a:pt x="1924392" y="2485675"/>
                  </a:cubicBezTo>
                  <a:cubicBezTo>
                    <a:pt x="1925256" y="2484335"/>
                    <a:pt x="1926564" y="2483681"/>
                    <a:pt x="1927002" y="2482170"/>
                  </a:cubicBezTo>
                  <a:cubicBezTo>
                    <a:pt x="1927244" y="2481078"/>
                    <a:pt x="1927682" y="2479732"/>
                    <a:pt x="1927885" y="2478652"/>
                  </a:cubicBezTo>
                  <a:cubicBezTo>
                    <a:pt x="1928323" y="2476233"/>
                    <a:pt x="1927885" y="2474290"/>
                    <a:pt x="1927885" y="2471629"/>
                  </a:cubicBezTo>
                  <a:cubicBezTo>
                    <a:pt x="1929853" y="2469026"/>
                    <a:pt x="1932457" y="2467705"/>
                    <a:pt x="1934032" y="2464638"/>
                  </a:cubicBezTo>
                  <a:cubicBezTo>
                    <a:pt x="1934641" y="2463120"/>
                    <a:pt x="1936432" y="2462669"/>
                    <a:pt x="1936642" y="2461177"/>
                  </a:cubicBezTo>
                  <a:cubicBezTo>
                    <a:pt x="1937296" y="2457215"/>
                    <a:pt x="1936432" y="2454814"/>
                    <a:pt x="1936642" y="2450668"/>
                  </a:cubicBezTo>
                  <a:cubicBezTo>
                    <a:pt x="1936642" y="2449321"/>
                    <a:pt x="1937512" y="2448242"/>
                    <a:pt x="1937512" y="2447118"/>
                  </a:cubicBezTo>
                  <a:cubicBezTo>
                    <a:pt x="1937512" y="2446039"/>
                    <a:pt x="1937296" y="2444730"/>
                    <a:pt x="1937512" y="2443613"/>
                  </a:cubicBezTo>
                  <a:cubicBezTo>
                    <a:pt x="1937962" y="2442305"/>
                    <a:pt x="1938616" y="2441219"/>
                    <a:pt x="1939270" y="2440146"/>
                  </a:cubicBezTo>
                  <a:cubicBezTo>
                    <a:pt x="1940807" y="2437720"/>
                    <a:pt x="1942763" y="2435948"/>
                    <a:pt x="1945392" y="2434869"/>
                  </a:cubicBezTo>
                  <a:cubicBezTo>
                    <a:pt x="1946706" y="2434443"/>
                    <a:pt x="1947379" y="2433135"/>
                    <a:pt x="1948910" y="2433135"/>
                  </a:cubicBezTo>
                  <a:cubicBezTo>
                    <a:pt x="1950415" y="2433135"/>
                    <a:pt x="1950859" y="2434653"/>
                    <a:pt x="1952396" y="2434869"/>
                  </a:cubicBezTo>
                  <a:cubicBezTo>
                    <a:pt x="1951951" y="2436190"/>
                    <a:pt x="1951069" y="2437072"/>
                    <a:pt x="1950656" y="2438374"/>
                  </a:cubicBezTo>
                  <a:cubicBezTo>
                    <a:pt x="1950415" y="2439441"/>
                    <a:pt x="1950008" y="2440800"/>
                    <a:pt x="1949767" y="2441867"/>
                  </a:cubicBezTo>
                  <a:cubicBezTo>
                    <a:pt x="1949564" y="2443187"/>
                    <a:pt x="1948027" y="2443867"/>
                    <a:pt x="1948027" y="2445372"/>
                  </a:cubicBezTo>
                  <a:cubicBezTo>
                    <a:pt x="1948027" y="2447118"/>
                    <a:pt x="1950218" y="2447359"/>
                    <a:pt x="1950656" y="2448858"/>
                  </a:cubicBezTo>
                  <a:cubicBezTo>
                    <a:pt x="1953259" y="2447575"/>
                    <a:pt x="1955685" y="2447359"/>
                    <a:pt x="1957660" y="2445372"/>
                  </a:cubicBezTo>
                  <a:cubicBezTo>
                    <a:pt x="1958555" y="2444521"/>
                    <a:pt x="1958784" y="2442959"/>
                    <a:pt x="1959419" y="2441867"/>
                  </a:cubicBezTo>
                  <a:cubicBezTo>
                    <a:pt x="1960956" y="2439441"/>
                    <a:pt x="1961591" y="2437517"/>
                    <a:pt x="1962912" y="2434869"/>
                  </a:cubicBezTo>
                  <a:cubicBezTo>
                    <a:pt x="1963553" y="2433574"/>
                    <a:pt x="1963991" y="2432481"/>
                    <a:pt x="1964664" y="2431383"/>
                  </a:cubicBezTo>
                  <a:cubicBezTo>
                    <a:pt x="1965521" y="2429846"/>
                    <a:pt x="1967287" y="2429414"/>
                    <a:pt x="1968163" y="2427903"/>
                  </a:cubicBezTo>
                  <a:cubicBezTo>
                    <a:pt x="1968823" y="2426773"/>
                    <a:pt x="1969262" y="2425700"/>
                    <a:pt x="1969916" y="2424404"/>
                  </a:cubicBezTo>
                  <a:cubicBezTo>
                    <a:pt x="1970576" y="2422823"/>
                    <a:pt x="1971884" y="2422410"/>
                    <a:pt x="1972544" y="2420893"/>
                  </a:cubicBezTo>
                  <a:cubicBezTo>
                    <a:pt x="1972995" y="2419800"/>
                    <a:pt x="1973192" y="2418460"/>
                    <a:pt x="1973414" y="2417356"/>
                  </a:cubicBezTo>
                  <a:cubicBezTo>
                    <a:pt x="1973865" y="2416035"/>
                    <a:pt x="1974926" y="2415197"/>
                    <a:pt x="1975167" y="2413876"/>
                  </a:cubicBezTo>
                  <a:cubicBezTo>
                    <a:pt x="1975383" y="2412771"/>
                    <a:pt x="1974926" y="2411463"/>
                    <a:pt x="1975167" y="2410371"/>
                  </a:cubicBezTo>
                  <a:cubicBezTo>
                    <a:pt x="1975592" y="2409043"/>
                    <a:pt x="1976247" y="2407964"/>
                    <a:pt x="1976901" y="2406834"/>
                  </a:cubicBezTo>
                  <a:cubicBezTo>
                    <a:pt x="1977809" y="2405519"/>
                    <a:pt x="1978215" y="2404224"/>
                    <a:pt x="1979523" y="2403360"/>
                  </a:cubicBezTo>
                  <a:cubicBezTo>
                    <a:pt x="1980418" y="2402693"/>
                    <a:pt x="1981942" y="2402897"/>
                    <a:pt x="1983060" y="2402503"/>
                  </a:cubicBezTo>
                  <a:cubicBezTo>
                    <a:pt x="1984127" y="2402039"/>
                    <a:pt x="1985435" y="2401811"/>
                    <a:pt x="1986559" y="2401582"/>
                  </a:cubicBezTo>
                  <a:cubicBezTo>
                    <a:pt x="1988064" y="2401157"/>
                    <a:pt x="1988731" y="2399861"/>
                    <a:pt x="1990051" y="2399004"/>
                  </a:cubicBezTo>
                  <a:cubicBezTo>
                    <a:pt x="1991582" y="2398109"/>
                    <a:pt x="1992680" y="2397207"/>
                    <a:pt x="1993557" y="2395448"/>
                  </a:cubicBezTo>
                  <a:cubicBezTo>
                    <a:pt x="1994211" y="2394127"/>
                    <a:pt x="1995316" y="2393518"/>
                    <a:pt x="1995316" y="2391975"/>
                  </a:cubicBezTo>
                  <a:cubicBezTo>
                    <a:pt x="1995531" y="2389352"/>
                    <a:pt x="1995316" y="2387606"/>
                    <a:pt x="1995316" y="2384964"/>
                  </a:cubicBezTo>
                  <a:cubicBezTo>
                    <a:pt x="1995316" y="2382342"/>
                    <a:pt x="1995741" y="2380386"/>
                    <a:pt x="1995316" y="2377954"/>
                  </a:cubicBezTo>
                  <a:cubicBezTo>
                    <a:pt x="1994858" y="2375319"/>
                    <a:pt x="1993106" y="2373579"/>
                    <a:pt x="1992680" y="2370969"/>
                  </a:cubicBezTo>
                  <a:cubicBezTo>
                    <a:pt x="1992458" y="2369870"/>
                    <a:pt x="1992680" y="2368765"/>
                    <a:pt x="1992680" y="2367464"/>
                  </a:cubicBezTo>
                  <a:cubicBezTo>
                    <a:pt x="1992680" y="2365724"/>
                    <a:pt x="1991798" y="2364822"/>
                    <a:pt x="1991798" y="2363082"/>
                  </a:cubicBezTo>
                  <a:cubicBezTo>
                    <a:pt x="1991582" y="2360021"/>
                    <a:pt x="1991798" y="2358294"/>
                    <a:pt x="1991798" y="2355202"/>
                  </a:cubicBezTo>
                  <a:cubicBezTo>
                    <a:pt x="1991798" y="2352128"/>
                    <a:pt x="1990928" y="2350147"/>
                    <a:pt x="1991798" y="2347353"/>
                  </a:cubicBezTo>
                  <a:cubicBezTo>
                    <a:pt x="1992033" y="2345975"/>
                    <a:pt x="1992890" y="2345137"/>
                    <a:pt x="1993557" y="2343816"/>
                  </a:cubicBezTo>
                  <a:cubicBezTo>
                    <a:pt x="1994211" y="2342286"/>
                    <a:pt x="1995970" y="2342286"/>
                    <a:pt x="1997049" y="2341187"/>
                  </a:cubicBezTo>
                  <a:cubicBezTo>
                    <a:pt x="1998370" y="2339898"/>
                    <a:pt x="1999011" y="2338806"/>
                    <a:pt x="2000567" y="2337682"/>
                  </a:cubicBezTo>
                  <a:cubicBezTo>
                    <a:pt x="2002974" y="2335968"/>
                    <a:pt x="2004929" y="2334837"/>
                    <a:pt x="2007565" y="2333351"/>
                  </a:cubicBezTo>
                  <a:cubicBezTo>
                    <a:pt x="2008676" y="2332869"/>
                    <a:pt x="2009952" y="2332869"/>
                    <a:pt x="2011076" y="2332456"/>
                  </a:cubicBezTo>
                  <a:cubicBezTo>
                    <a:pt x="2012384" y="2331764"/>
                    <a:pt x="2011959" y="2330011"/>
                    <a:pt x="2012823" y="2328926"/>
                  </a:cubicBezTo>
                  <a:cubicBezTo>
                    <a:pt x="2014131" y="2327389"/>
                    <a:pt x="2014994" y="2326278"/>
                    <a:pt x="2016315" y="2324557"/>
                  </a:cubicBezTo>
                  <a:cubicBezTo>
                    <a:pt x="2017198" y="2323268"/>
                    <a:pt x="2018080" y="2322366"/>
                    <a:pt x="2018925" y="2321052"/>
                  </a:cubicBezTo>
                  <a:cubicBezTo>
                    <a:pt x="2019814" y="2319521"/>
                    <a:pt x="2020468" y="2317959"/>
                    <a:pt x="2021554" y="2316676"/>
                  </a:cubicBezTo>
                  <a:cubicBezTo>
                    <a:pt x="2022652" y="2315362"/>
                    <a:pt x="2023783" y="2314917"/>
                    <a:pt x="2025078" y="2314060"/>
                  </a:cubicBezTo>
                  <a:cubicBezTo>
                    <a:pt x="2026386" y="2313165"/>
                    <a:pt x="2027040" y="2311419"/>
                    <a:pt x="2028786" y="2311419"/>
                  </a:cubicBezTo>
                  <a:lnTo>
                    <a:pt x="2045881" y="2311419"/>
                  </a:lnTo>
                  <a:cubicBezTo>
                    <a:pt x="2049157" y="2311419"/>
                    <a:pt x="2050694" y="2308790"/>
                    <a:pt x="2053094" y="2307056"/>
                  </a:cubicBezTo>
                  <a:cubicBezTo>
                    <a:pt x="2054396" y="2306180"/>
                    <a:pt x="2055495" y="2305735"/>
                    <a:pt x="2056574" y="2304415"/>
                  </a:cubicBezTo>
                  <a:cubicBezTo>
                    <a:pt x="2057457" y="2303329"/>
                    <a:pt x="2057457" y="2302040"/>
                    <a:pt x="2058346" y="2300922"/>
                  </a:cubicBezTo>
                  <a:cubicBezTo>
                    <a:pt x="2059425" y="2299582"/>
                    <a:pt x="2060746" y="2299417"/>
                    <a:pt x="2061857" y="2298280"/>
                  </a:cubicBezTo>
                  <a:lnTo>
                    <a:pt x="2104764" y="2298280"/>
                  </a:lnTo>
                  <a:cubicBezTo>
                    <a:pt x="2104980" y="2296293"/>
                    <a:pt x="2105190" y="2294794"/>
                    <a:pt x="2105621" y="2293048"/>
                  </a:cubicBezTo>
                  <a:cubicBezTo>
                    <a:pt x="2105875" y="2291943"/>
                    <a:pt x="2105425" y="2290641"/>
                    <a:pt x="2105621" y="2289536"/>
                  </a:cubicBezTo>
                  <a:cubicBezTo>
                    <a:pt x="2106060" y="2287790"/>
                    <a:pt x="2107603" y="2287123"/>
                    <a:pt x="2109127" y="2286019"/>
                  </a:cubicBezTo>
                  <a:cubicBezTo>
                    <a:pt x="2109997" y="2285587"/>
                    <a:pt x="2111768" y="2285828"/>
                    <a:pt x="2112632" y="2285149"/>
                  </a:cubicBezTo>
                  <a:cubicBezTo>
                    <a:pt x="2113724" y="2284291"/>
                    <a:pt x="2113514" y="2282761"/>
                    <a:pt x="2114384" y="2281637"/>
                  </a:cubicBezTo>
                  <a:cubicBezTo>
                    <a:pt x="2116594" y="2278995"/>
                    <a:pt x="2117883" y="2277491"/>
                    <a:pt x="2119623" y="2274652"/>
                  </a:cubicBezTo>
                  <a:cubicBezTo>
                    <a:pt x="2121198" y="2272271"/>
                    <a:pt x="2122912" y="2270258"/>
                    <a:pt x="2123992" y="2267648"/>
                  </a:cubicBezTo>
                  <a:cubicBezTo>
                    <a:pt x="2124449" y="2266543"/>
                    <a:pt x="2123554" y="2265241"/>
                    <a:pt x="2123992" y="2264130"/>
                  </a:cubicBezTo>
                  <a:cubicBezTo>
                    <a:pt x="2124887" y="2262619"/>
                    <a:pt x="2125338" y="2261723"/>
                    <a:pt x="2126646" y="2260638"/>
                  </a:cubicBezTo>
                  <a:cubicBezTo>
                    <a:pt x="2128608" y="2259101"/>
                    <a:pt x="2131879" y="2260434"/>
                    <a:pt x="2133638" y="2258891"/>
                  </a:cubicBezTo>
                  <a:cubicBezTo>
                    <a:pt x="2135397" y="2257386"/>
                    <a:pt x="2134958" y="2254516"/>
                    <a:pt x="2135397" y="2251875"/>
                  </a:cubicBezTo>
                  <a:cubicBezTo>
                    <a:pt x="2135631" y="2247080"/>
                    <a:pt x="2136247" y="2242051"/>
                    <a:pt x="2138019" y="2237886"/>
                  </a:cubicBezTo>
                  <a:cubicBezTo>
                    <a:pt x="2138451" y="2236558"/>
                    <a:pt x="2139130" y="2235473"/>
                    <a:pt x="2139784" y="2234355"/>
                  </a:cubicBezTo>
                  <a:cubicBezTo>
                    <a:pt x="2140438" y="2233307"/>
                    <a:pt x="2140661" y="2231955"/>
                    <a:pt x="2141531" y="2230869"/>
                  </a:cubicBezTo>
                  <a:cubicBezTo>
                    <a:pt x="2142172" y="2230005"/>
                    <a:pt x="2144369" y="2230869"/>
                    <a:pt x="2145042" y="2230005"/>
                  </a:cubicBezTo>
                  <a:cubicBezTo>
                    <a:pt x="2145893" y="2228888"/>
                    <a:pt x="2146134" y="2227814"/>
                    <a:pt x="2146769" y="2226500"/>
                  </a:cubicBezTo>
                  <a:cubicBezTo>
                    <a:pt x="2147442" y="2225179"/>
                    <a:pt x="2148312" y="2224297"/>
                    <a:pt x="2148522" y="2223007"/>
                  </a:cubicBezTo>
                  <a:cubicBezTo>
                    <a:pt x="2148744" y="2221890"/>
                    <a:pt x="2148522" y="2220588"/>
                    <a:pt x="2148522" y="2219483"/>
                  </a:cubicBezTo>
                  <a:cubicBezTo>
                    <a:pt x="2148744" y="2217083"/>
                    <a:pt x="2149379" y="2215114"/>
                    <a:pt x="2149379" y="2212479"/>
                  </a:cubicBezTo>
                  <a:cubicBezTo>
                    <a:pt x="2149379" y="2208345"/>
                    <a:pt x="2149170" y="2206129"/>
                    <a:pt x="2149379" y="2201976"/>
                  </a:cubicBezTo>
                  <a:cubicBezTo>
                    <a:pt x="2149379" y="2200668"/>
                    <a:pt x="2150294" y="2199544"/>
                    <a:pt x="2150294" y="2198458"/>
                  </a:cubicBezTo>
                  <a:lnTo>
                    <a:pt x="2150294" y="2194966"/>
                  </a:lnTo>
                  <a:cubicBezTo>
                    <a:pt x="2150516" y="2193670"/>
                    <a:pt x="2151614" y="2192807"/>
                    <a:pt x="2152034" y="2191467"/>
                  </a:cubicBezTo>
                  <a:cubicBezTo>
                    <a:pt x="2152904" y="2188438"/>
                    <a:pt x="2154650" y="2186673"/>
                    <a:pt x="2155545" y="2183587"/>
                  </a:cubicBezTo>
                  <a:cubicBezTo>
                    <a:pt x="2155729" y="2182501"/>
                    <a:pt x="2156174" y="2181193"/>
                    <a:pt x="2156415" y="2180081"/>
                  </a:cubicBezTo>
                  <a:cubicBezTo>
                    <a:pt x="2156625" y="2179002"/>
                    <a:pt x="2157285" y="2177662"/>
                    <a:pt x="2157285" y="2176589"/>
                  </a:cubicBezTo>
                  <a:cubicBezTo>
                    <a:pt x="2157285" y="2175459"/>
                    <a:pt x="2157945" y="2174411"/>
                    <a:pt x="2158155" y="2173065"/>
                  </a:cubicBezTo>
                  <a:cubicBezTo>
                    <a:pt x="2158384" y="2171077"/>
                    <a:pt x="2158155" y="2169782"/>
                    <a:pt x="2158155" y="2167820"/>
                  </a:cubicBezTo>
                  <a:lnTo>
                    <a:pt x="2158155" y="2162600"/>
                  </a:lnTo>
                  <a:cubicBezTo>
                    <a:pt x="2157945" y="2159044"/>
                    <a:pt x="2156415" y="2157317"/>
                    <a:pt x="2156415" y="2153812"/>
                  </a:cubicBezTo>
                  <a:lnTo>
                    <a:pt x="2156415" y="2145944"/>
                  </a:lnTo>
                  <a:cubicBezTo>
                    <a:pt x="2156415" y="2144610"/>
                    <a:pt x="2155545" y="2143982"/>
                    <a:pt x="2155545" y="2142661"/>
                  </a:cubicBezTo>
                  <a:lnTo>
                    <a:pt x="2155545" y="2121433"/>
                  </a:lnTo>
                  <a:cubicBezTo>
                    <a:pt x="2156834" y="2121185"/>
                    <a:pt x="2157945" y="2120792"/>
                    <a:pt x="2159038" y="2120531"/>
                  </a:cubicBezTo>
                  <a:cubicBezTo>
                    <a:pt x="2160123" y="2120328"/>
                    <a:pt x="2161457" y="2120792"/>
                    <a:pt x="2162536" y="2120531"/>
                  </a:cubicBezTo>
                  <a:cubicBezTo>
                    <a:pt x="2164079" y="2120118"/>
                    <a:pt x="2164530" y="2118575"/>
                    <a:pt x="2166035" y="2117940"/>
                  </a:cubicBezTo>
                  <a:cubicBezTo>
                    <a:pt x="2167369" y="2117286"/>
                    <a:pt x="2168436" y="2116848"/>
                    <a:pt x="2169534" y="2116175"/>
                  </a:cubicBezTo>
                  <a:cubicBezTo>
                    <a:pt x="2173268" y="2113546"/>
                    <a:pt x="2175891" y="2110955"/>
                    <a:pt x="2177427" y="2106523"/>
                  </a:cubicBezTo>
                  <a:cubicBezTo>
                    <a:pt x="2177872" y="2104993"/>
                    <a:pt x="2177872" y="2103723"/>
                    <a:pt x="2178291" y="2102154"/>
                  </a:cubicBezTo>
                  <a:cubicBezTo>
                    <a:pt x="2178964" y="2099551"/>
                    <a:pt x="2179402" y="2097354"/>
                    <a:pt x="2180932" y="2095138"/>
                  </a:cubicBezTo>
                  <a:cubicBezTo>
                    <a:pt x="2181815" y="2093836"/>
                    <a:pt x="2182241" y="2092305"/>
                    <a:pt x="2183549" y="2091645"/>
                  </a:cubicBezTo>
                  <a:cubicBezTo>
                    <a:pt x="2184641" y="2091004"/>
                    <a:pt x="2185962" y="2092109"/>
                    <a:pt x="2187054" y="2091645"/>
                  </a:cubicBezTo>
                  <a:cubicBezTo>
                    <a:pt x="2188165" y="2091188"/>
                    <a:pt x="2189467" y="2091004"/>
                    <a:pt x="2190546" y="2090775"/>
                  </a:cubicBezTo>
                  <a:cubicBezTo>
                    <a:pt x="2194058" y="2089467"/>
                    <a:pt x="2194509" y="2085968"/>
                    <a:pt x="2197563" y="2083758"/>
                  </a:cubicBezTo>
                  <a:cubicBezTo>
                    <a:pt x="2198427" y="2083339"/>
                    <a:pt x="2200186" y="2083758"/>
                    <a:pt x="2201056" y="2082927"/>
                  </a:cubicBezTo>
                  <a:cubicBezTo>
                    <a:pt x="2203049" y="2080907"/>
                    <a:pt x="2203259" y="2078513"/>
                    <a:pt x="2204535" y="2075872"/>
                  </a:cubicBezTo>
                  <a:cubicBezTo>
                    <a:pt x="2207418" y="2070227"/>
                    <a:pt x="2209603" y="2066696"/>
                    <a:pt x="2212428" y="2061019"/>
                  </a:cubicBezTo>
                  <a:cubicBezTo>
                    <a:pt x="2212879" y="2059908"/>
                    <a:pt x="2212879" y="2058600"/>
                    <a:pt x="2213311" y="2057520"/>
                  </a:cubicBezTo>
                  <a:cubicBezTo>
                    <a:pt x="2213991" y="2055958"/>
                    <a:pt x="2215927" y="2055958"/>
                    <a:pt x="2216816" y="2054891"/>
                  </a:cubicBezTo>
                  <a:cubicBezTo>
                    <a:pt x="2217686" y="2053786"/>
                    <a:pt x="2219674" y="2053786"/>
                    <a:pt x="2220341" y="2052269"/>
                  </a:cubicBezTo>
                  <a:cubicBezTo>
                    <a:pt x="2220753" y="2051164"/>
                    <a:pt x="2220753" y="2049856"/>
                    <a:pt x="2221217" y="2048744"/>
                  </a:cubicBezTo>
                  <a:lnTo>
                    <a:pt x="2222950" y="2045246"/>
                  </a:lnTo>
                  <a:cubicBezTo>
                    <a:pt x="2224493" y="2042217"/>
                    <a:pt x="2226868" y="2040896"/>
                    <a:pt x="2227338" y="2037359"/>
                  </a:cubicBezTo>
                  <a:cubicBezTo>
                    <a:pt x="2227554" y="2035409"/>
                    <a:pt x="2227338" y="2034082"/>
                    <a:pt x="2227338" y="2032120"/>
                  </a:cubicBezTo>
                  <a:cubicBezTo>
                    <a:pt x="2227338" y="2030133"/>
                    <a:pt x="2227554" y="2028615"/>
                    <a:pt x="2227338" y="2026869"/>
                  </a:cubicBezTo>
                  <a:cubicBezTo>
                    <a:pt x="2227135" y="2025345"/>
                    <a:pt x="2225338" y="2024907"/>
                    <a:pt x="2224684" y="2023357"/>
                  </a:cubicBezTo>
                  <a:cubicBezTo>
                    <a:pt x="2223173" y="2020315"/>
                    <a:pt x="2221642" y="2018779"/>
                    <a:pt x="2220341" y="2015489"/>
                  </a:cubicBezTo>
                  <a:cubicBezTo>
                    <a:pt x="2219883" y="2013064"/>
                    <a:pt x="2217058" y="2009330"/>
                    <a:pt x="2216816" y="2006720"/>
                  </a:cubicBezTo>
                  <a:cubicBezTo>
                    <a:pt x="2216619" y="2004085"/>
                    <a:pt x="2216816" y="2002358"/>
                    <a:pt x="2216816" y="1999729"/>
                  </a:cubicBezTo>
                  <a:cubicBezTo>
                    <a:pt x="2216816" y="1996649"/>
                    <a:pt x="2217058" y="1994471"/>
                    <a:pt x="2215927" y="1991842"/>
                  </a:cubicBezTo>
                  <a:cubicBezTo>
                    <a:pt x="2215299" y="1990305"/>
                    <a:pt x="2214632" y="1989226"/>
                    <a:pt x="2213311" y="1988337"/>
                  </a:cubicBezTo>
                  <a:cubicBezTo>
                    <a:pt x="2210911" y="1986807"/>
                    <a:pt x="2209165" y="1984838"/>
                    <a:pt x="2206085" y="1984838"/>
                  </a:cubicBezTo>
                  <a:lnTo>
                    <a:pt x="2189016" y="1984838"/>
                  </a:lnTo>
                  <a:cubicBezTo>
                    <a:pt x="2187467" y="1984838"/>
                    <a:pt x="2186628" y="1984197"/>
                    <a:pt x="2185308" y="1983955"/>
                  </a:cubicBezTo>
                  <a:cubicBezTo>
                    <a:pt x="2183993" y="1983752"/>
                    <a:pt x="2183104" y="1982457"/>
                    <a:pt x="2181815" y="1982215"/>
                  </a:cubicBezTo>
                  <a:cubicBezTo>
                    <a:pt x="2180272" y="1981987"/>
                    <a:pt x="2178964" y="1982457"/>
                    <a:pt x="2177427" y="1982215"/>
                  </a:cubicBezTo>
                  <a:cubicBezTo>
                    <a:pt x="2176335" y="1981987"/>
                    <a:pt x="2175027" y="1981555"/>
                    <a:pt x="2173935" y="1981327"/>
                  </a:cubicBezTo>
                  <a:cubicBezTo>
                    <a:pt x="2171065" y="1980457"/>
                    <a:pt x="2169306" y="1979358"/>
                    <a:pt x="2166905" y="1977847"/>
                  </a:cubicBezTo>
                  <a:cubicBezTo>
                    <a:pt x="2165826" y="1977155"/>
                    <a:pt x="2164283" y="1977155"/>
                    <a:pt x="2163400" y="1976100"/>
                  </a:cubicBezTo>
                  <a:cubicBezTo>
                    <a:pt x="2162771" y="1975218"/>
                    <a:pt x="2162975" y="1973649"/>
                    <a:pt x="2162536" y="1972551"/>
                  </a:cubicBezTo>
                  <a:cubicBezTo>
                    <a:pt x="2161457" y="1970170"/>
                    <a:pt x="2160784" y="1968220"/>
                    <a:pt x="2159908" y="1965578"/>
                  </a:cubicBezTo>
                  <a:cubicBezTo>
                    <a:pt x="2159692" y="1964455"/>
                    <a:pt x="2160123" y="1963153"/>
                    <a:pt x="2159908" y="1962073"/>
                  </a:cubicBezTo>
                  <a:cubicBezTo>
                    <a:pt x="2159476" y="1960524"/>
                    <a:pt x="2157495" y="1960524"/>
                    <a:pt x="2156415" y="1959457"/>
                  </a:cubicBezTo>
                  <a:cubicBezTo>
                    <a:pt x="2155107" y="1958124"/>
                    <a:pt x="2153564" y="1957920"/>
                    <a:pt x="2152034" y="1956809"/>
                  </a:cubicBezTo>
                  <a:cubicBezTo>
                    <a:pt x="2150516" y="1955730"/>
                    <a:pt x="2150078" y="1954174"/>
                    <a:pt x="2148522" y="1953304"/>
                  </a:cubicBezTo>
                  <a:cubicBezTo>
                    <a:pt x="2147442" y="1952644"/>
                    <a:pt x="2146134" y="1952644"/>
                    <a:pt x="2145042" y="1952428"/>
                  </a:cubicBezTo>
                  <a:cubicBezTo>
                    <a:pt x="2143277" y="1951767"/>
                    <a:pt x="2141740" y="1951564"/>
                    <a:pt x="2139784" y="1951564"/>
                  </a:cubicBezTo>
                  <a:cubicBezTo>
                    <a:pt x="2136247" y="1951564"/>
                    <a:pt x="2134298" y="1954174"/>
                    <a:pt x="2130799" y="1954174"/>
                  </a:cubicBezTo>
                  <a:lnTo>
                    <a:pt x="2109355" y="1954174"/>
                  </a:lnTo>
                  <a:cubicBezTo>
                    <a:pt x="2107603" y="1954174"/>
                    <a:pt x="2106288" y="1953983"/>
                    <a:pt x="2104764" y="1953304"/>
                  </a:cubicBezTo>
                  <a:cubicBezTo>
                    <a:pt x="2101716" y="1951989"/>
                    <a:pt x="2100821" y="1949557"/>
                    <a:pt x="2097741" y="1948059"/>
                  </a:cubicBezTo>
                  <a:cubicBezTo>
                    <a:pt x="2096433" y="1947417"/>
                    <a:pt x="2095557" y="1946738"/>
                    <a:pt x="2094229" y="1946319"/>
                  </a:cubicBezTo>
                  <a:cubicBezTo>
                    <a:pt x="2091620" y="1945449"/>
                    <a:pt x="2089886" y="1945449"/>
                    <a:pt x="2087016" y="1945449"/>
                  </a:cubicBezTo>
                  <a:cubicBezTo>
                    <a:pt x="2083746" y="1945449"/>
                    <a:pt x="2081777" y="1945874"/>
                    <a:pt x="2078481" y="1946319"/>
                  </a:cubicBezTo>
                  <a:cubicBezTo>
                    <a:pt x="2078481" y="1950446"/>
                    <a:pt x="2078481" y="1952644"/>
                    <a:pt x="2078056" y="1956809"/>
                  </a:cubicBezTo>
                  <a:cubicBezTo>
                    <a:pt x="2076056" y="1956809"/>
                    <a:pt x="2075205" y="1957019"/>
                    <a:pt x="2073230" y="1956809"/>
                  </a:cubicBezTo>
                  <a:cubicBezTo>
                    <a:pt x="2071897" y="1956809"/>
                    <a:pt x="2070830" y="1955939"/>
                    <a:pt x="2069738" y="1955939"/>
                  </a:cubicBezTo>
                  <a:cubicBezTo>
                    <a:pt x="2068620" y="1955939"/>
                    <a:pt x="2067325" y="1956180"/>
                    <a:pt x="2066245" y="1955939"/>
                  </a:cubicBezTo>
                  <a:cubicBezTo>
                    <a:pt x="2064912" y="1955730"/>
                    <a:pt x="2064042" y="1954860"/>
                    <a:pt x="2062721" y="1954174"/>
                  </a:cubicBezTo>
                  <a:cubicBezTo>
                    <a:pt x="2061400" y="1953520"/>
                    <a:pt x="2060321" y="1953101"/>
                    <a:pt x="2059228" y="1952428"/>
                  </a:cubicBezTo>
                  <a:cubicBezTo>
                    <a:pt x="2058346" y="1951767"/>
                    <a:pt x="2059000" y="1950015"/>
                    <a:pt x="2058346" y="1948929"/>
                  </a:cubicBezTo>
                  <a:cubicBezTo>
                    <a:pt x="2059654" y="1947830"/>
                    <a:pt x="2059654" y="1946065"/>
                    <a:pt x="2060975" y="1945449"/>
                  </a:cubicBezTo>
                  <a:cubicBezTo>
                    <a:pt x="2062067" y="1944776"/>
                    <a:pt x="2063388" y="1945208"/>
                    <a:pt x="2064480" y="1944566"/>
                  </a:cubicBezTo>
                  <a:cubicBezTo>
                    <a:pt x="2065801" y="1943919"/>
                    <a:pt x="2066671" y="1942598"/>
                    <a:pt x="2067979" y="1941931"/>
                  </a:cubicBezTo>
                  <a:lnTo>
                    <a:pt x="2066245" y="1938439"/>
                  </a:lnTo>
                  <a:cubicBezTo>
                    <a:pt x="2064912" y="1938216"/>
                    <a:pt x="2063819" y="1938616"/>
                    <a:pt x="2062721" y="1938439"/>
                  </a:cubicBezTo>
                  <a:cubicBezTo>
                    <a:pt x="2061400" y="1938216"/>
                    <a:pt x="2060549" y="1936896"/>
                    <a:pt x="2059228" y="1936686"/>
                  </a:cubicBezTo>
                  <a:cubicBezTo>
                    <a:pt x="2057698" y="1936229"/>
                    <a:pt x="2056390" y="1936229"/>
                    <a:pt x="2054840" y="1935797"/>
                  </a:cubicBezTo>
                  <a:cubicBezTo>
                    <a:pt x="2053316" y="1935372"/>
                    <a:pt x="2052669" y="1934044"/>
                    <a:pt x="2051348" y="1933181"/>
                  </a:cubicBezTo>
                  <a:cubicBezTo>
                    <a:pt x="2049799" y="1932285"/>
                    <a:pt x="2048497" y="1931644"/>
                    <a:pt x="2046947" y="1930546"/>
                  </a:cubicBezTo>
                  <a:cubicBezTo>
                    <a:pt x="2045652" y="1929657"/>
                    <a:pt x="2045652" y="1927936"/>
                    <a:pt x="2044319" y="1927040"/>
                  </a:cubicBezTo>
                  <a:cubicBezTo>
                    <a:pt x="2043468" y="1926615"/>
                    <a:pt x="2041931" y="1926615"/>
                    <a:pt x="2040845" y="1926202"/>
                  </a:cubicBezTo>
                  <a:cubicBezTo>
                    <a:pt x="2039092" y="1925307"/>
                    <a:pt x="2037549" y="1923738"/>
                    <a:pt x="2035562" y="1923573"/>
                  </a:cubicBezTo>
                  <a:cubicBezTo>
                    <a:pt x="2034038" y="1923332"/>
                    <a:pt x="2032946" y="1923573"/>
                    <a:pt x="2031199" y="1923573"/>
                  </a:cubicBezTo>
                  <a:cubicBezTo>
                    <a:pt x="2029879" y="1923573"/>
                    <a:pt x="2028786" y="1922716"/>
                    <a:pt x="2027701" y="1922716"/>
                  </a:cubicBezTo>
                  <a:lnTo>
                    <a:pt x="2024208" y="1922716"/>
                  </a:lnTo>
                  <a:cubicBezTo>
                    <a:pt x="2022887" y="1922456"/>
                    <a:pt x="2021998" y="1921351"/>
                    <a:pt x="2020709" y="1920919"/>
                  </a:cubicBezTo>
                  <a:cubicBezTo>
                    <a:pt x="2018728" y="1920259"/>
                    <a:pt x="2017426" y="1919160"/>
                    <a:pt x="2015439" y="1918265"/>
                  </a:cubicBezTo>
                  <a:cubicBezTo>
                    <a:pt x="2012823" y="1917211"/>
                    <a:pt x="2010416" y="1916525"/>
                    <a:pt x="2007342" y="1916525"/>
                  </a:cubicBezTo>
                  <a:cubicBezTo>
                    <a:pt x="2004491" y="1916525"/>
                    <a:pt x="2002974" y="1916982"/>
                    <a:pt x="2000129" y="1917407"/>
                  </a:cubicBezTo>
                  <a:lnTo>
                    <a:pt x="2000129" y="1934044"/>
                  </a:lnTo>
                  <a:lnTo>
                    <a:pt x="1985689" y="1934044"/>
                  </a:lnTo>
                  <a:lnTo>
                    <a:pt x="1985689" y="1927040"/>
                  </a:lnTo>
                  <a:cubicBezTo>
                    <a:pt x="1986127" y="1925942"/>
                    <a:pt x="1985886" y="1924646"/>
                    <a:pt x="1986559" y="1923573"/>
                  </a:cubicBezTo>
                  <a:cubicBezTo>
                    <a:pt x="1987423" y="1921986"/>
                    <a:pt x="1988731" y="1921154"/>
                    <a:pt x="1990051" y="1920055"/>
                  </a:cubicBezTo>
                  <a:cubicBezTo>
                    <a:pt x="1991137" y="1919160"/>
                    <a:pt x="1991359" y="1917655"/>
                    <a:pt x="1992680" y="1916525"/>
                  </a:cubicBezTo>
                  <a:cubicBezTo>
                    <a:pt x="1993557" y="1915909"/>
                    <a:pt x="1995741" y="1916525"/>
                    <a:pt x="1996166" y="1915655"/>
                  </a:cubicBezTo>
                  <a:cubicBezTo>
                    <a:pt x="1997500" y="1913699"/>
                    <a:pt x="1996840" y="1911280"/>
                    <a:pt x="1997049" y="1908676"/>
                  </a:cubicBezTo>
                  <a:cubicBezTo>
                    <a:pt x="1994439" y="1908460"/>
                    <a:pt x="1992458" y="1908676"/>
                    <a:pt x="1990051" y="1907774"/>
                  </a:cubicBezTo>
                  <a:cubicBezTo>
                    <a:pt x="1988527" y="1907330"/>
                    <a:pt x="1988064" y="1905609"/>
                    <a:pt x="1986559" y="1905133"/>
                  </a:cubicBezTo>
                  <a:cubicBezTo>
                    <a:pt x="1984127" y="1904250"/>
                    <a:pt x="1981942" y="1904047"/>
                    <a:pt x="1979523" y="1903393"/>
                  </a:cubicBezTo>
                  <a:cubicBezTo>
                    <a:pt x="1978018" y="1902967"/>
                    <a:pt x="1976901" y="1901640"/>
                    <a:pt x="1975167" y="1901640"/>
                  </a:cubicBezTo>
                  <a:lnTo>
                    <a:pt x="1971446" y="1901640"/>
                  </a:lnTo>
                  <a:lnTo>
                    <a:pt x="1968163" y="1901640"/>
                  </a:lnTo>
                  <a:cubicBezTo>
                    <a:pt x="1966423" y="1901640"/>
                    <a:pt x="1965521" y="1902294"/>
                    <a:pt x="1963781" y="1902517"/>
                  </a:cubicBezTo>
                  <a:cubicBezTo>
                    <a:pt x="1963781" y="1905133"/>
                    <a:pt x="1963991" y="1906917"/>
                    <a:pt x="1963781" y="1909546"/>
                  </a:cubicBezTo>
                  <a:cubicBezTo>
                    <a:pt x="1963781" y="1910854"/>
                    <a:pt x="1963991" y="1911959"/>
                    <a:pt x="1963781" y="1913039"/>
                  </a:cubicBezTo>
                  <a:cubicBezTo>
                    <a:pt x="1962461" y="1916525"/>
                    <a:pt x="1959622" y="1918265"/>
                    <a:pt x="1955901" y="1918265"/>
                  </a:cubicBezTo>
                  <a:cubicBezTo>
                    <a:pt x="1953514" y="1918265"/>
                    <a:pt x="1952205" y="1917655"/>
                    <a:pt x="1949767" y="1917407"/>
                  </a:cubicBezTo>
                  <a:lnTo>
                    <a:pt x="1949767" y="1910397"/>
                  </a:lnTo>
                  <a:cubicBezTo>
                    <a:pt x="1949767" y="1909102"/>
                    <a:pt x="1950656" y="1908213"/>
                    <a:pt x="1950656" y="1906917"/>
                  </a:cubicBezTo>
                  <a:cubicBezTo>
                    <a:pt x="1950656" y="1905609"/>
                    <a:pt x="1950008" y="1904714"/>
                    <a:pt x="1950008" y="1903393"/>
                  </a:cubicBezTo>
                  <a:cubicBezTo>
                    <a:pt x="1953952" y="1903393"/>
                    <a:pt x="1956790" y="1904250"/>
                    <a:pt x="1960283" y="1902517"/>
                  </a:cubicBezTo>
                  <a:cubicBezTo>
                    <a:pt x="1961381" y="1902110"/>
                    <a:pt x="1962912" y="1902294"/>
                    <a:pt x="1963781" y="1901640"/>
                  </a:cubicBezTo>
                  <a:cubicBezTo>
                    <a:pt x="1964886" y="1900783"/>
                    <a:pt x="1965102" y="1899469"/>
                    <a:pt x="1965521" y="1898154"/>
                  </a:cubicBezTo>
                  <a:cubicBezTo>
                    <a:pt x="1966423" y="1895754"/>
                    <a:pt x="1965337" y="1893760"/>
                    <a:pt x="1965521" y="1891156"/>
                  </a:cubicBezTo>
                  <a:cubicBezTo>
                    <a:pt x="1965750" y="1888515"/>
                    <a:pt x="1966194" y="1886775"/>
                    <a:pt x="1966423" y="1884146"/>
                  </a:cubicBezTo>
                  <a:cubicBezTo>
                    <a:pt x="1966645" y="1882190"/>
                    <a:pt x="1967287" y="1881079"/>
                    <a:pt x="1967287" y="1879104"/>
                  </a:cubicBezTo>
                  <a:cubicBezTo>
                    <a:pt x="1967287" y="1875408"/>
                    <a:pt x="1966645" y="1873421"/>
                    <a:pt x="1966423" y="1869674"/>
                  </a:cubicBezTo>
                  <a:cubicBezTo>
                    <a:pt x="1964455" y="1869674"/>
                    <a:pt x="1963121" y="1870157"/>
                    <a:pt x="1961153" y="1870157"/>
                  </a:cubicBezTo>
                  <a:cubicBezTo>
                    <a:pt x="1959857" y="1870157"/>
                    <a:pt x="1958981" y="1869249"/>
                    <a:pt x="1957660" y="1869249"/>
                  </a:cubicBezTo>
                  <a:cubicBezTo>
                    <a:pt x="1956549" y="1869249"/>
                    <a:pt x="1956130" y="1869674"/>
                    <a:pt x="1955018" y="1869674"/>
                  </a:cubicBezTo>
                  <a:lnTo>
                    <a:pt x="1955018" y="1850663"/>
                  </a:lnTo>
                  <a:cubicBezTo>
                    <a:pt x="1955018" y="1849100"/>
                    <a:pt x="1953514" y="1848675"/>
                    <a:pt x="1953259" y="1847367"/>
                  </a:cubicBezTo>
                  <a:cubicBezTo>
                    <a:pt x="1953069" y="1845843"/>
                    <a:pt x="1952815" y="1844516"/>
                    <a:pt x="1952396" y="1842992"/>
                  </a:cubicBezTo>
                  <a:cubicBezTo>
                    <a:pt x="1952205" y="1841906"/>
                    <a:pt x="1951951" y="1840585"/>
                    <a:pt x="1951526" y="1839487"/>
                  </a:cubicBezTo>
                  <a:cubicBezTo>
                    <a:pt x="1950859" y="1837740"/>
                    <a:pt x="1948675" y="1837740"/>
                    <a:pt x="1948027" y="1835981"/>
                  </a:cubicBezTo>
                  <a:cubicBezTo>
                    <a:pt x="1947589" y="1834889"/>
                    <a:pt x="1948484" y="1833378"/>
                    <a:pt x="1948027" y="1832489"/>
                  </a:cubicBezTo>
                  <a:cubicBezTo>
                    <a:pt x="1947164" y="1831181"/>
                    <a:pt x="1946706" y="1829854"/>
                    <a:pt x="1945392" y="1828977"/>
                  </a:cubicBezTo>
                  <a:cubicBezTo>
                    <a:pt x="1944528" y="1828323"/>
                    <a:pt x="1942985" y="1829428"/>
                    <a:pt x="1941912" y="1828977"/>
                  </a:cubicBezTo>
                  <a:cubicBezTo>
                    <a:pt x="1939270" y="1827885"/>
                    <a:pt x="1934394" y="1825694"/>
                    <a:pt x="1931752" y="1824399"/>
                  </a:cubicBezTo>
                  <a:cubicBezTo>
                    <a:pt x="1930685" y="1823529"/>
                    <a:pt x="1928914" y="1823935"/>
                    <a:pt x="1928272" y="1822646"/>
                  </a:cubicBezTo>
                  <a:cubicBezTo>
                    <a:pt x="1926964" y="1820221"/>
                    <a:pt x="1927605" y="1817376"/>
                    <a:pt x="1925643" y="1815642"/>
                  </a:cubicBezTo>
                  <a:cubicBezTo>
                    <a:pt x="1924761" y="1814976"/>
                    <a:pt x="1923218" y="1815439"/>
                    <a:pt x="1922132" y="1814779"/>
                  </a:cubicBezTo>
                  <a:cubicBezTo>
                    <a:pt x="1921027" y="1814112"/>
                    <a:pt x="1919922" y="1813699"/>
                    <a:pt x="1918601" y="1813007"/>
                  </a:cubicBezTo>
                  <a:cubicBezTo>
                    <a:pt x="1917306" y="1812366"/>
                    <a:pt x="1917541" y="1810156"/>
                    <a:pt x="1915985" y="1809489"/>
                  </a:cubicBezTo>
                  <a:cubicBezTo>
                    <a:pt x="1913375" y="1808416"/>
                    <a:pt x="1911216" y="1809756"/>
                    <a:pt x="1908117" y="1809489"/>
                  </a:cubicBezTo>
                  <a:cubicBezTo>
                    <a:pt x="1906358" y="1809489"/>
                    <a:pt x="1905279" y="1808416"/>
                    <a:pt x="1903736" y="1807762"/>
                  </a:cubicBezTo>
                  <a:cubicBezTo>
                    <a:pt x="1901996" y="1806898"/>
                    <a:pt x="1900897" y="1805819"/>
                    <a:pt x="1899354" y="1805152"/>
                  </a:cubicBezTo>
                  <a:lnTo>
                    <a:pt x="1895855" y="1803406"/>
                  </a:lnTo>
                  <a:cubicBezTo>
                    <a:pt x="1893893" y="1802523"/>
                    <a:pt x="1892769" y="1800771"/>
                    <a:pt x="1890598" y="1800771"/>
                  </a:cubicBezTo>
                  <a:cubicBezTo>
                    <a:pt x="1888636" y="1800771"/>
                    <a:pt x="1886883" y="1800993"/>
                    <a:pt x="1885372" y="1801660"/>
                  </a:cubicBezTo>
                  <a:cubicBezTo>
                    <a:pt x="1883835" y="1802320"/>
                    <a:pt x="1884051" y="1804257"/>
                    <a:pt x="1882717" y="1805152"/>
                  </a:cubicBezTo>
                  <a:cubicBezTo>
                    <a:pt x="1879904" y="1807095"/>
                    <a:pt x="1877053" y="1805990"/>
                    <a:pt x="1873542" y="1805990"/>
                  </a:cubicBezTo>
                  <a:lnTo>
                    <a:pt x="1867846" y="1805990"/>
                  </a:lnTo>
                  <a:cubicBezTo>
                    <a:pt x="1866506" y="1805990"/>
                    <a:pt x="1865649" y="1805152"/>
                    <a:pt x="1864340" y="1805152"/>
                  </a:cubicBezTo>
                  <a:cubicBezTo>
                    <a:pt x="1861731" y="1804924"/>
                    <a:pt x="1859743" y="1804924"/>
                    <a:pt x="1857330" y="1804257"/>
                  </a:cubicBezTo>
                  <a:cubicBezTo>
                    <a:pt x="1854517" y="1803406"/>
                    <a:pt x="1852955" y="1801869"/>
                    <a:pt x="1850320" y="1800771"/>
                  </a:cubicBezTo>
                  <a:cubicBezTo>
                    <a:pt x="1849247" y="1800320"/>
                    <a:pt x="1847913" y="1800320"/>
                    <a:pt x="1846821" y="1799856"/>
                  </a:cubicBezTo>
                  <a:cubicBezTo>
                    <a:pt x="1844211" y="1798815"/>
                    <a:pt x="1842230" y="1796821"/>
                    <a:pt x="1839817" y="1795526"/>
                  </a:cubicBezTo>
                  <a:cubicBezTo>
                    <a:pt x="1836978" y="1793760"/>
                    <a:pt x="1834578" y="1793341"/>
                    <a:pt x="1831968" y="1791138"/>
                  </a:cubicBezTo>
                  <a:cubicBezTo>
                    <a:pt x="1830628" y="1790033"/>
                    <a:pt x="1830177" y="1788934"/>
                    <a:pt x="1829314" y="1787601"/>
                  </a:cubicBezTo>
                  <a:cubicBezTo>
                    <a:pt x="1828457" y="1786102"/>
                    <a:pt x="1826914" y="1785004"/>
                    <a:pt x="1826685" y="1783264"/>
                  </a:cubicBezTo>
                  <a:cubicBezTo>
                    <a:pt x="1826025" y="1779308"/>
                    <a:pt x="1826685" y="1776882"/>
                    <a:pt x="1826685" y="1772735"/>
                  </a:cubicBezTo>
                  <a:cubicBezTo>
                    <a:pt x="1824939" y="1772545"/>
                    <a:pt x="1823859" y="1772081"/>
                    <a:pt x="1822316" y="1771878"/>
                  </a:cubicBezTo>
                  <a:cubicBezTo>
                    <a:pt x="1821224" y="1771656"/>
                    <a:pt x="1819903" y="1772081"/>
                    <a:pt x="1818817" y="1771878"/>
                  </a:cubicBezTo>
                  <a:cubicBezTo>
                    <a:pt x="1817274" y="1771421"/>
                    <a:pt x="1816842" y="1769878"/>
                    <a:pt x="1815299" y="1769262"/>
                  </a:cubicBezTo>
                  <a:cubicBezTo>
                    <a:pt x="1813991" y="1768614"/>
                    <a:pt x="1812899" y="1768144"/>
                    <a:pt x="1811801" y="1767509"/>
                  </a:cubicBezTo>
                  <a:cubicBezTo>
                    <a:pt x="1810283" y="1766658"/>
                    <a:pt x="1809629" y="1765280"/>
                    <a:pt x="1808321" y="1763991"/>
                  </a:cubicBezTo>
                  <a:cubicBezTo>
                    <a:pt x="1807222" y="1762880"/>
                    <a:pt x="1805666" y="1763337"/>
                    <a:pt x="1804816" y="1762271"/>
                  </a:cubicBezTo>
                  <a:cubicBezTo>
                    <a:pt x="1804149" y="1761350"/>
                    <a:pt x="1805666" y="1759394"/>
                    <a:pt x="1804816" y="1758734"/>
                  </a:cubicBezTo>
                  <a:cubicBezTo>
                    <a:pt x="1803927" y="1758099"/>
                    <a:pt x="1802390" y="1759203"/>
                    <a:pt x="1801298" y="1758734"/>
                  </a:cubicBezTo>
                  <a:cubicBezTo>
                    <a:pt x="1799793" y="1758099"/>
                    <a:pt x="1798231" y="1757222"/>
                    <a:pt x="1796923" y="1756105"/>
                  </a:cubicBezTo>
                  <a:cubicBezTo>
                    <a:pt x="1795856" y="1755254"/>
                    <a:pt x="1793868" y="1755012"/>
                    <a:pt x="1793430" y="1753476"/>
                  </a:cubicBezTo>
                  <a:cubicBezTo>
                    <a:pt x="1792986" y="1752371"/>
                    <a:pt x="1792763" y="1751063"/>
                    <a:pt x="1792566" y="1749983"/>
                  </a:cubicBezTo>
                  <a:cubicBezTo>
                    <a:pt x="1791893" y="1747145"/>
                    <a:pt x="1792566" y="1745176"/>
                    <a:pt x="1792566" y="1742084"/>
                  </a:cubicBezTo>
                  <a:lnTo>
                    <a:pt x="1789029" y="1742084"/>
                  </a:lnTo>
                  <a:cubicBezTo>
                    <a:pt x="1786655" y="1742573"/>
                    <a:pt x="1784445" y="1743195"/>
                    <a:pt x="1782044" y="1743868"/>
                  </a:cubicBezTo>
                  <a:cubicBezTo>
                    <a:pt x="1779403" y="1744719"/>
                    <a:pt x="1777650" y="1746256"/>
                    <a:pt x="1775015" y="1746465"/>
                  </a:cubicBezTo>
                  <a:cubicBezTo>
                    <a:pt x="1773942" y="1746465"/>
                    <a:pt x="1772831" y="1747323"/>
                    <a:pt x="1771523" y="1747323"/>
                  </a:cubicBezTo>
                  <a:cubicBezTo>
                    <a:pt x="1769789" y="1747323"/>
                    <a:pt x="1767598" y="1747145"/>
                    <a:pt x="1767160" y="1745583"/>
                  </a:cubicBezTo>
                  <a:cubicBezTo>
                    <a:pt x="1766722" y="1744503"/>
                    <a:pt x="1767357" y="1743195"/>
                    <a:pt x="1767160" y="1742084"/>
                  </a:cubicBezTo>
                  <a:cubicBezTo>
                    <a:pt x="1766265" y="1738826"/>
                    <a:pt x="1766500" y="1736845"/>
                    <a:pt x="1766265" y="1733353"/>
                  </a:cubicBezTo>
                  <a:lnTo>
                    <a:pt x="1770672" y="1732464"/>
                  </a:lnTo>
                  <a:cubicBezTo>
                    <a:pt x="1772170" y="1732013"/>
                    <a:pt x="1772627" y="1730527"/>
                    <a:pt x="1774151" y="1729854"/>
                  </a:cubicBezTo>
                  <a:cubicBezTo>
                    <a:pt x="1772831" y="1728101"/>
                    <a:pt x="1772627" y="1726323"/>
                    <a:pt x="1770672" y="1725491"/>
                  </a:cubicBezTo>
                  <a:cubicBezTo>
                    <a:pt x="1769109" y="1724812"/>
                    <a:pt x="1767820" y="1725028"/>
                    <a:pt x="1766265" y="1724596"/>
                  </a:cubicBezTo>
                  <a:cubicBezTo>
                    <a:pt x="1764944" y="1724171"/>
                    <a:pt x="1764080" y="1723301"/>
                    <a:pt x="1762759" y="1722837"/>
                  </a:cubicBezTo>
                  <a:cubicBezTo>
                    <a:pt x="1761267" y="1722393"/>
                    <a:pt x="1759946" y="1722393"/>
                    <a:pt x="1758384" y="1721980"/>
                  </a:cubicBezTo>
                  <a:lnTo>
                    <a:pt x="1750517" y="1728101"/>
                  </a:lnTo>
                  <a:lnTo>
                    <a:pt x="1748745" y="1728101"/>
                  </a:lnTo>
                  <a:cubicBezTo>
                    <a:pt x="1747424" y="1727644"/>
                    <a:pt x="1746573" y="1726780"/>
                    <a:pt x="1745265" y="1726323"/>
                  </a:cubicBezTo>
                  <a:cubicBezTo>
                    <a:pt x="1742852" y="1725669"/>
                    <a:pt x="1741322" y="1724596"/>
                    <a:pt x="1738706" y="1724596"/>
                  </a:cubicBezTo>
                  <a:cubicBezTo>
                    <a:pt x="1736293" y="1724596"/>
                    <a:pt x="1734299" y="1724596"/>
                    <a:pt x="1733010" y="1726323"/>
                  </a:cubicBezTo>
                  <a:cubicBezTo>
                    <a:pt x="1732343" y="1727238"/>
                    <a:pt x="1732572" y="1728774"/>
                    <a:pt x="1732114" y="1729854"/>
                  </a:cubicBezTo>
                  <a:cubicBezTo>
                    <a:pt x="1731689" y="1730921"/>
                    <a:pt x="1731689" y="1732273"/>
                    <a:pt x="1731264" y="1733353"/>
                  </a:cubicBezTo>
                  <a:cubicBezTo>
                    <a:pt x="1730806" y="1734661"/>
                    <a:pt x="1730146" y="1735766"/>
                    <a:pt x="1729505" y="1736845"/>
                  </a:cubicBezTo>
                  <a:cubicBezTo>
                    <a:pt x="1727968" y="1739264"/>
                    <a:pt x="1726438" y="1742084"/>
                    <a:pt x="1723370" y="1742084"/>
                  </a:cubicBezTo>
                  <a:cubicBezTo>
                    <a:pt x="1721605" y="1742084"/>
                    <a:pt x="1720538" y="1742084"/>
                    <a:pt x="1718995" y="1741239"/>
                  </a:cubicBezTo>
                  <a:cubicBezTo>
                    <a:pt x="1717687" y="1740573"/>
                    <a:pt x="1718113" y="1738826"/>
                    <a:pt x="1717249" y="1737702"/>
                  </a:cubicBezTo>
                  <a:cubicBezTo>
                    <a:pt x="1716385" y="1736617"/>
                    <a:pt x="1715503" y="1735524"/>
                    <a:pt x="1714620" y="1734197"/>
                  </a:cubicBezTo>
                  <a:cubicBezTo>
                    <a:pt x="1713757" y="1732889"/>
                    <a:pt x="1713515" y="1731371"/>
                    <a:pt x="1711991" y="1730711"/>
                  </a:cubicBezTo>
                  <a:cubicBezTo>
                    <a:pt x="1709350" y="1729409"/>
                    <a:pt x="1706956" y="1728774"/>
                    <a:pt x="1704111" y="1728101"/>
                  </a:cubicBezTo>
                  <a:cubicBezTo>
                    <a:pt x="1702568" y="1727885"/>
                    <a:pt x="1701272" y="1727238"/>
                    <a:pt x="1699526" y="1727238"/>
                  </a:cubicBezTo>
                  <a:lnTo>
                    <a:pt x="1681587" y="1727238"/>
                  </a:lnTo>
                  <a:cubicBezTo>
                    <a:pt x="1680025" y="1727238"/>
                    <a:pt x="1679149" y="1725669"/>
                    <a:pt x="1677860" y="1725491"/>
                  </a:cubicBezTo>
                  <a:cubicBezTo>
                    <a:pt x="1674564" y="1724596"/>
                    <a:pt x="1672602" y="1724380"/>
                    <a:pt x="1669072" y="1723713"/>
                  </a:cubicBezTo>
                  <a:lnTo>
                    <a:pt x="1669072" y="1713198"/>
                  </a:lnTo>
                  <a:cubicBezTo>
                    <a:pt x="1666474" y="1713198"/>
                    <a:pt x="1664722" y="1713407"/>
                    <a:pt x="1662093" y="1713198"/>
                  </a:cubicBezTo>
                  <a:cubicBezTo>
                    <a:pt x="1660550" y="1713198"/>
                    <a:pt x="1659896" y="1711915"/>
                    <a:pt x="1658575" y="1711445"/>
                  </a:cubicBezTo>
                  <a:cubicBezTo>
                    <a:pt x="1657057" y="1711020"/>
                    <a:pt x="1655508" y="1710588"/>
                    <a:pt x="1654187" y="1709699"/>
                  </a:cubicBezTo>
                  <a:cubicBezTo>
                    <a:pt x="1652898" y="1708854"/>
                    <a:pt x="1653108" y="1706860"/>
                    <a:pt x="1651590" y="1706181"/>
                  </a:cubicBezTo>
                  <a:cubicBezTo>
                    <a:pt x="1650479" y="1705768"/>
                    <a:pt x="1649177" y="1705546"/>
                    <a:pt x="1648078" y="1705305"/>
                  </a:cubicBezTo>
                  <a:cubicBezTo>
                    <a:pt x="1643684" y="1703774"/>
                    <a:pt x="1640636" y="1703590"/>
                    <a:pt x="1635823" y="1702688"/>
                  </a:cubicBezTo>
                  <a:cubicBezTo>
                    <a:pt x="1635823" y="1705305"/>
                    <a:pt x="1636045" y="1707089"/>
                    <a:pt x="1635823" y="1709699"/>
                  </a:cubicBezTo>
                  <a:cubicBezTo>
                    <a:pt x="1635823" y="1711445"/>
                    <a:pt x="1634947" y="1712995"/>
                    <a:pt x="1634064" y="1714074"/>
                  </a:cubicBezTo>
                  <a:cubicBezTo>
                    <a:pt x="1633169" y="1715192"/>
                    <a:pt x="1632959" y="1717370"/>
                    <a:pt x="1631441" y="1717579"/>
                  </a:cubicBezTo>
                  <a:cubicBezTo>
                    <a:pt x="1629009" y="1718024"/>
                    <a:pt x="1626850" y="1717147"/>
                    <a:pt x="1624437" y="1717579"/>
                  </a:cubicBezTo>
                  <a:cubicBezTo>
                    <a:pt x="1622888" y="1717814"/>
                    <a:pt x="1622450" y="1719560"/>
                    <a:pt x="1620920" y="1720208"/>
                  </a:cubicBezTo>
                  <a:cubicBezTo>
                    <a:pt x="1619408" y="1720888"/>
                    <a:pt x="1618748" y="1721738"/>
                    <a:pt x="1617440" y="1722837"/>
                  </a:cubicBezTo>
                  <a:cubicBezTo>
                    <a:pt x="1616119" y="1723948"/>
                    <a:pt x="1613928" y="1724380"/>
                    <a:pt x="1613928" y="1726323"/>
                  </a:cubicBezTo>
                  <a:cubicBezTo>
                    <a:pt x="1613928" y="1727644"/>
                    <a:pt x="1614811" y="1728533"/>
                    <a:pt x="1614811" y="1729854"/>
                  </a:cubicBezTo>
                  <a:cubicBezTo>
                    <a:pt x="1614811" y="1731162"/>
                    <a:pt x="1615446" y="1732273"/>
                    <a:pt x="1615687" y="1733353"/>
                  </a:cubicBezTo>
                  <a:cubicBezTo>
                    <a:pt x="1615890" y="1734438"/>
                    <a:pt x="1615687" y="1735766"/>
                    <a:pt x="1615687" y="1736845"/>
                  </a:cubicBezTo>
                  <a:cubicBezTo>
                    <a:pt x="1615890" y="1738185"/>
                    <a:pt x="1617211" y="1739042"/>
                    <a:pt x="1617440" y="1740363"/>
                  </a:cubicBezTo>
                  <a:cubicBezTo>
                    <a:pt x="1617668" y="1742084"/>
                    <a:pt x="1617440" y="1743640"/>
                    <a:pt x="1617440" y="1745583"/>
                  </a:cubicBezTo>
                  <a:cubicBezTo>
                    <a:pt x="1617440" y="1747583"/>
                    <a:pt x="1617668" y="1748897"/>
                    <a:pt x="1617440" y="1750860"/>
                  </a:cubicBezTo>
                  <a:cubicBezTo>
                    <a:pt x="1617211" y="1752606"/>
                    <a:pt x="1616119" y="1753692"/>
                    <a:pt x="1615687" y="1755254"/>
                  </a:cubicBezTo>
                  <a:cubicBezTo>
                    <a:pt x="1614589" y="1754358"/>
                    <a:pt x="1613280" y="1754581"/>
                    <a:pt x="1612188" y="1753476"/>
                  </a:cubicBezTo>
                  <a:cubicBezTo>
                    <a:pt x="1611064" y="1752371"/>
                    <a:pt x="1611306" y="1751063"/>
                    <a:pt x="1610423" y="1749983"/>
                  </a:cubicBezTo>
                  <a:cubicBezTo>
                    <a:pt x="1608023" y="1746904"/>
                    <a:pt x="1606473" y="1744719"/>
                    <a:pt x="1605152" y="1741239"/>
                  </a:cubicBezTo>
                  <a:cubicBezTo>
                    <a:pt x="1604086" y="1738350"/>
                    <a:pt x="1603413" y="1736420"/>
                    <a:pt x="1603413" y="1733353"/>
                  </a:cubicBezTo>
                  <a:cubicBezTo>
                    <a:pt x="1603413" y="1732013"/>
                    <a:pt x="1603209" y="1730921"/>
                    <a:pt x="1603413" y="1729854"/>
                  </a:cubicBezTo>
                  <a:cubicBezTo>
                    <a:pt x="1603863" y="1728311"/>
                    <a:pt x="1605597" y="1727885"/>
                    <a:pt x="1606048" y="1726323"/>
                  </a:cubicBezTo>
                  <a:cubicBezTo>
                    <a:pt x="1606276" y="1725250"/>
                    <a:pt x="1606702" y="1723948"/>
                    <a:pt x="1606930" y="1722837"/>
                  </a:cubicBezTo>
                  <a:cubicBezTo>
                    <a:pt x="1607134" y="1721738"/>
                    <a:pt x="1607794" y="1720621"/>
                    <a:pt x="1607794" y="1719313"/>
                  </a:cubicBezTo>
                  <a:cubicBezTo>
                    <a:pt x="1607794" y="1717147"/>
                    <a:pt x="1605152" y="1716290"/>
                    <a:pt x="1605152" y="1714074"/>
                  </a:cubicBezTo>
                  <a:cubicBezTo>
                    <a:pt x="1605152" y="1709940"/>
                    <a:pt x="1608448" y="1707927"/>
                    <a:pt x="1611306" y="1705305"/>
                  </a:cubicBezTo>
                  <a:cubicBezTo>
                    <a:pt x="1612372" y="1704447"/>
                    <a:pt x="1613706" y="1703590"/>
                    <a:pt x="1614811" y="1702688"/>
                  </a:cubicBezTo>
                  <a:cubicBezTo>
                    <a:pt x="1615890" y="1701838"/>
                    <a:pt x="1616360" y="1700079"/>
                    <a:pt x="1617440" y="1699202"/>
                  </a:cubicBezTo>
                  <a:cubicBezTo>
                    <a:pt x="1618532" y="1698332"/>
                    <a:pt x="1619840" y="1698097"/>
                    <a:pt x="1620920" y="1697443"/>
                  </a:cubicBezTo>
                  <a:lnTo>
                    <a:pt x="1619186" y="1693957"/>
                  </a:lnTo>
                  <a:lnTo>
                    <a:pt x="1611502" y="1693957"/>
                  </a:lnTo>
                  <a:cubicBezTo>
                    <a:pt x="1609998" y="1693957"/>
                    <a:pt x="1609128" y="1694624"/>
                    <a:pt x="1607794" y="1694789"/>
                  </a:cubicBezTo>
                  <a:cubicBezTo>
                    <a:pt x="1606702" y="1695049"/>
                    <a:pt x="1605394" y="1695240"/>
                    <a:pt x="1604276" y="1695703"/>
                  </a:cubicBezTo>
                  <a:cubicBezTo>
                    <a:pt x="1602981" y="1696338"/>
                    <a:pt x="1601660" y="1696338"/>
                    <a:pt x="1600809" y="1697443"/>
                  </a:cubicBezTo>
                  <a:cubicBezTo>
                    <a:pt x="1600142" y="1698332"/>
                    <a:pt x="1600142" y="1699844"/>
                    <a:pt x="1599914" y="1700942"/>
                  </a:cubicBezTo>
                  <a:cubicBezTo>
                    <a:pt x="1599253" y="1703774"/>
                    <a:pt x="1599914" y="1705768"/>
                    <a:pt x="1599914" y="1708854"/>
                  </a:cubicBezTo>
                  <a:lnTo>
                    <a:pt x="1580019" y="1708854"/>
                  </a:lnTo>
                  <a:cubicBezTo>
                    <a:pt x="1576730" y="1708854"/>
                    <a:pt x="1575396" y="1711445"/>
                    <a:pt x="1572793" y="1713198"/>
                  </a:cubicBezTo>
                  <a:cubicBezTo>
                    <a:pt x="1571478" y="1714074"/>
                    <a:pt x="1570818" y="1715192"/>
                    <a:pt x="1569275" y="1715827"/>
                  </a:cubicBezTo>
                  <a:cubicBezTo>
                    <a:pt x="1567757" y="1716493"/>
                    <a:pt x="1566424" y="1717147"/>
                    <a:pt x="1564881" y="1717579"/>
                  </a:cubicBezTo>
                  <a:cubicBezTo>
                    <a:pt x="1563363" y="1718024"/>
                    <a:pt x="1562042" y="1719141"/>
                    <a:pt x="1560512" y="1719313"/>
                  </a:cubicBezTo>
                  <a:cubicBezTo>
                    <a:pt x="1557661" y="1719980"/>
                    <a:pt x="1555483" y="1720621"/>
                    <a:pt x="1552632" y="1721046"/>
                  </a:cubicBezTo>
                  <a:cubicBezTo>
                    <a:pt x="1551539" y="1721046"/>
                    <a:pt x="1550441" y="1721980"/>
                    <a:pt x="1549126" y="1721980"/>
                  </a:cubicBezTo>
                  <a:cubicBezTo>
                    <a:pt x="1546523" y="1722170"/>
                    <a:pt x="1544770" y="1721980"/>
                    <a:pt x="1542135" y="1721980"/>
                  </a:cubicBezTo>
                  <a:lnTo>
                    <a:pt x="1542135" y="1742084"/>
                  </a:lnTo>
                  <a:cubicBezTo>
                    <a:pt x="1539722" y="1744503"/>
                    <a:pt x="1538408" y="1746719"/>
                    <a:pt x="1535112" y="1747323"/>
                  </a:cubicBezTo>
                  <a:cubicBezTo>
                    <a:pt x="1534013" y="1747583"/>
                    <a:pt x="1532712" y="1748243"/>
                    <a:pt x="1531645" y="1748243"/>
                  </a:cubicBezTo>
                  <a:cubicBezTo>
                    <a:pt x="1529213" y="1748447"/>
                    <a:pt x="1527244" y="1748243"/>
                    <a:pt x="1524615" y="1748243"/>
                  </a:cubicBezTo>
                  <a:cubicBezTo>
                    <a:pt x="1524615" y="1750225"/>
                    <a:pt x="1525041" y="1751749"/>
                    <a:pt x="1524615" y="1753476"/>
                  </a:cubicBezTo>
                  <a:cubicBezTo>
                    <a:pt x="1524190" y="1754809"/>
                    <a:pt x="1523314" y="1755667"/>
                    <a:pt x="1522850" y="1756968"/>
                  </a:cubicBezTo>
                  <a:cubicBezTo>
                    <a:pt x="1522444" y="1758289"/>
                    <a:pt x="1521561" y="1759203"/>
                    <a:pt x="1521136" y="1760486"/>
                  </a:cubicBezTo>
                  <a:cubicBezTo>
                    <a:pt x="1520685" y="1761591"/>
                    <a:pt x="1521561" y="1762880"/>
                    <a:pt x="1521136" y="1763991"/>
                  </a:cubicBezTo>
                  <a:cubicBezTo>
                    <a:pt x="1520685" y="1765534"/>
                    <a:pt x="1518494" y="1765534"/>
                    <a:pt x="1517599" y="1766658"/>
                  </a:cubicBezTo>
                  <a:cubicBezTo>
                    <a:pt x="1515427" y="1769027"/>
                    <a:pt x="1512798" y="1769446"/>
                    <a:pt x="1510601" y="1771878"/>
                  </a:cubicBezTo>
                  <a:cubicBezTo>
                    <a:pt x="1509731" y="1772989"/>
                    <a:pt x="1507731" y="1772989"/>
                    <a:pt x="1507108" y="1774488"/>
                  </a:cubicBezTo>
                  <a:cubicBezTo>
                    <a:pt x="1506670" y="1775586"/>
                    <a:pt x="1507559" y="1776882"/>
                    <a:pt x="1507108" y="1778006"/>
                  </a:cubicBezTo>
                  <a:cubicBezTo>
                    <a:pt x="1506423" y="1779517"/>
                    <a:pt x="1504480" y="1779752"/>
                    <a:pt x="1503597" y="1781505"/>
                  </a:cubicBezTo>
                  <a:cubicBezTo>
                    <a:pt x="1503159" y="1782559"/>
                    <a:pt x="1503572" y="1783689"/>
                    <a:pt x="1503375" y="1784788"/>
                  </a:cubicBezTo>
                  <a:cubicBezTo>
                    <a:pt x="1503375" y="1784788"/>
                    <a:pt x="1502251" y="1788096"/>
                    <a:pt x="1503375" y="1788293"/>
                  </a:cubicBezTo>
                  <a:cubicBezTo>
                    <a:pt x="1504467" y="1788534"/>
                    <a:pt x="1505775" y="1788096"/>
                    <a:pt x="1506854" y="1788293"/>
                  </a:cubicBezTo>
                  <a:cubicBezTo>
                    <a:pt x="1508398" y="1788718"/>
                    <a:pt x="1509483" y="1788953"/>
                    <a:pt x="1511242" y="1789182"/>
                  </a:cubicBezTo>
                  <a:cubicBezTo>
                    <a:pt x="1511242" y="1794636"/>
                    <a:pt x="1510366" y="1797951"/>
                    <a:pt x="1511242" y="1803171"/>
                  </a:cubicBezTo>
                  <a:cubicBezTo>
                    <a:pt x="1511242" y="1804257"/>
                    <a:pt x="1511884" y="1805558"/>
                    <a:pt x="1512119" y="1806689"/>
                  </a:cubicBezTo>
                  <a:cubicBezTo>
                    <a:pt x="1512976" y="1809495"/>
                    <a:pt x="1514519" y="1811058"/>
                    <a:pt x="1515617" y="1813699"/>
                  </a:cubicBezTo>
                  <a:cubicBezTo>
                    <a:pt x="1516056" y="1814798"/>
                    <a:pt x="1516265" y="1816087"/>
                    <a:pt x="1516462" y="1817204"/>
                  </a:cubicBezTo>
                  <a:cubicBezTo>
                    <a:pt x="1516919" y="1818938"/>
                    <a:pt x="1517364" y="1820462"/>
                    <a:pt x="1517364" y="1822443"/>
                  </a:cubicBezTo>
                  <a:cubicBezTo>
                    <a:pt x="1517364" y="1824399"/>
                    <a:pt x="1517135" y="1825936"/>
                    <a:pt x="1516462" y="1827688"/>
                  </a:cubicBezTo>
                  <a:cubicBezTo>
                    <a:pt x="1515846" y="1829257"/>
                    <a:pt x="1514106" y="1829257"/>
                    <a:pt x="1512976" y="1830343"/>
                  </a:cubicBezTo>
                  <a:cubicBezTo>
                    <a:pt x="1511452" y="1831854"/>
                    <a:pt x="1509045" y="1831854"/>
                    <a:pt x="1508626" y="1833841"/>
                  </a:cubicBezTo>
                  <a:cubicBezTo>
                    <a:pt x="1508398" y="1834940"/>
                    <a:pt x="1508626" y="1835994"/>
                    <a:pt x="1508626" y="1837308"/>
                  </a:cubicBezTo>
                  <a:cubicBezTo>
                    <a:pt x="1508398" y="1839918"/>
                    <a:pt x="1509483" y="1841709"/>
                    <a:pt x="1509483" y="1844338"/>
                  </a:cubicBezTo>
                  <a:cubicBezTo>
                    <a:pt x="1509483" y="1847399"/>
                    <a:pt x="1509483" y="1849367"/>
                    <a:pt x="1508626" y="1852212"/>
                  </a:cubicBezTo>
                  <a:cubicBezTo>
                    <a:pt x="1508175" y="1853952"/>
                    <a:pt x="1506410" y="1854638"/>
                    <a:pt x="1505102" y="1855717"/>
                  </a:cubicBezTo>
                  <a:cubicBezTo>
                    <a:pt x="1503800" y="1856803"/>
                    <a:pt x="1504016" y="1858784"/>
                    <a:pt x="1502479" y="1859216"/>
                  </a:cubicBezTo>
                  <a:cubicBezTo>
                    <a:pt x="1501400" y="1859438"/>
                    <a:pt x="1500066" y="1859000"/>
                    <a:pt x="1499000" y="1859216"/>
                  </a:cubicBezTo>
                  <a:cubicBezTo>
                    <a:pt x="1496561" y="1859667"/>
                    <a:pt x="1494599" y="1859857"/>
                    <a:pt x="1491983" y="1860105"/>
                  </a:cubicBezTo>
                  <a:lnTo>
                    <a:pt x="1491087" y="1865350"/>
                  </a:lnTo>
                  <a:cubicBezTo>
                    <a:pt x="1491773" y="1866880"/>
                    <a:pt x="1493278" y="1867319"/>
                    <a:pt x="1493716" y="1868874"/>
                  </a:cubicBezTo>
                  <a:cubicBezTo>
                    <a:pt x="1493951" y="1869947"/>
                    <a:pt x="1493500" y="1871237"/>
                    <a:pt x="1493716" y="1872354"/>
                  </a:cubicBezTo>
                  <a:cubicBezTo>
                    <a:pt x="1489557" y="1874335"/>
                    <a:pt x="1486915" y="1876063"/>
                    <a:pt x="1483207" y="1878444"/>
                  </a:cubicBezTo>
                  <a:lnTo>
                    <a:pt x="1482356" y="1885511"/>
                  </a:lnTo>
                  <a:cubicBezTo>
                    <a:pt x="1481264" y="1885702"/>
                    <a:pt x="1479930" y="1886127"/>
                    <a:pt x="1478864" y="1886369"/>
                  </a:cubicBezTo>
                  <a:cubicBezTo>
                    <a:pt x="1476228" y="1887016"/>
                    <a:pt x="1474038" y="1887264"/>
                    <a:pt x="1471834" y="1888997"/>
                  </a:cubicBezTo>
                  <a:cubicBezTo>
                    <a:pt x="1470513" y="1890090"/>
                    <a:pt x="1470088" y="1891176"/>
                    <a:pt x="1469224" y="1892496"/>
                  </a:cubicBezTo>
                  <a:cubicBezTo>
                    <a:pt x="1466361" y="1896891"/>
                    <a:pt x="1466583" y="1901037"/>
                    <a:pt x="1466583" y="1906466"/>
                  </a:cubicBezTo>
                  <a:lnTo>
                    <a:pt x="1451686" y="1906466"/>
                  </a:lnTo>
                  <a:cubicBezTo>
                    <a:pt x="1452130" y="1910664"/>
                    <a:pt x="1453006" y="1912823"/>
                    <a:pt x="1452556" y="1917014"/>
                  </a:cubicBezTo>
                  <a:cubicBezTo>
                    <a:pt x="1452372" y="1919624"/>
                    <a:pt x="1451686" y="1921376"/>
                    <a:pt x="1451686" y="1924018"/>
                  </a:cubicBezTo>
                  <a:cubicBezTo>
                    <a:pt x="1451686" y="1925339"/>
                    <a:pt x="1450822" y="1926215"/>
                    <a:pt x="1450822" y="1927510"/>
                  </a:cubicBezTo>
                  <a:cubicBezTo>
                    <a:pt x="1450822" y="1929047"/>
                    <a:pt x="1451686" y="1929720"/>
                    <a:pt x="1451686" y="1931219"/>
                  </a:cubicBezTo>
                  <a:cubicBezTo>
                    <a:pt x="1451686" y="1932762"/>
                    <a:pt x="1450822" y="1934102"/>
                    <a:pt x="1450822" y="1935403"/>
                  </a:cubicBezTo>
                  <a:cubicBezTo>
                    <a:pt x="1451260" y="1938235"/>
                    <a:pt x="1452810" y="1939759"/>
                    <a:pt x="1454302" y="1942388"/>
                  </a:cubicBezTo>
                  <a:cubicBezTo>
                    <a:pt x="1455616" y="1941722"/>
                    <a:pt x="1456512" y="1941093"/>
                    <a:pt x="1457820" y="1940661"/>
                  </a:cubicBezTo>
                  <a:cubicBezTo>
                    <a:pt x="1459782" y="1940001"/>
                    <a:pt x="1461103" y="1938908"/>
                    <a:pt x="1463313" y="1938908"/>
                  </a:cubicBezTo>
                  <a:cubicBezTo>
                    <a:pt x="1466361" y="1938908"/>
                    <a:pt x="1467891" y="1939556"/>
                    <a:pt x="1470958" y="1939759"/>
                  </a:cubicBezTo>
                  <a:lnTo>
                    <a:pt x="1470958" y="1946751"/>
                  </a:lnTo>
                  <a:cubicBezTo>
                    <a:pt x="1470088" y="1947856"/>
                    <a:pt x="1470304" y="1949621"/>
                    <a:pt x="1469224" y="1950294"/>
                  </a:cubicBezTo>
                  <a:cubicBezTo>
                    <a:pt x="1466811" y="1951799"/>
                    <a:pt x="1464837" y="1952447"/>
                    <a:pt x="1462214" y="1952917"/>
                  </a:cubicBezTo>
                  <a:cubicBezTo>
                    <a:pt x="1461103" y="1953113"/>
                    <a:pt x="1460036" y="1952917"/>
                    <a:pt x="1458715" y="1952917"/>
                  </a:cubicBezTo>
                  <a:cubicBezTo>
                    <a:pt x="1456937" y="1953113"/>
                    <a:pt x="1456093" y="1953564"/>
                    <a:pt x="1454302" y="1953774"/>
                  </a:cubicBezTo>
                  <a:cubicBezTo>
                    <a:pt x="1454302" y="1956396"/>
                    <a:pt x="1454969" y="1958378"/>
                    <a:pt x="1454302" y="1960797"/>
                  </a:cubicBezTo>
                  <a:cubicBezTo>
                    <a:pt x="1454111" y="1961889"/>
                    <a:pt x="1454302" y="1963635"/>
                    <a:pt x="1453451" y="1964302"/>
                  </a:cubicBezTo>
                  <a:cubicBezTo>
                    <a:pt x="1452372" y="1965153"/>
                    <a:pt x="1451038" y="1965153"/>
                    <a:pt x="1449939" y="1966017"/>
                  </a:cubicBezTo>
                  <a:cubicBezTo>
                    <a:pt x="1448638" y="1967141"/>
                    <a:pt x="1447768" y="1967782"/>
                    <a:pt x="1446460" y="1968658"/>
                  </a:cubicBezTo>
                  <a:cubicBezTo>
                    <a:pt x="1445139" y="1969535"/>
                    <a:pt x="1443596" y="1969782"/>
                    <a:pt x="1442935" y="1971274"/>
                  </a:cubicBezTo>
                  <a:cubicBezTo>
                    <a:pt x="1442300" y="1972849"/>
                    <a:pt x="1442078" y="1974602"/>
                    <a:pt x="1442078" y="1976539"/>
                  </a:cubicBezTo>
                  <a:cubicBezTo>
                    <a:pt x="1442078" y="1978501"/>
                    <a:pt x="1442497" y="1980031"/>
                    <a:pt x="1442935" y="1981834"/>
                  </a:cubicBezTo>
                  <a:cubicBezTo>
                    <a:pt x="1443380" y="1983346"/>
                    <a:pt x="1444904" y="1983778"/>
                    <a:pt x="1445564" y="1985333"/>
                  </a:cubicBezTo>
                  <a:cubicBezTo>
                    <a:pt x="1446237" y="1986813"/>
                    <a:pt x="1447952" y="1987264"/>
                    <a:pt x="1448206" y="1988826"/>
                  </a:cubicBezTo>
                  <a:lnTo>
                    <a:pt x="1448206" y="1992331"/>
                  </a:lnTo>
                  <a:cubicBezTo>
                    <a:pt x="1448396" y="1995360"/>
                    <a:pt x="1447952" y="1997113"/>
                    <a:pt x="1448206" y="2000192"/>
                  </a:cubicBezTo>
                  <a:cubicBezTo>
                    <a:pt x="1448206" y="2001507"/>
                    <a:pt x="1447768" y="2002599"/>
                    <a:pt x="1448206" y="2003717"/>
                  </a:cubicBezTo>
                  <a:cubicBezTo>
                    <a:pt x="1448860" y="2005183"/>
                    <a:pt x="1449527" y="2006104"/>
                    <a:pt x="1450822" y="2007177"/>
                  </a:cubicBezTo>
                  <a:cubicBezTo>
                    <a:pt x="1451908" y="2008035"/>
                    <a:pt x="1453006" y="2008517"/>
                    <a:pt x="1454302" y="2008943"/>
                  </a:cubicBezTo>
                  <a:cubicBezTo>
                    <a:pt x="1455432" y="2009171"/>
                    <a:pt x="1456753" y="2008943"/>
                    <a:pt x="1457820" y="2008943"/>
                  </a:cubicBezTo>
                  <a:cubicBezTo>
                    <a:pt x="1458912" y="2008943"/>
                    <a:pt x="1460220" y="2008708"/>
                    <a:pt x="1461344" y="2008943"/>
                  </a:cubicBezTo>
                  <a:cubicBezTo>
                    <a:pt x="1462665" y="2009171"/>
                    <a:pt x="1463516" y="2010251"/>
                    <a:pt x="1464837" y="2010663"/>
                  </a:cubicBezTo>
                  <a:cubicBezTo>
                    <a:pt x="1466157" y="2011133"/>
                    <a:pt x="1467250" y="2011800"/>
                    <a:pt x="1468329" y="2012461"/>
                  </a:cubicBezTo>
                  <a:cubicBezTo>
                    <a:pt x="1469878" y="2013305"/>
                    <a:pt x="1470729" y="2014416"/>
                    <a:pt x="1471834" y="2015947"/>
                  </a:cubicBezTo>
                  <a:cubicBezTo>
                    <a:pt x="1472488" y="2017052"/>
                    <a:pt x="1472901" y="2018163"/>
                    <a:pt x="1473587" y="2019452"/>
                  </a:cubicBezTo>
                  <a:cubicBezTo>
                    <a:pt x="1474254" y="2020982"/>
                    <a:pt x="1475346" y="2022303"/>
                    <a:pt x="1476228" y="2023814"/>
                  </a:cubicBezTo>
                  <a:cubicBezTo>
                    <a:pt x="1476863" y="2024913"/>
                    <a:pt x="1477086" y="2026234"/>
                    <a:pt x="1477956" y="2027313"/>
                  </a:cubicBezTo>
                  <a:cubicBezTo>
                    <a:pt x="1479067" y="2028621"/>
                    <a:pt x="1480826" y="2028621"/>
                    <a:pt x="1481480" y="2029974"/>
                  </a:cubicBezTo>
                  <a:cubicBezTo>
                    <a:pt x="1482128" y="2031015"/>
                    <a:pt x="1482788" y="2032127"/>
                    <a:pt x="1483207" y="2033479"/>
                  </a:cubicBezTo>
                  <a:cubicBezTo>
                    <a:pt x="1483867" y="2035873"/>
                    <a:pt x="1482998" y="2037829"/>
                    <a:pt x="1483207" y="2040458"/>
                  </a:cubicBezTo>
                  <a:cubicBezTo>
                    <a:pt x="1483207" y="2041778"/>
                    <a:pt x="1483867" y="2042871"/>
                    <a:pt x="1484090" y="2043988"/>
                  </a:cubicBezTo>
                  <a:cubicBezTo>
                    <a:pt x="1484293" y="2045074"/>
                    <a:pt x="1484293" y="2046395"/>
                    <a:pt x="1484972" y="2047462"/>
                  </a:cubicBezTo>
                  <a:cubicBezTo>
                    <a:pt x="1485607" y="2048757"/>
                    <a:pt x="1487627" y="2049017"/>
                    <a:pt x="1488465" y="2050097"/>
                  </a:cubicBezTo>
                  <a:cubicBezTo>
                    <a:pt x="1489348" y="2051177"/>
                    <a:pt x="1490230" y="2052485"/>
                    <a:pt x="1491087" y="2053602"/>
                  </a:cubicBezTo>
                  <a:cubicBezTo>
                    <a:pt x="1491983" y="2054701"/>
                    <a:pt x="1493951" y="2054942"/>
                    <a:pt x="1494599" y="2056231"/>
                  </a:cubicBezTo>
                  <a:cubicBezTo>
                    <a:pt x="1495678" y="2058409"/>
                    <a:pt x="1495482" y="2060613"/>
                    <a:pt x="1495482" y="2063222"/>
                  </a:cubicBezTo>
                  <a:lnTo>
                    <a:pt x="1495482" y="2071122"/>
                  </a:lnTo>
                  <a:cubicBezTo>
                    <a:pt x="1496148" y="2072411"/>
                    <a:pt x="1497437" y="2074373"/>
                    <a:pt x="1498104" y="2075497"/>
                  </a:cubicBezTo>
                  <a:cubicBezTo>
                    <a:pt x="1498758" y="2076596"/>
                    <a:pt x="1499190" y="2077897"/>
                    <a:pt x="1499850" y="2079002"/>
                  </a:cubicBezTo>
                  <a:cubicBezTo>
                    <a:pt x="1500733" y="2080310"/>
                    <a:pt x="1502479" y="2080310"/>
                    <a:pt x="1503375" y="2081612"/>
                  </a:cubicBezTo>
                  <a:cubicBezTo>
                    <a:pt x="1505959" y="2084889"/>
                    <a:pt x="1507502" y="2087721"/>
                    <a:pt x="1507731" y="2092121"/>
                  </a:cubicBezTo>
                  <a:cubicBezTo>
                    <a:pt x="1507966" y="2096496"/>
                    <a:pt x="1506854" y="2099608"/>
                    <a:pt x="1508626" y="2103513"/>
                  </a:cubicBezTo>
                  <a:cubicBezTo>
                    <a:pt x="1509045" y="2104828"/>
                    <a:pt x="1509693" y="2105926"/>
                    <a:pt x="1510366" y="2107018"/>
                  </a:cubicBezTo>
                  <a:cubicBezTo>
                    <a:pt x="1511014" y="2108104"/>
                    <a:pt x="1512976" y="2107888"/>
                    <a:pt x="1513865" y="2108765"/>
                  </a:cubicBezTo>
                  <a:cubicBezTo>
                    <a:pt x="1514735" y="2109635"/>
                    <a:pt x="1514519" y="2111387"/>
                    <a:pt x="1515617" y="2112257"/>
                  </a:cubicBezTo>
                  <a:cubicBezTo>
                    <a:pt x="1516722" y="2113114"/>
                    <a:pt x="1518043" y="2113362"/>
                    <a:pt x="1519110" y="2113997"/>
                  </a:cubicBezTo>
                  <a:cubicBezTo>
                    <a:pt x="1520418" y="2114867"/>
                    <a:pt x="1521320" y="2115743"/>
                    <a:pt x="1522615" y="2116613"/>
                  </a:cubicBezTo>
                  <a:cubicBezTo>
                    <a:pt x="1523720" y="2117305"/>
                    <a:pt x="1525238" y="2117305"/>
                    <a:pt x="1526120" y="2118391"/>
                  </a:cubicBezTo>
                  <a:cubicBezTo>
                    <a:pt x="1527003" y="2119464"/>
                    <a:pt x="1527441" y="2120569"/>
                    <a:pt x="1527879" y="2121916"/>
                  </a:cubicBezTo>
                  <a:cubicBezTo>
                    <a:pt x="1528095" y="2122957"/>
                    <a:pt x="1527879" y="2124075"/>
                    <a:pt x="1527879" y="2125395"/>
                  </a:cubicBezTo>
                  <a:cubicBezTo>
                    <a:pt x="1528095" y="2128913"/>
                    <a:pt x="1527657" y="2130634"/>
                    <a:pt x="1527879" y="2134139"/>
                  </a:cubicBezTo>
                  <a:cubicBezTo>
                    <a:pt x="1527879" y="2135885"/>
                    <a:pt x="1528521" y="2136984"/>
                    <a:pt x="1528749" y="2138527"/>
                  </a:cubicBezTo>
                  <a:cubicBezTo>
                    <a:pt x="1528972" y="2139645"/>
                    <a:pt x="1528311" y="2140934"/>
                    <a:pt x="1528749" y="2142039"/>
                  </a:cubicBezTo>
                  <a:cubicBezTo>
                    <a:pt x="1529403" y="2143556"/>
                    <a:pt x="1531588" y="2143302"/>
                    <a:pt x="1532242" y="2144649"/>
                  </a:cubicBezTo>
                  <a:cubicBezTo>
                    <a:pt x="1533791" y="2147068"/>
                    <a:pt x="1534229" y="2149030"/>
                    <a:pt x="1535753" y="2151646"/>
                  </a:cubicBezTo>
                  <a:cubicBezTo>
                    <a:pt x="1536401" y="2152954"/>
                    <a:pt x="1536642" y="2154072"/>
                    <a:pt x="1537538" y="2155170"/>
                  </a:cubicBezTo>
                  <a:cubicBezTo>
                    <a:pt x="1538395" y="2156288"/>
                    <a:pt x="1539697" y="2156707"/>
                    <a:pt x="1541005" y="2157780"/>
                  </a:cubicBezTo>
                  <a:cubicBezTo>
                    <a:pt x="1542116" y="2158676"/>
                    <a:pt x="1543183" y="2158879"/>
                    <a:pt x="1544504" y="2159546"/>
                  </a:cubicBezTo>
                  <a:cubicBezTo>
                    <a:pt x="1546047" y="2160416"/>
                    <a:pt x="1547367" y="2161285"/>
                    <a:pt x="1548872" y="2162200"/>
                  </a:cubicBezTo>
                  <a:cubicBezTo>
                    <a:pt x="1550206" y="2162822"/>
                    <a:pt x="1550847" y="2164346"/>
                    <a:pt x="1552390" y="2164816"/>
                  </a:cubicBezTo>
                  <a:cubicBezTo>
                    <a:pt x="1553489" y="2165026"/>
                    <a:pt x="1554797" y="2165451"/>
                    <a:pt x="1555896" y="2165673"/>
                  </a:cubicBezTo>
                  <a:cubicBezTo>
                    <a:pt x="1558321" y="2166124"/>
                    <a:pt x="1560480" y="2165229"/>
                    <a:pt x="1562912" y="2165673"/>
                  </a:cubicBezTo>
                  <a:cubicBezTo>
                    <a:pt x="1564417" y="2165883"/>
                    <a:pt x="1565084" y="2167635"/>
                    <a:pt x="1566405" y="2168302"/>
                  </a:cubicBezTo>
                  <a:cubicBezTo>
                    <a:pt x="1567954" y="2169172"/>
                    <a:pt x="1568602" y="2170487"/>
                    <a:pt x="1569891" y="2171801"/>
                  </a:cubicBezTo>
                  <a:cubicBezTo>
                    <a:pt x="1570989" y="2172906"/>
                    <a:pt x="1571212" y="2174430"/>
                    <a:pt x="1572514" y="2175325"/>
                  </a:cubicBezTo>
                  <a:cubicBezTo>
                    <a:pt x="1573618" y="2175948"/>
                    <a:pt x="1574939" y="2176373"/>
                    <a:pt x="1576044" y="2177065"/>
                  </a:cubicBezTo>
                  <a:cubicBezTo>
                    <a:pt x="1577365" y="2177935"/>
                    <a:pt x="1578222" y="2178818"/>
                    <a:pt x="1579524" y="2179669"/>
                  </a:cubicBezTo>
                  <a:cubicBezTo>
                    <a:pt x="1582369" y="2181428"/>
                    <a:pt x="1583461" y="2183415"/>
                    <a:pt x="1586528" y="2184907"/>
                  </a:cubicBezTo>
                  <a:cubicBezTo>
                    <a:pt x="1588928" y="2186025"/>
                    <a:pt x="1590928" y="2186673"/>
                    <a:pt x="1593545" y="2187568"/>
                  </a:cubicBezTo>
                  <a:cubicBezTo>
                    <a:pt x="1594846" y="2188013"/>
                    <a:pt x="1595729" y="2188889"/>
                    <a:pt x="1597050" y="2189314"/>
                  </a:cubicBezTo>
                  <a:cubicBezTo>
                    <a:pt x="1600320" y="2190870"/>
                    <a:pt x="1602530" y="2191708"/>
                    <a:pt x="1604930" y="2194534"/>
                  </a:cubicBezTo>
                  <a:cubicBezTo>
                    <a:pt x="1605813" y="2195658"/>
                    <a:pt x="1605813" y="2196992"/>
                    <a:pt x="1606689" y="2198058"/>
                  </a:cubicBezTo>
                  <a:cubicBezTo>
                    <a:pt x="1607769" y="2199589"/>
                    <a:pt x="1609089" y="2200243"/>
                    <a:pt x="1610169" y="2201589"/>
                  </a:cubicBezTo>
                  <a:cubicBezTo>
                    <a:pt x="1612360" y="2204205"/>
                    <a:pt x="1613681" y="2206390"/>
                    <a:pt x="1616316" y="2208549"/>
                  </a:cubicBezTo>
                  <a:cubicBezTo>
                    <a:pt x="1617624" y="2209685"/>
                    <a:pt x="1617395" y="2211863"/>
                    <a:pt x="1618932" y="2212073"/>
                  </a:cubicBezTo>
                  <a:cubicBezTo>
                    <a:pt x="1620024" y="2212289"/>
                    <a:pt x="1621345" y="2212073"/>
                    <a:pt x="1622425" y="2212073"/>
                  </a:cubicBezTo>
                  <a:cubicBezTo>
                    <a:pt x="1624838" y="2212289"/>
                    <a:pt x="1626609" y="2212073"/>
                    <a:pt x="1629206" y="2212073"/>
                  </a:cubicBezTo>
                  <a:lnTo>
                    <a:pt x="1629206" y="2248649"/>
                  </a:lnTo>
                  <a:cubicBezTo>
                    <a:pt x="1629206" y="2251481"/>
                    <a:pt x="1627905" y="2253005"/>
                    <a:pt x="1627689" y="2255856"/>
                  </a:cubicBezTo>
                  <a:cubicBezTo>
                    <a:pt x="1627689" y="2257831"/>
                    <a:pt x="1628571" y="2259133"/>
                    <a:pt x="1628571" y="2261076"/>
                  </a:cubicBezTo>
                  <a:cubicBezTo>
                    <a:pt x="1628571" y="2261742"/>
                    <a:pt x="1627689" y="2262187"/>
                    <a:pt x="1627689" y="2262854"/>
                  </a:cubicBezTo>
                  <a:lnTo>
                    <a:pt x="1627689" y="2266327"/>
                  </a:lnTo>
                  <a:cubicBezTo>
                    <a:pt x="1627905" y="2269629"/>
                    <a:pt x="1629441" y="2271604"/>
                    <a:pt x="1629441" y="2274893"/>
                  </a:cubicBezTo>
                  <a:lnTo>
                    <a:pt x="1629441" y="2276849"/>
                  </a:lnTo>
                  <a:cubicBezTo>
                    <a:pt x="1629441" y="2278399"/>
                    <a:pt x="1627905" y="2279034"/>
                    <a:pt x="1627689" y="2280380"/>
                  </a:cubicBezTo>
                  <a:cubicBezTo>
                    <a:pt x="1627466" y="2281472"/>
                    <a:pt x="1627905" y="2282761"/>
                    <a:pt x="1627689" y="2283866"/>
                  </a:cubicBezTo>
                  <a:cubicBezTo>
                    <a:pt x="1627466" y="2285187"/>
                    <a:pt x="1626158" y="2285828"/>
                    <a:pt x="1625961" y="2287384"/>
                  </a:cubicBezTo>
                  <a:cubicBezTo>
                    <a:pt x="1625720" y="2289784"/>
                    <a:pt x="1626806" y="2290864"/>
                    <a:pt x="1626806" y="2293289"/>
                  </a:cubicBezTo>
                  <a:cubicBezTo>
                    <a:pt x="1626806" y="2293708"/>
                    <a:pt x="1625961" y="2293962"/>
                    <a:pt x="1625961" y="2294362"/>
                  </a:cubicBezTo>
                  <a:lnTo>
                    <a:pt x="1625961" y="2298757"/>
                  </a:lnTo>
                  <a:cubicBezTo>
                    <a:pt x="1625961" y="2300312"/>
                    <a:pt x="1627689" y="2300947"/>
                    <a:pt x="1627689" y="2302249"/>
                  </a:cubicBezTo>
                  <a:cubicBezTo>
                    <a:pt x="1627905" y="2304021"/>
                    <a:pt x="1627689" y="2305323"/>
                    <a:pt x="1627689" y="2307291"/>
                  </a:cubicBezTo>
                  <a:lnTo>
                    <a:pt x="1627689" y="2309272"/>
                  </a:lnTo>
                  <a:lnTo>
                    <a:pt x="1627689" y="2312746"/>
                  </a:lnTo>
                  <a:cubicBezTo>
                    <a:pt x="1627466" y="2314492"/>
                    <a:pt x="1625288" y="2315171"/>
                    <a:pt x="1625066" y="2317134"/>
                  </a:cubicBezTo>
                  <a:cubicBezTo>
                    <a:pt x="1624628" y="2320194"/>
                    <a:pt x="1625066" y="2321947"/>
                    <a:pt x="1625066" y="2325014"/>
                  </a:cubicBezTo>
                  <a:cubicBezTo>
                    <a:pt x="1625720" y="2326563"/>
                    <a:pt x="1627466" y="2327884"/>
                    <a:pt x="1627689" y="2329421"/>
                  </a:cubicBezTo>
                  <a:lnTo>
                    <a:pt x="1627689" y="2332882"/>
                  </a:lnTo>
                  <a:lnTo>
                    <a:pt x="1627689" y="2336387"/>
                  </a:lnTo>
                  <a:cubicBezTo>
                    <a:pt x="1627466" y="2337708"/>
                    <a:pt x="1626158" y="2338597"/>
                    <a:pt x="1625961" y="2339917"/>
                  </a:cubicBezTo>
                  <a:cubicBezTo>
                    <a:pt x="1625720" y="2341029"/>
                    <a:pt x="1626158" y="2342343"/>
                    <a:pt x="1625961" y="2343448"/>
                  </a:cubicBezTo>
                  <a:cubicBezTo>
                    <a:pt x="1625720" y="2344508"/>
                    <a:pt x="1625288" y="2345816"/>
                    <a:pt x="1625066" y="2346921"/>
                  </a:cubicBezTo>
                  <a:cubicBezTo>
                    <a:pt x="1624838" y="2348210"/>
                    <a:pt x="1623745" y="2349093"/>
                    <a:pt x="1623307" y="2350414"/>
                  </a:cubicBezTo>
                  <a:cubicBezTo>
                    <a:pt x="1622875" y="2351970"/>
                    <a:pt x="1622215" y="2353259"/>
                    <a:pt x="1621555" y="2354795"/>
                  </a:cubicBezTo>
                  <a:cubicBezTo>
                    <a:pt x="1620024" y="2358053"/>
                    <a:pt x="1618494" y="2360231"/>
                    <a:pt x="1617198" y="2363552"/>
                  </a:cubicBezTo>
                  <a:cubicBezTo>
                    <a:pt x="1616754" y="2365076"/>
                    <a:pt x="1615655" y="2366175"/>
                    <a:pt x="1615446" y="2367908"/>
                  </a:cubicBezTo>
                  <a:cubicBezTo>
                    <a:pt x="1615224" y="2370531"/>
                    <a:pt x="1615446" y="2372074"/>
                    <a:pt x="1615446" y="2374671"/>
                  </a:cubicBezTo>
                  <a:cubicBezTo>
                    <a:pt x="1615446" y="2375598"/>
                    <a:pt x="1614570" y="2375808"/>
                    <a:pt x="1614570" y="2376684"/>
                  </a:cubicBezTo>
                  <a:cubicBezTo>
                    <a:pt x="1614570" y="2380183"/>
                    <a:pt x="1615224" y="2381954"/>
                    <a:pt x="1615446" y="2385441"/>
                  </a:cubicBezTo>
                  <a:cubicBezTo>
                    <a:pt x="1615446" y="2386742"/>
                    <a:pt x="1616316" y="2387625"/>
                    <a:pt x="1616316" y="2388920"/>
                  </a:cubicBezTo>
                  <a:cubicBezTo>
                    <a:pt x="1616316" y="2390476"/>
                    <a:pt x="1615446" y="2391556"/>
                    <a:pt x="1615446" y="2393118"/>
                  </a:cubicBezTo>
                  <a:cubicBezTo>
                    <a:pt x="1615446" y="2394845"/>
                    <a:pt x="1616316" y="2395943"/>
                    <a:pt x="1616316" y="2397683"/>
                  </a:cubicBezTo>
                  <a:cubicBezTo>
                    <a:pt x="1616316" y="2399010"/>
                    <a:pt x="1615655" y="2400084"/>
                    <a:pt x="1615446" y="2401195"/>
                  </a:cubicBezTo>
                  <a:cubicBezTo>
                    <a:pt x="1615224" y="2402935"/>
                    <a:pt x="1613452" y="2403830"/>
                    <a:pt x="1612792" y="2405583"/>
                  </a:cubicBezTo>
                  <a:cubicBezTo>
                    <a:pt x="1612360" y="2406688"/>
                    <a:pt x="1612360" y="2407970"/>
                    <a:pt x="1611947" y="2409075"/>
                  </a:cubicBezTo>
                  <a:cubicBezTo>
                    <a:pt x="1611293" y="2410631"/>
                    <a:pt x="1609966" y="2411279"/>
                    <a:pt x="1609293" y="2412599"/>
                  </a:cubicBezTo>
                  <a:cubicBezTo>
                    <a:pt x="1608201" y="2414320"/>
                    <a:pt x="1606880" y="2415419"/>
                    <a:pt x="1605813" y="2416962"/>
                  </a:cubicBezTo>
                  <a:cubicBezTo>
                    <a:pt x="1603184" y="2420238"/>
                    <a:pt x="1600561" y="2422626"/>
                    <a:pt x="1600561" y="2427027"/>
                  </a:cubicBezTo>
                  <a:lnTo>
                    <a:pt x="1600561" y="2429198"/>
                  </a:lnTo>
                  <a:cubicBezTo>
                    <a:pt x="1600561" y="2430532"/>
                    <a:pt x="1601406" y="2431611"/>
                    <a:pt x="1601406" y="2432704"/>
                  </a:cubicBezTo>
                  <a:cubicBezTo>
                    <a:pt x="1601406" y="2433821"/>
                    <a:pt x="1601209" y="2435148"/>
                    <a:pt x="1601406" y="2436228"/>
                  </a:cubicBezTo>
                  <a:cubicBezTo>
                    <a:pt x="1601863" y="2437517"/>
                    <a:pt x="1602530" y="2438412"/>
                    <a:pt x="1603184" y="2439733"/>
                  </a:cubicBezTo>
                  <a:cubicBezTo>
                    <a:pt x="1603806" y="2441257"/>
                    <a:pt x="1605140" y="2441898"/>
                    <a:pt x="1605813" y="2443238"/>
                  </a:cubicBezTo>
                  <a:cubicBezTo>
                    <a:pt x="1608423" y="2448039"/>
                    <a:pt x="1610169" y="2451525"/>
                    <a:pt x="1610169" y="2457259"/>
                  </a:cubicBezTo>
                  <a:cubicBezTo>
                    <a:pt x="1610169" y="2462707"/>
                    <a:pt x="1608639" y="2465978"/>
                    <a:pt x="1607540" y="2471204"/>
                  </a:cubicBezTo>
                  <a:cubicBezTo>
                    <a:pt x="1607343" y="2472321"/>
                    <a:pt x="1606689" y="2473413"/>
                    <a:pt x="1606689" y="2474753"/>
                  </a:cubicBezTo>
                  <a:cubicBezTo>
                    <a:pt x="1606238" y="2478900"/>
                    <a:pt x="1607102" y="2481300"/>
                    <a:pt x="1606689" y="2485237"/>
                  </a:cubicBezTo>
                  <a:cubicBezTo>
                    <a:pt x="1606238" y="2488088"/>
                    <a:pt x="1605140" y="2490520"/>
                    <a:pt x="1604060" y="2493156"/>
                  </a:cubicBezTo>
                  <a:cubicBezTo>
                    <a:pt x="1603622" y="2494235"/>
                    <a:pt x="1603622" y="2495543"/>
                    <a:pt x="1603184" y="2496635"/>
                  </a:cubicBezTo>
                  <a:cubicBezTo>
                    <a:pt x="1602530" y="2498401"/>
                    <a:pt x="1600117" y="2498401"/>
                    <a:pt x="1599679" y="2500134"/>
                  </a:cubicBezTo>
                  <a:cubicBezTo>
                    <a:pt x="1599241" y="2501652"/>
                    <a:pt x="1600117" y="2502998"/>
                    <a:pt x="1599679" y="2504516"/>
                  </a:cubicBezTo>
                  <a:cubicBezTo>
                    <a:pt x="1599241" y="2505836"/>
                    <a:pt x="1598358" y="2506700"/>
                    <a:pt x="1597920" y="2508021"/>
                  </a:cubicBezTo>
                  <a:cubicBezTo>
                    <a:pt x="1597475" y="2509545"/>
                    <a:pt x="1596155" y="2510161"/>
                    <a:pt x="1595304" y="2511501"/>
                  </a:cubicBezTo>
                  <a:cubicBezTo>
                    <a:pt x="1594199" y="2513037"/>
                    <a:pt x="1592903" y="2513501"/>
                    <a:pt x="1591798" y="2515025"/>
                  </a:cubicBezTo>
                  <a:cubicBezTo>
                    <a:pt x="1591354" y="2515889"/>
                    <a:pt x="1589170" y="2516327"/>
                    <a:pt x="1589170" y="2517648"/>
                  </a:cubicBezTo>
                  <a:lnTo>
                    <a:pt x="1589170" y="2524639"/>
                  </a:lnTo>
                  <a:cubicBezTo>
                    <a:pt x="1589170" y="2526391"/>
                    <a:pt x="1590046" y="2527268"/>
                    <a:pt x="1590046" y="2529033"/>
                  </a:cubicBezTo>
                  <a:cubicBezTo>
                    <a:pt x="1590046" y="2531211"/>
                    <a:pt x="1589170" y="2532316"/>
                    <a:pt x="1589170" y="2534513"/>
                  </a:cubicBezTo>
                  <a:cubicBezTo>
                    <a:pt x="1589170" y="2535370"/>
                    <a:pt x="1590046" y="2536043"/>
                    <a:pt x="1590046" y="2536901"/>
                  </a:cubicBezTo>
                  <a:cubicBezTo>
                    <a:pt x="1590046" y="2538202"/>
                    <a:pt x="1590249" y="2539320"/>
                    <a:pt x="1590046" y="2540425"/>
                  </a:cubicBezTo>
                  <a:cubicBezTo>
                    <a:pt x="1589608" y="2541943"/>
                    <a:pt x="1588077" y="2542362"/>
                    <a:pt x="1587404" y="2543911"/>
                  </a:cubicBezTo>
                  <a:cubicBezTo>
                    <a:pt x="1586744" y="2545194"/>
                    <a:pt x="1586312" y="2546305"/>
                    <a:pt x="1585645" y="2547429"/>
                  </a:cubicBezTo>
                  <a:cubicBezTo>
                    <a:pt x="1584763" y="2548940"/>
                    <a:pt x="1582832" y="2549366"/>
                    <a:pt x="1582140" y="2550921"/>
                  </a:cubicBezTo>
                  <a:cubicBezTo>
                    <a:pt x="1581505" y="2552458"/>
                    <a:pt x="1581505" y="2553538"/>
                    <a:pt x="1581277" y="2555290"/>
                  </a:cubicBezTo>
                  <a:cubicBezTo>
                    <a:pt x="1579994" y="2556598"/>
                    <a:pt x="1577365" y="2558376"/>
                    <a:pt x="1576044" y="2559665"/>
                  </a:cubicBezTo>
                  <a:cubicBezTo>
                    <a:pt x="1574939" y="2560732"/>
                    <a:pt x="1573180" y="2560993"/>
                    <a:pt x="1572514" y="2562288"/>
                  </a:cubicBezTo>
                  <a:cubicBezTo>
                    <a:pt x="1571859" y="2563609"/>
                    <a:pt x="1570989" y="2564479"/>
                    <a:pt x="1570793" y="2565774"/>
                  </a:cubicBezTo>
                  <a:cubicBezTo>
                    <a:pt x="1570564" y="2566892"/>
                    <a:pt x="1569891" y="2567990"/>
                    <a:pt x="1569891" y="2569298"/>
                  </a:cubicBezTo>
                  <a:cubicBezTo>
                    <a:pt x="1569891" y="2571267"/>
                    <a:pt x="1572767" y="2571051"/>
                    <a:pt x="1573402" y="2572772"/>
                  </a:cubicBezTo>
                  <a:cubicBezTo>
                    <a:pt x="1573618" y="2573902"/>
                    <a:pt x="1573180" y="2575204"/>
                    <a:pt x="1573402" y="2576296"/>
                  </a:cubicBezTo>
                  <a:cubicBezTo>
                    <a:pt x="1574272" y="2578919"/>
                    <a:pt x="1575593" y="2580665"/>
                    <a:pt x="1576044" y="2583332"/>
                  </a:cubicBezTo>
                  <a:cubicBezTo>
                    <a:pt x="1576260" y="2584424"/>
                    <a:pt x="1576044" y="2585497"/>
                    <a:pt x="1576044" y="2586818"/>
                  </a:cubicBezTo>
                  <a:cubicBezTo>
                    <a:pt x="1576044" y="2588113"/>
                    <a:pt x="1576901" y="2588996"/>
                    <a:pt x="1576901" y="2590317"/>
                  </a:cubicBezTo>
                  <a:cubicBezTo>
                    <a:pt x="1577111" y="2593168"/>
                    <a:pt x="1576901" y="2594921"/>
                    <a:pt x="1576901" y="2597746"/>
                  </a:cubicBezTo>
                  <a:cubicBezTo>
                    <a:pt x="1576901" y="2603449"/>
                    <a:pt x="1577111" y="2607602"/>
                    <a:pt x="1574272" y="2612205"/>
                  </a:cubicBezTo>
                  <a:cubicBezTo>
                    <a:pt x="1573618" y="2613513"/>
                    <a:pt x="1572514" y="2614402"/>
                    <a:pt x="1571631" y="2615711"/>
                  </a:cubicBezTo>
                  <a:cubicBezTo>
                    <a:pt x="1570793" y="2617031"/>
                    <a:pt x="1568824" y="2617031"/>
                    <a:pt x="1568151" y="2618327"/>
                  </a:cubicBezTo>
                  <a:cubicBezTo>
                    <a:pt x="1567059" y="2620530"/>
                    <a:pt x="1567281" y="2622715"/>
                    <a:pt x="1567281" y="2625363"/>
                  </a:cubicBezTo>
                  <a:cubicBezTo>
                    <a:pt x="1567281" y="2626664"/>
                    <a:pt x="1567059" y="2627712"/>
                    <a:pt x="1567281" y="2628849"/>
                  </a:cubicBezTo>
                  <a:cubicBezTo>
                    <a:pt x="1567713" y="2630392"/>
                    <a:pt x="1569250" y="2630804"/>
                    <a:pt x="1569891" y="2632348"/>
                  </a:cubicBezTo>
                  <a:lnTo>
                    <a:pt x="1571631" y="2635846"/>
                  </a:lnTo>
                  <a:cubicBezTo>
                    <a:pt x="1572971" y="2638482"/>
                    <a:pt x="1575142" y="2640031"/>
                    <a:pt x="1575142" y="2643098"/>
                  </a:cubicBezTo>
                  <a:cubicBezTo>
                    <a:pt x="1575142" y="2644368"/>
                    <a:pt x="1574272" y="2645016"/>
                    <a:pt x="1574272" y="2646362"/>
                  </a:cubicBezTo>
                  <a:cubicBezTo>
                    <a:pt x="1571631" y="2646565"/>
                    <a:pt x="1569459" y="2646127"/>
                    <a:pt x="1567281" y="2647200"/>
                  </a:cubicBezTo>
                  <a:cubicBezTo>
                    <a:pt x="1565738" y="2648089"/>
                    <a:pt x="1564659" y="2648515"/>
                    <a:pt x="1563782" y="2649861"/>
                  </a:cubicBezTo>
                  <a:cubicBezTo>
                    <a:pt x="1563109" y="2650718"/>
                    <a:pt x="1563338" y="2652248"/>
                    <a:pt x="1562912" y="2653360"/>
                  </a:cubicBezTo>
                  <a:cubicBezTo>
                    <a:pt x="1562461" y="2654446"/>
                    <a:pt x="1562461" y="2655754"/>
                    <a:pt x="1562017" y="2656865"/>
                  </a:cubicBezTo>
                  <a:cubicBezTo>
                    <a:pt x="1561357" y="2658579"/>
                    <a:pt x="1558956" y="2658579"/>
                    <a:pt x="1558512" y="2660389"/>
                  </a:cubicBezTo>
                  <a:cubicBezTo>
                    <a:pt x="1558321" y="2661456"/>
                    <a:pt x="1558740" y="2662777"/>
                    <a:pt x="1558512" y="2663863"/>
                  </a:cubicBezTo>
                  <a:cubicBezTo>
                    <a:pt x="1558086" y="2665609"/>
                    <a:pt x="1557629" y="2667158"/>
                    <a:pt x="1557629" y="2669095"/>
                  </a:cubicBezTo>
                  <a:cubicBezTo>
                    <a:pt x="1557629" y="2671311"/>
                    <a:pt x="1558086" y="2672841"/>
                    <a:pt x="1559388" y="2674327"/>
                  </a:cubicBezTo>
                  <a:cubicBezTo>
                    <a:pt x="1560258" y="2675451"/>
                    <a:pt x="1561807" y="2675451"/>
                    <a:pt x="1562912" y="2676156"/>
                  </a:cubicBezTo>
                  <a:cubicBezTo>
                    <a:pt x="1564208" y="2677013"/>
                    <a:pt x="1564849" y="2678760"/>
                    <a:pt x="1566633" y="2678760"/>
                  </a:cubicBezTo>
                  <a:lnTo>
                    <a:pt x="1577784" y="2678760"/>
                  </a:lnTo>
                  <a:lnTo>
                    <a:pt x="1580407" y="2647200"/>
                  </a:lnTo>
                  <a:lnTo>
                    <a:pt x="1593545" y="2647200"/>
                  </a:lnTo>
                  <a:lnTo>
                    <a:pt x="1593545" y="2657697"/>
                  </a:lnTo>
                  <a:cubicBezTo>
                    <a:pt x="1592421" y="2658808"/>
                    <a:pt x="1592237" y="2660148"/>
                    <a:pt x="1590928" y="2661240"/>
                  </a:cubicBezTo>
                  <a:cubicBezTo>
                    <a:pt x="1589805" y="2662104"/>
                    <a:pt x="1588496" y="2662104"/>
                    <a:pt x="1587404" y="2663024"/>
                  </a:cubicBezTo>
                  <a:cubicBezTo>
                    <a:pt x="1586096" y="2664079"/>
                    <a:pt x="1585887" y="2665393"/>
                    <a:pt x="1584763" y="2666472"/>
                  </a:cubicBezTo>
                  <a:lnTo>
                    <a:pt x="1584763" y="2684875"/>
                  </a:lnTo>
                  <a:cubicBezTo>
                    <a:pt x="1583918" y="2685986"/>
                    <a:pt x="1583277" y="2687072"/>
                    <a:pt x="1582140" y="2688361"/>
                  </a:cubicBezTo>
                  <a:cubicBezTo>
                    <a:pt x="1581061" y="2689682"/>
                    <a:pt x="1579327" y="2689682"/>
                    <a:pt x="1578673" y="2691003"/>
                  </a:cubicBezTo>
                  <a:cubicBezTo>
                    <a:pt x="1577994" y="2692088"/>
                    <a:pt x="1577994" y="2693428"/>
                    <a:pt x="1577784" y="2694514"/>
                  </a:cubicBezTo>
                  <a:cubicBezTo>
                    <a:pt x="1577543" y="2695613"/>
                    <a:pt x="1577365" y="2696667"/>
                    <a:pt x="1577365" y="2698000"/>
                  </a:cubicBezTo>
                  <a:cubicBezTo>
                    <a:pt x="1577365" y="2702388"/>
                    <a:pt x="1578673" y="2705017"/>
                    <a:pt x="1578673" y="2709373"/>
                  </a:cubicBezTo>
                  <a:cubicBezTo>
                    <a:pt x="1578673" y="2713564"/>
                    <a:pt x="1578864" y="2715729"/>
                    <a:pt x="1578673" y="2719908"/>
                  </a:cubicBezTo>
                  <a:cubicBezTo>
                    <a:pt x="1578673" y="2721413"/>
                    <a:pt x="1577543" y="2722092"/>
                    <a:pt x="1577365" y="2723407"/>
                  </a:cubicBezTo>
                  <a:lnTo>
                    <a:pt x="1573402" y="2720771"/>
                  </a:lnTo>
                  <a:cubicBezTo>
                    <a:pt x="1572101" y="2719908"/>
                    <a:pt x="1571859" y="2718155"/>
                    <a:pt x="1570793" y="2717272"/>
                  </a:cubicBezTo>
                  <a:cubicBezTo>
                    <a:pt x="1569891" y="2716618"/>
                    <a:pt x="1567954" y="2717482"/>
                    <a:pt x="1567281" y="2716403"/>
                  </a:cubicBezTo>
                  <a:cubicBezTo>
                    <a:pt x="1566633" y="2715304"/>
                    <a:pt x="1567281" y="2713989"/>
                    <a:pt x="1567281" y="2712910"/>
                  </a:cubicBezTo>
                  <a:lnTo>
                    <a:pt x="1567281" y="2709373"/>
                  </a:lnTo>
                  <a:cubicBezTo>
                    <a:pt x="1567281" y="2706744"/>
                    <a:pt x="1566843" y="2705017"/>
                    <a:pt x="1566405" y="2702388"/>
                  </a:cubicBezTo>
                  <a:cubicBezTo>
                    <a:pt x="1565960" y="2702610"/>
                    <a:pt x="1566843" y="2704141"/>
                    <a:pt x="1566405" y="2704141"/>
                  </a:cubicBezTo>
                  <a:cubicBezTo>
                    <a:pt x="1564659" y="2704591"/>
                    <a:pt x="1563109" y="2704141"/>
                    <a:pt x="1561153" y="2704141"/>
                  </a:cubicBezTo>
                  <a:lnTo>
                    <a:pt x="1561153" y="2714631"/>
                  </a:lnTo>
                  <a:cubicBezTo>
                    <a:pt x="1562233" y="2715304"/>
                    <a:pt x="1563782" y="2714631"/>
                    <a:pt x="1564659" y="2715545"/>
                  </a:cubicBezTo>
                  <a:cubicBezTo>
                    <a:pt x="1565738" y="2716618"/>
                    <a:pt x="1565509" y="2717920"/>
                    <a:pt x="1566405" y="2719019"/>
                  </a:cubicBezTo>
                  <a:cubicBezTo>
                    <a:pt x="1567281" y="2720111"/>
                    <a:pt x="1569250" y="2720333"/>
                    <a:pt x="1569891" y="2721629"/>
                  </a:cubicBezTo>
                  <a:cubicBezTo>
                    <a:pt x="1570564" y="2722753"/>
                    <a:pt x="1571212" y="2723838"/>
                    <a:pt x="1571631" y="2725153"/>
                  </a:cubicBezTo>
                  <a:cubicBezTo>
                    <a:pt x="1571859" y="2726258"/>
                    <a:pt x="1571631" y="2727579"/>
                    <a:pt x="1571631" y="2728658"/>
                  </a:cubicBezTo>
                  <a:cubicBezTo>
                    <a:pt x="1571631" y="2729737"/>
                    <a:pt x="1572514" y="2730855"/>
                    <a:pt x="1572514" y="2732163"/>
                  </a:cubicBezTo>
                  <a:cubicBezTo>
                    <a:pt x="1572767" y="2734805"/>
                    <a:pt x="1572514" y="2736538"/>
                    <a:pt x="1572514" y="2739148"/>
                  </a:cubicBezTo>
                  <a:close/>
                  <a:moveTo>
                    <a:pt x="3350799" y="1396942"/>
                  </a:moveTo>
                  <a:cubicBezTo>
                    <a:pt x="3349498" y="1393856"/>
                    <a:pt x="3345986" y="1392993"/>
                    <a:pt x="3345554" y="1389900"/>
                  </a:cubicBezTo>
                  <a:cubicBezTo>
                    <a:pt x="3345554" y="1387748"/>
                    <a:pt x="3345986" y="1385112"/>
                    <a:pt x="3345554" y="1382934"/>
                  </a:cubicBezTo>
                  <a:cubicBezTo>
                    <a:pt x="3345116" y="1380718"/>
                    <a:pt x="3346850" y="1378108"/>
                    <a:pt x="3345554" y="1375905"/>
                  </a:cubicBezTo>
                  <a:cubicBezTo>
                    <a:pt x="3344259" y="1373301"/>
                    <a:pt x="3341198" y="1372412"/>
                    <a:pt x="3338544" y="1370685"/>
                  </a:cubicBezTo>
                  <a:cubicBezTo>
                    <a:pt x="3336378" y="1369345"/>
                    <a:pt x="3334169" y="1368050"/>
                    <a:pt x="3331552" y="1367142"/>
                  </a:cubicBezTo>
                  <a:cubicBezTo>
                    <a:pt x="3329387" y="1366310"/>
                    <a:pt x="3326745" y="1367586"/>
                    <a:pt x="3324561" y="1367142"/>
                  </a:cubicBezTo>
                  <a:cubicBezTo>
                    <a:pt x="3321488" y="1366310"/>
                    <a:pt x="3320611" y="1362348"/>
                    <a:pt x="3317538" y="1361909"/>
                  </a:cubicBezTo>
                  <a:lnTo>
                    <a:pt x="3314045" y="1361909"/>
                  </a:lnTo>
                  <a:cubicBezTo>
                    <a:pt x="3306597" y="1361909"/>
                    <a:pt x="3303524" y="1366723"/>
                    <a:pt x="3296539" y="1368907"/>
                  </a:cubicBezTo>
                  <a:lnTo>
                    <a:pt x="3293021" y="1368907"/>
                  </a:lnTo>
                  <a:lnTo>
                    <a:pt x="3242227" y="1356664"/>
                  </a:lnTo>
                  <a:cubicBezTo>
                    <a:pt x="3237439" y="1357966"/>
                    <a:pt x="3233496" y="1360169"/>
                    <a:pt x="3228238" y="1360169"/>
                  </a:cubicBezTo>
                  <a:cubicBezTo>
                    <a:pt x="3224295" y="1360169"/>
                    <a:pt x="3221208" y="1360169"/>
                    <a:pt x="3217710" y="1358398"/>
                  </a:cubicBezTo>
                  <a:cubicBezTo>
                    <a:pt x="3214211" y="1356664"/>
                    <a:pt x="3213360" y="1353604"/>
                    <a:pt x="3210718" y="1351387"/>
                  </a:cubicBezTo>
                  <a:cubicBezTo>
                    <a:pt x="3205492" y="1347031"/>
                    <a:pt x="3202838" y="1343958"/>
                    <a:pt x="3196729" y="1340904"/>
                  </a:cubicBezTo>
                  <a:cubicBezTo>
                    <a:pt x="3187941" y="1336052"/>
                    <a:pt x="3182283" y="1332128"/>
                    <a:pt x="3172193" y="1332128"/>
                  </a:cubicBezTo>
                  <a:cubicBezTo>
                    <a:pt x="3165182" y="1332128"/>
                    <a:pt x="3161684" y="1335633"/>
                    <a:pt x="3154686" y="1335633"/>
                  </a:cubicBezTo>
                  <a:cubicBezTo>
                    <a:pt x="3150742" y="1335633"/>
                    <a:pt x="3148114" y="1333887"/>
                    <a:pt x="3144189" y="1333011"/>
                  </a:cubicBezTo>
                  <a:cubicBezTo>
                    <a:pt x="3144189" y="1339576"/>
                    <a:pt x="3143738" y="1343101"/>
                    <a:pt x="3144189" y="1349654"/>
                  </a:cubicBezTo>
                  <a:cubicBezTo>
                    <a:pt x="3144189" y="1352289"/>
                    <a:pt x="3145923" y="1354010"/>
                    <a:pt x="3145923" y="1356664"/>
                  </a:cubicBezTo>
                  <a:cubicBezTo>
                    <a:pt x="3146812" y="1364957"/>
                    <a:pt x="3144602" y="1369345"/>
                    <a:pt x="3144189" y="1377664"/>
                  </a:cubicBezTo>
                  <a:cubicBezTo>
                    <a:pt x="3140252" y="1378108"/>
                    <a:pt x="3137630" y="1379410"/>
                    <a:pt x="3133680" y="1379410"/>
                  </a:cubicBezTo>
                  <a:lnTo>
                    <a:pt x="3127121" y="1379410"/>
                  </a:lnTo>
                  <a:cubicBezTo>
                    <a:pt x="3124028" y="1379410"/>
                    <a:pt x="3122295" y="1379854"/>
                    <a:pt x="3119666" y="1379410"/>
                  </a:cubicBezTo>
                  <a:cubicBezTo>
                    <a:pt x="3116160" y="1378985"/>
                    <a:pt x="3115297" y="1375054"/>
                    <a:pt x="3112655" y="1372412"/>
                  </a:cubicBezTo>
                  <a:cubicBezTo>
                    <a:pt x="3110033" y="1369828"/>
                    <a:pt x="3108731" y="1366723"/>
                    <a:pt x="3105670" y="1365402"/>
                  </a:cubicBezTo>
                  <a:cubicBezTo>
                    <a:pt x="3102590" y="1364094"/>
                    <a:pt x="3099962" y="1363668"/>
                    <a:pt x="3096469" y="1363668"/>
                  </a:cubicBezTo>
                  <a:lnTo>
                    <a:pt x="3061881" y="1363668"/>
                  </a:lnTo>
                  <a:cubicBezTo>
                    <a:pt x="3060998" y="1361027"/>
                    <a:pt x="3059690" y="1359274"/>
                    <a:pt x="3058401" y="1356664"/>
                  </a:cubicBezTo>
                  <a:cubicBezTo>
                    <a:pt x="3057486" y="1354435"/>
                    <a:pt x="3057918" y="1351387"/>
                    <a:pt x="3056648" y="1349654"/>
                  </a:cubicBezTo>
                  <a:cubicBezTo>
                    <a:pt x="3054889" y="1347438"/>
                    <a:pt x="3051809" y="1347438"/>
                    <a:pt x="3049606" y="1346149"/>
                  </a:cubicBezTo>
                  <a:cubicBezTo>
                    <a:pt x="3046983" y="1344421"/>
                    <a:pt x="3045688" y="1342218"/>
                    <a:pt x="3042602" y="1340904"/>
                  </a:cubicBezTo>
                  <a:cubicBezTo>
                    <a:pt x="3040437" y="1339983"/>
                    <a:pt x="3037782" y="1339576"/>
                    <a:pt x="3035623" y="1339145"/>
                  </a:cubicBezTo>
                  <a:cubicBezTo>
                    <a:pt x="3030778" y="1337798"/>
                    <a:pt x="3026848" y="1336052"/>
                    <a:pt x="3021577" y="1335633"/>
                  </a:cubicBezTo>
                  <a:cubicBezTo>
                    <a:pt x="3016383" y="1335195"/>
                    <a:pt x="3012440" y="1336484"/>
                    <a:pt x="3007575" y="1335633"/>
                  </a:cubicBezTo>
                  <a:cubicBezTo>
                    <a:pt x="3001924" y="1334331"/>
                    <a:pt x="2998831" y="1331245"/>
                    <a:pt x="2993567" y="1328604"/>
                  </a:cubicBezTo>
                  <a:cubicBezTo>
                    <a:pt x="2987452" y="1325568"/>
                    <a:pt x="2980880" y="1322946"/>
                    <a:pt x="2979566" y="1316380"/>
                  </a:cubicBezTo>
                  <a:cubicBezTo>
                    <a:pt x="2979121" y="1314170"/>
                    <a:pt x="2977813" y="1311979"/>
                    <a:pt x="2977813" y="1309389"/>
                  </a:cubicBezTo>
                  <a:cubicBezTo>
                    <a:pt x="2977813" y="1306296"/>
                    <a:pt x="2979997" y="1304994"/>
                    <a:pt x="2981337" y="1302346"/>
                  </a:cubicBezTo>
                  <a:cubicBezTo>
                    <a:pt x="2982626" y="1299292"/>
                    <a:pt x="2987001" y="1300194"/>
                    <a:pt x="2988341" y="1297114"/>
                  </a:cubicBezTo>
                  <a:cubicBezTo>
                    <a:pt x="2989199" y="1294917"/>
                    <a:pt x="2990126" y="1292771"/>
                    <a:pt x="2990126" y="1290129"/>
                  </a:cubicBezTo>
                  <a:cubicBezTo>
                    <a:pt x="2990126" y="1287037"/>
                    <a:pt x="2987897" y="1285303"/>
                    <a:pt x="2986576" y="1283106"/>
                  </a:cubicBezTo>
                  <a:cubicBezTo>
                    <a:pt x="2985268" y="1280915"/>
                    <a:pt x="2981756" y="1280915"/>
                    <a:pt x="2979566" y="1279601"/>
                  </a:cubicBezTo>
                  <a:cubicBezTo>
                    <a:pt x="2976962" y="1277861"/>
                    <a:pt x="2975216" y="1276102"/>
                    <a:pt x="2972562" y="1274349"/>
                  </a:cubicBezTo>
                  <a:cubicBezTo>
                    <a:pt x="2975216" y="1272152"/>
                    <a:pt x="2974746" y="1268660"/>
                    <a:pt x="2977813" y="1267358"/>
                  </a:cubicBezTo>
                  <a:cubicBezTo>
                    <a:pt x="2979997" y="1266501"/>
                    <a:pt x="2982626" y="1266501"/>
                    <a:pt x="2984830" y="1265605"/>
                  </a:cubicBezTo>
                  <a:cubicBezTo>
                    <a:pt x="2987001" y="1264710"/>
                    <a:pt x="2989630" y="1264284"/>
                    <a:pt x="2991840" y="1263872"/>
                  </a:cubicBezTo>
                  <a:cubicBezTo>
                    <a:pt x="2990519" y="1261668"/>
                    <a:pt x="2992259" y="1258125"/>
                    <a:pt x="2990126" y="1256830"/>
                  </a:cubicBezTo>
                  <a:cubicBezTo>
                    <a:pt x="2987897" y="1255521"/>
                    <a:pt x="2985268" y="1255953"/>
                    <a:pt x="2983064" y="1255096"/>
                  </a:cubicBezTo>
                  <a:cubicBezTo>
                    <a:pt x="2978270" y="1252893"/>
                    <a:pt x="2974746" y="1249851"/>
                    <a:pt x="2969063" y="1249851"/>
                  </a:cubicBezTo>
                  <a:cubicBezTo>
                    <a:pt x="2966421" y="1249851"/>
                    <a:pt x="2964707" y="1251591"/>
                    <a:pt x="2962084" y="1251591"/>
                  </a:cubicBezTo>
                  <a:cubicBezTo>
                    <a:pt x="2959411" y="1251591"/>
                    <a:pt x="2957252" y="1251165"/>
                    <a:pt x="2955048" y="1251591"/>
                  </a:cubicBezTo>
                  <a:cubicBezTo>
                    <a:pt x="2949822" y="1252467"/>
                    <a:pt x="2946285" y="1255953"/>
                    <a:pt x="2941034" y="1256830"/>
                  </a:cubicBezTo>
                  <a:cubicBezTo>
                    <a:pt x="2938856" y="1257274"/>
                    <a:pt x="2936678" y="1256830"/>
                    <a:pt x="2934023" y="1256830"/>
                  </a:cubicBezTo>
                  <a:cubicBezTo>
                    <a:pt x="2925711" y="1257274"/>
                    <a:pt x="2920898" y="1255521"/>
                    <a:pt x="2913030" y="1256830"/>
                  </a:cubicBezTo>
                  <a:cubicBezTo>
                    <a:pt x="2909982" y="1257274"/>
                    <a:pt x="2909112" y="1260773"/>
                    <a:pt x="2906033" y="1262087"/>
                  </a:cubicBezTo>
                  <a:cubicBezTo>
                    <a:pt x="2902953" y="1263415"/>
                    <a:pt x="2901645" y="1265605"/>
                    <a:pt x="2899022" y="1267358"/>
                  </a:cubicBezTo>
                  <a:cubicBezTo>
                    <a:pt x="2896857" y="1265605"/>
                    <a:pt x="2894190" y="1263872"/>
                    <a:pt x="2892024" y="1262087"/>
                  </a:cubicBezTo>
                  <a:cubicBezTo>
                    <a:pt x="2889834" y="1260347"/>
                    <a:pt x="2889370" y="1256830"/>
                    <a:pt x="2886760" y="1255096"/>
                  </a:cubicBezTo>
                  <a:cubicBezTo>
                    <a:pt x="2882366" y="1252042"/>
                    <a:pt x="2878416" y="1249851"/>
                    <a:pt x="2872778" y="1249851"/>
                  </a:cubicBezTo>
                  <a:cubicBezTo>
                    <a:pt x="2864002" y="1249851"/>
                    <a:pt x="2859627" y="1255521"/>
                    <a:pt x="2851721" y="1258582"/>
                  </a:cubicBezTo>
                  <a:cubicBezTo>
                    <a:pt x="2849537" y="1259471"/>
                    <a:pt x="2846933" y="1258125"/>
                    <a:pt x="2844736" y="1258582"/>
                  </a:cubicBezTo>
                  <a:cubicBezTo>
                    <a:pt x="2841237" y="1259941"/>
                    <a:pt x="2840361" y="1262964"/>
                    <a:pt x="2837719" y="1265605"/>
                  </a:cubicBezTo>
                  <a:lnTo>
                    <a:pt x="2802712" y="1265605"/>
                  </a:lnTo>
                  <a:cubicBezTo>
                    <a:pt x="2801823" y="1268215"/>
                    <a:pt x="2800502" y="1269949"/>
                    <a:pt x="2799194" y="1272578"/>
                  </a:cubicBezTo>
                  <a:cubicBezTo>
                    <a:pt x="2798317" y="1274800"/>
                    <a:pt x="2798781" y="1277861"/>
                    <a:pt x="2797460" y="1279601"/>
                  </a:cubicBezTo>
                  <a:cubicBezTo>
                    <a:pt x="2795263" y="1282230"/>
                    <a:pt x="2793530" y="1283531"/>
                    <a:pt x="2790450" y="1284871"/>
                  </a:cubicBezTo>
                  <a:cubicBezTo>
                    <a:pt x="2788278" y="1285735"/>
                    <a:pt x="2786075" y="1284871"/>
                    <a:pt x="2783433" y="1284871"/>
                  </a:cubicBezTo>
                  <a:cubicBezTo>
                    <a:pt x="2778207" y="1285303"/>
                    <a:pt x="2774276" y="1283963"/>
                    <a:pt x="2769463" y="1284871"/>
                  </a:cubicBezTo>
                  <a:cubicBezTo>
                    <a:pt x="2766822" y="1285303"/>
                    <a:pt x="2765501" y="1288370"/>
                    <a:pt x="2762427" y="1288370"/>
                  </a:cubicBezTo>
                  <a:lnTo>
                    <a:pt x="2758928" y="1288370"/>
                  </a:lnTo>
                  <a:cubicBezTo>
                    <a:pt x="2754979" y="1288370"/>
                    <a:pt x="2752350" y="1286605"/>
                    <a:pt x="2748419" y="1286605"/>
                  </a:cubicBezTo>
                  <a:cubicBezTo>
                    <a:pt x="2740113" y="1286173"/>
                    <a:pt x="2735268" y="1287913"/>
                    <a:pt x="2727420" y="1286605"/>
                  </a:cubicBezTo>
                  <a:cubicBezTo>
                    <a:pt x="2725242" y="1286173"/>
                    <a:pt x="2722587" y="1285735"/>
                    <a:pt x="2720403" y="1284871"/>
                  </a:cubicBezTo>
                  <a:cubicBezTo>
                    <a:pt x="2717323" y="1283963"/>
                    <a:pt x="2716453" y="1280915"/>
                    <a:pt x="2713418" y="1279601"/>
                  </a:cubicBezTo>
                  <a:lnTo>
                    <a:pt x="2706370" y="1276102"/>
                  </a:lnTo>
                  <a:cubicBezTo>
                    <a:pt x="2705068" y="1279169"/>
                    <a:pt x="2701556" y="1280045"/>
                    <a:pt x="2701143" y="1283106"/>
                  </a:cubicBezTo>
                  <a:cubicBezTo>
                    <a:pt x="2700724" y="1285303"/>
                    <a:pt x="2701556" y="1287913"/>
                    <a:pt x="2701143" y="1290129"/>
                  </a:cubicBezTo>
                  <a:cubicBezTo>
                    <a:pt x="2700724" y="1292307"/>
                    <a:pt x="2699391" y="1294510"/>
                    <a:pt x="2699391" y="1297114"/>
                  </a:cubicBezTo>
                  <a:cubicBezTo>
                    <a:pt x="2698934" y="1301489"/>
                    <a:pt x="2699391" y="1304156"/>
                    <a:pt x="2699391" y="1308480"/>
                  </a:cubicBezTo>
                  <a:cubicBezTo>
                    <a:pt x="2696768" y="1308480"/>
                    <a:pt x="2694984" y="1307636"/>
                    <a:pt x="2692368" y="1307636"/>
                  </a:cubicBezTo>
                  <a:cubicBezTo>
                    <a:pt x="2689758" y="1307636"/>
                    <a:pt x="2688018" y="1309389"/>
                    <a:pt x="2685389" y="1309389"/>
                  </a:cubicBezTo>
                  <a:cubicBezTo>
                    <a:pt x="2680531" y="1309389"/>
                    <a:pt x="2677947" y="1308480"/>
                    <a:pt x="2673121" y="1308480"/>
                  </a:cubicBezTo>
                  <a:lnTo>
                    <a:pt x="2673121" y="1337373"/>
                  </a:lnTo>
                  <a:lnTo>
                    <a:pt x="2646857" y="1337373"/>
                  </a:lnTo>
                  <a:cubicBezTo>
                    <a:pt x="2646394" y="1342643"/>
                    <a:pt x="2645543" y="1346149"/>
                    <a:pt x="2645111" y="1351387"/>
                  </a:cubicBezTo>
                  <a:cubicBezTo>
                    <a:pt x="2644673" y="1356664"/>
                    <a:pt x="2645543" y="1360169"/>
                    <a:pt x="2645111" y="1365402"/>
                  </a:cubicBezTo>
                  <a:cubicBezTo>
                    <a:pt x="2645111" y="1368469"/>
                    <a:pt x="2642031" y="1369828"/>
                    <a:pt x="2641593" y="1372412"/>
                  </a:cubicBezTo>
                  <a:cubicBezTo>
                    <a:pt x="2640723" y="1377226"/>
                    <a:pt x="2639834" y="1382934"/>
                    <a:pt x="2639834" y="1388173"/>
                  </a:cubicBezTo>
                  <a:lnTo>
                    <a:pt x="2639834" y="1400409"/>
                  </a:lnTo>
                  <a:lnTo>
                    <a:pt x="2618847" y="1400409"/>
                  </a:lnTo>
                  <a:cubicBezTo>
                    <a:pt x="2618422" y="1409191"/>
                    <a:pt x="2617057" y="1417053"/>
                    <a:pt x="2610084" y="1421441"/>
                  </a:cubicBezTo>
                  <a:cubicBezTo>
                    <a:pt x="2607906" y="1422749"/>
                    <a:pt x="2604814" y="1422342"/>
                    <a:pt x="2603087" y="1423212"/>
                  </a:cubicBezTo>
                  <a:cubicBezTo>
                    <a:pt x="2600445" y="1424965"/>
                    <a:pt x="2600896" y="1428889"/>
                    <a:pt x="2597842" y="1430197"/>
                  </a:cubicBezTo>
                  <a:cubicBezTo>
                    <a:pt x="2595645" y="1431042"/>
                    <a:pt x="2593016" y="1431042"/>
                    <a:pt x="2590787" y="1431963"/>
                  </a:cubicBezTo>
                  <a:cubicBezTo>
                    <a:pt x="2588628" y="1432813"/>
                    <a:pt x="2585561" y="1431042"/>
                    <a:pt x="2583827" y="1431963"/>
                  </a:cubicBezTo>
                  <a:cubicBezTo>
                    <a:pt x="2581643" y="1433277"/>
                    <a:pt x="2582068" y="1436763"/>
                    <a:pt x="2580309" y="1438954"/>
                  </a:cubicBezTo>
                  <a:cubicBezTo>
                    <a:pt x="2578557" y="1441138"/>
                    <a:pt x="2576360" y="1443316"/>
                    <a:pt x="2575045" y="1445926"/>
                  </a:cubicBezTo>
                  <a:cubicBezTo>
                    <a:pt x="2572004" y="1451660"/>
                    <a:pt x="2571121" y="1456023"/>
                    <a:pt x="2568041" y="1461725"/>
                  </a:cubicBezTo>
                  <a:cubicBezTo>
                    <a:pt x="2566746" y="1464786"/>
                    <a:pt x="2564530" y="1466964"/>
                    <a:pt x="2562783" y="1470463"/>
                  </a:cubicBezTo>
                  <a:cubicBezTo>
                    <a:pt x="2561907" y="1472666"/>
                    <a:pt x="2562364" y="1475295"/>
                    <a:pt x="2561062" y="1477486"/>
                  </a:cubicBezTo>
                  <a:cubicBezTo>
                    <a:pt x="2559304" y="1480559"/>
                    <a:pt x="2555373" y="1481423"/>
                    <a:pt x="2554039" y="1484490"/>
                  </a:cubicBezTo>
                  <a:cubicBezTo>
                    <a:pt x="2552719" y="1487106"/>
                    <a:pt x="2551849" y="1489303"/>
                    <a:pt x="2550528" y="1491494"/>
                  </a:cubicBezTo>
                  <a:cubicBezTo>
                    <a:pt x="2549226" y="1493659"/>
                    <a:pt x="2550077" y="1496288"/>
                    <a:pt x="2548788" y="1498504"/>
                  </a:cubicBezTo>
                  <a:cubicBezTo>
                    <a:pt x="2547467" y="1500670"/>
                    <a:pt x="2543987" y="1498060"/>
                    <a:pt x="2541765" y="1498504"/>
                  </a:cubicBezTo>
                  <a:cubicBezTo>
                    <a:pt x="2537396" y="1499812"/>
                    <a:pt x="2534342" y="1499812"/>
                    <a:pt x="2529516" y="1500251"/>
                  </a:cubicBezTo>
                  <a:cubicBezTo>
                    <a:pt x="2529516" y="1508988"/>
                    <a:pt x="2530436" y="1514265"/>
                    <a:pt x="2529516" y="1523003"/>
                  </a:cubicBezTo>
                  <a:cubicBezTo>
                    <a:pt x="2529516" y="1525625"/>
                    <a:pt x="2528214" y="1527848"/>
                    <a:pt x="2527769" y="1530013"/>
                  </a:cubicBezTo>
                  <a:cubicBezTo>
                    <a:pt x="2527344" y="1532216"/>
                    <a:pt x="2527344" y="1535245"/>
                    <a:pt x="2526036" y="1536998"/>
                  </a:cubicBezTo>
                  <a:cubicBezTo>
                    <a:pt x="2524271" y="1539659"/>
                    <a:pt x="2521635" y="1540097"/>
                    <a:pt x="2519051" y="1542256"/>
                  </a:cubicBezTo>
                  <a:cubicBezTo>
                    <a:pt x="2517273" y="1543602"/>
                    <a:pt x="2514199" y="1542738"/>
                    <a:pt x="2512009" y="1544027"/>
                  </a:cubicBezTo>
                  <a:cubicBezTo>
                    <a:pt x="2509818" y="1545342"/>
                    <a:pt x="2510256" y="1548834"/>
                    <a:pt x="2508510" y="1551044"/>
                  </a:cubicBezTo>
                  <a:lnTo>
                    <a:pt x="2508510" y="1563255"/>
                  </a:lnTo>
                  <a:cubicBezTo>
                    <a:pt x="2513768" y="1563738"/>
                    <a:pt x="2517273" y="1564576"/>
                    <a:pt x="2522518" y="1565040"/>
                  </a:cubicBezTo>
                  <a:cubicBezTo>
                    <a:pt x="2525128" y="1565040"/>
                    <a:pt x="2527344" y="1564576"/>
                    <a:pt x="2529516" y="1565040"/>
                  </a:cubicBezTo>
                  <a:cubicBezTo>
                    <a:pt x="2531713" y="1565503"/>
                    <a:pt x="2534342" y="1564576"/>
                    <a:pt x="2536513" y="1565040"/>
                  </a:cubicBezTo>
                  <a:cubicBezTo>
                    <a:pt x="2539574" y="1565503"/>
                    <a:pt x="2539168" y="1570297"/>
                    <a:pt x="2541765" y="1572031"/>
                  </a:cubicBezTo>
                  <a:lnTo>
                    <a:pt x="2538279" y="1579035"/>
                  </a:lnTo>
                  <a:cubicBezTo>
                    <a:pt x="2536964" y="1581664"/>
                    <a:pt x="2533034" y="1582534"/>
                    <a:pt x="2533034" y="1585588"/>
                  </a:cubicBezTo>
                  <a:cubicBezTo>
                    <a:pt x="2533034" y="1602231"/>
                    <a:pt x="2534786" y="1611452"/>
                    <a:pt x="2534786" y="1628076"/>
                  </a:cubicBezTo>
                  <a:lnTo>
                    <a:pt x="2534786" y="1635074"/>
                  </a:lnTo>
                  <a:cubicBezTo>
                    <a:pt x="2534786" y="1637277"/>
                    <a:pt x="2535662" y="1639906"/>
                    <a:pt x="2534786" y="1642040"/>
                  </a:cubicBezTo>
                  <a:cubicBezTo>
                    <a:pt x="2533478" y="1645138"/>
                    <a:pt x="2531275" y="1646891"/>
                    <a:pt x="2529516" y="1649075"/>
                  </a:cubicBezTo>
                  <a:cubicBezTo>
                    <a:pt x="2528214" y="1650822"/>
                    <a:pt x="2523382" y="1647355"/>
                    <a:pt x="2522518" y="1649075"/>
                  </a:cubicBezTo>
                  <a:cubicBezTo>
                    <a:pt x="2521635" y="1650822"/>
                    <a:pt x="2520784" y="1653419"/>
                    <a:pt x="2520784" y="1656105"/>
                  </a:cubicBezTo>
                  <a:cubicBezTo>
                    <a:pt x="2520784" y="1659166"/>
                    <a:pt x="2523807" y="1660480"/>
                    <a:pt x="2524271" y="1663096"/>
                  </a:cubicBezTo>
                  <a:cubicBezTo>
                    <a:pt x="2524702" y="1665300"/>
                    <a:pt x="2525572" y="1667903"/>
                    <a:pt x="2526036" y="1670088"/>
                  </a:cubicBezTo>
                  <a:cubicBezTo>
                    <a:pt x="2526487" y="1672297"/>
                    <a:pt x="2527769" y="1674482"/>
                    <a:pt x="2527769" y="1677130"/>
                  </a:cubicBezTo>
                  <a:lnTo>
                    <a:pt x="2527769" y="1684108"/>
                  </a:lnTo>
                  <a:cubicBezTo>
                    <a:pt x="2528214" y="1689373"/>
                    <a:pt x="2527344" y="1693697"/>
                    <a:pt x="2529516" y="1698129"/>
                  </a:cubicBezTo>
                  <a:cubicBezTo>
                    <a:pt x="2530849" y="1701184"/>
                    <a:pt x="2534342" y="1700771"/>
                    <a:pt x="2536513" y="1703400"/>
                  </a:cubicBezTo>
                  <a:cubicBezTo>
                    <a:pt x="2538279" y="1705546"/>
                    <a:pt x="2537834" y="1708619"/>
                    <a:pt x="2540025" y="1710353"/>
                  </a:cubicBezTo>
                  <a:cubicBezTo>
                    <a:pt x="2542241" y="1712125"/>
                    <a:pt x="2544851" y="1712582"/>
                    <a:pt x="2547048" y="1713896"/>
                  </a:cubicBezTo>
                  <a:cubicBezTo>
                    <a:pt x="2549664" y="1715192"/>
                    <a:pt x="2550972" y="1718246"/>
                    <a:pt x="2554039" y="1719141"/>
                  </a:cubicBezTo>
                  <a:cubicBezTo>
                    <a:pt x="2556243" y="1719980"/>
                    <a:pt x="2558865" y="1718246"/>
                    <a:pt x="2561062" y="1719141"/>
                  </a:cubicBezTo>
                  <a:cubicBezTo>
                    <a:pt x="2563685" y="1720430"/>
                    <a:pt x="2566308" y="1720430"/>
                    <a:pt x="2568041" y="1722634"/>
                  </a:cubicBezTo>
                  <a:cubicBezTo>
                    <a:pt x="2571121" y="1726133"/>
                    <a:pt x="2568492" y="1733130"/>
                    <a:pt x="2571559" y="1736636"/>
                  </a:cubicBezTo>
                  <a:cubicBezTo>
                    <a:pt x="2573293" y="1738858"/>
                    <a:pt x="2576360" y="1738858"/>
                    <a:pt x="2578557" y="1740128"/>
                  </a:cubicBezTo>
                  <a:cubicBezTo>
                    <a:pt x="2580747" y="1741468"/>
                    <a:pt x="2582964" y="1739715"/>
                    <a:pt x="2585561" y="1740128"/>
                  </a:cubicBezTo>
                  <a:cubicBezTo>
                    <a:pt x="2585561" y="1748472"/>
                    <a:pt x="2584246" y="1753311"/>
                    <a:pt x="2585561" y="1761159"/>
                  </a:cubicBezTo>
                  <a:cubicBezTo>
                    <a:pt x="2585999" y="1764214"/>
                    <a:pt x="2589072" y="1765553"/>
                    <a:pt x="2590787" y="1768170"/>
                  </a:cubicBezTo>
                  <a:cubicBezTo>
                    <a:pt x="2592571" y="1770773"/>
                    <a:pt x="2596521" y="1770335"/>
                    <a:pt x="2599594" y="1771656"/>
                  </a:cubicBezTo>
                  <a:cubicBezTo>
                    <a:pt x="2604814" y="1774272"/>
                    <a:pt x="2607906" y="1778260"/>
                    <a:pt x="2613577" y="1780425"/>
                  </a:cubicBezTo>
                  <a:cubicBezTo>
                    <a:pt x="2619267" y="1782584"/>
                    <a:pt x="2623210" y="1781733"/>
                    <a:pt x="2629338" y="1782159"/>
                  </a:cubicBezTo>
                  <a:cubicBezTo>
                    <a:pt x="2629769" y="1784788"/>
                    <a:pt x="2631103" y="1786547"/>
                    <a:pt x="2631103" y="1789182"/>
                  </a:cubicBezTo>
                  <a:cubicBezTo>
                    <a:pt x="2631103" y="1791811"/>
                    <a:pt x="2630646" y="1793970"/>
                    <a:pt x="2631103" y="1796192"/>
                  </a:cubicBezTo>
                  <a:cubicBezTo>
                    <a:pt x="2631528" y="1798383"/>
                    <a:pt x="2629769" y="1800999"/>
                    <a:pt x="2631103" y="1803171"/>
                  </a:cubicBezTo>
                  <a:cubicBezTo>
                    <a:pt x="2632411" y="1805368"/>
                    <a:pt x="2635916" y="1804968"/>
                    <a:pt x="2638101" y="1806689"/>
                  </a:cubicBezTo>
                  <a:cubicBezTo>
                    <a:pt x="2640298" y="1808435"/>
                    <a:pt x="2642901" y="1808880"/>
                    <a:pt x="2645111" y="1810194"/>
                  </a:cubicBezTo>
                  <a:cubicBezTo>
                    <a:pt x="2647740" y="1811908"/>
                    <a:pt x="2647740" y="1815439"/>
                    <a:pt x="2650356" y="1817204"/>
                  </a:cubicBezTo>
                  <a:cubicBezTo>
                    <a:pt x="2654700" y="1820710"/>
                    <a:pt x="2658675" y="1824177"/>
                    <a:pt x="2664358" y="1825936"/>
                  </a:cubicBezTo>
                  <a:cubicBezTo>
                    <a:pt x="2666555" y="1826386"/>
                    <a:pt x="2669171" y="1825497"/>
                    <a:pt x="2671368" y="1825936"/>
                  </a:cubicBezTo>
                  <a:cubicBezTo>
                    <a:pt x="2673997" y="1826386"/>
                    <a:pt x="2675743" y="1829003"/>
                    <a:pt x="2678398" y="1829447"/>
                  </a:cubicBezTo>
                  <a:cubicBezTo>
                    <a:pt x="2681865" y="1830343"/>
                    <a:pt x="2684957" y="1831219"/>
                    <a:pt x="2688901" y="1831219"/>
                  </a:cubicBezTo>
                  <a:cubicBezTo>
                    <a:pt x="2692838" y="1831219"/>
                    <a:pt x="2693676" y="1827250"/>
                    <a:pt x="2695879" y="1824177"/>
                  </a:cubicBezTo>
                  <a:cubicBezTo>
                    <a:pt x="2697200" y="1822443"/>
                    <a:pt x="2695879" y="1818538"/>
                    <a:pt x="2697626" y="1817204"/>
                  </a:cubicBezTo>
                  <a:cubicBezTo>
                    <a:pt x="2701556" y="1814112"/>
                    <a:pt x="2706370" y="1815439"/>
                    <a:pt x="2711653" y="1815439"/>
                  </a:cubicBezTo>
                  <a:cubicBezTo>
                    <a:pt x="2714294" y="1815439"/>
                    <a:pt x="2716015" y="1817204"/>
                    <a:pt x="2718657" y="1817204"/>
                  </a:cubicBezTo>
                  <a:cubicBezTo>
                    <a:pt x="2721254" y="1817204"/>
                    <a:pt x="2723026" y="1815439"/>
                    <a:pt x="2725667" y="1815439"/>
                  </a:cubicBezTo>
                  <a:lnTo>
                    <a:pt x="2730042" y="1815439"/>
                  </a:lnTo>
                  <a:cubicBezTo>
                    <a:pt x="2737040" y="1815439"/>
                    <a:pt x="2741841" y="1814550"/>
                    <a:pt x="2748419" y="1815439"/>
                  </a:cubicBezTo>
                  <a:cubicBezTo>
                    <a:pt x="2750591" y="1815439"/>
                    <a:pt x="2753245" y="1814550"/>
                    <a:pt x="2755449" y="1815439"/>
                  </a:cubicBezTo>
                  <a:cubicBezTo>
                    <a:pt x="2758046" y="1816296"/>
                    <a:pt x="2756300" y="1821154"/>
                    <a:pt x="2758928" y="1822443"/>
                  </a:cubicBezTo>
                  <a:cubicBezTo>
                    <a:pt x="2765056" y="1825497"/>
                    <a:pt x="2769463" y="1824177"/>
                    <a:pt x="2776429" y="1824177"/>
                  </a:cubicBezTo>
                  <a:cubicBezTo>
                    <a:pt x="2780379" y="1824177"/>
                    <a:pt x="2783433" y="1824640"/>
                    <a:pt x="2786913" y="1824177"/>
                  </a:cubicBezTo>
                  <a:cubicBezTo>
                    <a:pt x="2789586" y="1823783"/>
                    <a:pt x="2791326" y="1821548"/>
                    <a:pt x="2793955" y="1820710"/>
                  </a:cubicBezTo>
                  <a:cubicBezTo>
                    <a:pt x="2796146" y="1819821"/>
                    <a:pt x="2798781" y="1822011"/>
                    <a:pt x="2800959" y="1820710"/>
                  </a:cubicBezTo>
                  <a:cubicBezTo>
                    <a:pt x="2803131" y="1819389"/>
                    <a:pt x="2802248" y="1815439"/>
                    <a:pt x="2804458" y="1813699"/>
                  </a:cubicBezTo>
                  <a:cubicBezTo>
                    <a:pt x="2806649" y="1811908"/>
                    <a:pt x="2808839" y="1810194"/>
                    <a:pt x="2811437" y="1808435"/>
                  </a:cubicBezTo>
                  <a:cubicBezTo>
                    <a:pt x="2814104" y="1806689"/>
                    <a:pt x="2815424" y="1803622"/>
                    <a:pt x="2818466" y="1803171"/>
                  </a:cubicBezTo>
                  <a:cubicBezTo>
                    <a:pt x="2823292" y="1802320"/>
                    <a:pt x="2827223" y="1803171"/>
                    <a:pt x="2832480" y="1803171"/>
                  </a:cubicBezTo>
                  <a:cubicBezTo>
                    <a:pt x="2837719" y="1803171"/>
                    <a:pt x="2841237" y="1805368"/>
                    <a:pt x="2846482" y="1804968"/>
                  </a:cubicBezTo>
                  <a:lnTo>
                    <a:pt x="2849968" y="1804968"/>
                  </a:lnTo>
                  <a:cubicBezTo>
                    <a:pt x="2853931" y="1804054"/>
                    <a:pt x="2854801" y="1799215"/>
                    <a:pt x="2858763" y="1797951"/>
                  </a:cubicBezTo>
                  <a:cubicBezTo>
                    <a:pt x="2864853" y="1795748"/>
                    <a:pt x="2870136" y="1794452"/>
                    <a:pt x="2877140" y="1794452"/>
                  </a:cubicBezTo>
                  <a:cubicBezTo>
                    <a:pt x="2881496" y="1794452"/>
                    <a:pt x="2885884" y="1793132"/>
                    <a:pt x="2888526" y="1796192"/>
                  </a:cubicBezTo>
                  <a:cubicBezTo>
                    <a:pt x="2889834" y="1797951"/>
                    <a:pt x="2889370" y="1801425"/>
                    <a:pt x="2890253" y="1803171"/>
                  </a:cubicBezTo>
                  <a:cubicBezTo>
                    <a:pt x="2892024" y="1805832"/>
                    <a:pt x="2894647" y="1807114"/>
                    <a:pt x="2895498" y="1810194"/>
                  </a:cubicBezTo>
                  <a:cubicBezTo>
                    <a:pt x="2896393" y="1812366"/>
                    <a:pt x="2896393" y="1814988"/>
                    <a:pt x="2897276" y="1817204"/>
                  </a:cubicBezTo>
                  <a:cubicBezTo>
                    <a:pt x="2898165" y="1819389"/>
                    <a:pt x="2897714" y="1822443"/>
                    <a:pt x="2899022" y="1824177"/>
                  </a:cubicBezTo>
                  <a:cubicBezTo>
                    <a:pt x="2900762" y="1826386"/>
                    <a:pt x="2903823" y="1826386"/>
                    <a:pt x="2906033" y="1827688"/>
                  </a:cubicBezTo>
                  <a:cubicBezTo>
                    <a:pt x="2908204" y="1829003"/>
                    <a:pt x="2910395" y="1829447"/>
                    <a:pt x="2913468" y="1829447"/>
                  </a:cubicBezTo>
                  <a:lnTo>
                    <a:pt x="2974308" y="1829447"/>
                  </a:lnTo>
                  <a:lnTo>
                    <a:pt x="2974308" y="1850872"/>
                  </a:lnTo>
                  <a:cubicBezTo>
                    <a:pt x="2974308" y="1853514"/>
                    <a:pt x="2972562" y="1854822"/>
                    <a:pt x="2972562" y="1857463"/>
                  </a:cubicBezTo>
                  <a:cubicBezTo>
                    <a:pt x="2972562" y="1862721"/>
                    <a:pt x="2973000" y="1866220"/>
                    <a:pt x="2972562" y="1871491"/>
                  </a:cubicBezTo>
                  <a:cubicBezTo>
                    <a:pt x="2972562" y="1874119"/>
                    <a:pt x="2973000" y="1876304"/>
                    <a:pt x="2972562" y="1878444"/>
                  </a:cubicBezTo>
                  <a:cubicBezTo>
                    <a:pt x="2971679" y="1881524"/>
                    <a:pt x="2968625" y="1882413"/>
                    <a:pt x="2967323" y="1885511"/>
                  </a:cubicBezTo>
                  <a:cubicBezTo>
                    <a:pt x="2966421" y="1887664"/>
                    <a:pt x="2965577" y="1889436"/>
                    <a:pt x="2965577" y="1892026"/>
                  </a:cubicBezTo>
                  <a:cubicBezTo>
                    <a:pt x="2965577" y="1900396"/>
                    <a:pt x="2963824" y="1905171"/>
                    <a:pt x="2963824" y="1913515"/>
                  </a:cubicBezTo>
                  <a:cubicBezTo>
                    <a:pt x="2962503" y="1915267"/>
                    <a:pt x="2963824" y="1919624"/>
                    <a:pt x="2962084" y="1920513"/>
                  </a:cubicBezTo>
                  <a:cubicBezTo>
                    <a:pt x="2960300" y="1921376"/>
                    <a:pt x="2956788" y="1919624"/>
                    <a:pt x="2955048" y="1920513"/>
                  </a:cubicBezTo>
                  <a:cubicBezTo>
                    <a:pt x="2952870" y="1921802"/>
                    <a:pt x="2953308" y="1925732"/>
                    <a:pt x="2951562" y="1927510"/>
                  </a:cubicBezTo>
                  <a:cubicBezTo>
                    <a:pt x="2954185" y="1928361"/>
                    <a:pt x="2955931" y="1930120"/>
                    <a:pt x="2958560" y="1930984"/>
                  </a:cubicBezTo>
                  <a:cubicBezTo>
                    <a:pt x="2963824" y="1932762"/>
                    <a:pt x="2969063" y="1931885"/>
                    <a:pt x="2972562" y="1936254"/>
                  </a:cubicBezTo>
                  <a:cubicBezTo>
                    <a:pt x="2975641" y="1940210"/>
                    <a:pt x="2972562" y="1945449"/>
                    <a:pt x="2974308" y="1950294"/>
                  </a:cubicBezTo>
                  <a:cubicBezTo>
                    <a:pt x="2975216" y="1952917"/>
                    <a:pt x="2976079" y="1955545"/>
                    <a:pt x="2977813" y="1957266"/>
                  </a:cubicBezTo>
                  <a:cubicBezTo>
                    <a:pt x="2979566" y="1959013"/>
                    <a:pt x="2983064" y="1958136"/>
                    <a:pt x="2984830" y="1959013"/>
                  </a:cubicBezTo>
                  <a:cubicBezTo>
                    <a:pt x="2987001" y="1960333"/>
                    <a:pt x="2990126" y="1960797"/>
                    <a:pt x="2991840" y="1962518"/>
                  </a:cubicBezTo>
                  <a:cubicBezTo>
                    <a:pt x="2993567" y="1964302"/>
                    <a:pt x="2992259" y="1967363"/>
                    <a:pt x="2993567" y="1969535"/>
                  </a:cubicBezTo>
                  <a:cubicBezTo>
                    <a:pt x="2997079" y="1975218"/>
                    <a:pt x="3002349" y="1977872"/>
                    <a:pt x="3005842" y="1983568"/>
                  </a:cubicBezTo>
                  <a:cubicBezTo>
                    <a:pt x="3007150" y="1985740"/>
                    <a:pt x="3008014" y="1988381"/>
                    <a:pt x="3009347" y="1990572"/>
                  </a:cubicBezTo>
                  <a:cubicBezTo>
                    <a:pt x="3011951" y="1995360"/>
                    <a:pt x="3015907" y="1999297"/>
                    <a:pt x="3018097" y="2004567"/>
                  </a:cubicBezTo>
                  <a:cubicBezTo>
                    <a:pt x="3018967" y="2007177"/>
                    <a:pt x="3021164" y="2008943"/>
                    <a:pt x="3021577" y="2011559"/>
                  </a:cubicBezTo>
                  <a:cubicBezTo>
                    <a:pt x="3022898" y="2017248"/>
                    <a:pt x="3021164" y="2021185"/>
                    <a:pt x="3021577" y="2027313"/>
                  </a:cubicBezTo>
                  <a:cubicBezTo>
                    <a:pt x="3022015" y="2032584"/>
                    <a:pt x="3023793" y="2036508"/>
                    <a:pt x="3025101" y="2041321"/>
                  </a:cubicBezTo>
                  <a:cubicBezTo>
                    <a:pt x="3025965" y="2044426"/>
                    <a:pt x="3029896" y="2045258"/>
                    <a:pt x="3030353" y="2048332"/>
                  </a:cubicBezTo>
                  <a:cubicBezTo>
                    <a:pt x="3030778" y="2050497"/>
                    <a:pt x="3028588" y="2052732"/>
                    <a:pt x="3028588" y="2055361"/>
                  </a:cubicBezTo>
                  <a:lnTo>
                    <a:pt x="3028588" y="2062346"/>
                  </a:lnTo>
                  <a:cubicBezTo>
                    <a:pt x="3028588" y="2067617"/>
                    <a:pt x="3029470" y="2071992"/>
                    <a:pt x="3032086" y="2076361"/>
                  </a:cubicBezTo>
                  <a:cubicBezTo>
                    <a:pt x="3033407" y="2079002"/>
                    <a:pt x="3037782" y="2077250"/>
                    <a:pt x="3039116" y="2079853"/>
                  </a:cubicBezTo>
                  <a:cubicBezTo>
                    <a:pt x="3040437" y="2082933"/>
                    <a:pt x="3039116" y="2086400"/>
                    <a:pt x="3039116" y="2090369"/>
                  </a:cubicBezTo>
                  <a:cubicBezTo>
                    <a:pt x="3039116" y="2094331"/>
                    <a:pt x="3039567" y="2096966"/>
                    <a:pt x="3039116" y="2100872"/>
                  </a:cubicBezTo>
                  <a:cubicBezTo>
                    <a:pt x="3038671" y="2103513"/>
                    <a:pt x="3037782" y="2105659"/>
                    <a:pt x="3037363" y="2107888"/>
                  </a:cubicBezTo>
                  <a:cubicBezTo>
                    <a:pt x="3036912" y="2110079"/>
                    <a:pt x="3036912" y="2112714"/>
                    <a:pt x="3035623" y="2114867"/>
                  </a:cubicBezTo>
                  <a:cubicBezTo>
                    <a:pt x="3034277" y="2117496"/>
                    <a:pt x="3030353" y="2117496"/>
                    <a:pt x="3028588" y="2120144"/>
                  </a:cubicBezTo>
                  <a:cubicBezTo>
                    <a:pt x="3023349" y="2127167"/>
                    <a:pt x="3019405" y="2132399"/>
                    <a:pt x="3018097" y="2141143"/>
                  </a:cubicBezTo>
                  <a:cubicBezTo>
                    <a:pt x="3017672" y="2145969"/>
                    <a:pt x="3018967" y="2150344"/>
                    <a:pt x="3018097" y="2155170"/>
                  </a:cubicBezTo>
                  <a:cubicBezTo>
                    <a:pt x="3017672" y="2157329"/>
                    <a:pt x="3016764" y="2159971"/>
                    <a:pt x="3016383" y="2162200"/>
                  </a:cubicBezTo>
                  <a:cubicBezTo>
                    <a:pt x="3015037" y="2165673"/>
                    <a:pt x="3011093" y="2165673"/>
                    <a:pt x="3009347" y="2169172"/>
                  </a:cubicBezTo>
                  <a:cubicBezTo>
                    <a:pt x="3008014" y="2171801"/>
                    <a:pt x="3005842" y="2173128"/>
                    <a:pt x="3005842" y="2176183"/>
                  </a:cubicBezTo>
                  <a:cubicBezTo>
                    <a:pt x="3005391" y="2181428"/>
                    <a:pt x="3005842" y="2184907"/>
                    <a:pt x="3005842" y="2190203"/>
                  </a:cubicBezTo>
                  <a:cubicBezTo>
                    <a:pt x="3005842" y="2198465"/>
                    <a:pt x="3004953" y="2203748"/>
                    <a:pt x="3007575" y="2211190"/>
                  </a:cubicBezTo>
                  <a:cubicBezTo>
                    <a:pt x="3008896" y="2214714"/>
                    <a:pt x="3012440" y="2215578"/>
                    <a:pt x="3014605" y="2218220"/>
                  </a:cubicBezTo>
                  <a:cubicBezTo>
                    <a:pt x="3016764" y="2220861"/>
                    <a:pt x="3021164" y="2220379"/>
                    <a:pt x="3021577" y="2223458"/>
                  </a:cubicBezTo>
                  <a:cubicBezTo>
                    <a:pt x="3022015" y="2225649"/>
                    <a:pt x="3021164" y="2228246"/>
                    <a:pt x="3021577" y="2230462"/>
                  </a:cubicBezTo>
                  <a:cubicBezTo>
                    <a:pt x="3022015" y="2232659"/>
                    <a:pt x="3021164" y="2235250"/>
                    <a:pt x="3021577" y="2237479"/>
                  </a:cubicBezTo>
                  <a:cubicBezTo>
                    <a:pt x="3022015" y="2240114"/>
                    <a:pt x="3023793" y="2241848"/>
                    <a:pt x="3025101" y="2244458"/>
                  </a:cubicBezTo>
                  <a:cubicBezTo>
                    <a:pt x="3026409" y="2247087"/>
                    <a:pt x="3026848" y="2249271"/>
                    <a:pt x="3028588" y="2251481"/>
                  </a:cubicBezTo>
                  <a:cubicBezTo>
                    <a:pt x="3032550" y="2255856"/>
                    <a:pt x="3039116" y="2258904"/>
                    <a:pt x="3044367" y="2261996"/>
                  </a:cubicBezTo>
                  <a:cubicBezTo>
                    <a:pt x="3044367" y="2264600"/>
                    <a:pt x="3043935" y="2266327"/>
                    <a:pt x="3044367" y="2268988"/>
                  </a:cubicBezTo>
                  <a:cubicBezTo>
                    <a:pt x="3044793" y="2272461"/>
                    <a:pt x="3047434" y="2274671"/>
                    <a:pt x="3047847" y="2277713"/>
                  </a:cubicBezTo>
                  <a:cubicBezTo>
                    <a:pt x="3048304" y="2279948"/>
                    <a:pt x="3049181" y="2282577"/>
                    <a:pt x="3049606" y="2284729"/>
                  </a:cubicBezTo>
                  <a:cubicBezTo>
                    <a:pt x="3050057" y="2286914"/>
                    <a:pt x="3049181" y="2289555"/>
                    <a:pt x="3049606" y="2291778"/>
                  </a:cubicBezTo>
                  <a:cubicBezTo>
                    <a:pt x="3050057" y="2294362"/>
                    <a:pt x="3054889" y="2295251"/>
                    <a:pt x="3054889" y="2298318"/>
                  </a:cubicBezTo>
                  <a:lnTo>
                    <a:pt x="3054889" y="2334215"/>
                  </a:lnTo>
                  <a:cubicBezTo>
                    <a:pt x="3054889" y="2339460"/>
                    <a:pt x="3057918" y="2342978"/>
                    <a:pt x="3058401" y="2347804"/>
                  </a:cubicBezTo>
                  <a:cubicBezTo>
                    <a:pt x="3058401" y="2349988"/>
                    <a:pt x="3057918" y="2352617"/>
                    <a:pt x="3058401" y="2354795"/>
                  </a:cubicBezTo>
                  <a:cubicBezTo>
                    <a:pt x="3059690" y="2360472"/>
                    <a:pt x="3062325" y="2363978"/>
                    <a:pt x="3065386" y="2368797"/>
                  </a:cubicBezTo>
                  <a:cubicBezTo>
                    <a:pt x="3071069" y="2377097"/>
                    <a:pt x="3080264" y="2378862"/>
                    <a:pt x="3084626" y="2388063"/>
                  </a:cubicBezTo>
                  <a:cubicBezTo>
                    <a:pt x="3085503" y="2390228"/>
                    <a:pt x="3084182" y="2392870"/>
                    <a:pt x="3084626" y="2395073"/>
                  </a:cubicBezTo>
                  <a:cubicBezTo>
                    <a:pt x="3085052" y="2397277"/>
                    <a:pt x="3085934" y="2399874"/>
                    <a:pt x="3086385" y="2402078"/>
                  </a:cubicBezTo>
                  <a:cubicBezTo>
                    <a:pt x="3086823" y="2404687"/>
                    <a:pt x="3089014" y="2406453"/>
                    <a:pt x="3089909" y="2409075"/>
                  </a:cubicBezTo>
                  <a:cubicBezTo>
                    <a:pt x="3091649" y="2414320"/>
                    <a:pt x="3092538" y="2418251"/>
                    <a:pt x="3095148" y="2423096"/>
                  </a:cubicBezTo>
                  <a:cubicBezTo>
                    <a:pt x="3096469" y="2426169"/>
                    <a:pt x="3099962" y="2427452"/>
                    <a:pt x="3102127" y="2430081"/>
                  </a:cubicBezTo>
                  <a:cubicBezTo>
                    <a:pt x="3104349" y="2432704"/>
                    <a:pt x="3108731" y="2432284"/>
                    <a:pt x="3109175" y="2435339"/>
                  </a:cubicBezTo>
                  <a:cubicBezTo>
                    <a:pt x="3110033" y="2440158"/>
                    <a:pt x="3107855" y="2444534"/>
                    <a:pt x="3109175" y="2449328"/>
                  </a:cubicBezTo>
                  <a:cubicBezTo>
                    <a:pt x="3109582" y="2451976"/>
                    <a:pt x="3111773" y="2453741"/>
                    <a:pt x="3112655" y="2456370"/>
                  </a:cubicBezTo>
                  <a:cubicBezTo>
                    <a:pt x="3113976" y="2459405"/>
                    <a:pt x="3117462" y="2460250"/>
                    <a:pt x="3117919" y="2463336"/>
                  </a:cubicBezTo>
                  <a:lnTo>
                    <a:pt x="3117919" y="2466841"/>
                  </a:lnTo>
                  <a:cubicBezTo>
                    <a:pt x="3117919" y="2470365"/>
                    <a:pt x="3112655" y="2469483"/>
                    <a:pt x="3110890" y="2472112"/>
                  </a:cubicBezTo>
                  <a:cubicBezTo>
                    <a:pt x="3109175" y="2474753"/>
                    <a:pt x="3107410" y="2476512"/>
                    <a:pt x="3105670" y="2479122"/>
                  </a:cubicBezTo>
                  <a:cubicBezTo>
                    <a:pt x="3104349" y="2481300"/>
                    <a:pt x="3106096" y="2483935"/>
                    <a:pt x="3105670" y="2486082"/>
                  </a:cubicBezTo>
                  <a:cubicBezTo>
                    <a:pt x="3108293" y="2486539"/>
                    <a:pt x="3110033" y="2487847"/>
                    <a:pt x="3112655" y="2487847"/>
                  </a:cubicBezTo>
                  <a:lnTo>
                    <a:pt x="3119666" y="2487847"/>
                  </a:lnTo>
                  <a:cubicBezTo>
                    <a:pt x="3119666" y="2490520"/>
                    <a:pt x="3119259" y="2492686"/>
                    <a:pt x="3119666" y="2494902"/>
                  </a:cubicBezTo>
                  <a:cubicBezTo>
                    <a:pt x="3120097" y="2497048"/>
                    <a:pt x="3118783" y="2500134"/>
                    <a:pt x="3119666" y="2501874"/>
                  </a:cubicBezTo>
                  <a:cubicBezTo>
                    <a:pt x="3120974" y="2504071"/>
                    <a:pt x="3124479" y="2503627"/>
                    <a:pt x="3126657" y="2505405"/>
                  </a:cubicBezTo>
                  <a:cubicBezTo>
                    <a:pt x="3128835" y="2507145"/>
                    <a:pt x="3131057" y="2508872"/>
                    <a:pt x="3134125" y="2508872"/>
                  </a:cubicBezTo>
                  <a:lnTo>
                    <a:pt x="3168256" y="2508872"/>
                  </a:lnTo>
                  <a:cubicBezTo>
                    <a:pt x="3174377" y="2508872"/>
                    <a:pt x="3176993" y="2505405"/>
                    <a:pt x="3182702" y="2503627"/>
                  </a:cubicBezTo>
                  <a:cubicBezTo>
                    <a:pt x="3187941" y="2502331"/>
                    <a:pt x="3191452" y="2500134"/>
                    <a:pt x="3197180" y="2500134"/>
                  </a:cubicBezTo>
                  <a:lnTo>
                    <a:pt x="3240481" y="2500134"/>
                  </a:lnTo>
                  <a:cubicBezTo>
                    <a:pt x="3241814" y="2497048"/>
                    <a:pt x="3244405" y="2496172"/>
                    <a:pt x="3245751" y="2493156"/>
                  </a:cubicBezTo>
                  <a:cubicBezTo>
                    <a:pt x="3246608" y="2490952"/>
                    <a:pt x="3243973" y="2487453"/>
                    <a:pt x="3245751" y="2486082"/>
                  </a:cubicBezTo>
                  <a:cubicBezTo>
                    <a:pt x="3247497" y="2484805"/>
                    <a:pt x="3250545" y="2484805"/>
                    <a:pt x="3252749" y="2484361"/>
                  </a:cubicBezTo>
                  <a:cubicBezTo>
                    <a:pt x="3254933" y="2483935"/>
                    <a:pt x="3257124" y="2484361"/>
                    <a:pt x="3259766" y="2484361"/>
                  </a:cubicBezTo>
                  <a:cubicBezTo>
                    <a:pt x="3265004" y="2483935"/>
                    <a:pt x="3268948" y="2483935"/>
                    <a:pt x="3273767" y="2482589"/>
                  </a:cubicBezTo>
                  <a:cubicBezTo>
                    <a:pt x="3275965" y="2482176"/>
                    <a:pt x="3279013" y="2482176"/>
                    <a:pt x="3280759" y="2480856"/>
                  </a:cubicBezTo>
                  <a:cubicBezTo>
                    <a:pt x="3283362" y="2478671"/>
                    <a:pt x="3284270" y="2476512"/>
                    <a:pt x="3286004" y="2473864"/>
                  </a:cubicBezTo>
                  <a:cubicBezTo>
                    <a:pt x="3286887" y="2472112"/>
                    <a:pt x="3284696" y="2468613"/>
                    <a:pt x="3286004" y="2466841"/>
                  </a:cubicBezTo>
                  <a:cubicBezTo>
                    <a:pt x="3287337" y="2464682"/>
                    <a:pt x="3290843" y="2465127"/>
                    <a:pt x="3293021" y="2463336"/>
                  </a:cubicBezTo>
                  <a:cubicBezTo>
                    <a:pt x="3295224" y="2461602"/>
                    <a:pt x="3297415" y="2459869"/>
                    <a:pt x="3300025" y="2458104"/>
                  </a:cubicBezTo>
                  <a:cubicBezTo>
                    <a:pt x="3303098" y="2455919"/>
                    <a:pt x="3304419" y="2453741"/>
                    <a:pt x="3307035" y="2451100"/>
                  </a:cubicBezTo>
                  <a:cubicBezTo>
                    <a:pt x="3309632" y="2448471"/>
                    <a:pt x="3312287" y="2447594"/>
                    <a:pt x="3314045" y="2444108"/>
                  </a:cubicBezTo>
                  <a:cubicBezTo>
                    <a:pt x="3316255" y="2439308"/>
                    <a:pt x="3316681" y="2434894"/>
                    <a:pt x="3319291" y="2430081"/>
                  </a:cubicBezTo>
                  <a:cubicBezTo>
                    <a:pt x="3320611" y="2427027"/>
                    <a:pt x="3323672" y="2425274"/>
                    <a:pt x="3326314" y="2423096"/>
                  </a:cubicBezTo>
                  <a:cubicBezTo>
                    <a:pt x="3331552" y="2418695"/>
                    <a:pt x="3336804" y="2416530"/>
                    <a:pt x="3340328" y="2410815"/>
                  </a:cubicBezTo>
                  <a:cubicBezTo>
                    <a:pt x="3341624" y="2408637"/>
                    <a:pt x="3340760" y="2405995"/>
                    <a:pt x="3342068" y="2403830"/>
                  </a:cubicBezTo>
                  <a:cubicBezTo>
                    <a:pt x="3343795" y="2400757"/>
                    <a:pt x="3346424" y="2399436"/>
                    <a:pt x="3349047" y="2396807"/>
                  </a:cubicBezTo>
                  <a:cubicBezTo>
                    <a:pt x="3351688" y="2394140"/>
                    <a:pt x="3354749" y="2393289"/>
                    <a:pt x="3356070" y="2389803"/>
                  </a:cubicBezTo>
                  <a:cubicBezTo>
                    <a:pt x="3358235" y="2383243"/>
                    <a:pt x="3357822" y="2379306"/>
                    <a:pt x="3357822" y="2372321"/>
                  </a:cubicBezTo>
                  <a:cubicBezTo>
                    <a:pt x="3357822" y="2368334"/>
                    <a:pt x="3359137" y="2365298"/>
                    <a:pt x="3357822" y="2361799"/>
                  </a:cubicBezTo>
                  <a:cubicBezTo>
                    <a:pt x="3356940" y="2358720"/>
                    <a:pt x="3353847" y="2357869"/>
                    <a:pt x="3352558" y="2354795"/>
                  </a:cubicBezTo>
                  <a:cubicBezTo>
                    <a:pt x="3351688" y="2352617"/>
                    <a:pt x="3351688" y="2349988"/>
                    <a:pt x="3350799" y="2347804"/>
                  </a:cubicBezTo>
                  <a:cubicBezTo>
                    <a:pt x="3353847" y="2346483"/>
                    <a:pt x="3354749" y="2342978"/>
                    <a:pt x="3357822" y="2342508"/>
                  </a:cubicBezTo>
                  <a:cubicBezTo>
                    <a:pt x="3360000" y="2342508"/>
                    <a:pt x="3362642" y="2342978"/>
                    <a:pt x="3364814" y="2342508"/>
                  </a:cubicBezTo>
                  <a:cubicBezTo>
                    <a:pt x="3367036" y="2342064"/>
                    <a:pt x="3369633" y="2342978"/>
                    <a:pt x="3371805" y="2342508"/>
                  </a:cubicBezTo>
                  <a:cubicBezTo>
                    <a:pt x="3375336" y="2341638"/>
                    <a:pt x="3376199" y="2337708"/>
                    <a:pt x="3378841" y="2335523"/>
                  </a:cubicBezTo>
                  <a:cubicBezTo>
                    <a:pt x="3381025" y="2333777"/>
                    <a:pt x="3383654" y="2332488"/>
                    <a:pt x="3385826" y="2330284"/>
                  </a:cubicBezTo>
                  <a:cubicBezTo>
                    <a:pt x="3388010" y="2328075"/>
                    <a:pt x="3388467" y="2325014"/>
                    <a:pt x="3391071" y="2323287"/>
                  </a:cubicBezTo>
                  <a:cubicBezTo>
                    <a:pt x="3393706" y="2321547"/>
                    <a:pt x="3395484" y="2320194"/>
                    <a:pt x="3398088" y="2318010"/>
                  </a:cubicBezTo>
                  <a:cubicBezTo>
                    <a:pt x="3399853" y="2316727"/>
                    <a:pt x="3404203" y="2318010"/>
                    <a:pt x="3405092" y="2316257"/>
                  </a:cubicBezTo>
                  <a:cubicBezTo>
                    <a:pt x="3405987" y="2314492"/>
                    <a:pt x="3405092" y="2311888"/>
                    <a:pt x="3405092" y="2309272"/>
                  </a:cubicBezTo>
                  <a:cubicBezTo>
                    <a:pt x="3405092" y="2300947"/>
                    <a:pt x="3403352" y="2296102"/>
                    <a:pt x="3401606" y="2288235"/>
                  </a:cubicBezTo>
                  <a:cubicBezTo>
                    <a:pt x="3400710" y="2283466"/>
                    <a:pt x="3399377" y="2279034"/>
                    <a:pt x="3398088" y="2274227"/>
                  </a:cubicBezTo>
                  <a:cubicBezTo>
                    <a:pt x="3396780" y="2268988"/>
                    <a:pt x="3395027" y="2265025"/>
                    <a:pt x="3392843" y="2260238"/>
                  </a:cubicBezTo>
                  <a:cubicBezTo>
                    <a:pt x="3390201" y="2255005"/>
                    <a:pt x="3385826" y="2252357"/>
                    <a:pt x="3385826" y="2246191"/>
                  </a:cubicBezTo>
                  <a:cubicBezTo>
                    <a:pt x="3385826" y="2242273"/>
                    <a:pt x="3390671" y="2241848"/>
                    <a:pt x="3392843" y="2239219"/>
                  </a:cubicBezTo>
                  <a:cubicBezTo>
                    <a:pt x="3395027" y="2236590"/>
                    <a:pt x="3395910" y="2234806"/>
                    <a:pt x="3398088" y="2232209"/>
                  </a:cubicBezTo>
                  <a:cubicBezTo>
                    <a:pt x="3400298" y="2229580"/>
                    <a:pt x="3402012" y="2227421"/>
                    <a:pt x="3405092" y="2225217"/>
                  </a:cubicBezTo>
                  <a:cubicBezTo>
                    <a:pt x="3406876" y="2224316"/>
                    <a:pt x="3410362" y="2224316"/>
                    <a:pt x="3412096" y="2223458"/>
                  </a:cubicBezTo>
                  <a:cubicBezTo>
                    <a:pt x="3414287" y="2222144"/>
                    <a:pt x="3413855" y="2218626"/>
                    <a:pt x="3415607" y="2216435"/>
                  </a:cubicBezTo>
                  <a:cubicBezTo>
                    <a:pt x="3417817" y="2213857"/>
                    <a:pt x="3420414" y="2212517"/>
                    <a:pt x="3422618" y="2209438"/>
                  </a:cubicBezTo>
                  <a:cubicBezTo>
                    <a:pt x="3424358" y="2207240"/>
                    <a:pt x="3423907" y="2203748"/>
                    <a:pt x="3426129" y="2202402"/>
                  </a:cubicBezTo>
                  <a:cubicBezTo>
                    <a:pt x="3430930" y="2198954"/>
                    <a:pt x="3434429" y="2196750"/>
                    <a:pt x="3440112" y="2195449"/>
                  </a:cubicBezTo>
                  <a:cubicBezTo>
                    <a:pt x="3442303" y="2194991"/>
                    <a:pt x="3444925" y="2194147"/>
                    <a:pt x="3447116" y="2193683"/>
                  </a:cubicBezTo>
                  <a:cubicBezTo>
                    <a:pt x="3449307" y="2193245"/>
                    <a:pt x="3451955" y="2194147"/>
                    <a:pt x="3454126" y="2193683"/>
                  </a:cubicBezTo>
                  <a:cubicBezTo>
                    <a:pt x="3457206" y="2192820"/>
                    <a:pt x="3458102" y="2189753"/>
                    <a:pt x="3461130" y="2188457"/>
                  </a:cubicBezTo>
                  <a:cubicBezTo>
                    <a:pt x="3466376" y="2185790"/>
                    <a:pt x="3471202" y="2183587"/>
                    <a:pt x="3475151" y="2179669"/>
                  </a:cubicBezTo>
                  <a:cubicBezTo>
                    <a:pt x="3479082" y="2175719"/>
                    <a:pt x="3482574" y="2171382"/>
                    <a:pt x="3483895" y="2165673"/>
                  </a:cubicBezTo>
                  <a:cubicBezTo>
                    <a:pt x="3485229" y="2160885"/>
                    <a:pt x="3483495" y="2156904"/>
                    <a:pt x="3483895" y="2151646"/>
                  </a:cubicBezTo>
                  <a:cubicBezTo>
                    <a:pt x="3483895" y="2149030"/>
                    <a:pt x="3485654" y="2147290"/>
                    <a:pt x="3485654" y="2144649"/>
                  </a:cubicBezTo>
                  <a:lnTo>
                    <a:pt x="3485654" y="2134139"/>
                  </a:lnTo>
                  <a:cubicBezTo>
                    <a:pt x="3485654" y="2130196"/>
                    <a:pt x="3486105" y="2127592"/>
                    <a:pt x="3485654" y="2123662"/>
                  </a:cubicBezTo>
                  <a:cubicBezTo>
                    <a:pt x="3485229" y="2120569"/>
                    <a:pt x="3482155" y="2119261"/>
                    <a:pt x="3482155" y="2116207"/>
                  </a:cubicBezTo>
                  <a:lnTo>
                    <a:pt x="3482155" y="2074589"/>
                  </a:lnTo>
                  <a:cubicBezTo>
                    <a:pt x="3479939" y="2072411"/>
                    <a:pt x="3476917" y="2071992"/>
                    <a:pt x="3475151" y="2069344"/>
                  </a:cubicBezTo>
                  <a:cubicBezTo>
                    <a:pt x="3470344" y="2061921"/>
                    <a:pt x="3468566" y="2054942"/>
                    <a:pt x="3464623" y="2046592"/>
                  </a:cubicBezTo>
                  <a:cubicBezTo>
                    <a:pt x="3465487" y="2041778"/>
                    <a:pt x="3467703" y="2037829"/>
                    <a:pt x="3468128" y="2032584"/>
                  </a:cubicBezTo>
                  <a:cubicBezTo>
                    <a:pt x="3468128" y="2029974"/>
                    <a:pt x="3466376" y="2028621"/>
                    <a:pt x="3466376" y="2026050"/>
                  </a:cubicBezTo>
                  <a:cubicBezTo>
                    <a:pt x="3466376" y="2022944"/>
                    <a:pt x="3468566" y="2021185"/>
                    <a:pt x="3468128" y="2018569"/>
                  </a:cubicBezTo>
                  <a:cubicBezTo>
                    <a:pt x="3467703" y="2015947"/>
                    <a:pt x="3465061" y="2014181"/>
                    <a:pt x="3464623" y="2011559"/>
                  </a:cubicBezTo>
                  <a:cubicBezTo>
                    <a:pt x="3464185" y="2008943"/>
                    <a:pt x="3461569" y="2007177"/>
                    <a:pt x="3461130" y="2004567"/>
                  </a:cubicBezTo>
                  <a:lnTo>
                    <a:pt x="3461130" y="2001069"/>
                  </a:lnTo>
                  <a:cubicBezTo>
                    <a:pt x="3461130" y="1997113"/>
                    <a:pt x="3461994" y="1994058"/>
                    <a:pt x="3462908" y="1990572"/>
                  </a:cubicBezTo>
                  <a:cubicBezTo>
                    <a:pt x="3463328" y="1988381"/>
                    <a:pt x="3462464" y="1985740"/>
                    <a:pt x="3462908" y="1983568"/>
                  </a:cubicBezTo>
                  <a:cubicBezTo>
                    <a:pt x="3463772" y="1980469"/>
                    <a:pt x="3467703" y="1980945"/>
                    <a:pt x="3469900" y="1978317"/>
                  </a:cubicBezTo>
                  <a:cubicBezTo>
                    <a:pt x="3476453" y="1970379"/>
                    <a:pt x="3483038" y="1966467"/>
                    <a:pt x="3487394" y="1957266"/>
                  </a:cubicBezTo>
                  <a:cubicBezTo>
                    <a:pt x="3488283" y="1955063"/>
                    <a:pt x="3488283" y="1952447"/>
                    <a:pt x="3489147" y="1950294"/>
                  </a:cubicBezTo>
                  <a:cubicBezTo>
                    <a:pt x="3490455" y="1947202"/>
                    <a:pt x="3493096" y="1946363"/>
                    <a:pt x="3494398" y="1943271"/>
                  </a:cubicBezTo>
                  <a:cubicBezTo>
                    <a:pt x="3495281" y="1941093"/>
                    <a:pt x="3495281" y="1938458"/>
                    <a:pt x="3496170" y="1936254"/>
                  </a:cubicBezTo>
                  <a:cubicBezTo>
                    <a:pt x="3498329" y="1930984"/>
                    <a:pt x="3500120" y="1927072"/>
                    <a:pt x="3503161" y="1922265"/>
                  </a:cubicBezTo>
                  <a:cubicBezTo>
                    <a:pt x="3504895" y="1919624"/>
                    <a:pt x="3507987" y="1918773"/>
                    <a:pt x="3510172" y="1917014"/>
                  </a:cubicBezTo>
                  <a:cubicBezTo>
                    <a:pt x="3512362" y="1915267"/>
                    <a:pt x="3514959" y="1913940"/>
                    <a:pt x="3517176" y="1911762"/>
                  </a:cubicBezTo>
                  <a:cubicBezTo>
                    <a:pt x="3519373" y="1909565"/>
                    <a:pt x="3520668" y="1906949"/>
                    <a:pt x="3522446" y="1904745"/>
                  </a:cubicBezTo>
                  <a:cubicBezTo>
                    <a:pt x="3526828" y="1899926"/>
                    <a:pt x="3531177" y="1896891"/>
                    <a:pt x="3536448" y="1892496"/>
                  </a:cubicBezTo>
                  <a:cubicBezTo>
                    <a:pt x="3539058" y="1890293"/>
                    <a:pt x="3540798" y="1888115"/>
                    <a:pt x="3543439" y="1885511"/>
                  </a:cubicBezTo>
                  <a:cubicBezTo>
                    <a:pt x="3546074" y="1882844"/>
                    <a:pt x="3547389" y="1880234"/>
                    <a:pt x="3550456" y="1878444"/>
                  </a:cubicBezTo>
                  <a:cubicBezTo>
                    <a:pt x="3555257" y="1875421"/>
                    <a:pt x="3560057" y="1873662"/>
                    <a:pt x="3564470" y="1869732"/>
                  </a:cubicBezTo>
                  <a:cubicBezTo>
                    <a:pt x="3566648" y="1867992"/>
                    <a:pt x="3566204" y="1864899"/>
                    <a:pt x="3567969" y="1862721"/>
                  </a:cubicBezTo>
                  <a:cubicBezTo>
                    <a:pt x="3569716" y="1860105"/>
                    <a:pt x="3572795" y="1860105"/>
                    <a:pt x="3574935" y="1857463"/>
                  </a:cubicBezTo>
                  <a:cubicBezTo>
                    <a:pt x="3576281" y="1855717"/>
                    <a:pt x="3574935" y="1851736"/>
                    <a:pt x="3576732" y="1850485"/>
                  </a:cubicBezTo>
                  <a:cubicBezTo>
                    <a:pt x="3578472" y="1849126"/>
                    <a:pt x="3581958" y="1849589"/>
                    <a:pt x="3583711" y="1848726"/>
                  </a:cubicBezTo>
                  <a:cubicBezTo>
                    <a:pt x="3586327" y="1846980"/>
                    <a:pt x="3588099" y="1844776"/>
                    <a:pt x="3590715" y="1843449"/>
                  </a:cubicBezTo>
                  <a:cubicBezTo>
                    <a:pt x="3593357" y="1842154"/>
                    <a:pt x="3595103" y="1839918"/>
                    <a:pt x="3597725" y="1838178"/>
                  </a:cubicBezTo>
                  <a:cubicBezTo>
                    <a:pt x="3599903" y="1836883"/>
                    <a:pt x="3602970" y="1836451"/>
                    <a:pt x="3604742" y="1834680"/>
                  </a:cubicBezTo>
                  <a:cubicBezTo>
                    <a:pt x="3606920" y="1832527"/>
                    <a:pt x="3608666" y="1830343"/>
                    <a:pt x="3609987" y="1827688"/>
                  </a:cubicBezTo>
                  <a:cubicBezTo>
                    <a:pt x="3613943" y="1820710"/>
                    <a:pt x="3612184" y="1814112"/>
                    <a:pt x="3615264" y="1806689"/>
                  </a:cubicBezTo>
                  <a:cubicBezTo>
                    <a:pt x="3616547" y="1803622"/>
                    <a:pt x="3620503" y="1803622"/>
                    <a:pt x="3622224" y="1801425"/>
                  </a:cubicBezTo>
                  <a:cubicBezTo>
                    <a:pt x="3624433" y="1798815"/>
                    <a:pt x="3626154" y="1796599"/>
                    <a:pt x="3629253" y="1794452"/>
                  </a:cubicBezTo>
                  <a:cubicBezTo>
                    <a:pt x="3632307" y="1792224"/>
                    <a:pt x="3635375" y="1791360"/>
                    <a:pt x="3637991" y="1789182"/>
                  </a:cubicBezTo>
                  <a:cubicBezTo>
                    <a:pt x="3640626" y="1786991"/>
                    <a:pt x="3641947" y="1784788"/>
                    <a:pt x="3643268" y="1782159"/>
                  </a:cubicBezTo>
                  <a:cubicBezTo>
                    <a:pt x="3644569" y="1779568"/>
                    <a:pt x="3647643" y="1778260"/>
                    <a:pt x="3648494" y="1775186"/>
                  </a:cubicBezTo>
                  <a:cubicBezTo>
                    <a:pt x="3649802" y="1770335"/>
                    <a:pt x="3650272" y="1766411"/>
                    <a:pt x="3650272" y="1761159"/>
                  </a:cubicBezTo>
                  <a:cubicBezTo>
                    <a:pt x="3650272" y="1755921"/>
                    <a:pt x="3649802" y="1752415"/>
                    <a:pt x="3650272" y="1747145"/>
                  </a:cubicBezTo>
                  <a:cubicBezTo>
                    <a:pt x="3651135" y="1737956"/>
                    <a:pt x="3655510" y="1733130"/>
                    <a:pt x="3655510" y="1723967"/>
                  </a:cubicBezTo>
                  <a:lnTo>
                    <a:pt x="3655510" y="1710353"/>
                  </a:lnTo>
                  <a:cubicBezTo>
                    <a:pt x="3651573" y="1709959"/>
                    <a:pt x="3649376" y="1708619"/>
                    <a:pt x="3645427" y="1708619"/>
                  </a:cubicBezTo>
                  <a:cubicBezTo>
                    <a:pt x="3640626" y="1708619"/>
                    <a:pt x="3636721" y="1708619"/>
                    <a:pt x="3632733" y="1710353"/>
                  </a:cubicBezTo>
                  <a:cubicBezTo>
                    <a:pt x="3629691" y="1711686"/>
                    <a:pt x="3628383" y="1714296"/>
                    <a:pt x="3625748" y="1715642"/>
                  </a:cubicBezTo>
                  <a:cubicBezTo>
                    <a:pt x="3617455" y="1720430"/>
                    <a:pt x="3611321" y="1726133"/>
                    <a:pt x="3601237" y="1726133"/>
                  </a:cubicBezTo>
                  <a:cubicBezTo>
                    <a:pt x="3596392" y="1726133"/>
                    <a:pt x="3593795" y="1723072"/>
                    <a:pt x="3588994" y="1722634"/>
                  </a:cubicBezTo>
                  <a:lnTo>
                    <a:pt x="3581958" y="1722634"/>
                  </a:lnTo>
                  <a:cubicBezTo>
                    <a:pt x="3576732" y="1722634"/>
                    <a:pt x="3573221" y="1723967"/>
                    <a:pt x="3567969" y="1724380"/>
                  </a:cubicBezTo>
                  <a:cubicBezTo>
                    <a:pt x="3562730" y="1724825"/>
                    <a:pt x="3559194" y="1724380"/>
                    <a:pt x="3553936" y="1724380"/>
                  </a:cubicBezTo>
                  <a:cubicBezTo>
                    <a:pt x="3551339" y="1724380"/>
                    <a:pt x="3546074" y="1721326"/>
                    <a:pt x="3543439" y="1720888"/>
                  </a:cubicBezTo>
                  <a:lnTo>
                    <a:pt x="3539928" y="1713896"/>
                  </a:lnTo>
                  <a:cubicBezTo>
                    <a:pt x="3538632" y="1710804"/>
                    <a:pt x="3536003" y="1709959"/>
                    <a:pt x="3534683" y="1706860"/>
                  </a:cubicBezTo>
                  <a:cubicBezTo>
                    <a:pt x="3533813" y="1704701"/>
                    <a:pt x="3536003" y="1702060"/>
                    <a:pt x="3534683" y="1699882"/>
                  </a:cubicBezTo>
                  <a:cubicBezTo>
                    <a:pt x="3533387" y="1697628"/>
                    <a:pt x="3528987" y="1699018"/>
                    <a:pt x="3527685" y="1696351"/>
                  </a:cubicBezTo>
                  <a:lnTo>
                    <a:pt x="3524186" y="1689373"/>
                  </a:lnTo>
                  <a:cubicBezTo>
                    <a:pt x="3523297" y="1687175"/>
                    <a:pt x="3525520" y="1684108"/>
                    <a:pt x="3524186" y="1682381"/>
                  </a:cubicBezTo>
                  <a:cubicBezTo>
                    <a:pt x="3522446" y="1679740"/>
                    <a:pt x="3519804" y="1678857"/>
                    <a:pt x="3517176" y="1677130"/>
                  </a:cubicBezTo>
                  <a:cubicBezTo>
                    <a:pt x="3515410" y="1676228"/>
                    <a:pt x="3512362" y="1677974"/>
                    <a:pt x="3510172" y="1677130"/>
                  </a:cubicBezTo>
                  <a:cubicBezTo>
                    <a:pt x="3506666" y="1675790"/>
                    <a:pt x="3505790" y="1672748"/>
                    <a:pt x="3503161" y="1670088"/>
                  </a:cubicBezTo>
                  <a:cubicBezTo>
                    <a:pt x="3500970" y="1667903"/>
                    <a:pt x="3500558" y="1665300"/>
                    <a:pt x="3497922" y="1663096"/>
                  </a:cubicBezTo>
                  <a:cubicBezTo>
                    <a:pt x="3495706" y="1661363"/>
                    <a:pt x="3493096" y="1661363"/>
                    <a:pt x="3490874" y="1659597"/>
                  </a:cubicBezTo>
                  <a:cubicBezTo>
                    <a:pt x="3488283" y="1657432"/>
                    <a:pt x="3488283" y="1653914"/>
                    <a:pt x="3485654" y="1652593"/>
                  </a:cubicBezTo>
                  <a:cubicBezTo>
                    <a:pt x="3483495" y="1651298"/>
                    <a:pt x="3481285" y="1649964"/>
                    <a:pt x="3478650" y="1649075"/>
                  </a:cubicBezTo>
                  <a:cubicBezTo>
                    <a:pt x="3476453" y="1648180"/>
                    <a:pt x="3473837" y="1649964"/>
                    <a:pt x="3471652" y="1649075"/>
                  </a:cubicBezTo>
                  <a:cubicBezTo>
                    <a:pt x="3468566" y="1647761"/>
                    <a:pt x="3466820" y="1645589"/>
                    <a:pt x="3464623" y="1643856"/>
                  </a:cubicBezTo>
                  <a:cubicBezTo>
                    <a:pt x="3460261" y="1639906"/>
                    <a:pt x="3458959" y="1635518"/>
                    <a:pt x="3457619" y="1629803"/>
                  </a:cubicBezTo>
                  <a:cubicBezTo>
                    <a:pt x="3457206" y="1627625"/>
                    <a:pt x="3455885" y="1625015"/>
                    <a:pt x="3455885" y="1622831"/>
                  </a:cubicBezTo>
                  <a:cubicBezTo>
                    <a:pt x="3455466" y="1618024"/>
                    <a:pt x="3456317" y="1613198"/>
                    <a:pt x="3454126" y="1608848"/>
                  </a:cubicBezTo>
                  <a:cubicBezTo>
                    <a:pt x="3452806" y="1606219"/>
                    <a:pt x="3449307" y="1606219"/>
                    <a:pt x="3447116" y="1603546"/>
                  </a:cubicBezTo>
                  <a:cubicBezTo>
                    <a:pt x="3442754" y="1598301"/>
                    <a:pt x="3439661" y="1595691"/>
                    <a:pt x="3436632" y="1589525"/>
                  </a:cubicBezTo>
                  <a:cubicBezTo>
                    <a:pt x="3435299" y="1586477"/>
                    <a:pt x="3431362" y="1586052"/>
                    <a:pt x="3431362" y="1582534"/>
                  </a:cubicBezTo>
                  <a:cubicBezTo>
                    <a:pt x="3431362" y="1579924"/>
                    <a:pt x="3433127" y="1578140"/>
                    <a:pt x="3433127" y="1575536"/>
                  </a:cubicBezTo>
                  <a:lnTo>
                    <a:pt x="3433127" y="1568507"/>
                  </a:lnTo>
                  <a:cubicBezTo>
                    <a:pt x="3433127" y="1563255"/>
                    <a:pt x="3433127" y="1559337"/>
                    <a:pt x="3431362" y="1554543"/>
                  </a:cubicBezTo>
                  <a:cubicBezTo>
                    <a:pt x="3430498" y="1551476"/>
                    <a:pt x="3427418" y="1550581"/>
                    <a:pt x="3426129" y="1547545"/>
                  </a:cubicBezTo>
                  <a:cubicBezTo>
                    <a:pt x="3423488" y="1542256"/>
                    <a:pt x="3422180" y="1538325"/>
                    <a:pt x="3419119" y="1533531"/>
                  </a:cubicBezTo>
                  <a:cubicBezTo>
                    <a:pt x="3417817" y="1531334"/>
                    <a:pt x="3417335" y="1528711"/>
                    <a:pt x="3415607" y="1526495"/>
                  </a:cubicBezTo>
                  <a:cubicBezTo>
                    <a:pt x="3413855" y="1524298"/>
                    <a:pt x="3409899" y="1525219"/>
                    <a:pt x="3408616" y="1523003"/>
                  </a:cubicBezTo>
                  <a:cubicBezTo>
                    <a:pt x="3407308" y="1520831"/>
                    <a:pt x="3405987" y="1518627"/>
                    <a:pt x="3405092" y="1515986"/>
                  </a:cubicBezTo>
                  <a:cubicBezTo>
                    <a:pt x="3404660" y="1513833"/>
                    <a:pt x="3405092" y="1511623"/>
                    <a:pt x="3405092" y="1508988"/>
                  </a:cubicBezTo>
                  <a:cubicBezTo>
                    <a:pt x="3404660" y="1503762"/>
                    <a:pt x="3405987" y="1499812"/>
                    <a:pt x="3405092" y="1494961"/>
                  </a:cubicBezTo>
                  <a:cubicBezTo>
                    <a:pt x="3404660" y="1492802"/>
                    <a:pt x="3403790" y="1490160"/>
                    <a:pt x="3403352" y="1488001"/>
                  </a:cubicBezTo>
                  <a:cubicBezTo>
                    <a:pt x="3402456" y="1484915"/>
                    <a:pt x="3399853" y="1483594"/>
                    <a:pt x="3398088" y="1481004"/>
                  </a:cubicBezTo>
                  <a:cubicBezTo>
                    <a:pt x="3394614" y="1475295"/>
                    <a:pt x="3388467" y="1473098"/>
                    <a:pt x="3385826" y="1466964"/>
                  </a:cubicBezTo>
                  <a:cubicBezTo>
                    <a:pt x="3384962" y="1464329"/>
                    <a:pt x="3382778" y="1462601"/>
                    <a:pt x="3382333" y="1459960"/>
                  </a:cubicBezTo>
                  <a:cubicBezTo>
                    <a:pt x="3381025" y="1455153"/>
                    <a:pt x="3383229" y="1450784"/>
                    <a:pt x="3382333" y="1445926"/>
                  </a:cubicBezTo>
                  <a:cubicBezTo>
                    <a:pt x="3381482" y="1440275"/>
                    <a:pt x="3377965" y="1436763"/>
                    <a:pt x="3375336" y="1431963"/>
                  </a:cubicBezTo>
                  <a:cubicBezTo>
                    <a:pt x="3374028" y="1429315"/>
                    <a:pt x="3372250" y="1427568"/>
                    <a:pt x="3370097" y="1424965"/>
                  </a:cubicBezTo>
                  <a:cubicBezTo>
                    <a:pt x="3367881" y="1422342"/>
                    <a:pt x="3367036" y="1420139"/>
                    <a:pt x="3364814" y="1417954"/>
                  </a:cubicBezTo>
                  <a:cubicBezTo>
                    <a:pt x="3362642" y="1415738"/>
                    <a:pt x="3360000" y="1414868"/>
                    <a:pt x="3357822" y="1412684"/>
                  </a:cubicBezTo>
                  <a:cubicBezTo>
                    <a:pt x="3355638" y="1410512"/>
                    <a:pt x="3352558" y="1399127"/>
                    <a:pt x="3350799" y="1396942"/>
                  </a:cubicBezTo>
                  <a:close/>
                  <a:moveTo>
                    <a:pt x="3641496" y="2232209"/>
                  </a:moveTo>
                  <a:cubicBezTo>
                    <a:pt x="3641496" y="2225217"/>
                    <a:pt x="3636257" y="2221712"/>
                    <a:pt x="3636257" y="2214714"/>
                  </a:cubicBezTo>
                  <a:cubicBezTo>
                    <a:pt x="3636257" y="2210301"/>
                    <a:pt x="3638454" y="2208136"/>
                    <a:pt x="3639756" y="2204205"/>
                  </a:cubicBezTo>
                  <a:cubicBezTo>
                    <a:pt x="3640626" y="2201589"/>
                    <a:pt x="3643268" y="2200243"/>
                    <a:pt x="3643268" y="2197176"/>
                  </a:cubicBezTo>
                  <a:lnTo>
                    <a:pt x="3643268" y="2190203"/>
                  </a:lnTo>
                  <a:cubicBezTo>
                    <a:pt x="3643268" y="2187568"/>
                    <a:pt x="3641496" y="2185790"/>
                    <a:pt x="3641496" y="2183155"/>
                  </a:cubicBezTo>
                  <a:lnTo>
                    <a:pt x="3641496" y="2179669"/>
                  </a:lnTo>
                  <a:cubicBezTo>
                    <a:pt x="3641496" y="2176183"/>
                    <a:pt x="3647185" y="2177503"/>
                    <a:pt x="3648494" y="2174430"/>
                  </a:cubicBezTo>
                  <a:cubicBezTo>
                    <a:pt x="3649376" y="2172239"/>
                    <a:pt x="3649802" y="2169598"/>
                    <a:pt x="3650272" y="2167426"/>
                  </a:cubicBezTo>
                  <a:lnTo>
                    <a:pt x="3650272" y="2163940"/>
                  </a:lnTo>
                  <a:cubicBezTo>
                    <a:pt x="3650272" y="2156904"/>
                    <a:pt x="3647185" y="2153424"/>
                    <a:pt x="3646760" y="2146376"/>
                  </a:cubicBezTo>
                  <a:cubicBezTo>
                    <a:pt x="3646760" y="2141143"/>
                    <a:pt x="3647185" y="2137194"/>
                    <a:pt x="3646760" y="2132399"/>
                  </a:cubicBezTo>
                  <a:cubicBezTo>
                    <a:pt x="3646760" y="2130196"/>
                    <a:pt x="3647185" y="2127592"/>
                    <a:pt x="3646760" y="2125395"/>
                  </a:cubicBezTo>
                  <a:cubicBezTo>
                    <a:pt x="3646341" y="2122316"/>
                    <a:pt x="3642398" y="2122316"/>
                    <a:pt x="3639756" y="2120144"/>
                  </a:cubicBezTo>
                  <a:cubicBezTo>
                    <a:pt x="3637133" y="2117966"/>
                    <a:pt x="3635813" y="2116207"/>
                    <a:pt x="3632733" y="2114867"/>
                  </a:cubicBezTo>
                  <a:cubicBezTo>
                    <a:pt x="3630574" y="2113997"/>
                    <a:pt x="3627958" y="2113997"/>
                    <a:pt x="3625748" y="2113114"/>
                  </a:cubicBezTo>
                  <a:cubicBezTo>
                    <a:pt x="3625748" y="2115743"/>
                    <a:pt x="3626154" y="2117966"/>
                    <a:pt x="3625748" y="2120144"/>
                  </a:cubicBezTo>
                  <a:cubicBezTo>
                    <a:pt x="3625322" y="2122316"/>
                    <a:pt x="3626624" y="2124951"/>
                    <a:pt x="3625748" y="2127167"/>
                  </a:cubicBezTo>
                  <a:cubicBezTo>
                    <a:pt x="3624433" y="2130196"/>
                    <a:pt x="3620935" y="2129770"/>
                    <a:pt x="3618757" y="2132399"/>
                  </a:cubicBezTo>
                  <a:cubicBezTo>
                    <a:pt x="3616547" y="2135041"/>
                    <a:pt x="3615264" y="2137194"/>
                    <a:pt x="3613511" y="2139403"/>
                  </a:cubicBezTo>
                  <a:cubicBezTo>
                    <a:pt x="3611714" y="2141581"/>
                    <a:pt x="3607784" y="2142039"/>
                    <a:pt x="3606476" y="2144649"/>
                  </a:cubicBezTo>
                  <a:cubicBezTo>
                    <a:pt x="3605625" y="2146858"/>
                    <a:pt x="3605625" y="2149494"/>
                    <a:pt x="3604742" y="2151646"/>
                  </a:cubicBezTo>
                  <a:cubicBezTo>
                    <a:pt x="3603847" y="2153824"/>
                    <a:pt x="3605625" y="2156466"/>
                    <a:pt x="3604742" y="2158676"/>
                  </a:cubicBezTo>
                  <a:cubicBezTo>
                    <a:pt x="3603847" y="2160885"/>
                    <a:pt x="3599033" y="2158244"/>
                    <a:pt x="3597725" y="2160416"/>
                  </a:cubicBezTo>
                  <a:cubicBezTo>
                    <a:pt x="3595103" y="2164816"/>
                    <a:pt x="3596836" y="2171382"/>
                    <a:pt x="3592461" y="2174430"/>
                  </a:cubicBezTo>
                  <a:cubicBezTo>
                    <a:pt x="3590715" y="2175325"/>
                    <a:pt x="3587673" y="2174430"/>
                    <a:pt x="3585444" y="2174430"/>
                  </a:cubicBezTo>
                  <a:cubicBezTo>
                    <a:pt x="3580650" y="2175325"/>
                    <a:pt x="3576732" y="2173985"/>
                    <a:pt x="3571449" y="2174430"/>
                  </a:cubicBezTo>
                  <a:cubicBezTo>
                    <a:pt x="3566204" y="2174868"/>
                    <a:pt x="3561848" y="2175325"/>
                    <a:pt x="3557447" y="2177935"/>
                  </a:cubicBezTo>
                  <a:cubicBezTo>
                    <a:pt x="3554844" y="2179224"/>
                    <a:pt x="3551777" y="2179224"/>
                    <a:pt x="3550456" y="2181428"/>
                  </a:cubicBezTo>
                  <a:cubicBezTo>
                    <a:pt x="3549135" y="2183587"/>
                    <a:pt x="3550881" y="2186273"/>
                    <a:pt x="3550456" y="2188457"/>
                  </a:cubicBezTo>
                  <a:cubicBezTo>
                    <a:pt x="3550024" y="2190603"/>
                    <a:pt x="3550881" y="2193245"/>
                    <a:pt x="3550456" y="2195449"/>
                  </a:cubicBezTo>
                  <a:cubicBezTo>
                    <a:pt x="3549135" y="2201132"/>
                    <a:pt x="3543439" y="2203316"/>
                    <a:pt x="3543439" y="2209438"/>
                  </a:cubicBezTo>
                  <a:cubicBezTo>
                    <a:pt x="3543439" y="2212073"/>
                    <a:pt x="3545179" y="2213857"/>
                    <a:pt x="3545179" y="2216435"/>
                  </a:cubicBezTo>
                  <a:cubicBezTo>
                    <a:pt x="3545179" y="2221712"/>
                    <a:pt x="3544296" y="2225649"/>
                    <a:pt x="3545179" y="2230462"/>
                  </a:cubicBezTo>
                  <a:cubicBezTo>
                    <a:pt x="3545630" y="2233498"/>
                    <a:pt x="3550024" y="2234393"/>
                    <a:pt x="3550456" y="2237479"/>
                  </a:cubicBezTo>
                  <a:cubicBezTo>
                    <a:pt x="3550881" y="2239644"/>
                    <a:pt x="3550456" y="2241848"/>
                    <a:pt x="3550456" y="2244458"/>
                  </a:cubicBezTo>
                  <a:cubicBezTo>
                    <a:pt x="3550456" y="2247087"/>
                    <a:pt x="3551777" y="2249271"/>
                    <a:pt x="3550456" y="2251481"/>
                  </a:cubicBezTo>
                  <a:cubicBezTo>
                    <a:pt x="3549135" y="2253659"/>
                    <a:pt x="3544754" y="2249690"/>
                    <a:pt x="3543439" y="2251481"/>
                  </a:cubicBezTo>
                  <a:cubicBezTo>
                    <a:pt x="3541693" y="2253659"/>
                    <a:pt x="3541229" y="2255856"/>
                    <a:pt x="3539928" y="2258491"/>
                  </a:cubicBezTo>
                  <a:cubicBezTo>
                    <a:pt x="3538632" y="2261076"/>
                    <a:pt x="3536873" y="2262854"/>
                    <a:pt x="3536448" y="2265470"/>
                  </a:cubicBezTo>
                  <a:cubicBezTo>
                    <a:pt x="3535553" y="2270277"/>
                    <a:pt x="3537750" y="2274671"/>
                    <a:pt x="3536448" y="2279478"/>
                  </a:cubicBezTo>
                  <a:cubicBezTo>
                    <a:pt x="3536003" y="2282577"/>
                    <a:pt x="3531603" y="2283466"/>
                    <a:pt x="3531177" y="2286482"/>
                  </a:cubicBezTo>
                  <a:lnTo>
                    <a:pt x="3531177" y="2290006"/>
                  </a:lnTo>
                  <a:cubicBezTo>
                    <a:pt x="3531177" y="2294362"/>
                    <a:pt x="3533813" y="2296572"/>
                    <a:pt x="3534683" y="2300503"/>
                  </a:cubicBezTo>
                  <a:cubicBezTo>
                    <a:pt x="3535095" y="2302700"/>
                    <a:pt x="3536448" y="2304878"/>
                    <a:pt x="3536448" y="2307520"/>
                  </a:cubicBezTo>
                  <a:lnTo>
                    <a:pt x="3536448" y="2314492"/>
                  </a:lnTo>
                  <a:cubicBezTo>
                    <a:pt x="3536448" y="2317134"/>
                    <a:pt x="3538175" y="2318880"/>
                    <a:pt x="3538175" y="2321547"/>
                  </a:cubicBezTo>
                  <a:cubicBezTo>
                    <a:pt x="3538632" y="2326779"/>
                    <a:pt x="3538175" y="2329421"/>
                    <a:pt x="3538175" y="2334653"/>
                  </a:cubicBezTo>
                  <a:cubicBezTo>
                    <a:pt x="3540798" y="2334653"/>
                    <a:pt x="3542550" y="2335523"/>
                    <a:pt x="3545179" y="2335523"/>
                  </a:cubicBezTo>
                  <a:cubicBezTo>
                    <a:pt x="3550456" y="2335523"/>
                    <a:pt x="3553936" y="2334653"/>
                    <a:pt x="3559194" y="2334653"/>
                  </a:cubicBezTo>
                  <a:cubicBezTo>
                    <a:pt x="3561848" y="2334653"/>
                    <a:pt x="3560514" y="2340317"/>
                    <a:pt x="3562730" y="2340756"/>
                  </a:cubicBezTo>
                  <a:cubicBezTo>
                    <a:pt x="3564870" y="2341232"/>
                    <a:pt x="3567493" y="2340317"/>
                    <a:pt x="3569716" y="2340756"/>
                  </a:cubicBezTo>
                  <a:cubicBezTo>
                    <a:pt x="3571900" y="2341232"/>
                    <a:pt x="3574059" y="2342508"/>
                    <a:pt x="3576732" y="2342508"/>
                  </a:cubicBezTo>
                  <a:cubicBezTo>
                    <a:pt x="3579342" y="2342508"/>
                    <a:pt x="3581101" y="2340756"/>
                    <a:pt x="3583711" y="2340756"/>
                  </a:cubicBezTo>
                  <a:cubicBezTo>
                    <a:pt x="3588994" y="2340317"/>
                    <a:pt x="3593795" y="2341638"/>
                    <a:pt x="3597725" y="2339022"/>
                  </a:cubicBezTo>
                  <a:cubicBezTo>
                    <a:pt x="3600329" y="2337282"/>
                    <a:pt x="3601237" y="2334653"/>
                    <a:pt x="3602970" y="2332062"/>
                  </a:cubicBezTo>
                  <a:cubicBezTo>
                    <a:pt x="3604279" y="2329840"/>
                    <a:pt x="3606050" y="2327617"/>
                    <a:pt x="3606476" y="2325014"/>
                  </a:cubicBezTo>
                  <a:cubicBezTo>
                    <a:pt x="3606920" y="2322829"/>
                    <a:pt x="3606476" y="2320658"/>
                    <a:pt x="3606476" y="2318010"/>
                  </a:cubicBezTo>
                  <a:cubicBezTo>
                    <a:pt x="3606920" y="2309704"/>
                    <a:pt x="3605155" y="2304878"/>
                    <a:pt x="3606476" y="2296998"/>
                  </a:cubicBezTo>
                  <a:cubicBezTo>
                    <a:pt x="3606920" y="2294813"/>
                    <a:pt x="3607784" y="2292153"/>
                    <a:pt x="3608209" y="2290006"/>
                  </a:cubicBezTo>
                  <a:cubicBezTo>
                    <a:pt x="3609073" y="2286914"/>
                    <a:pt x="3612184" y="2286076"/>
                    <a:pt x="3613511" y="2282983"/>
                  </a:cubicBezTo>
                  <a:cubicBezTo>
                    <a:pt x="3614801" y="2279948"/>
                    <a:pt x="3618306" y="2279034"/>
                    <a:pt x="3618757" y="2275979"/>
                  </a:cubicBezTo>
                  <a:cubicBezTo>
                    <a:pt x="3619614" y="2271172"/>
                    <a:pt x="3618757" y="2267242"/>
                    <a:pt x="3618757" y="2261996"/>
                  </a:cubicBezTo>
                  <a:cubicBezTo>
                    <a:pt x="3618757" y="2256751"/>
                    <a:pt x="3617861" y="2252783"/>
                    <a:pt x="3618757" y="2247938"/>
                  </a:cubicBezTo>
                  <a:cubicBezTo>
                    <a:pt x="3619169" y="2244915"/>
                    <a:pt x="3623557" y="2244915"/>
                    <a:pt x="3625748" y="2242699"/>
                  </a:cubicBezTo>
                  <a:cubicBezTo>
                    <a:pt x="3628383" y="2240114"/>
                    <a:pt x="3632307" y="2240114"/>
                    <a:pt x="3634479" y="2237479"/>
                  </a:cubicBezTo>
                  <a:cubicBezTo>
                    <a:pt x="3636257" y="2235250"/>
                    <a:pt x="3641496" y="2235701"/>
                    <a:pt x="3641496" y="2232209"/>
                  </a:cubicBezTo>
                  <a:close/>
                  <a:moveTo>
                    <a:pt x="2704642" y="898728"/>
                  </a:moveTo>
                  <a:cubicBezTo>
                    <a:pt x="2705950" y="898544"/>
                    <a:pt x="2707081" y="899191"/>
                    <a:pt x="2708135" y="898728"/>
                  </a:cubicBezTo>
                  <a:cubicBezTo>
                    <a:pt x="2711215" y="897197"/>
                    <a:pt x="2714294" y="895235"/>
                    <a:pt x="2714294" y="891711"/>
                  </a:cubicBezTo>
                  <a:cubicBezTo>
                    <a:pt x="2714294" y="889539"/>
                    <a:pt x="2713418" y="888218"/>
                    <a:pt x="2712535" y="886466"/>
                  </a:cubicBezTo>
                  <a:cubicBezTo>
                    <a:pt x="2711653" y="884948"/>
                    <a:pt x="2709697" y="884720"/>
                    <a:pt x="2709011" y="882980"/>
                  </a:cubicBezTo>
                  <a:cubicBezTo>
                    <a:pt x="2708814" y="881894"/>
                    <a:pt x="2708586" y="880567"/>
                    <a:pt x="2708135" y="879443"/>
                  </a:cubicBezTo>
                  <a:cubicBezTo>
                    <a:pt x="2707690" y="878382"/>
                    <a:pt x="2708586" y="876833"/>
                    <a:pt x="2708135" y="875944"/>
                  </a:cubicBezTo>
                  <a:cubicBezTo>
                    <a:pt x="2707284" y="874610"/>
                    <a:pt x="2705950" y="874013"/>
                    <a:pt x="2704642" y="873334"/>
                  </a:cubicBezTo>
                  <a:cubicBezTo>
                    <a:pt x="2703563" y="872674"/>
                    <a:pt x="2702229" y="873791"/>
                    <a:pt x="2701143" y="873334"/>
                  </a:cubicBezTo>
                  <a:cubicBezTo>
                    <a:pt x="2699626" y="872890"/>
                    <a:pt x="2699169" y="870934"/>
                    <a:pt x="2697626" y="870692"/>
                  </a:cubicBezTo>
                  <a:lnTo>
                    <a:pt x="2695879" y="870692"/>
                  </a:lnTo>
                  <a:cubicBezTo>
                    <a:pt x="2693676" y="870692"/>
                    <a:pt x="2692596" y="871588"/>
                    <a:pt x="2690641" y="872470"/>
                  </a:cubicBezTo>
                  <a:cubicBezTo>
                    <a:pt x="2689548" y="872890"/>
                    <a:pt x="2688018" y="872674"/>
                    <a:pt x="2687116" y="873334"/>
                  </a:cubicBezTo>
                  <a:cubicBezTo>
                    <a:pt x="2686024" y="874210"/>
                    <a:pt x="2686475" y="875944"/>
                    <a:pt x="2685389" y="876833"/>
                  </a:cubicBezTo>
                  <a:cubicBezTo>
                    <a:pt x="2684278" y="877722"/>
                    <a:pt x="2682970" y="877722"/>
                    <a:pt x="2681865" y="878579"/>
                  </a:cubicBezTo>
                  <a:cubicBezTo>
                    <a:pt x="2680785" y="877722"/>
                    <a:pt x="2679465" y="877931"/>
                    <a:pt x="2678398" y="876833"/>
                  </a:cubicBezTo>
                  <a:cubicBezTo>
                    <a:pt x="2677293" y="875753"/>
                    <a:pt x="2677718" y="874439"/>
                    <a:pt x="2676626" y="873334"/>
                  </a:cubicBezTo>
                  <a:cubicBezTo>
                    <a:pt x="2675534" y="872248"/>
                    <a:pt x="2674213" y="872470"/>
                    <a:pt x="2673121" y="871588"/>
                  </a:cubicBezTo>
                  <a:lnTo>
                    <a:pt x="2664796" y="872470"/>
                  </a:lnTo>
                  <a:cubicBezTo>
                    <a:pt x="2664796" y="873791"/>
                    <a:pt x="2665222" y="874610"/>
                    <a:pt x="2665222" y="875944"/>
                  </a:cubicBezTo>
                  <a:cubicBezTo>
                    <a:pt x="2665222" y="877284"/>
                    <a:pt x="2664358" y="878147"/>
                    <a:pt x="2664358" y="879443"/>
                  </a:cubicBezTo>
                  <a:cubicBezTo>
                    <a:pt x="2664358" y="881672"/>
                    <a:pt x="2664796" y="882751"/>
                    <a:pt x="2664796" y="884948"/>
                  </a:cubicBezTo>
                  <a:cubicBezTo>
                    <a:pt x="2664796" y="886917"/>
                    <a:pt x="2663945" y="888022"/>
                    <a:pt x="2664358" y="889952"/>
                  </a:cubicBezTo>
                  <a:cubicBezTo>
                    <a:pt x="2664358" y="890631"/>
                    <a:pt x="2665901" y="889539"/>
                    <a:pt x="2666130" y="889952"/>
                  </a:cubicBezTo>
                  <a:cubicBezTo>
                    <a:pt x="2664796" y="890193"/>
                    <a:pt x="2663698" y="889768"/>
                    <a:pt x="2662612" y="889952"/>
                  </a:cubicBezTo>
                  <a:cubicBezTo>
                    <a:pt x="2661278" y="890193"/>
                    <a:pt x="2660421" y="891489"/>
                    <a:pt x="2659100" y="891711"/>
                  </a:cubicBezTo>
                  <a:cubicBezTo>
                    <a:pt x="2658008" y="891952"/>
                    <a:pt x="2656713" y="891489"/>
                    <a:pt x="2655608" y="891711"/>
                  </a:cubicBezTo>
                  <a:cubicBezTo>
                    <a:pt x="2652979" y="892390"/>
                    <a:pt x="2651448" y="894365"/>
                    <a:pt x="2648616" y="894365"/>
                  </a:cubicBezTo>
                  <a:cubicBezTo>
                    <a:pt x="2646857" y="894365"/>
                    <a:pt x="2646622" y="892168"/>
                    <a:pt x="2645111" y="891711"/>
                  </a:cubicBezTo>
                  <a:lnTo>
                    <a:pt x="2641155" y="892606"/>
                  </a:lnTo>
                  <a:lnTo>
                    <a:pt x="2641155" y="917568"/>
                  </a:lnTo>
                  <a:cubicBezTo>
                    <a:pt x="2642273" y="917568"/>
                    <a:pt x="2643155" y="917987"/>
                    <a:pt x="2644235" y="917987"/>
                  </a:cubicBezTo>
                  <a:cubicBezTo>
                    <a:pt x="2647740" y="917987"/>
                    <a:pt x="2649474" y="917752"/>
                    <a:pt x="2652979" y="917568"/>
                  </a:cubicBezTo>
                  <a:lnTo>
                    <a:pt x="2652979" y="928496"/>
                  </a:lnTo>
                  <a:cubicBezTo>
                    <a:pt x="2651017" y="928706"/>
                    <a:pt x="2649474" y="928928"/>
                    <a:pt x="2647740" y="929354"/>
                  </a:cubicBezTo>
                  <a:cubicBezTo>
                    <a:pt x="2646622" y="929614"/>
                    <a:pt x="2645111" y="928928"/>
                    <a:pt x="2644235" y="929354"/>
                  </a:cubicBezTo>
                  <a:cubicBezTo>
                    <a:pt x="2643155" y="930033"/>
                    <a:pt x="2643155" y="931557"/>
                    <a:pt x="2642463" y="932865"/>
                  </a:cubicBezTo>
                  <a:cubicBezTo>
                    <a:pt x="2641815" y="934192"/>
                    <a:pt x="2640965" y="935088"/>
                    <a:pt x="2640723" y="936396"/>
                  </a:cubicBezTo>
                  <a:cubicBezTo>
                    <a:pt x="2640298" y="938783"/>
                    <a:pt x="2641593" y="941000"/>
                    <a:pt x="2640723" y="943387"/>
                  </a:cubicBezTo>
                  <a:cubicBezTo>
                    <a:pt x="2640298" y="944689"/>
                    <a:pt x="2637650" y="943825"/>
                    <a:pt x="2637224" y="945127"/>
                  </a:cubicBezTo>
                  <a:cubicBezTo>
                    <a:pt x="2636793" y="946226"/>
                    <a:pt x="2636342" y="947318"/>
                    <a:pt x="2636342" y="948639"/>
                  </a:cubicBezTo>
                  <a:cubicBezTo>
                    <a:pt x="2636342" y="949940"/>
                    <a:pt x="2636564" y="951039"/>
                    <a:pt x="2637224" y="952144"/>
                  </a:cubicBezTo>
                  <a:cubicBezTo>
                    <a:pt x="2637885" y="953465"/>
                    <a:pt x="2639415" y="953890"/>
                    <a:pt x="2640723" y="954754"/>
                  </a:cubicBezTo>
                  <a:cubicBezTo>
                    <a:pt x="2642463" y="955878"/>
                    <a:pt x="2643809" y="956519"/>
                    <a:pt x="2645968" y="956519"/>
                  </a:cubicBezTo>
                  <a:cubicBezTo>
                    <a:pt x="2648178" y="956519"/>
                    <a:pt x="2649048" y="954106"/>
                    <a:pt x="2651239" y="953890"/>
                  </a:cubicBezTo>
                  <a:cubicBezTo>
                    <a:pt x="2652560" y="953890"/>
                    <a:pt x="2653645" y="953681"/>
                    <a:pt x="2654700" y="953890"/>
                  </a:cubicBezTo>
                  <a:cubicBezTo>
                    <a:pt x="2655836" y="954106"/>
                    <a:pt x="2656928" y="954754"/>
                    <a:pt x="2658249" y="954754"/>
                  </a:cubicBezTo>
                  <a:cubicBezTo>
                    <a:pt x="2659100" y="954754"/>
                    <a:pt x="2659100" y="956049"/>
                    <a:pt x="2659983" y="956049"/>
                  </a:cubicBezTo>
                  <a:cubicBezTo>
                    <a:pt x="2662396" y="956049"/>
                    <a:pt x="2663488" y="954544"/>
                    <a:pt x="2665222" y="953007"/>
                  </a:cubicBezTo>
                  <a:cubicBezTo>
                    <a:pt x="2666333" y="952144"/>
                    <a:pt x="2667863" y="951903"/>
                    <a:pt x="2668727" y="950391"/>
                  </a:cubicBezTo>
                  <a:cubicBezTo>
                    <a:pt x="2669171" y="949293"/>
                    <a:pt x="2668301" y="947972"/>
                    <a:pt x="2668727" y="946918"/>
                  </a:cubicBezTo>
                  <a:cubicBezTo>
                    <a:pt x="2669609" y="945362"/>
                    <a:pt x="2671368" y="945572"/>
                    <a:pt x="2672251" y="944283"/>
                  </a:cubicBezTo>
                  <a:lnTo>
                    <a:pt x="2702026" y="944283"/>
                  </a:lnTo>
                  <a:lnTo>
                    <a:pt x="2702026" y="939222"/>
                  </a:lnTo>
                  <a:cubicBezTo>
                    <a:pt x="2702026" y="936148"/>
                    <a:pt x="2699391" y="935088"/>
                    <a:pt x="2699391" y="931995"/>
                  </a:cubicBezTo>
                  <a:cubicBezTo>
                    <a:pt x="2699391" y="930478"/>
                    <a:pt x="2702229" y="931557"/>
                    <a:pt x="2702909" y="930268"/>
                  </a:cubicBezTo>
                  <a:cubicBezTo>
                    <a:pt x="2703563" y="928928"/>
                    <a:pt x="2704210" y="928052"/>
                    <a:pt x="2704642" y="926731"/>
                  </a:cubicBezTo>
                  <a:cubicBezTo>
                    <a:pt x="2704877" y="925664"/>
                    <a:pt x="2704642" y="924559"/>
                    <a:pt x="2704642" y="923245"/>
                  </a:cubicBezTo>
                  <a:cubicBezTo>
                    <a:pt x="2704877" y="920648"/>
                    <a:pt x="2704414" y="918876"/>
                    <a:pt x="2704642" y="916222"/>
                  </a:cubicBezTo>
                  <a:cubicBezTo>
                    <a:pt x="2704642" y="914927"/>
                    <a:pt x="2705519" y="914044"/>
                    <a:pt x="2705519" y="912723"/>
                  </a:cubicBezTo>
                  <a:cubicBezTo>
                    <a:pt x="2705519" y="910132"/>
                    <a:pt x="2704877" y="908354"/>
                    <a:pt x="2704642" y="905738"/>
                  </a:cubicBezTo>
                  <a:close/>
                  <a:moveTo>
                    <a:pt x="5253437" y="776141"/>
                  </a:moveTo>
                  <a:cubicBezTo>
                    <a:pt x="5255431" y="776141"/>
                    <a:pt x="5256974" y="775709"/>
                    <a:pt x="5258701" y="775303"/>
                  </a:cubicBezTo>
                  <a:cubicBezTo>
                    <a:pt x="5260041" y="775061"/>
                    <a:pt x="5260905" y="773531"/>
                    <a:pt x="5262435" y="773531"/>
                  </a:cubicBezTo>
                  <a:lnTo>
                    <a:pt x="5305964" y="773531"/>
                  </a:lnTo>
                  <a:lnTo>
                    <a:pt x="5305964" y="766514"/>
                  </a:lnTo>
                  <a:cubicBezTo>
                    <a:pt x="5306218" y="763435"/>
                    <a:pt x="5305964" y="761053"/>
                    <a:pt x="5307710" y="758659"/>
                  </a:cubicBezTo>
                  <a:cubicBezTo>
                    <a:pt x="5308606" y="757301"/>
                    <a:pt x="5309914" y="756862"/>
                    <a:pt x="5311222" y="755986"/>
                  </a:cubicBezTo>
                  <a:cubicBezTo>
                    <a:pt x="5313006" y="757301"/>
                    <a:pt x="5313857" y="758418"/>
                    <a:pt x="5315616" y="759510"/>
                  </a:cubicBezTo>
                  <a:cubicBezTo>
                    <a:pt x="5317369" y="760609"/>
                    <a:pt x="5318677" y="762152"/>
                    <a:pt x="5320868" y="762152"/>
                  </a:cubicBezTo>
                  <a:cubicBezTo>
                    <a:pt x="5323503" y="762152"/>
                    <a:pt x="5325224" y="760393"/>
                    <a:pt x="5327846" y="760393"/>
                  </a:cubicBezTo>
                  <a:cubicBezTo>
                    <a:pt x="5330062" y="760393"/>
                    <a:pt x="5331358" y="761257"/>
                    <a:pt x="5333110" y="762152"/>
                  </a:cubicBezTo>
                  <a:cubicBezTo>
                    <a:pt x="5334654" y="763015"/>
                    <a:pt x="5335079" y="764965"/>
                    <a:pt x="5336635" y="765657"/>
                  </a:cubicBezTo>
                  <a:cubicBezTo>
                    <a:pt x="5337714" y="766083"/>
                    <a:pt x="5339029" y="766083"/>
                    <a:pt x="5340134" y="766514"/>
                  </a:cubicBezTo>
                  <a:cubicBezTo>
                    <a:pt x="5341651" y="767181"/>
                    <a:pt x="5342318" y="768502"/>
                    <a:pt x="5343626" y="769150"/>
                  </a:cubicBezTo>
                  <a:cubicBezTo>
                    <a:pt x="5343182" y="770235"/>
                    <a:pt x="5343398" y="771569"/>
                    <a:pt x="5342743" y="772642"/>
                  </a:cubicBezTo>
                  <a:cubicBezTo>
                    <a:pt x="5341880" y="774153"/>
                    <a:pt x="5339264" y="774153"/>
                    <a:pt x="5339264" y="776141"/>
                  </a:cubicBezTo>
                  <a:cubicBezTo>
                    <a:pt x="5339264" y="778567"/>
                    <a:pt x="5339264" y="780738"/>
                    <a:pt x="5341016" y="782275"/>
                  </a:cubicBezTo>
                  <a:cubicBezTo>
                    <a:pt x="5342102" y="783132"/>
                    <a:pt x="5343182" y="783132"/>
                    <a:pt x="5344731" y="783132"/>
                  </a:cubicBezTo>
                  <a:lnTo>
                    <a:pt x="5361800" y="783132"/>
                  </a:lnTo>
                  <a:cubicBezTo>
                    <a:pt x="5365280" y="783132"/>
                    <a:pt x="5366854" y="780548"/>
                    <a:pt x="5369013" y="777900"/>
                  </a:cubicBezTo>
                  <a:cubicBezTo>
                    <a:pt x="5370118" y="776604"/>
                    <a:pt x="5370556" y="775709"/>
                    <a:pt x="5371642" y="774395"/>
                  </a:cubicBezTo>
                  <a:cubicBezTo>
                    <a:pt x="5372735" y="773093"/>
                    <a:pt x="5373204" y="770889"/>
                    <a:pt x="5375141" y="770889"/>
                  </a:cubicBezTo>
                  <a:cubicBezTo>
                    <a:pt x="5379745" y="770889"/>
                    <a:pt x="5380628" y="775474"/>
                    <a:pt x="5383891" y="778802"/>
                  </a:cubicBezTo>
                  <a:cubicBezTo>
                    <a:pt x="5385015" y="779887"/>
                    <a:pt x="5386317" y="780548"/>
                    <a:pt x="5387416" y="781392"/>
                  </a:cubicBezTo>
                  <a:cubicBezTo>
                    <a:pt x="5387613" y="780097"/>
                    <a:pt x="5387174" y="779214"/>
                    <a:pt x="5387416" y="777900"/>
                  </a:cubicBezTo>
                  <a:cubicBezTo>
                    <a:pt x="5387613" y="776351"/>
                    <a:pt x="5388737" y="775709"/>
                    <a:pt x="5389162" y="774395"/>
                  </a:cubicBezTo>
                  <a:cubicBezTo>
                    <a:pt x="5390229" y="774852"/>
                    <a:pt x="5391569" y="774852"/>
                    <a:pt x="5392667" y="775303"/>
                  </a:cubicBezTo>
                  <a:cubicBezTo>
                    <a:pt x="5394191" y="775957"/>
                    <a:pt x="5394642" y="777900"/>
                    <a:pt x="5396388" y="777900"/>
                  </a:cubicBezTo>
                  <a:lnTo>
                    <a:pt x="5406682" y="777900"/>
                  </a:lnTo>
                  <a:cubicBezTo>
                    <a:pt x="5406428" y="776789"/>
                    <a:pt x="5407113" y="775474"/>
                    <a:pt x="5406682" y="774395"/>
                  </a:cubicBezTo>
                  <a:cubicBezTo>
                    <a:pt x="5406021" y="772858"/>
                    <a:pt x="5404700" y="772452"/>
                    <a:pt x="5404053" y="770889"/>
                  </a:cubicBezTo>
                  <a:cubicBezTo>
                    <a:pt x="5403811" y="770007"/>
                    <a:pt x="5403380" y="768705"/>
                    <a:pt x="5403151" y="767822"/>
                  </a:cubicBezTo>
                  <a:cubicBezTo>
                    <a:pt x="5400548" y="768045"/>
                    <a:pt x="5398776" y="768248"/>
                    <a:pt x="5396134" y="768248"/>
                  </a:cubicBezTo>
                  <a:cubicBezTo>
                    <a:pt x="5394833" y="768248"/>
                    <a:pt x="5393975" y="767822"/>
                    <a:pt x="5392667" y="767822"/>
                  </a:cubicBezTo>
                  <a:lnTo>
                    <a:pt x="5392667" y="758418"/>
                  </a:lnTo>
                  <a:cubicBezTo>
                    <a:pt x="5392667" y="755351"/>
                    <a:pt x="5395518" y="754049"/>
                    <a:pt x="5397906" y="752513"/>
                  </a:cubicBezTo>
                  <a:cubicBezTo>
                    <a:pt x="5399004" y="751846"/>
                    <a:pt x="5400548" y="753167"/>
                    <a:pt x="5401417" y="752513"/>
                  </a:cubicBezTo>
                  <a:cubicBezTo>
                    <a:pt x="5402738" y="751630"/>
                    <a:pt x="5402960" y="750309"/>
                    <a:pt x="5404053" y="749026"/>
                  </a:cubicBezTo>
                  <a:cubicBezTo>
                    <a:pt x="5404935" y="747909"/>
                    <a:pt x="5405107" y="746620"/>
                    <a:pt x="5405818" y="745489"/>
                  </a:cubicBezTo>
                  <a:cubicBezTo>
                    <a:pt x="5406428" y="744175"/>
                    <a:pt x="5407564" y="743337"/>
                    <a:pt x="5408428" y="742022"/>
                  </a:cubicBezTo>
                  <a:cubicBezTo>
                    <a:pt x="5409279" y="740702"/>
                    <a:pt x="5409952" y="739832"/>
                    <a:pt x="5411063" y="738504"/>
                  </a:cubicBezTo>
                  <a:cubicBezTo>
                    <a:pt x="5412168" y="737184"/>
                    <a:pt x="5412784" y="735653"/>
                    <a:pt x="5414556" y="734993"/>
                  </a:cubicBezTo>
                  <a:cubicBezTo>
                    <a:pt x="5415629" y="734777"/>
                    <a:pt x="5416962" y="735431"/>
                    <a:pt x="5418029" y="734993"/>
                  </a:cubicBezTo>
                  <a:lnTo>
                    <a:pt x="5421553" y="733253"/>
                  </a:lnTo>
                  <a:cubicBezTo>
                    <a:pt x="5423084" y="732383"/>
                    <a:pt x="5423306" y="730427"/>
                    <a:pt x="5424176" y="728865"/>
                  </a:cubicBezTo>
                  <a:cubicBezTo>
                    <a:pt x="5426589" y="725392"/>
                    <a:pt x="5428329" y="723372"/>
                    <a:pt x="5431193" y="720121"/>
                  </a:cubicBezTo>
                  <a:cubicBezTo>
                    <a:pt x="5434698" y="716191"/>
                    <a:pt x="5436882" y="713771"/>
                    <a:pt x="5440832" y="710495"/>
                  </a:cubicBezTo>
                  <a:cubicBezTo>
                    <a:pt x="5443448" y="708310"/>
                    <a:pt x="5445848" y="706989"/>
                    <a:pt x="5449563" y="706989"/>
                  </a:cubicBezTo>
                  <a:cubicBezTo>
                    <a:pt x="5451532" y="706989"/>
                    <a:pt x="5453075" y="707415"/>
                    <a:pt x="5454808" y="707840"/>
                  </a:cubicBezTo>
                  <a:cubicBezTo>
                    <a:pt x="5456796" y="708310"/>
                    <a:pt x="5457888" y="709618"/>
                    <a:pt x="5460066" y="709618"/>
                  </a:cubicBezTo>
                  <a:lnTo>
                    <a:pt x="5461825" y="709618"/>
                  </a:lnTo>
                  <a:cubicBezTo>
                    <a:pt x="5463381" y="709618"/>
                    <a:pt x="5464022" y="708520"/>
                    <a:pt x="5465318" y="707840"/>
                  </a:cubicBezTo>
                  <a:cubicBezTo>
                    <a:pt x="5466854" y="706989"/>
                    <a:pt x="5466854" y="704348"/>
                    <a:pt x="5468816" y="704348"/>
                  </a:cubicBezTo>
                  <a:lnTo>
                    <a:pt x="5470626" y="704348"/>
                  </a:lnTo>
                  <a:cubicBezTo>
                    <a:pt x="5472341" y="704348"/>
                    <a:pt x="5472131" y="706989"/>
                    <a:pt x="5473198" y="707840"/>
                  </a:cubicBezTo>
                  <a:cubicBezTo>
                    <a:pt x="5474277" y="708736"/>
                    <a:pt x="5474277" y="710920"/>
                    <a:pt x="5475839" y="711384"/>
                  </a:cubicBezTo>
                  <a:cubicBezTo>
                    <a:pt x="5476932" y="711784"/>
                    <a:pt x="5478221" y="712050"/>
                    <a:pt x="5479345" y="712241"/>
                  </a:cubicBezTo>
                  <a:cubicBezTo>
                    <a:pt x="5480431" y="712469"/>
                    <a:pt x="5481732" y="712050"/>
                    <a:pt x="5482850" y="712241"/>
                  </a:cubicBezTo>
                  <a:cubicBezTo>
                    <a:pt x="5484374" y="712469"/>
                    <a:pt x="5484799" y="714190"/>
                    <a:pt x="5486342" y="714851"/>
                  </a:cubicBezTo>
                  <a:cubicBezTo>
                    <a:pt x="5485028" y="716832"/>
                    <a:pt x="5482850" y="717708"/>
                    <a:pt x="5482850" y="720121"/>
                  </a:cubicBezTo>
                  <a:lnTo>
                    <a:pt x="5482850" y="721867"/>
                  </a:lnTo>
                  <a:cubicBezTo>
                    <a:pt x="5483053" y="723195"/>
                    <a:pt x="5483929" y="724268"/>
                    <a:pt x="5484583" y="725392"/>
                  </a:cubicBezTo>
                  <a:cubicBezTo>
                    <a:pt x="5485263" y="726459"/>
                    <a:pt x="5487454" y="725798"/>
                    <a:pt x="5488070" y="727119"/>
                  </a:cubicBezTo>
                  <a:cubicBezTo>
                    <a:pt x="5488533" y="728198"/>
                    <a:pt x="5488070" y="729507"/>
                    <a:pt x="5488070" y="730637"/>
                  </a:cubicBezTo>
                  <a:cubicBezTo>
                    <a:pt x="5488533" y="733012"/>
                    <a:pt x="5488070" y="734993"/>
                    <a:pt x="5488070" y="737615"/>
                  </a:cubicBezTo>
                  <a:lnTo>
                    <a:pt x="5493378" y="738504"/>
                  </a:lnTo>
                  <a:cubicBezTo>
                    <a:pt x="5494451" y="737825"/>
                    <a:pt x="5495759" y="737615"/>
                    <a:pt x="5496864" y="736777"/>
                  </a:cubicBezTo>
                  <a:cubicBezTo>
                    <a:pt x="5498179" y="735653"/>
                    <a:pt x="5498363" y="734123"/>
                    <a:pt x="5499506" y="733253"/>
                  </a:cubicBezTo>
                  <a:cubicBezTo>
                    <a:pt x="5502109" y="730827"/>
                    <a:pt x="5504097" y="729322"/>
                    <a:pt x="5507361" y="728002"/>
                  </a:cubicBezTo>
                  <a:cubicBezTo>
                    <a:pt x="5508453" y="727563"/>
                    <a:pt x="5509761" y="727786"/>
                    <a:pt x="5510866" y="727119"/>
                  </a:cubicBezTo>
                  <a:cubicBezTo>
                    <a:pt x="5512149" y="726459"/>
                    <a:pt x="5513025" y="725392"/>
                    <a:pt x="5514333" y="724496"/>
                  </a:cubicBezTo>
                  <a:cubicBezTo>
                    <a:pt x="5515648" y="723626"/>
                    <a:pt x="5516098" y="722077"/>
                    <a:pt x="5516968" y="720959"/>
                  </a:cubicBezTo>
                  <a:cubicBezTo>
                    <a:pt x="5518080" y="719696"/>
                    <a:pt x="5519191" y="718578"/>
                    <a:pt x="5520493" y="717492"/>
                  </a:cubicBezTo>
                  <a:cubicBezTo>
                    <a:pt x="5521572" y="716616"/>
                    <a:pt x="5521572" y="714413"/>
                    <a:pt x="5523134" y="713987"/>
                  </a:cubicBezTo>
                  <a:cubicBezTo>
                    <a:pt x="5525522" y="713104"/>
                    <a:pt x="5527725" y="713530"/>
                    <a:pt x="5530126" y="713104"/>
                  </a:cubicBezTo>
                  <a:cubicBezTo>
                    <a:pt x="5531231" y="712889"/>
                    <a:pt x="5532539" y="713771"/>
                    <a:pt x="5533618" y="713104"/>
                  </a:cubicBezTo>
                  <a:cubicBezTo>
                    <a:pt x="5534736" y="712469"/>
                    <a:pt x="5534736" y="710698"/>
                    <a:pt x="5535377" y="709618"/>
                  </a:cubicBezTo>
                  <a:cubicBezTo>
                    <a:pt x="5536044" y="708520"/>
                    <a:pt x="5536698" y="707415"/>
                    <a:pt x="5537136" y="706094"/>
                  </a:cubicBezTo>
                  <a:cubicBezTo>
                    <a:pt x="5537593" y="704805"/>
                    <a:pt x="5538685" y="703910"/>
                    <a:pt x="5538876" y="702589"/>
                  </a:cubicBezTo>
                  <a:cubicBezTo>
                    <a:pt x="5539320" y="700182"/>
                    <a:pt x="5538685" y="698220"/>
                    <a:pt x="5538876" y="695604"/>
                  </a:cubicBezTo>
                  <a:cubicBezTo>
                    <a:pt x="5539098" y="692962"/>
                    <a:pt x="5540178" y="691006"/>
                    <a:pt x="5540648" y="688606"/>
                  </a:cubicBezTo>
                  <a:cubicBezTo>
                    <a:pt x="5543257" y="688606"/>
                    <a:pt x="5545245" y="689019"/>
                    <a:pt x="5547658" y="688606"/>
                  </a:cubicBezTo>
                  <a:cubicBezTo>
                    <a:pt x="5550503" y="688149"/>
                    <a:pt x="5551805" y="685977"/>
                    <a:pt x="5554859" y="685977"/>
                  </a:cubicBezTo>
                  <a:lnTo>
                    <a:pt x="5572125" y="685977"/>
                  </a:lnTo>
                  <a:lnTo>
                    <a:pt x="5572125" y="691216"/>
                  </a:lnTo>
                  <a:cubicBezTo>
                    <a:pt x="5570848" y="692086"/>
                    <a:pt x="5570175" y="693216"/>
                    <a:pt x="5568657" y="693864"/>
                  </a:cubicBezTo>
                  <a:lnTo>
                    <a:pt x="5561647" y="697356"/>
                  </a:lnTo>
                  <a:cubicBezTo>
                    <a:pt x="5560314" y="698011"/>
                    <a:pt x="5559215" y="698436"/>
                    <a:pt x="5558142" y="699103"/>
                  </a:cubicBezTo>
                  <a:cubicBezTo>
                    <a:pt x="5556637" y="699992"/>
                    <a:pt x="5555303" y="701078"/>
                    <a:pt x="5554630" y="702589"/>
                  </a:cubicBezTo>
                  <a:cubicBezTo>
                    <a:pt x="5553983" y="703910"/>
                    <a:pt x="5553113" y="704805"/>
                    <a:pt x="5552897" y="706094"/>
                  </a:cubicBezTo>
                  <a:cubicBezTo>
                    <a:pt x="5552681" y="707199"/>
                    <a:pt x="5552217" y="708520"/>
                    <a:pt x="5552020" y="709618"/>
                  </a:cubicBezTo>
                  <a:cubicBezTo>
                    <a:pt x="5551805" y="710698"/>
                    <a:pt x="5552217" y="712050"/>
                    <a:pt x="5552020" y="713104"/>
                  </a:cubicBezTo>
                  <a:cubicBezTo>
                    <a:pt x="5551805" y="714190"/>
                    <a:pt x="5551360" y="715537"/>
                    <a:pt x="5551138" y="716616"/>
                  </a:cubicBezTo>
                  <a:cubicBezTo>
                    <a:pt x="5550503" y="719696"/>
                    <a:pt x="5548522" y="721429"/>
                    <a:pt x="5547658" y="724496"/>
                  </a:cubicBezTo>
                  <a:cubicBezTo>
                    <a:pt x="5547398" y="725576"/>
                    <a:pt x="5546979" y="726897"/>
                    <a:pt x="5546763" y="728002"/>
                  </a:cubicBezTo>
                  <a:cubicBezTo>
                    <a:pt x="5546553" y="729100"/>
                    <a:pt x="5546553" y="730427"/>
                    <a:pt x="5545899" y="731469"/>
                  </a:cubicBezTo>
                  <a:cubicBezTo>
                    <a:pt x="5545245" y="732828"/>
                    <a:pt x="5544578" y="734123"/>
                    <a:pt x="5543257" y="734993"/>
                  </a:cubicBezTo>
                  <a:cubicBezTo>
                    <a:pt x="5542387" y="735653"/>
                    <a:pt x="5540832" y="735431"/>
                    <a:pt x="5539746" y="735895"/>
                  </a:cubicBezTo>
                  <a:cubicBezTo>
                    <a:pt x="5538216" y="736504"/>
                    <a:pt x="5536895" y="736777"/>
                    <a:pt x="5535377" y="737615"/>
                  </a:cubicBezTo>
                  <a:cubicBezTo>
                    <a:pt x="5534253" y="738073"/>
                    <a:pt x="5532735" y="737615"/>
                    <a:pt x="5531872" y="738504"/>
                  </a:cubicBezTo>
                  <a:cubicBezTo>
                    <a:pt x="5530989" y="739387"/>
                    <a:pt x="5531434" y="740892"/>
                    <a:pt x="5530989" y="742022"/>
                  </a:cubicBezTo>
                  <a:cubicBezTo>
                    <a:pt x="5530532" y="743108"/>
                    <a:pt x="5530532" y="744410"/>
                    <a:pt x="5530126" y="745489"/>
                  </a:cubicBezTo>
                  <a:cubicBezTo>
                    <a:pt x="5528792" y="748582"/>
                    <a:pt x="5525954" y="749026"/>
                    <a:pt x="5523134" y="750766"/>
                  </a:cubicBezTo>
                  <a:cubicBezTo>
                    <a:pt x="5518975" y="753167"/>
                    <a:pt x="5516784" y="755986"/>
                    <a:pt x="5512625" y="758659"/>
                  </a:cubicBezTo>
                  <a:cubicBezTo>
                    <a:pt x="5508237" y="761472"/>
                    <a:pt x="5505596" y="763015"/>
                    <a:pt x="5501239" y="765657"/>
                  </a:cubicBezTo>
                  <a:cubicBezTo>
                    <a:pt x="5497068" y="768045"/>
                    <a:pt x="5494451" y="770445"/>
                    <a:pt x="5490724" y="773531"/>
                  </a:cubicBezTo>
                  <a:cubicBezTo>
                    <a:pt x="5486800" y="776789"/>
                    <a:pt x="5485263" y="780300"/>
                    <a:pt x="5481986" y="784028"/>
                  </a:cubicBezTo>
                  <a:cubicBezTo>
                    <a:pt x="5481078" y="785126"/>
                    <a:pt x="5480653" y="786650"/>
                    <a:pt x="5479345" y="787546"/>
                  </a:cubicBezTo>
                  <a:cubicBezTo>
                    <a:pt x="5476932" y="789292"/>
                    <a:pt x="5474277" y="789730"/>
                    <a:pt x="5472341" y="791933"/>
                  </a:cubicBezTo>
                  <a:cubicBezTo>
                    <a:pt x="5471661" y="792784"/>
                    <a:pt x="5472131" y="794321"/>
                    <a:pt x="5471471" y="795401"/>
                  </a:cubicBezTo>
                  <a:cubicBezTo>
                    <a:pt x="5470626" y="796963"/>
                    <a:pt x="5469705" y="798709"/>
                    <a:pt x="5467959" y="798912"/>
                  </a:cubicBezTo>
                  <a:cubicBezTo>
                    <a:pt x="5466854" y="799128"/>
                    <a:pt x="5465572" y="798709"/>
                    <a:pt x="5464448" y="798912"/>
                  </a:cubicBezTo>
                  <a:cubicBezTo>
                    <a:pt x="5462943" y="799128"/>
                    <a:pt x="5461628" y="798709"/>
                    <a:pt x="5460066" y="798912"/>
                  </a:cubicBezTo>
                  <a:cubicBezTo>
                    <a:pt x="5458745" y="799128"/>
                    <a:pt x="5457888" y="800442"/>
                    <a:pt x="5456599" y="800658"/>
                  </a:cubicBezTo>
                  <a:cubicBezTo>
                    <a:pt x="5455475" y="800893"/>
                    <a:pt x="5454167" y="801325"/>
                    <a:pt x="5453075" y="801535"/>
                  </a:cubicBezTo>
                  <a:cubicBezTo>
                    <a:pt x="5450027" y="802436"/>
                    <a:pt x="5448261" y="803929"/>
                    <a:pt x="5445213" y="805033"/>
                  </a:cubicBezTo>
                  <a:cubicBezTo>
                    <a:pt x="5443893" y="805472"/>
                    <a:pt x="5443004" y="806367"/>
                    <a:pt x="5441683" y="806786"/>
                  </a:cubicBezTo>
                  <a:cubicBezTo>
                    <a:pt x="5440610" y="807008"/>
                    <a:pt x="5439302" y="806367"/>
                    <a:pt x="5438165" y="806786"/>
                  </a:cubicBezTo>
                  <a:cubicBezTo>
                    <a:pt x="5436882" y="807243"/>
                    <a:pt x="5435549" y="807434"/>
                    <a:pt x="5434698" y="808539"/>
                  </a:cubicBezTo>
                  <a:cubicBezTo>
                    <a:pt x="5433580" y="809878"/>
                    <a:pt x="5432056" y="810310"/>
                    <a:pt x="5432056" y="812038"/>
                  </a:cubicBezTo>
                  <a:cubicBezTo>
                    <a:pt x="5432056" y="814241"/>
                    <a:pt x="5434698" y="815124"/>
                    <a:pt x="5434698" y="817308"/>
                  </a:cubicBezTo>
                  <a:cubicBezTo>
                    <a:pt x="5434698" y="821023"/>
                    <a:pt x="5434247" y="823658"/>
                    <a:pt x="5432926" y="826916"/>
                  </a:cubicBezTo>
                  <a:cubicBezTo>
                    <a:pt x="5432272" y="828694"/>
                    <a:pt x="5430526" y="829125"/>
                    <a:pt x="5429446" y="830433"/>
                  </a:cubicBezTo>
                  <a:cubicBezTo>
                    <a:pt x="5428557" y="831519"/>
                    <a:pt x="5426817" y="831761"/>
                    <a:pt x="5425916" y="833050"/>
                  </a:cubicBezTo>
                  <a:cubicBezTo>
                    <a:pt x="5425452" y="833932"/>
                    <a:pt x="5425452" y="835450"/>
                    <a:pt x="5425046" y="836574"/>
                  </a:cubicBezTo>
                  <a:cubicBezTo>
                    <a:pt x="5424404" y="838092"/>
                    <a:pt x="5422658" y="838993"/>
                    <a:pt x="5422404" y="840955"/>
                  </a:cubicBezTo>
                  <a:cubicBezTo>
                    <a:pt x="5422195" y="842721"/>
                    <a:pt x="5422404" y="843591"/>
                    <a:pt x="5422404" y="845318"/>
                  </a:cubicBezTo>
                  <a:cubicBezTo>
                    <a:pt x="5422404" y="847953"/>
                    <a:pt x="5423084" y="849922"/>
                    <a:pt x="5422404" y="852322"/>
                  </a:cubicBezTo>
                  <a:cubicBezTo>
                    <a:pt x="5421750" y="855167"/>
                    <a:pt x="5418912" y="856481"/>
                    <a:pt x="5418029" y="859339"/>
                  </a:cubicBezTo>
                  <a:cubicBezTo>
                    <a:pt x="5417172" y="862171"/>
                    <a:pt x="5418245" y="864127"/>
                    <a:pt x="5418029" y="867225"/>
                  </a:cubicBezTo>
                  <a:cubicBezTo>
                    <a:pt x="5418029" y="869854"/>
                    <a:pt x="5417172" y="871588"/>
                    <a:pt x="5417172" y="874210"/>
                  </a:cubicBezTo>
                  <a:cubicBezTo>
                    <a:pt x="5417172" y="888904"/>
                    <a:pt x="5419807" y="897197"/>
                    <a:pt x="5419807" y="911859"/>
                  </a:cubicBezTo>
                  <a:cubicBezTo>
                    <a:pt x="5419807" y="913847"/>
                    <a:pt x="5420245" y="915358"/>
                    <a:pt x="5419807" y="917130"/>
                  </a:cubicBezTo>
                  <a:cubicBezTo>
                    <a:pt x="5419363" y="918876"/>
                    <a:pt x="5417629" y="919308"/>
                    <a:pt x="5416295" y="920648"/>
                  </a:cubicBezTo>
                  <a:lnTo>
                    <a:pt x="5425452" y="935513"/>
                  </a:lnTo>
                  <a:lnTo>
                    <a:pt x="5425452" y="963517"/>
                  </a:lnTo>
                  <a:cubicBezTo>
                    <a:pt x="5427014" y="963517"/>
                    <a:pt x="5427910" y="965269"/>
                    <a:pt x="5429446" y="965269"/>
                  </a:cubicBezTo>
                  <a:cubicBezTo>
                    <a:pt x="5431193" y="965269"/>
                    <a:pt x="5431389" y="963091"/>
                    <a:pt x="5432926" y="962628"/>
                  </a:cubicBezTo>
                  <a:cubicBezTo>
                    <a:pt x="5434031" y="962412"/>
                    <a:pt x="5435352" y="962202"/>
                    <a:pt x="5436419" y="961802"/>
                  </a:cubicBezTo>
                  <a:cubicBezTo>
                    <a:pt x="5437752" y="961345"/>
                    <a:pt x="5438622" y="960246"/>
                    <a:pt x="5439943" y="960024"/>
                  </a:cubicBezTo>
                  <a:cubicBezTo>
                    <a:pt x="5441035" y="959802"/>
                    <a:pt x="5442350" y="959116"/>
                    <a:pt x="5443448" y="959116"/>
                  </a:cubicBezTo>
                  <a:cubicBezTo>
                    <a:pt x="5445620" y="958926"/>
                    <a:pt x="5447157" y="959116"/>
                    <a:pt x="5449563" y="959116"/>
                  </a:cubicBezTo>
                  <a:cubicBezTo>
                    <a:pt x="5449563" y="954970"/>
                    <a:pt x="5448928" y="952563"/>
                    <a:pt x="5449563" y="948639"/>
                  </a:cubicBezTo>
                  <a:cubicBezTo>
                    <a:pt x="5449563" y="947534"/>
                    <a:pt x="5449144" y="946226"/>
                    <a:pt x="5449563" y="945127"/>
                  </a:cubicBezTo>
                  <a:cubicBezTo>
                    <a:pt x="5450236" y="943584"/>
                    <a:pt x="5451087" y="942943"/>
                    <a:pt x="5452167" y="941641"/>
                  </a:cubicBezTo>
                  <a:cubicBezTo>
                    <a:pt x="5453075" y="940555"/>
                    <a:pt x="5454592" y="940758"/>
                    <a:pt x="5455716" y="939863"/>
                  </a:cubicBezTo>
                  <a:cubicBezTo>
                    <a:pt x="5457005" y="938783"/>
                    <a:pt x="5457463" y="937704"/>
                    <a:pt x="5458313" y="936396"/>
                  </a:cubicBezTo>
                  <a:cubicBezTo>
                    <a:pt x="5459209" y="935088"/>
                    <a:pt x="5460307" y="934421"/>
                    <a:pt x="5460955" y="932865"/>
                  </a:cubicBezTo>
                  <a:lnTo>
                    <a:pt x="5462695" y="929354"/>
                  </a:lnTo>
                  <a:cubicBezTo>
                    <a:pt x="5463381" y="928052"/>
                    <a:pt x="5463793" y="926953"/>
                    <a:pt x="5464448" y="925880"/>
                  </a:cubicBezTo>
                  <a:cubicBezTo>
                    <a:pt x="5465572" y="924109"/>
                    <a:pt x="5466638" y="922381"/>
                    <a:pt x="5468816" y="922381"/>
                  </a:cubicBezTo>
                  <a:lnTo>
                    <a:pt x="5470626" y="922381"/>
                  </a:lnTo>
                  <a:cubicBezTo>
                    <a:pt x="5472131" y="922381"/>
                    <a:pt x="5472772" y="923905"/>
                    <a:pt x="5474093" y="924109"/>
                  </a:cubicBezTo>
                  <a:lnTo>
                    <a:pt x="5477573" y="924109"/>
                  </a:lnTo>
                  <a:cubicBezTo>
                    <a:pt x="5478900" y="924109"/>
                    <a:pt x="5480011" y="924559"/>
                    <a:pt x="5481078" y="924109"/>
                  </a:cubicBezTo>
                  <a:cubicBezTo>
                    <a:pt x="5482424" y="923461"/>
                    <a:pt x="5482634" y="921499"/>
                    <a:pt x="5483713" y="920648"/>
                  </a:cubicBezTo>
                  <a:cubicBezTo>
                    <a:pt x="5484799" y="919740"/>
                    <a:pt x="5485479" y="918876"/>
                    <a:pt x="5485479" y="917320"/>
                  </a:cubicBezTo>
                  <a:lnTo>
                    <a:pt x="5485479" y="899610"/>
                  </a:lnTo>
                  <a:cubicBezTo>
                    <a:pt x="5487885" y="897197"/>
                    <a:pt x="5489206" y="894988"/>
                    <a:pt x="5491594" y="892606"/>
                  </a:cubicBezTo>
                  <a:cubicBezTo>
                    <a:pt x="5492686" y="891489"/>
                    <a:pt x="5494013" y="890847"/>
                    <a:pt x="5495093" y="889952"/>
                  </a:cubicBezTo>
                  <a:lnTo>
                    <a:pt x="5520493" y="889952"/>
                  </a:lnTo>
                  <a:lnTo>
                    <a:pt x="5520493" y="880109"/>
                  </a:lnTo>
                  <a:cubicBezTo>
                    <a:pt x="5520493" y="877284"/>
                    <a:pt x="5518302" y="875753"/>
                    <a:pt x="5516968" y="873334"/>
                  </a:cubicBezTo>
                  <a:cubicBezTo>
                    <a:pt x="5516352" y="871804"/>
                    <a:pt x="5514574" y="871366"/>
                    <a:pt x="5514333" y="869854"/>
                  </a:cubicBezTo>
                  <a:lnTo>
                    <a:pt x="5514333" y="866355"/>
                  </a:lnTo>
                  <a:lnTo>
                    <a:pt x="5514333" y="862812"/>
                  </a:lnTo>
                  <a:cubicBezTo>
                    <a:pt x="5514574" y="861307"/>
                    <a:pt x="5516352" y="860634"/>
                    <a:pt x="5516968" y="859339"/>
                  </a:cubicBezTo>
                  <a:cubicBezTo>
                    <a:pt x="5517857" y="857580"/>
                    <a:pt x="5519388" y="856697"/>
                    <a:pt x="5520493" y="854957"/>
                  </a:cubicBezTo>
                  <a:cubicBezTo>
                    <a:pt x="5521147" y="853827"/>
                    <a:pt x="5521572" y="852557"/>
                    <a:pt x="5522245" y="851458"/>
                  </a:cubicBezTo>
                  <a:cubicBezTo>
                    <a:pt x="5523318" y="849922"/>
                    <a:pt x="5523750" y="847953"/>
                    <a:pt x="5525744" y="847953"/>
                  </a:cubicBezTo>
                  <a:cubicBezTo>
                    <a:pt x="5527725" y="847953"/>
                    <a:pt x="5529497" y="847750"/>
                    <a:pt x="5530989" y="848817"/>
                  </a:cubicBezTo>
                  <a:cubicBezTo>
                    <a:pt x="5531872" y="849483"/>
                    <a:pt x="5531231" y="851458"/>
                    <a:pt x="5531872" y="852322"/>
                  </a:cubicBezTo>
                  <a:cubicBezTo>
                    <a:pt x="5532964" y="853630"/>
                    <a:pt x="5534253" y="853630"/>
                    <a:pt x="5535377" y="854957"/>
                  </a:cubicBezTo>
                  <a:lnTo>
                    <a:pt x="5542387" y="854957"/>
                  </a:lnTo>
                  <a:lnTo>
                    <a:pt x="5543257" y="847953"/>
                  </a:lnTo>
                  <a:cubicBezTo>
                    <a:pt x="5542387" y="846855"/>
                    <a:pt x="5541708" y="845534"/>
                    <a:pt x="5540648" y="844454"/>
                  </a:cubicBezTo>
                  <a:cubicBezTo>
                    <a:pt x="5538444" y="842283"/>
                    <a:pt x="5535587" y="841184"/>
                    <a:pt x="5534482" y="838295"/>
                  </a:cubicBezTo>
                  <a:cubicBezTo>
                    <a:pt x="5534069" y="837241"/>
                    <a:pt x="5534736" y="835920"/>
                    <a:pt x="5534482" y="834796"/>
                  </a:cubicBezTo>
                  <a:cubicBezTo>
                    <a:pt x="5534253" y="833723"/>
                    <a:pt x="5534736" y="832415"/>
                    <a:pt x="5534482" y="831297"/>
                  </a:cubicBezTo>
                  <a:cubicBezTo>
                    <a:pt x="5534253" y="830002"/>
                    <a:pt x="5532964" y="829125"/>
                    <a:pt x="5532735" y="827798"/>
                  </a:cubicBezTo>
                  <a:cubicBezTo>
                    <a:pt x="5532310" y="825188"/>
                    <a:pt x="5531872" y="823226"/>
                    <a:pt x="5531872" y="820375"/>
                  </a:cubicBezTo>
                  <a:cubicBezTo>
                    <a:pt x="5531872" y="818838"/>
                    <a:pt x="5531231" y="817498"/>
                    <a:pt x="5531872" y="816425"/>
                  </a:cubicBezTo>
                  <a:cubicBezTo>
                    <a:pt x="5532539" y="815339"/>
                    <a:pt x="5534482" y="815994"/>
                    <a:pt x="5535377" y="815543"/>
                  </a:cubicBezTo>
                  <a:cubicBezTo>
                    <a:pt x="5536469" y="814863"/>
                    <a:pt x="5537593" y="814241"/>
                    <a:pt x="5538876" y="813809"/>
                  </a:cubicBezTo>
                  <a:cubicBezTo>
                    <a:pt x="5538685" y="812711"/>
                    <a:pt x="5539098" y="811390"/>
                    <a:pt x="5538876" y="810310"/>
                  </a:cubicBezTo>
                  <a:cubicBezTo>
                    <a:pt x="5538444" y="808780"/>
                    <a:pt x="5536895" y="808316"/>
                    <a:pt x="5536260" y="806786"/>
                  </a:cubicBezTo>
                  <a:cubicBezTo>
                    <a:pt x="5535180" y="807008"/>
                    <a:pt x="5533847" y="806367"/>
                    <a:pt x="5532735" y="806786"/>
                  </a:cubicBezTo>
                  <a:cubicBezTo>
                    <a:pt x="5531231" y="807434"/>
                    <a:pt x="5531656" y="810310"/>
                    <a:pt x="5529916" y="810310"/>
                  </a:cubicBezTo>
                  <a:lnTo>
                    <a:pt x="5523134" y="810310"/>
                  </a:lnTo>
                  <a:cubicBezTo>
                    <a:pt x="5523318" y="807675"/>
                    <a:pt x="5522442" y="804824"/>
                    <a:pt x="5523134" y="802436"/>
                  </a:cubicBezTo>
                  <a:cubicBezTo>
                    <a:pt x="5524017" y="799572"/>
                    <a:pt x="5525522" y="798048"/>
                    <a:pt x="5526627" y="795401"/>
                  </a:cubicBezTo>
                  <a:cubicBezTo>
                    <a:pt x="5527039" y="794321"/>
                    <a:pt x="5526830" y="793007"/>
                    <a:pt x="5527484" y="791933"/>
                  </a:cubicBezTo>
                  <a:cubicBezTo>
                    <a:pt x="5528176" y="790613"/>
                    <a:pt x="5529027" y="789292"/>
                    <a:pt x="5530126" y="788415"/>
                  </a:cubicBezTo>
                  <a:cubicBezTo>
                    <a:pt x="5532310" y="786441"/>
                    <a:pt x="5534952" y="786866"/>
                    <a:pt x="5537136" y="784917"/>
                  </a:cubicBezTo>
                  <a:cubicBezTo>
                    <a:pt x="5538216" y="784028"/>
                    <a:pt x="5539098" y="782701"/>
                    <a:pt x="5539746" y="781392"/>
                  </a:cubicBezTo>
                  <a:cubicBezTo>
                    <a:pt x="5540406" y="780300"/>
                    <a:pt x="5540178" y="779017"/>
                    <a:pt x="5540648" y="777900"/>
                  </a:cubicBezTo>
                  <a:cubicBezTo>
                    <a:pt x="5541054" y="776604"/>
                    <a:pt x="5542159" y="775709"/>
                    <a:pt x="5542387" y="774395"/>
                  </a:cubicBezTo>
                  <a:cubicBezTo>
                    <a:pt x="5542622" y="773315"/>
                    <a:pt x="5543257" y="772020"/>
                    <a:pt x="5543257" y="770889"/>
                  </a:cubicBezTo>
                  <a:cubicBezTo>
                    <a:pt x="5543689" y="768045"/>
                    <a:pt x="5543048" y="766083"/>
                    <a:pt x="5543257" y="763015"/>
                  </a:cubicBezTo>
                  <a:cubicBezTo>
                    <a:pt x="5543257" y="761714"/>
                    <a:pt x="5543924" y="760609"/>
                    <a:pt x="5544140" y="759510"/>
                  </a:cubicBezTo>
                  <a:cubicBezTo>
                    <a:pt x="5544337" y="758418"/>
                    <a:pt x="5544337" y="757123"/>
                    <a:pt x="5544997" y="755986"/>
                  </a:cubicBezTo>
                  <a:cubicBezTo>
                    <a:pt x="5545658" y="754697"/>
                    <a:pt x="5546331" y="753376"/>
                    <a:pt x="5547658" y="752513"/>
                  </a:cubicBezTo>
                  <a:cubicBezTo>
                    <a:pt x="5548522" y="751846"/>
                    <a:pt x="5550020" y="751846"/>
                    <a:pt x="5551138" y="751630"/>
                  </a:cubicBezTo>
                  <a:cubicBezTo>
                    <a:pt x="5552217" y="751414"/>
                    <a:pt x="5553309" y="750766"/>
                    <a:pt x="5554630" y="750766"/>
                  </a:cubicBezTo>
                  <a:cubicBezTo>
                    <a:pt x="5557697" y="750766"/>
                    <a:pt x="5559215" y="752513"/>
                    <a:pt x="5561647" y="754272"/>
                  </a:cubicBezTo>
                  <a:cubicBezTo>
                    <a:pt x="5562727" y="754932"/>
                    <a:pt x="5562536" y="756862"/>
                    <a:pt x="5563419" y="757764"/>
                  </a:cubicBezTo>
                  <a:cubicBezTo>
                    <a:pt x="5564911" y="759294"/>
                    <a:pt x="5566454" y="760393"/>
                    <a:pt x="5568657" y="760393"/>
                  </a:cubicBezTo>
                  <a:cubicBezTo>
                    <a:pt x="5570848" y="760393"/>
                    <a:pt x="5572125" y="759510"/>
                    <a:pt x="5573941" y="758659"/>
                  </a:cubicBezTo>
                  <a:cubicBezTo>
                    <a:pt x="5575223" y="758005"/>
                    <a:pt x="5575427" y="756246"/>
                    <a:pt x="5576538" y="755135"/>
                  </a:cubicBezTo>
                  <a:cubicBezTo>
                    <a:pt x="5577636" y="754049"/>
                    <a:pt x="5577846" y="752735"/>
                    <a:pt x="5579167" y="751630"/>
                  </a:cubicBezTo>
                  <a:cubicBezTo>
                    <a:pt x="5580259" y="750766"/>
                    <a:pt x="5581561" y="750544"/>
                    <a:pt x="5582634" y="749903"/>
                  </a:cubicBezTo>
                  <a:cubicBezTo>
                    <a:pt x="5583542" y="751217"/>
                    <a:pt x="5585491" y="750976"/>
                    <a:pt x="5586152" y="752513"/>
                  </a:cubicBezTo>
                  <a:cubicBezTo>
                    <a:pt x="5586622" y="753617"/>
                    <a:pt x="5585733" y="754932"/>
                    <a:pt x="5586152" y="755986"/>
                  </a:cubicBezTo>
                  <a:cubicBezTo>
                    <a:pt x="5586812" y="757548"/>
                    <a:pt x="5588133" y="758005"/>
                    <a:pt x="5588781" y="759510"/>
                  </a:cubicBezTo>
                  <a:cubicBezTo>
                    <a:pt x="5589873" y="759294"/>
                    <a:pt x="5591213" y="759726"/>
                    <a:pt x="5592286" y="759510"/>
                  </a:cubicBezTo>
                  <a:cubicBezTo>
                    <a:pt x="5593848" y="759085"/>
                    <a:pt x="5594451" y="757764"/>
                    <a:pt x="5595785" y="756862"/>
                  </a:cubicBezTo>
                  <a:cubicBezTo>
                    <a:pt x="5597093" y="755986"/>
                    <a:pt x="5598191" y="755351"/>
                    <a:pt x="5599303" y="754272"/>
                  </a:cubicBezTo>
                  <a:cubicBezTo>
                    <a:pt x="5601703" y="751846"/>
                    <a:pt x="5602579" y="749903"/>
                    <a:pt x="5604541" y="747280"/>
                  </a:cubicBezTo>
                  <a:cubicBezTo>
                    <a:pt x="5605399" y="745959"/>
                    <a:pt x="5605646" y="744410"/>
                    <a:pt x="5607170" y="743750"/>
                  </a:cubicBezTo>
                  <a:cubicBezTo>
                    <a:pt x="5608904" y="743108"/>
                    <a:pt x="5610459" y="743750"/>
                    <a:pt x="5612428" y="743750"/>
                  </a:cubicBezTo>
                  <a:cubicBezTo>
                    <a:pt x="5614396" y="743750"/>
                    <a:pt x="5615692" y="743534"/>
                    <a:pt x="5617692" y="743750"/>
                  </a:cubicBezTo>
                  <a:cubicBezTo>
                    <a:pt x="5619000" y="743750"/>
                    <a:pt x="5620118" y="744632"/>
                    <a:pt x="5621159" y="744632"/>
                  </a:cubicBezTo>
                  <a:cubicBezTo>
                    <a:pt x="5622505" y="744842"/>
                    <a:pt x="5623356" y="745489"/>
                    <a:pt x="5624893" y="745489"/>
                  </a:cubicBezTo>
                  <a:lnTo>
                    <a:pt x="5650077" y="745489"/>
                  </a:lnTo>
                  <a:cubicBezTo>
                    <a:pt x="5650077" y="748106"/>
                    <a:pt x="5649855" y="749903"/>
                    <a:pt x="5650077" y="752513"/>
                  </a:cubicBezTo>
                  <a:cubicBezTo>
                    <a:pt x="5650077" y="753833"/>
                    <a:pt x="5649855" y="754932"/>
                    <a:pt x="5650077" y="755986"/>
                  </a:cubicBezTo>
                  <a:cubicBezTo>
                    <a:pt x="5650960" y="758863"/>
                    <a:pt x="5652922" y="760609"/>
                    <a:pt x="5655341" y="762152"/>
                  </a:cubicBezTo>
                  <a:cubicBezTo>
                    <a:pt x="5656199" y="762590"/>
                    <a:pt x="5657735" y="761930"/>
                    <a:pt x="5658840" y="762152"/>
                  </a:cubicBezTo>
                  <a:cubicBezTo>
                    <a:pt x="5658840" y="756697"/>
                    <a:pt x="5658612" y="751846"/>
                    <a:pt x="5662339" y="748106"/>
                  </a:cubicBezTo>
                  <a:cubicBezTo>
                    <a:pt x="5663215" y="747280"/>
                    <a:pt x="5664752" y="747280"/>
                    <a:pt x="5665844" y="746378"/>
                  </a:cubicBezTo>
                  <a:cubicBezTo>
                    <a:pt x="5667165" y="745489"/>
                    <a:pt x="5668054" y="744632"/>
                    <a:pt x="5669324" y="743750"/>
                  </a:cubicBezTo>
                  <a:cubicBezTo>
                    <a:pt x="5670657" y="742873"/>
                    <a:pt x="5671096" y="741552"/>
                    <a:pt x="5671966" y="740244"/>
                  </a:cubicBezTo>
                  <a:cubicBezTo>
                    <a:pt x="5674150" y="737393"/>
                    <a:pt x="5675026" y="735209"/>
                    <a:pt x="5677230" y="732383"/>
                  </a:cubicBezTo>
                  <a:cubicBezTo>
                    <a:pt x="5678538" y="730637"/>
                    <a:pt x="5679179" y="729507"/>
                    <a:pt x="5680748" y="728002"/>
                  </a:cubicBezTo>
                  <a:cubicBezTo>
                    <a:pt x="5681814" y="726897"/>
                    <a:pt x="5681814" y="725138"/>
                    <a:pt x="5683338" y="724496"/>
                  </a:cubicBezTo>
                  <a:cubicBezTo>
                    <a:pt x="5685516" y="723626"/>
                    <a:pt x="5687936" y="723372"/>
                    <a:pt x="5690336" y="722756"/>
                  </a:cubicBezTo>
                  <a:cubicBezTo>
                    <a:pt x="5691898" y="722306"/>
                    <a:pt x="5692990" y="720959"/>
                    <a:pt x="5694718" y="720959"/>
                  </a:cubicBezTo>
                  <a:lnTo>
                    <a:pt x="5699112" y="720959"/>
                  </a:lnTo>
                  <a:cubicBezTo>
                    <a:pt x="5702173" y="720959"/>
                    <a:pt x="5704154" y="721626"/>
                    <a:pt x="5706992" y="720959"/>
                  </a:cubicBezTo>
                  <a:cubicBezTo>
                    <a:pt x="5708294" y="720769"/>
                    <a:pt x="5709170" y="719696"/>
                    <a:pt x="5710485" y="719226"/>
                  </a:cubicBezTo>
                  <a:cubicBezTo>
                    <a:pt x="5713101" y="718362"/>
                    <a:pt x="5714873" y="717492"/>
                    <a:pt x="5717520" y="716616"/>
                  </a:cubicBezTo>
                  <a:cubicBezTo>
                    <a:pt x="5719038" y="716191"/>
                    <a:pt x="5720537" y="715987"/>
                    <a:pt x="5721889" y="714851"/>
                  </a:cubicBezTo>
                  <a:cubicBezTo>
                    <a:pt x="5722981" y="713987"/>
                    <a:pt x="5722759" y="712469"/>
                    <a:pt x="5723616" y="711384"/>
                  </a:cubicBezTo>
                  <a:cubicBezTo>
                    <a:pt x="5724728" y="710063"/>
                    <a:pt x="5725598" y="708520"/>
                    <a:pt x="5727128" y="707840"/>
                  </a:cubicBezTo>
                  <a:cubicBezTo>
                    <a:pt x="5728208" y="707415"/>
                    <a:pt x="5729528" y="707415"/>
                    <a:pt x="5730633" y="706989"/>
                  </a:cubicBezTo>
                  <a:cubicBezTo>
                    <a:pt x="5734780" y="704805"/>
                    <a:pt x="5736545" y="701078"/>
                    <a:pt x="5741130" y="699992"/>
                  </a:cubicBezTo>
                  <a:cubicBezTo>
                    <a:pt x="5743981" y="699331"/>
                    <a:pt x="5745943" y="700182"/>
                    <a:pt x="5749023" y="699992"/>
                  </a:cubicBezTo>
                  <a:cubicBezTo>
                    <a:pt x="5750756" y="699992"/>
                    <a:pt x="5751880" y="698671"/>
                    <a:pt x="5753385" y="698220"/>
                  </a:cubicBezTo>
                  <a:cubicBezTo>
                    <a:pt x="5754903" y="697782"/>
                    <a:pt x="5756459" y="697356"/>
                    <a:pt x="5757779" y="696506"/>
                  </a:cubicBezTo>
                  <a:cubicBezTo>
                    <a:pt x="5761050" y="694093"/>
                    <a:pt x="5761291" y="690765"/>
                    <a:pt x="5764758" y="688606"/>
                  </a:cubicBezTo>
                  <a:cubicBezTo>
                    <a:pt x="5766111" y="687946"/>
                    <a:pt x="5766771" y="686219"/>
                    <a:pt x="5768282" y="685977"/>
                  </a:cubicBezTo>
                  <a:cubicBezTo>
                    <a:pt x="5770695" y="685545"/>
                    <a:pt x="5772670" y="685977"/>
                    <a:pt x="5775267" y="685977"/>
                  </a:cubicBezTo>
                  <a:cubicBezTo>
                    <a:pt x="5779439" y="685977"/>
                    <a:pt x="5781840" y="685761"/>
                    <a:pt x="5785802" y="686835"/>
                  </a:cubicBezTo>
                  <a:cubicBezTo>
                    <a:pt x="5787313" y="687292"/>
                    <a:pt x="5787974" y="688606"/>
                    <a:pt x="5789295" y="689451"/>
                  </a:cubicBezTo>
                  <a:cubicBezTo>
                    <a:pt x="5790831" y="690340"/>
                    <a:pt x="5791041" y="692302"/>
                    <a:pt x="5792800" y="692962"/>
                  </a:cubicBezTo>
                  <a:cubicBezTo>
                    <a:pt x="5793886" y="693407"/>
                    <a:pt x="5795187" y="693642"/>
                    <a:pt x="5796311" y="693864"/>
                  </a:cubicBezTo>
                  <a:cubicBezTo>
                    <a:pt x="5799575" y="694709"/>
                    <a:pt x="5801779" y="694709"/>
                    <a:pt x="5805271" y="694709"/>
                  </a:cubicBezTo>
                  <a:lnTo>
                    <a:pt x="5810338" y="694709"/>
                  </a:lnTo>
                  <a:cubicBezTo>
                    <a:pt x="5812059" y="694709"/>
                    <a:pt x="5812955" y="694093"/>
                    <a:pt x="5814682" y="693864"/>
                  </a:cubicBezTo>
                  <a:lnTo>
                    <a:pt x="5814682" y="683342"/>
                  </a:lnTo>
                  <a:cubicBezTo>
                    <a:pt x="5813367" y="682478"/>
                    <a:pt x="5812282" y="681812"/>
                    <a:pt x="5811189" y="680732"/>
                  </a:cubicBezTo>
                  <a:cubicBezTo>
                    <a:pt x="5810091" y="679621"/>
                    <a:pt x="5808338" y="679621"/>
                    <a:pt x="5807678" y="678078"/>
                  </a:cubicBezTo>
                  <a:cubicBezTo>
                    <a:pt x="5807252" y="676992"/>
                    <a:pt x="5807252" y="675690"/>
                    <a:pt x="5806801" y="674592"/>
                  </a:cubicBezTo>
                  <a:lnTo>
                    <a:pt x="5805062" y="671093"/>
                  </a:lnTo>
                  <a:cubicBezTo>
                    <a:pt x="5804414" y="669543"/>
                    <a:pt x="5803093" y="668908"/>
                    <a:pt x="5802433" y="667569"/>
                  </a:cubicBezTo>
                  <a:cubicBezTo>
                    <a:pt x="5801779" y="666273"/>
                    <a:pt x="5800426" y="665606"/>
                    <a:pt x="5799810" y="664076"/>
                  </a:cubicBezTo>
                  <a:cubicBezTo>
                    <a:pt x="5799366" y="662984"/>
                    <a:pt x="5799366" y="661676"/>
                    <a:pt x="5798940" y="660571"/>
                  </a:cubicBezTo>
                  <a:lnTo>
                    <a:pt x="5798045" y="650074"/>
                  </a:lnTo>
                  <a:cubicBezTo>
                    <a:pt x="5794336" y="650074"/>
                    <a:pt x="5790406" y="651376"/>
                    <a:pt x="5788406" y="648309"/>
                  </a:cubicBezTo>
                  <a:cubicBezTo>
                    <a:pt x="5787770" y="647230"/>
                    <a:pt x="5787313" y="646125"/>
                    <a:pt x="5786653" y="644823"/>
                  </a:cubicBezTo>
                  <a:cubicBezTo>
                    <a:pt x="5786234" y="643718"/>
                    <a:pt x="5786469" y="642410"/>
                    <a:pt x="5785802" y="641330"/>
                  </a:cubicBezTo>
                  <a:cubicBezTo>
                    <a:pt x="5785161" y="640226"/>
                    <a:pt x="5784684" y="638924"/>
                    <a:pt x="5784043" y="637813"/>
                  </a:cubicBezTo>
                  <a:cubicBezTo>
                    <a:pt x="5783148" y="636498"/>
                    <a:pt x="5781173" y="636924"/>
                    <a:pt x="5779439" y="636924"/>
                  </a:cubicBezTo>
                  <a:lnTo>
                    <a:pt x="5762364" y="636924"/>
                  </a:lnTo>
                  <a:cubicBezTo>
                    <a:pt x="5760624" y="636924"/>
                    <a:pt x="5759088" y="636924"/>
                    <a:pt x="5757779" y="636054"/>
                  </a:cubicBezTo>
                  <a:cubicBezTo>
                    <a:pt x="5756897" y="635419"/>
                    <a:pt x="5757545" y="633450"/>
                    <a:pt x="5756897" y="632567"/>
                  </a:cubicBezTo>
                  <a:cubicBezTo>
                    <a:pt x="5758211" y="631469"/>
                    <a:pt x="5758211" y="629964"/>
                    <a:pt x="5759532" y="629043"/>
                  </a:cubicBezTo>
                  <a:cubicBezTo>
                    <a:pt x="5760624" y="628395"/>
                    <a:pt x="5761958" y="628827"/>
                    <a:pt x="5763037" y="628167"/>
                  </a:cubicBezTo>
                  <a:cubicBezTo>
                    <a:pt x="5764561" y="627316"/>
                    <a:pt x="5764758" y="625106"/>
                    <a:pt x="5766504" y="624687"/>
                  </a:cubicBezTo>
                  <a:cubicBezTo>
                    <a:pt x="5767628" y="624458"/>
                    <a:pt x="5768720" y="624687"/>
                    <a:pt x="5770041" y="624687"/>
                  </a:cubicBezTo>
                  <a:lnTo>
                    <a:pt x="5773547" y="624687"/>
                  </a:lnTo>
                  <a:cubicBezTo>
                    <a:pt x="5776829" y="625106"/>
                    <a:pt x="5777268" y="629964"/>
                    <a:pt x="5780754" y="629964"/>
                  </a:cubicBezTo>
                  <a:lnTo>
                    <a:pt x="5802217" y="629964"/>
                  </a:lnTo>
                  <a:cubicBezTo>
                    <a:pt x="5805062" y="629964"/>
                    <a:pt x="5806579" y="629043"/>
                    <a:pt x="5809456" y="629043"/>
                  </a:cubicBezTo>
                  <a:cubicBezTo>
                    <a:pt x="5812059" y="629043"/>
                    <a:pt x="5814015" y="629964"/>
                    <a:pt x="5816447" y="629043"/>
                  </a:cubicBezTo>
                  <a:cubicBezTo>
                    <a:pt x="5819305" y="627964"/>
                    <a:pt x="5820581" y="625106"/>
                    <a:pt x="5822562" y="622928"/>
                  </a:cubicBezTo>
                  <a:cubicBezTo>
                    <a:pt x="5823642" y="621633"/>
                    <a:pt x="5824950" y="620744"/>
                    <a:pt x="5826074" y="619442"/>
                  </a:cubicBezTo>
                  <a:cubicBezTo>
                    <a:pt x="5826950" y="618305"/>
                    <a:pt x="5828906" y="618997"/>
                    <a:pt x="5829598" y="617658"/>
                  </a:cubicBezTo>
                  <a:cubicBezTo>
                    <a:pt x="5830449" y="615930"/>
                    <a:pt x="5829598" y="614400"/>
                    <a:pt x="5829598" y="612406"/>
                  </a:cubicBezTo>
                  <a:cubicBezTo>
                    <a:pt x="5829598" y="610444"/>
                    <a:pt x="5830449" y="608685"/>
                    <a:pt x="5829598" y="607161"/>
                  </a:cubicBezTo>
                  <a:cubicBezTo>
                    <a:pt x="5829115" y="606063"/>
                    <a:pt x="5826740" y="607161"/>
                    <a:pt x="5826074" y="606278"/>
                  </a:cubicBezTo>
                  <a:cubicBezTo>
                    <a:pt x="5825407" y="605434"/>
                    <a:pt x="5825185" y="604285"/>
                    <a:pt x="5825185" y="603002"/>
                  </a:cubicBezTo>
                  <a:lnTo>
                    <a:pt x="5825185" y="592308"/>
                  </a:lnTo>
                  <a:cubicBezTo>
                    <a:pt x="5828480" y="592061"/>
                    <a:pt x="5830449" y="591400"/>
                    <a:pt x="5833751" y="591400"/>
                  </a:cubicBezTo>
                  <a:cubicBezTo>
                    <a:pt x="5838101" y="591400"/>
                    <a:pt x="5841180" y="594467"/>
                    <a:pt x="5842685" y="598404"/>
                  </a:cubicBezTo>
                  <a:cubicBezTo>
                    <a:pt x="5843130" y="599516"/>
                    <a:pt x="5842514" y="600805"/>
                    <a:pt x="5842685" y="601910"/>
                  </a:cubicBezTo>
                  <a:cubicBezTo>
                    <a:pt x="5843130" y="603205"/>
                    <a:pt x="5844000" y="604126"/>
                    <a:pt x="5844476" y="605434"/>
                  </a:cubicBezTo>
                  <a:cubicBezTo>
                    <a:pt x="5845752" y="608482"/>
                    <a:pt x="5847740" y="609771"/>
                    <a:pt x="5849702" y="612406"/>
                  </a:cubicBezTo>
                  <a:lnTo>
                    <a:pt x="5877521" y="612406"/>
                  </a:lnTo>
                  <a:cubicBezTo>
                    <a:pt x="5879249" y="612406"/>
                    <a:pt x="5880569" y="612857"/>
                    <a:pt x="5882100" y="613295"/>
                  </a:cubicBezTo>
                  <a:cubicBezTo>
                    <a:pt x="5883624" y="613727"/>
                    <a:pt x="5885402" y="614210"/>
                    <a:pt x="5886481" y="615054"/>
                  </a:cubicBezTo>
                  <a:cubicBezTo>
                    <a:pt x="5887573" y="615930"/>
                    <a:pt x="5889764" y="616140"/>
                    <a:pt x="5889974" y="617658"/>
                  </a:cubicBezTo>
                  <a:cubicBezTo>
                    <a:pt x="5890863" y="621633"/>
                    <a:pt x="5889974" y="624033"/>
                    <a:pt x="5889974" y="628167"/>
                  </a:cubicBezTo>
                  <a:lnTo>
                    <a:pt x="5906401" y="628167"/>
                  </a:lnTo>
                  <a:cubicBezTo>
                    <a:pt x="5909481" y="628167"/>
                    <a:pt x="5911456" y="629964"/>
                    <a:pt x="5913628" y="631685"/>
                  </a:cubicBezTo>
                  <a:cubicBezTo>
                    <a:pt x="5914948" y="632567"/>
                    <a:pt x="5914948" y="634098"/>
                    <a:pt x="5916263" y="635196"/>
                  </a:cubicBezTo>
                  <a:cubicBezTo>
                    <a:pt x="5918441" y="636924"/>
                    <a:pt x="5920625" y="638213"/>
                    <a:pt x="5923273" y="639552"/>
                  </a:cubicBezTo>
                  <a:cubicBezTo>
                    <a:pt x="5924804" y="640226"/>
                    <a:pt x="5926112" y="640670"/>
                    <a:pt x="5927655" y="641330"/>
                  </a:cubicBezTo>
                  <a:cubicBezTo>
                    <a:pt x="5929604" y="642181"/>
                    <a:pt x="5930696" y="643953"/>
                    <a:pt x="5932887" y="643953"/>
                  </a:cubicBezTo>
                  <a:lnTo>
                    <a:pt x="5934646" y="643953"/>
                  </a:lnTo>
                  <a:cubicBezTo>
                    <a:pt x="5936145" y="643540"/>
                    <a:pt x="5937484" y="642842"/>
                    <a:pt x="5938151" y="641330"/>
                  </a:cubicBezTo>
                  <a:cubicBezTo>
                    <a:pt x="5938577" y="640226"/>
                    <a:pt x="5937256" y="639121"/>
                    <a:pt x="5937256" y="637813"/>
                  </a:cubicBezTo>
                  <a:cubicBezTo>
                    <a:pt x="5937484" y="635196"/>
                    <a:pt x="5937256" y="633450"/>
                    <a:pt x="5937256" y="630808"/>
                  </a:cubicBezTo>
                  <a:cubicBezTo>
                    <a:pt x="5937256" y="629469"/>
                    <a:pt x="5937916" y="628611"/>
                    <a:pt x="5938151" y="627316"/>
                  </a:cubicBezTo>
                  <a:lnTo>
                    <a:pt x="5941637" y="627316"/>
                  </a:lnTo>
                  <a:cubicBezTo>
                    <a:pt x="5944069" y="627106"/>
                    <a:pt x="5945378" y="626643"/>
                    <a:pt x="5947752" y="626446"/>
                  </a:cubicBezTo>
                  <a:cubicBezTo>
                    <a:pt x="5947752" y="622287"/>
                    <a:pt x="5948191" y="620102"/>
                    <a:pt x="5947752" y="615930"/>
                  </a:cubicBezTo>
                  <a:cubicBezTo>
                    <a:pt x="5947752" y="614610"/>
                    <a:pt x="5946902" y="613727"/>
                    <a:pt x="5946902" y="612406"/>
                  </a:cubicBezTo>
                  <a:cubicBezTo>
                    <a:pt x="5946902" y="611111"/>
                    <a:pt x="5946679" y="610031"/>
                    <a:pt x="5946902" y="608920"/>
                  </a:cubicBezTo>
                  <a:cubicBezTo>
                    <a:pt x="5947149" y="607834"/>
                    <a:pt x="5947327" y="606513"/>
                    <a:pt x="5947752" y="605434"/>
                  </a:cubicBezTo>
                  <a:cubicBezTo>
                    <a:pt x="5948191" y="604126"/>
                    <a:pt x="5950178" y="604532"/>
                    <a:pt x="5951258" y="603694"/>
                  </a:cubicBezTo>
                  <a:cubicBezTo>
                    <a:pt x="5953912" y="605618"/>
                    <a:pt x="5955233" y="607390"/>
                    <a:pt x="5958281" y="608920"/>
                  </a:cubicBezTo>
                  <a:cubicBezTo>
                    <a:pt x="5959830" y="609606"/>
                    <a:pt x="5960262" y="611339"/>
                    <a:pt x="5961792" y="611549"/>
                  </a:cubicBezTo>
                  <a:lnTo>
                    <a:pt x="5965310" y="611549"/>
                  </a:lnTo>
                  <a:cubicBezTo>
                    <a:pt x="5966580" y="611549"/>
                    <a:pt x="5967717" y="611765"/>
                    <a:pt x="5968790" y="611549"/>
                  </a:cubicBezTo>
                  <a:cubicBezTo>
                    <a:pt x="5970092" y="611111"/>
                    <a:pt x="5971197" y="610444"/>
                    <a:pt x="5972289" y="609771"/>
                  </a:cubicBezTo>
                  <a:cubicBezTo>
                    <a:pt x="5973597" y="608920"/>
                    <a:pt x="5973838" y="607390"/>
                    <a:pt x="5974911" y="606278"/>
                  </a:cubicBezTo>
                  <a:cubicBezTo>
                    <a:pt x="5976010" y="605199"/>
                    <a:pt x="5977318" y="604532"/>
                    <a:pt x="5978448" y="603694"/>
                  </a:cubicBezTo>
                  <a:cubicBezTo>
                    <a:pt x="5979509" y="602792"/>
                    <a:pt x="5979077" y="600805"/>
                    <a:pt x="5980201" y="600195"/>
                  </a:cubicBezTo>
                  <a:cubicBezTo>
                    <a:pt x="5981045" y="599725"/>
                    <a:pt x="5982582" y="600621"/>
                    <a:pt x="5983687" y="600195"/>
                  </a:cubicBezTo>
                  <a:cubicBezTo>
                    <a:pt x="5985186" y="599516"/>
                    <a:pt x="5985821" y="598404"/>
                    <a:pt x="5987167" y="597534"/>
                  </a:cubicBezTo>
                  <a:cubicBezTo>
                    <a:pt x="5988284" y="596887"/>
                    <a:pt x="5990024" y="596887"/>
                    <a:pt x="5990678" y="595776"/>
                  </a:cubicBezTo>
                  <a:cubicBezTo>
                    <a:pt x="5991332" y="594709"/>
                    <a:pt x="5991555" y="593591"/>
                    <a:pt x="5991555" y="592308"/>
                  </a:cubicBezTo>
                  <a:cubicBezTo>
                    <a:pt x="5991555" y="589438"/>
                    <a:pt x="5988729" y="588327"/>
                    <a:pt x="5986303" y="587013"/>
                  </a:cubicBezTo>
                  <a:cubicBezTo>
                    <a:pt x="5984970" y="586352"/>
                    <a:pt x="5984100" y="585527"/>
                    <a:pt x="5982811" y="585254"/>
                  </a:cubicBezTo>
                  <a:cubicBezTo>
                    <a:pt x="5980353" y="584638"/>
                    <a:pt x="5977769" y="585933"/>
                    <a:pt x="5975794" y="584390"/>
                  </a:cubicBezTo>
                  <a:cubicBezTo>
                    <a:pt x="5974911" y="583749"/>
                    <a:pt x="5975578" y="581780"/>
                    <a:pt x="5974911" y="580923"/>
                  </a:cubicBezTo>
                  <a:cubicBezTo>
                    <a:pt x="5974035" y="579589"/>
                    <a:pt x="5973140" y="578713"/>
                    <a:pt x="5972289" y="577411"/>
                  </a:cubicBezTo>
                  <a:cubicBezTo>
                    <a:pt x="5971425" y="576084"/>
                    <a:pt x="5970092" y="575646"/>
                    <a:pt x="5968790" y="574770"/>
                  </a:cubicBezTo>
                  <a:cubicBezTo>
                    <a:pt x="5966409" y="573004"/>
                    <a:pt x="5963983" y="573004"/>
                    <a:pt x="5960903" y="573004"/>
                  </a:cubicBezTo>
                  <a:lnTo>
                    <a:pt x="5957423" y="573004"/>
                  </a:lnTo>
                  <a:cubicBezTo>
                    <a:pt x="5955004" y="573252"/>
                    <a:pt x="5954109" y="574770"/>
                    <a:pt x="5951696" y="574770"/>
                  </a:cubicBezTo>
                  <a:cubicBezTo>
                    <a:pt x="5947752" y="574770"/>
                    <a:pt x="5945606" y="573443"/>
                    <a:pt x="5941637" y="573004"/>
                  </a:cubicBezTo>
                  <a:lnTo>
                    <a:pt x="5938151" y="573004"/>
                  </a:lnTo>
                  <a:cubicBezTo>
                    <a:pt x="5936627" y="572827"/>
                    <a:pt x="5935516" y="573252"/>
                    <a:pt x="5933776" y="573004"/>
                  </a:cubicBezTo>
                  <a:cubicBezTo>
                    <a:pt x="5932004" y="572827"/>
                    <a:pt x="5931573" y="571055"/>
                    <a:pt x="5930264" y="570376"/>
                  </a:cubicBezTo>
                  <a:cubicBezTo>
                    <a:pt x="5928721" y="569493"/>
                    <a:pt x="5928537" y="567124"/>
                    <a:pt x="5926778" y="566889"/>
                  </a:cubicBezTo>
                  <a:cubicBezTo>
                    <a:pt x="5925432" y="566667"/>
                    <a:pt x="5924353" y="566889"/>
                    <a:pt x="5922816" y="566889"/>
                  </a:cubicBezTo>
                  <a:cubicBezTo>
                    <a:pt x="5921267" y="566889"/>
                    <a:pt x="5920187" y="566667"/>
                    <a:pt x="5918879" y="566889"/>
                  </a:cubicBezTo>
                  <a:cubicBezTo>
                    <a:pt x="5917355" y="567124"/>
                    <a:pt x="5916910" y="568896"/>
                    <a:pt x="5915393" y="569493"/>
                  </a:cubicBezTo>
                  <a:cubicBezTo>
                    <a:pt x="5916695" y="570376"/>
                    <a:pt x="5916453" y="572585"/>
                    <a:pt x="5918003" y="573004"/>
                  </a:cubicBezTo>
                  <a:cubicBezTo>
                    <a:pt x="5919108" y="573443"/>
                    <a:pt x="5920625" y="572585"/>
                    <a:pt x="5921495" y="573004"/>
                  </a:cubicBezTo>
                  <a:cubicBezTo>
                    <a:pt x="5922600" y="573665"/>
                    <a:pt x="5923902" y="573906"/>
                    <a:pt x="5924988" y="574770"/>
                  </a:cubicBezTo>
                  <a:cubicBezTo>
                    <a:pt x="5926334" y="575868"/>
                    <a:pt x="5924988" y="578053"/>
                    <a:pt x="5924988" y="580015"/>
                  </a:cubicBezTo>
                  <a:lnTo>
                    <a:pt x="5924988" y="581780"/>
                  </a:lnTo>
                  <a:cubicBezTo>
                    <a:pt x="5924804" y="582866"/>
                    <a:pt x="5925432" y="584212"/>
                    <a:pt x="5924988" y="585254"/>
                  </a:cubicBezTo>
                  <a:cubicBezTo>
                    <a:pt x="5924124" y="587254"/>
                    <a:pt x="5921736" y="587927"/>
                    <a:pt x="5919292" y="587927"/>
                  </a:cubicBezTo>
                  <a:cubicBezTo>
                    <a:pt x="5915393" y="587927"/>
                    <a:pt x="5913215" y="584854"/>
                    <a:pt x="5910999" y="581780"/>
                  </a:cubicBezTo>
                  <a:cubicBezTo>
                    <a:pt x="5910573" y="580923"/>
                    <a:pt x="5910141" y="579818"/>
                    <a:pt x="5910141" y="578478"/>
                  </a:cubicBezTo>
                  <a:lnTo>
                    <a:pt x="5910141" y="557085"/>
                  </a:lnTo>
                  <a:cubicBezTo>
                    <a:pt x="5910141" y="555529"/>
                    <a:pt x="5908573" y="554418"/>
                    <a:pt x="5907493" y="553745"/>
                  </a:cubicBezTo>
                  <a:cubicBezTo>
                    <a:pt x="5906185" y="552888"/>
                    <a:pt x="5904636" y="552437"/>
                    <a:pt x="5903137" y="552030"/>
                  </a:cubicBezTo>
                  <a:cubicBezTo>
                    <a:pt x="5901797" y="551599"/>
                    <a:pt x="5900915" y="550475"/>
                    <a:pt x="5899607" y="550290"/>
                  </a:cubicBezTo>
                  <a:lnTo>
                    <a:pt x="5896121" y="550290"/>
                  </a:lnTo>
                  <a:cubicBezTo>
                    <a:pt x="5895041" y="550290"/>
                    <a:pt x="5893904" y="549370"/>
                    <a:pt x="5892603" y="549370"/>
                  </a:cubicBezTo>
                  <a:cubicBezTo>
                    <a:pt x="5889555" y="549154"/>
                    <a:pt x="5887573" y="549370"/>
                    <a:pt x="5884735" y="548506"/>
                  </a:cubicBezTo>
                  <a:cubicBezTo>
                    <a:pt x="5882982" y="548093"/>
                    <a:pt x="5882982" y="545661"/>
                    <a:pt x="5881230" y="545007"/>
                  </a:cubicBezTo>
                  <a:cubicBezTo>
                    <a:pt x="5880131" y="544550"/>
                    <a:pt x="5878823" y="544550"/>
                    <a:pt x="5877744" y="544144"/>
                  </a:cubicBezTo>
                  <a:cubicBezTo>
                    <a:pt x="5876188" y="543477"/>
                    <a:pt x="5874893" y="542810"/>
                    <a:pt x="5873349" y="542397"/>
                  </a:cubicBezTo>
                  <a:cubicBezTo>
                    <a:pt x="5870943" y="541515"/>
                    <a:pt x="5869393" y="540854"/>
                    <a:pt x="5867228" y="539730"/>
                  </a:cubicBezTo>
                  <a:cubicBezTo>
                    <a:pt x="5865488" y="538905"/>
                    <a:pt x="5864371" y="537584"/>
                    <a:pt x="5862853" y="536232"/>
                  </a:cubicBezTo>
                  <a:cubicBezTo>
                    <a:pt x="5861545" y="535146"/>
                    <a:pt x="5860434" y="534276"/>
                    <a:pt x="5859341" y="532739"/>
                  </a:cubicBezTo>
                  <a:cubicBezTo>
                    <a:pt x="5858675" y="531863"/>
                    <a:pt x="5859341" y="529907"/>
                    <a:pt x="5858465" y="529247"/>
                  </a:cubicBezTo>
                  <a:cubicBezTo>
                    <a:pt x="5857582" y="528593"/>
                    <a:pt x="5856065" y="528808"/>
                    <a:pt x="5854941" y="528383"/>
                  </a:cubicBezTo>
                  <a:cubicBezTo>
                    <a:pt x="5853449" y="527710"/>
                    <a:pt x="5852134" y="527710"/>
                    <a:pt x="5850604" y="527488"/>
                  </a:cubicBezTo>
                  <a:cubicBezTo>
                    <a:pt x="5847740" y="527062"/>
                    <a:pt x="5845752" y="526840"/>
                    <a:pt x="5842685" y="526605"/>
                  </a:cubicBezTo>
                  <a:cubicBezTo>
                    <a:pt x="5841390" y="526605"/>
                    <a:pt x="5840514" y="525760"/>
                    <a:pt x="5839225" y="525760"/>
                  </a:cubicBezTo>
                  <a:cubicBezTo>
                    <a:pt x="5836151" y="525526"/>
                    <a:pt x="5834354" y="525760"/>
                    <a:pt x="5831325" y="525760"/>
                  </a:cubicBezTo>
                  <a:cubicBezTo>
                    <a:pt x="5831325" y="522027"/>
                    <a:pt x="5831966" y="518960"/>
                    <a:pt x="5829598" y="516102"/>
                  </a:cubicBezTo>
                  <a:cubicBezTo>
                    <a:pt x="5826518" y="512387"/>
                    <a:pt x="5823007" y="511727"/>
                    <a:pt x="5819076" y="509104"/>
                  </a:cubicBezTo>
                  <a:cubicBezTo>
                    <a:pt x="5817082" y="507790"/>
                    <a:pt x="5816657" y="505593"/>
                    <a:pt x="5814682" y="504729"/>
                  </a:cubicBezTo>
                  <a:cubicBezTo>
                    <a:pt x="5812497" y="503859"/>
                    <a:pt x="5810338" y="503212"/>
                    <a:pt x="5807678" y="502970"/>
                  </a:cubicBezTo>
                  <a:cubicBezTo>
                    <a:pt x="5804611" y="502767"/>
                    <a:pt x="5802858" y="503212"/>
                    <a:pt x="5799810" y="502970"/>
                  </a:cubicBezTo>
                  <a:cubicBezTo>
                    <a:pt x="5798267" y="502970"/>
                    <a:pt x="5797619" y="501650"/>
                    <a:pt x="5796311" y="501224"/>
                  </a:cubicBezTo>
                  <a:cubicBezTo>
                    <a:pt x="5794768" y="500805"/>
                    <a:pt x="5793244" y="500341"/>
                    <a:pt x="5791892" y="499484"/>
                  </a:cubicBezTo>
                  <a:cubicBezTo>
                    <a:pt x="5790406" y="498614"/>
                    <a:pt x="5790164" y="496633"/>
                    <a:pt x="5788406" y="495979"/>
                  </a:cubicBezTo>
                  <a:cubicBezTo>
                    <a:pt x="5787313" y="495763"/>
                    <a:pt x="5786018" y="496195"/>
                    <a:pt x="5784919" y="495979"/>
                  </a:cubicBezTo>
                  <a:cubicBezTo>
                    <a:pt x="5783618" y="495541"/>
                    <a:pt x="5782722" y="494455"/>
                    <a:pt x="5781401" y="494233"/>
                  </a:cubicBezTo>
                  <a:lnTo>
                    <a:pt x="5777903" y="494233"/>
                  </a:lnTo>
                  <a:lnTo>
                    <a:pt x="5774410" y="494233"/>
                  </a:lnTo>
                  <a:cubicBezTo>
                    <a:pt x="5772861" y="494233"/>
                    <a:pt x="5772232" y="492925"/>
                    <a:pt x="5770924" y="492455"/>
                  </a:cubicBezTo>
                  <a:cubicBezTo>
                    <a:pt x="5769362" y="492023"/>
                    <a:pt x="5768054" y="491140"/>
                    <a:pt x="5766504" y="490740"/>
                  </a:cubicBezTo>
                  <a:cubicBezTo>
                    <a:pt x="5763037" y="489604"/>
                    <a:pt x="5760827" y="488962"/>
                    <a:pt x="5757779" y="487216"/>
                  </a:cubicBezTo>
                  <a:cubicBezTo>
                    <a:pt x="5756459" y="486536"/>
                    <a:pt x="5755589" y="485470"/>
                    <a:pt x="5754268" y="484593"/>
                  </a:cubicBezTo>
                  <a:cubicBezTo>
                    <a:pt x="5750102" y="484593"/>
                    <a:pt x="5747054" y="484377"/>
                    <a:pt x="5742870" y="484593"/>
                  </a:cubicBezTo>
                  <a:lnTo>
                    <a:pt x="5738501" y="484593"/>
                  </a:lnTo>
                  <a:cubicBezTo>
                    <a:pt x="5736983" y="484593"/>
                    <a:pt x="5736329" y="485914"/>
                    <a:pt x="5735002" y="486371"/>
                  </a:cubicBezTo>
                  <a:cubicBezTo>
                    <a:pt x="5733021" y="487216"/>
                    <a:pt x="5732608" y="488962"/>
                    <a:pt x="5730633" y="489838"/>
                  </a:cubicBezTo>
                  <a:cubicBezTo>
                    <a:pt x="5728893" y="490486"/>
                    <a:pt x="5727325" y="490740"/>
                    <a:pt x="5725369" y="490740"/>
                  </a:cubicBezTo>
                  <a:cubicBezTo>
                    <a:pt x="5721661" y="490740"/>
                    <a:pt x="5719260" y="489419"/>
                    <a:pt x="5715736" y="488962"/>
                  </a:cubicBezTo>
                  <a:lnTo>
                    <a:pt x="5712244" y="488962"/>
                  </a:lnTo>
                  <a:cubicBezTo>
                    <a:pt x="5710485" y="488962"/>
                    <a:pt x="5709392" y="488518"/>
                    <a:pt x="5707862" y="488099"/>
                  </a:cubicBezTo>
                  <a:cubicBezTo>
                    <a:pt x="5706129" y="487667"/>
                    <a:pt x="5706129" y="485051"/>
                    <a:pt x="5704382" y="484593"/>
                  </a:cubicBezTo>
                  <a:cubicBezTo>
                    <a:pt x="5703258" y="484377"/>
                    <a:pt x="5701950" y="484809"/>
                    <a:pt x="5700858" y="484593"/>
                  </a:cubicBezTo>
                  <a:cubicBezTo>
                    <a:pt x="5698001" y="483717"/>
                    <a:pt x="5695607" y="483495"/>
                    <a:pt x="5692990" y="481964"/>
                  </a:cubicBezTo>
                  <a:cubicBezTo>
                    <a:pt x="5690336" y="480447"/>
                    <a:pt x="5688818" y="478459"/>
                    <a:pt x="5685980" y="477577"/>
                  </a:cubicBezTo>
                  <a:cubicBezTo>
                    <a:pt x="5684888" y="477380"/>
                    <a:pt x="5683567" y="476935"/>
                    <a:pt x="5682481" y="476713"/>
                  </a:cubicBezTo>
                  <a:cubicBezTo>
                    <a:pt x="5680748" y="476472"/>
                    <a:pt x="5679179" y="476713"/>
                    <a:pt x="5677230" y="476713"/>
                  </a:cubicBezTo>
                  <a:cubicBezTo>
                    <a:pt x="5675255" y="476713"/>
                    <a:pt x="5673699" y="476256"/>
                    <a:pt x="5671966" y="476713"/>
                  </a:cubicBezTo>
                  <a:cubicBezTo>
                    <a:pt x="5670657" y="476935"/>
                    <a:pt x="5669565" y="477793"/>
                    <a:pt x="5668460" y="478459"/>
                  </a:cubicBezTo>
                  <a:cubicBezTo>
                    <a:pt x="5667165" y="479323"/>
                    <a:pt x="5664974" y="479323"/>
                    <a:pt x="5664974" y="481082"/>
                  </a:cubicBezTo>
                  <a:cubicBezTo>
                    <a:pt x="5664974" y="482396"/>
                    <a:pt x="5666270" y="483495"/>
                    <a:pt x="5665844" y="484593"/>
                  </a:cubicBezTo>
                  <a:cubicBezTo>
                    <a:pt x="5665177" y="486105"/>
                    <a:pt x="5663882" y="486536"/>
                    <a:pt x="5663215" y="488099"/>
                  </a:cubicBezTo>
                  <a:cubicBezTo>
                    <a:pt x="5662777" y="489419"/>
                    <a:pt x="5662110" y="490486"/>
                    <a:pt x="5661482" y="491604"/>
                  </a:cubicBezTo>
                  <a:cubicBezTo>
                    <a:pt x="5660580" y="493109"/>
                    <a:pt x="5659272" y="493750"/>
                    <a:pt x="5657977" y="495096"/>
                  </a:cubicBezTo>
                  <a:cubicBezTo>
                    <a:pt x="5659056" y="495541"/>
                    <a:pt x="5660364" y="495541"/>
                    <a:pt x="5661482" y="495979"/>
                  </a:cubicBezTo>
                  <a:cubicBezTo>
                    <a:pt x="5662993" y="496633"/>
                    <a:pt x="5663641" y="497712"/>
                    <a:pt x="5664974" y="498614"/>
                  </a:cubicBezTo>
                  <a:cubicBezTo>
                    <a:pt x="5666041" y="499262"/>
                    <a:pt x="5667571" y="499262"/>
                    <a:pt x="5668460" y="500341"/>
                  </a:cubicBezTo>
                  <a:cubicBezTo>
                    <a:pt x="5669991" y="502329"/>
                    <a:pt x="5670219" y="504729"/>
                    <a:pt x="5670219" y="507364"/>
                  </a:cubicBezTo>
                  <a:cubicBezTo>
                    <a:pt x="5670219" y="508660"/>
                    <a:pt x="5670442" y="509784"/>
                    <a:pt x="5670219" y="510851"/>
                  </a:cubicBezTo>
                  <a:cubicBezTo>
                    <a:pt x="5669794" y="512610"/>
                    <a:pt x="5667844" y="513035"/>
                    <a:pt x="5666720" y="514356"/>
                  </a:cubicBezTo>
                  <a:cubicBezTo>
                    <a:pt x="5665844" y="515448"/>
                    <a:pt x="5666041" y="516997"/>
                    <a:pt x="5664974" y="517861"/>
                  </a:cubicBezTo>
                  <a:cubicBezTo>
                    <a:pt x="5663882" y="518744"/>
                    <a:pt x="5662777" y="519595"/>
                    <a:pt x="5661240" y="519595"/>
                  </a:cubicBezTo>
                  <a:lnTo>
                    <a:pt x="5646553" y="519595"/>
                  </a:lnTo>
                  <a:lnTo>
                    <a:pt x="5646553" y="506901"/>
                  </a:lnTo>
                  <a:lnTo>
                    <a:pt x="5628633" y="506901"/>
                  </a:lnTo>
                  <a:lnTo>
                    <a:pt x="5628633" y="495096"/>
                  </a:lnTo>
                  <a:lnTo>
                    <a:pt x="5631694" y="495096"/>
                  </a:lnTo>
                  <a:cubicBezTo>
                    <a:pt x="5635828" y="495096"/>
                    <a:pt x="5638488" y="495541"/>
                    <a:pt x="5642184" y="494233"/>
                  </a:cubicBezTo>
                  <a:cubicBezTo>
                    <a:pt x="5645035" y="493344"/>
                    <a:pt x="5646813" y="491375"/>
                    <a:pt x="5649188" y="489838"/>
                  </a:cubicBezTo>
                  <a:lnTo>
                    <a:pt x="5648318" y="486371"/>
                  </a:lnTo>
                  <a:cubicBezTo>
                    <a:pt x="5647239" y="486105"/>
                    <a:pt x="5645937" y="485673"/>
                    <a:pt x="5644807" y="485470"/>
                  </a:cubicBezTo>
                  <a:cubicBezTo>
                    <a:pt x="5643518" y="485247"/>
                    <a:pt x="5642641" y="484149"/>
                    <a:pt x="5641092" y="484149"/>
                  </a:cubicBezTo>
                  <a:lnTo>
                    <a:pt x="5617692" y="484149"/>
                  </a:lnTo>
                  <a:cubicBezTo>
                    <a:pt x="5617692" y="486981"/>
                    <a:pt x="5617889" y="488746"/>
                    <a:pt x="5617692" y="491604"/>
                  </a:cubicBezTo>
                  <a:cubicBezTo>
                    <a:pt x="5617692" y="492925"/>
                    <a:pt x="5617889" y="493991"/>
                    <a:pt x="5617692" y="495096"/>
                  </a:cubicBezTo>
                  <a:cubicBezTo>
                    <a:pt x="5617248" y="496417"/>
                    <a:pt x="5616587" y="497497"/>
                    <a:pt x="5615933" y="498614"/>
                  </a:cubicBezTo>
                  <a:cubicBezTo>
                    <a:pt x="5615266" y="499687"/>
                    <a:pt x="5613533" y="499046"/>
                    <a:pt x="5612428" y="499484"/>
                  </a:cubicBezTo>
                  <a:cubicBezTo>
                    <a:pt x="5610459" y="500341"/>
                    <a:pt x="5608732" y="501224"/>
                    <a:pt x="5606275" y="501224"/>
                  </a:cubicBezTo>
                  <a:lnTo>
                    <a:pt x="5604541" y="501224"/>
                  </a:lnTo>
                  <a:cubicBezTo>
                    <a:pt x="5603005" y="500989"/>
                    <a:pt x="5602579" y="499262"/>
                    <a:pt x="5601042" y="498614"/>
                  </a:cubicBezTo>
                  <a:cubicBezTo>
                    <a:pt x="5598668" y="497497"/>
                    <a:pt x="5596674" y="496417"/>
                    <a:pt x="5594032" y="495979"/>
                  </a:cubicBezTo>
                  <a:cubicBezTo>
                    <a:pt x="5586622" y="494899"/>
                    <a:pt x="5581992" y="495979"/>
                    <a:pt x="5574341" y="495979"/>
                  </a:cubicBezTo>
                  <a:lnTo>
                    <a:pt x="5559018" y="495979"/>
                  </a:lnTo>
                  <a:cubicBezTo>
                    <a:pt x="5557285" y="495979"/>
                    <a:pt x="5556383" y="495763"/>
                    <a:pt x="5554630" y="495979"/>
                  </a:cubicBezTo>
                  <a:cubicBezTo>
                    <a:pt x="5550909" y="496417"/>
                    <a:pt x="5549588" y="499687"/>
                    <a:pt x="5545899" y="500341"/>
                  </a:cubicBezTo>
                  <a:cubicBezTo>
                    <a:pt x="5543924" y="500564"/>
                    <a:pt x="5542622" y="500341"/>
                    <a:pt x="5540648" y="500341"/>
                  </a:cubicBezTo>
                  <a:cubicBezTo>
                    <a:pt x="5538685" y="500341"/>
                    <a:pt x="5537352" y="500564"/>
                    <a:pt x="5535377" y="500341"/>
                  </a:cubicBezTo>
                  <a:cubicBezTo>
                    <a:pt x="5533618" y="500125"/>
                    <a:pt x="5532310" y="499484"/>
                    <a:pt x="5530989" y="498614"/>
                  </a:cubicBezTo>
                  <a:cubicBezTo>
                    <a:pt x="5529256" y="497274"/>
                    <a:pt x="5529256" y="495331"/>
                    <a:pt x="5527484" y="494233"/>
                  </a:cubicBezTo>
                  <a:cubicBezTo>
                    <a:pt x="5526373" y="493566"/>
                    <a:pt x="5525293" y="493344"/>
                    <a:pt x="5523750" y="493344"/>
                  </a:cubicBezTo>
                  <a:lnTo>
                    <a:pt x="5516968" y="493344"/>
                  </a:lnTo>
                  <a:cubicBezTo>
                    <a:pt x="5516784" y="495331"/>
                    <a:pt x="5516098" y="496633"/>
                    <a:pt x="5516098" y="498614"/>
                  </a:cubicBezTo>
                  <a:cubicBezTo>
                    <a:pt x="5516098" y="499903"/>
                    <a:pt x="5516968" y="500805"/>
                    <a:pt x="5516968" y="502088"/>
                  </a:cubicBezTo>
                  <a:lnTo>
                    <a:pt x="5516968" y="513492"/>
                  </a:lnTo>
                  <a:lnTo>
                    <a:pt x="5511749" y="514356"/>
                  </a:lnTo>
                  <a:lnTo>
                    <a:pt x="5508237" y="512610"/>
                  </a:lnTo>
                  <a:lnTo>
                    <a:pt x="5508237" y="505593"/>
                  </a:lnTo>
                  <a:cubicBezTo>
                    <a:pt x="5508237" y="502970"/>
                    <a:pt x="5508682" y="500564"/>
                    <a:pt x="5507361" y="498614"/>
                  </a:cubicBezTo>
                  <a:cubicBezTo>
                    <a:pt x="5506478" y="497274"/>
                    <a:pt x="5505170" y="496862"/>
                    <a:pt x="5503849" y="495979"/>
                  </a:cubicBezTo>
                  <a:cubicBezTo>
                    <a:pt x="5502776" y="495331"/>
                    <a:pt x="5501411" y="495541"/>
                    <a:pt x="5500344" y="495096"/>
                  </a:cubicBezTo>
                  <a:cubicBezTo>
                    <a:pt x="5499023" y="494671"/>
                    <a:pt x="5498179" y="493750"/>
                    <a:pt x="5496864" y="493344"/>
                  </a:cubicBezTo>
                  <a:cubicBezTo>
                    <a:pt x="5495531" y="492925"/>
                    <a:pt x="5494451" y="492271"/>
                    <a:pt x="5493378" y="491604"/>
                  </a:cubicBezTo>
                  <a:cubicBezTo>
                    <a:pt x="5491816" y="490740"/>
                    <a:pt x="5490724" y="489604"/>
                    <a:pt x="5489822" y="488099"/>
                  </a:cubicBezTo>
                  <a:cubicBezTo>
                    <a:pt x="5488533" y="485914"/>
                    <a:pt x="5487212" y="484593"/>
                    <a:pt x="5487212" y="481964"/>
                  </a:cubicBezTo>
                  <a:cubicBezTo>
                    <a:pt x="5487212" y="478459"/>
                    <a:pt x="5489403" y="476472"/>
                    <a:pt x="5489822" y="473221"/>
                  </a:cubicBezTo>
                  <a:cubicBezTo>
                    <a:pt x="5489822" y="472109"/>
                    <a:pt x="5490724" y="471011"/>
                    <a:pt x="5490724" y="469715"/>
                  </a:cubicBezTo>
                  <a:cubicBezTo>
                    <a:pt x="5490724" y="468191"/>
                    <a:pt x="5489403" y="467512"/>
                    <a:pt x="5488971" y="466191"/>
                  </a:cubicBezTo>
                  <a:cubicBezTo>
                    <a:pt x="5488305" y="464686"/>
                    <a:pt x="5487212" y="464007"/>
                    <a:pt x="5486342" y="462686"/>
                  </a:cubicBezTo>
                  <a:cubicBezTo>
                    <a:pt x="5485695" y="461625"/>
                    <a:pt x="5485695" y="460082"/>
                    <a:pt x="5484583" y="459193"/>
                  </a:cubicBezTo>
                  <a:cubicBezTo>
                    <a:pt x="5483713" y="458533"/>
                    <a:pt x="5481986" y="459003"/>
                    <a:pt x="5481078" y="458317"/>
                  </a:cubicBezTo>
                  <a:cubicBezTo>
                    <a:pt x="5479770" y="457206"/>
                    <a:pt x="5478900" y="456774"/>
                    <a:pt x="5477573" y="455675"/>
                  </a:cubicBezTo>
                  <a:cubicBezTo>
                    <a:pt x="5476703" y="455047"/>
                    <a:pt x="5477573" y="452627"/>
                    <a:pt x="5476703" y="452196"/>
                  </a:cubicBezTo>
                  <a:cubicBezTo>
                    <a:pt x="5475839" y="451745"/>
                    <a:pt x="5474277" y="451548"/>
                    <a:pt x="5473198" y="451307"/>
                  </a:cubicBezTo>
                  <a:cubicBezTo>
                    <a:pt x="5472131" y="451123"/>
                    <a:pt x="5470785" y="451548"/>
                    <a:pt x="5469705" y="451307"/>
                  </a:cubicBezTo>
                  <a:cubicBezTo>
                    <a:pt x="5468385" y="451123"/>
                    <a:pt x="5467515" y="449776"/>
                    <a:pt x="5466181" y="449573"/>
                  </a:cubicBezTo>
                  <a:cubicBezTo>
                    <a:pt x="5464702" y="449357"/>
                    <a:pt x="5463381" y="448913"/>
                    <a:pt x="5461825" y="448710"/>
                  </a:cubicBezTo>
                  <a:cubicBezTo>
                    <a:pt x="5460733" y="448456"/>
                    <a:pt x="5459647" y="447814"/>
                    <a:pt x="5458313" y="447814"/>
                  </a:cubicBezTo>
                  <a:cubicBezTo>
                    <a:pt x="5455716" y="447598"/>
                    <a:pt x="5453957" y="447814"/>
                    <a:pt x="5451316" y="447814"/>
                  </a:cubicBezTo>
                  <a:cubicBezTo>
                    <a:pt x="5448261" y="447598"/>
                    <a:pt x="5446515" y="446951"/>
                    <a:pt x="5443448" y="446951"/>
                  </a:cubicBezTo>
                  <a:cubicBezTo>
                    <a:pt x="5442127" y="446951"/>
                    <a:pt x="5441035" y="446709"/>
                    <a:pt x="5439943" y="446951"/>
                  </a:cubicBezTo>
                  <a:cubicBezTo>
                    <a:pt x="5438622" y="447166"/>
                    <a:pt x="5437752" y="448030"/>
                    <a:pt x="5436419" y="448710"/>
                  </a:cubicBezTo>
                  <a:cubicBezTo>
                    <a:pt x="5435117" y="449357"/>
                    <a:pt x="5434031" y="449776"/>
                    <a:pt x="5432926" y="450443"/>
                  </a:cubicBezTo>
                  <a:cubicBezTo>
                    <a:pt x="5431650" y="451123"/>
                    <a:pt x="5431847" y="453301"/>
                    <a:pt x="5430335" y="453929"/>
                  </a:cubicBezTo>
                  <a:cubicBezTo>
                    <a:pt x="5428780" y="454596"/>
                    <a:pt x="5427459" y="454380"/>
                    <a:pt x="5425916" y="454806"/>
                  </a:cubicBezTo>
                  <a:cubicBezTo>
                    <a:pt x="5424595" y="455256"/>
                    <a:pt x="5423738" y="455675"/>
                    <a:pt x="5422195" y="455675"/>
                  </a:cubicBezTo>
                  <a:lnTo>
                    <a:pt x="5414556" y="455675"/>
                  </a:lnTo>
                  <a:cubicBezTo>
                    <a:pt x="5413235" y="455910"/>
                    <a:pt x="5411495" y="456577"/>
                    <a:pt x="5410161" y="456577"/>
                  </a:cubicBezTo>
                  <a:cubicBezTo>
                    <a:pt x="5405818" y="456774"/>
                    <a:pt x="5403151" y="456577"/>
                    <a:pt x="5398776" y="456577"/>
                  </a:cubicBezTo>
                  <a:cubicBezTo>
                    <a:pt x="5395277" y="456577"/>
                    <a:pt x="5393308" y="456577"/>
                    <a:pt x="5390038" y="457428"/>
                  </a:cubicBezTo>
                  <a:cubicBezTo>
                    <a:pt x="5388483" y="457885"/>
                    <a:pt x="5388089" y="459835"/>
                    <a:pt x="5386527" y="460082"/>
                  </a:cubicBezTo>
                  <a:lnTo>
                    <a:pt x="5383015" y="460082"/>
                  </a:lnTo>
                  <a:cubicBezTo>
                    <a:pt x="5381726" y="460082"/>
                    <a:pt x="5380628" y="460273"/>
                    <a:pt x="5379535" y="460082"/>
                  </a:cubicBezTo>
                  <a:cubicBezTo>
                    <a:pt x="5378240" y="459835"/>
                    <a:pt x="5377307" y="458762"/>
                    <a:pt x="5376024" y="458317"/>
                  </a:cubicBezTo>
                  <a:cubicBezTo>
                    <a:pt x="5374919" y="457885"/>
                    <a:pt x="5373611" y="457885"/>
                    <a:pt x="5372500" y="457428"/>
                  </a:cubicBezTo>
                  <a:cubicBezTo>
                    <a:pt x="5370785" y="456577"/>
                    <a:pt x="5370556" y="455047"/>
                    <a:pt x="5369013" y="453929"/>
                  </a:cubicBezTo>
                  <a:cubicBezTo>
                    <a:pt x="5367458" y="452856"/>
                    <a:pt x="5366404" y="451745"/>
                    <a:pt x="5364638" y="451307"/>
                  </a:cubicBezTo>
                  <a:cubicBezTo>
                    <a:pt x="5363540" y="451123"/>
                    <a:pt x="5362448" y="450443"/>
                    <a:pt x="5361146" y="450443"/>
                  </a:cubicBezTo>
                  <a:lnTo>
                    <a:pt x="5353278" y="450443"/>
                  </a:lnTo>
                  <a:cubicBezTo>
                    <a:pt x="5351519" y="450443"/>
                    <a:pt x="5350611" y="449776"/>
                    <a:pt x="5348878" y="449573"/>
                  </a:cubicBezTo>
                  <a:cubicBezTo>
                    <a:pt x="5346947" y="449357"/>
                    <a:pt x="5345614" y="448913"/>
                    <a:pt x="5343626" y="448710"/>
                  </a:cubicBezTo>
                  <a:cubicBezTo>
                    <a:pt x="5341651" y="448456"/>
                    <a:pt x="5340134" y="448240"/>
                    <a:pt x="5338368" y="447814"/>
                  </a:cubicBezTo>
                  <a:cubicBezTo>
                    <a:pt x="5336635" y="447389"/>
                    <a:pt x="5335536" y="446074"/>
                    <a:pt x="5334000" y="445185"/>
                  </a:cubicBezTo>
                  <a:lnTo>
                    <a:pt x="5337505" y="441667"/>
                  </a:lnTo>
                  <a:cubicBezTo>
                    <a:pt x="5334863" y="440359"/>
                    <a:pt x="5332914" y="439921"/>
                    <a:pt x="5330488" y="438188"/>
                  </a:cubicBezTo>
                  <a:cubicBezTo>
                    <a:pt x="5329180" y="437324"/>
                    <a:pt x="5328291" y="436651"/>
                    <a:pt x="5326983" y="435571"/>
                  </a:cubicBezTo>
                  <a:cubicBezTo>
                    <a:pt x="5325903" y="434689"/>
                    <a:pt x="5326341" y="432701"/>
                    <a:pt x="5325224" y="432079"/>
                  </a:cubicBezTo>
                  <a:cubicBezTo>
                    <a:pt x="5323033" y="430752"/>
                    <a:pt x="5320868" y="431158"/>
                    <a:pt x="5318239" y="431158"/>
                  </a:cubicBezTo>
                  <a:lnTo>
                    <a:pt x="5310365" y="431158"/>
                  </a:lnTo>
                  <a:lnTo>
                    <a:pt x="5309508" y="427666"/>
                  </a:lnTo>
                  <a:cubicBezTo>
                    <a:pt x="5310581" y="426586"/>
                    <a:pt x="5310809" y="425043"/>
                    <a:pt x="5312130" y="424199"/>
                  </a:cubicBezTo>
                  <a:cubicBezTo>
                    <a:pt x="5314505" y="422636"/>
                    <a:pt x="5316474" y="421976"/>
                    <a:pt x="5319083" y="420674"/>
                  </a:cubicBezTo>
                  <a:lnTo>
                    <a:pt x="5317369" y="417169"/>
                  </a:lnTo>
                  <a:cubicBezTo>
                    <a:pt x="5316048" y="416953"/>
                    <a:pt x="5314950" y="417404"/>
                    <a:pt x="5313857" y="417169"/>
                  </a:cubicBezTo>
                  <a:cubicBezTo>
                    <a:pt x="5312130" y="416737"/>
                    <a:pt x="5311222" y="414959"/>
                    <a:pt x="5309247" y="414959"/>
                  </a:cubicBezTo>
                  <a:lnTo>
                    <a:pt x="5265693" y="414959"/>
                  </a:lnTo>
                  <a:cubicBezTo>
                    <a:pt x="5265483" y="417607"/>
                    <a:pt x="5265483" y="419131"/>
                    <a:pt x="5264829" y="421551"/>
                  </a:cubicBezTo>
                  <a:cubicBezTo>
                    <a:pt x="5264416" y="423094"/>
                    <a:pt x="5263070" y="423760"/>
                    <a:pt x="5262213" y="425043"/>
                  </a:cubicBezTo>
                  <a:cubicBezTo>
                    <a:pt x="5260460" y="427666"/>
                    <a:pt x="5258936" y="430079"/>
                    <a:pt x="5256060" y="431158"/>
                  </a:cubicBezTo>
                  <a:cubicBezTo>
                    <a:pt x="5254993" y="431622"/>
                    <a:pt x="5253882" y="431158"/>
                    <a:pt x="5252548" y="431158"/>
                  </a:cubicBezTo>
                  <a:lnTo>
                    <a:pt x="5249081" y="431158"/>
                  </a:lnTo>
                  <a:cubicBezTo>
                    <a:pt x="5247538" y="430936"/>
                    <a:pt x="5247055" y="429215"/>
                    <a:pt x="5245569" y="428548"/>
                  </a:cubicBezTo>
                  <a:cubicBezTo>
                    <a:pt x="5246198" y="427227"/>
                    <a:pt x="5246890" y="426364"/>
                    <a:pt x="5247309" y="425043"/>
                  </a:cubicBezTo>
                  <a:cubicBezTo>
                    <a:pt x="5247976" y="423525"/>
                    <a:pt x="5248630" y="422198"/>
                    <a:pt x="5249081" y="420674"/>
                  </a:cubicBezTo>
                  <a:cubicBezTo>
                    <a:pt x="5249265" y="419557"/>
                    <a:pt x="5248630" y="418268"/>
                    <a:pt x="5249081" y="417169"/>
                  </a:cubicBezTo>
                  <a:cubicBezTo>
                    <a:pt x="5249697" y="415658"/>
                    <a:pt x="5250814" y="414959"/>
                    <a:pt x="5251691" y="413645"/>
                  </a:cubicBezTo>
                  <a:cubicBezTo>
                    <a:pt x="5252364" y="412813"/>
                    <a:pt x="5254307" y="413480"/>
                    <a:pt x="5255190" y="412813"/>
                  </a:cubicBezTo>
                  <a:cubicBezTo>
                    <a:pt x="5256060" y="412134"/>
                    <a:pt x="5254764" y="410387"/>
                    <a:pt x="5255190" y="409308"/>
                  </a:cubicBezTo>
                  <a:cubicBezTo>
                    <a:pt x="5252548" y="409308"/>
                    <a:pt x="5250814" y="409524"/>
                    <a:pt x="5248198" y="409308"/>
                  </a:cubicBezTo>
                  <a:cubicBezTo>
                    <a:pt x="5246439" y="409308"/>
                    <a:pt x="5245334" y="408222"/>
                    <a:pt x="5243810" y="407530"/>
                  </a:cubicBezTo>
                  <a:cubicBezTo>
                    <a:pt x="5242286" y="406888"/>
                    <a:pt x="5241823" y="405136"/>
                    <a:pt x="5240305" y="404901"/>
                  </a:cubicBezTo>
                  <a:cubicBezTo>
                    <a:pt x="5238788" y="404679"/>
                    <a:pt x="5237486" y="405364"/>
                    <a:pt x="5235949" y="404901"/>
                  </a:cubicBezTo>
                  <a:cubicBezTo>
                    <a:pt x="5233079" y="404075"/>
                    <a:pt x="5231771" y="401853"/>
                    <a:pt x="5228932" y="401396"/>
                  </a:cubicBezTo>
                  <a:cubicBezTo>
                    <a:pt x="5227834" y="401192"/>
                    <a:pt x="5226716" y="401396"/>
                    <a:pt x="5225421" y="401396"/>
                  </a:cubicBezTo>
                  <a:cubicBezTo>
                    <a:pt x="5223668" y="401396"/>
                    <a:pt x="5222786" y="402291"/>
                    <a:pt x="5221071" y="402291"/>
                  </a:cubicBezTo>
                  <a:cubicBezTo>
                    <a:pt x="5217985" y="402501"/>
                    <a:pt x="5216226" y="402291"/>
                    <a:pt x="5213146" y="402291"/>
                  </a:cubicBezTo>
                  <a:cubicBezTo>
                    <a:pt x="5210549" y="402291"/>
                    <a:pt x="5208587" y="402075"/>
                    <a:pt x="5206168" y="401396"/>
                  </a:cubicBezTo>
                  <a:cubicBezTo>
                    <a:pt x="5204212" y="400970"/>
                    <a:pt x="5202866" y="399211"/>
                    <a:pt x="5200942" y="398786"/>
                  </a:cubicBezTo>
                  <a:cubicBezTo>
                    <a:pt x="5199386" y="398551"/>
                    <a:pt x="5198065" y="399211"/>
                    <a:pt x="5196516" y="398786"/>
                  </a:cubicBezTo>
                  <a:cubicBezTo>
                    <a:pt x="5193906" y="398125"/>
                    <a:pt x="5192141" y="396373"/>
                    <a:pt x="5189518" y="396157"/>
                  </a:cubicBezTo>
                  <a:cubicBezTo>
                    <a:pt x="5185365" y="395516"/>
                    <a:pt x="5182508" y="396582"/>
                    <a:pt x="5178139" y="396157"/>
                  </a:cubicBezTo>
                  <a:cubicBezTo>
                    <a:pt x="5175529" y="395935"/>
                    <a:pt x="5173770" y="394614"/>
                    <a:pt x="5171154" y="394404"/>
                  </a:cubicBezTo>
                  <a:cubicBezTo>
                    <a:pt x="5169827" y="394404"/>
                    <a:pt x="5168969" y="393541"/>
                    <a:pt x="5167617" y="393541"/>
                  </a:cubicBezTo>
                  <a:cubicBezTo>
                    <a:pt x="5165871" y="393541"/>
                    <a:pt x="5165026" y="394855"/>
                    <a:pt x="5164099" y="396157"/>
                  </a:cubicBezTo>
                  <a:cubicBezTo>
                    <a:pt x="5163477" y="397021"/>
                    <a:pt x="5164378" y="398551"/>
                    <a:pt x="5164099" y="399643"/>
                  </a:cubicBezTo>
                  <a:cubicBezTo>
                    <a:pt x="5163477" y="402501"/>
                    <a:pt x="5163229" y="404469"/>
                    <a:pt x="5163229" y="407530"/>
                  </a:cubicBezTo>
                  <a:lnTo>
                    <a:pt x="5144204" y="407530"/>
                  </a:lnTo>
                  <a:cubicBezTo>
                    <a:pt x="5141150" y="407530"/>
                    <a:pt x="5138959" y="408857"/>
                    <a:pt x="5136108" y="409308"/>
                  </a:cubicBezTo>
                  <a:cubicBezTo>
                    <a:pt x="5136108" y="410597"/>
                    <a:pt x="5135880" y="411499"/>
                    <a:pt x="5136108" y="412813"/>
                  </a:cubicBezTo>
                  <a:cubicBezTo>
                    <a:pt x="5136362" y="414540"/>
                    <a:pt x="5136991" y="415867"/>
                    <a:pt x="5137867" y="417169"/>
                  </a:cubicBezTo>
                  <a:cubicBezTo>
                    <a:pt x="5138750" y="418477"/>
                    <a:pt x="5139143" y="420027"/>
                    <a:pt x="5140477" y="420674"/>
                  </a:cubicBezTo>
                  <a:cubicBezTo>
                    <a:pt x="5141785" y="421341"/>
                    <a:pt x="5142884" y="421773"/>
                    <a:pt x="5143988" y="422440"/>
                  </a:cubicBezTo>
                  <a:cubicBezTo>
                    <a:pt x="5145081" y="423094"/>
                    <a:pt x="5146617" y="422636"/>
                    <a:pt x="5147500" y="423297"/>
                  </a:cubicBezTo>
                  <a:cubicBezTo>
                    <a:pt x="5148592" y="423957"/>
                    <a:pt x="5148351" y="425703"/>
                    <a:pt x="5149214" y="426802"/>
                  </a:cubicBezTo>
                  <a:cubicBezTo>
                    <a:pt x="5150351" y="428123"/>
                    <a:pt x="5152085" y="428123"/>
                    <a:pt x="5152739" y="429431"/>
                  </a:cubicBezTo>
                  <a:cubicBezTo>
                    <a:pt x="5153202" y="430510"/>
                    <a:pt x="5153412" y="431857"/>
                    <a:pt x="5153647" y="432936"/>
                  </a:cubicBezTo>
                  <a:cubicBezTo>
                    <a:pt x="5153844" y="434251"/>
                    <a:pt x="5154510" y="435121"/>
                    <a:pt x="5154510" y="436651"/>
                  </a:cubicBezTo>
                  <a:cubicBezTo>
                    <a:pt x="5154510" y="437959"/>
                    <a:pt x="5153647" y="438638"/>
                    <a:pt x="5153647" y="439921"/>
                  </a:cubicBezTo>
                  <a:lnTo>
                    <a:pt x="5150097" y="439921"/>
                  </a:lnTo>
                  <a:cubicBezTo>
                    <a:pt x="5147735" y="439477"/>
                    <a:pt x="5145538" y="438638"/>
                    <a:pt x="5143118" y="438188"/>
                  </a:cubicBezTo>
                  <a:cubicBezTo>
                    <a:pt x="5142033" y="437959"/>
                    <a:pt x="5140737" y="437324"/>
                    <a:pt x="5139632" y="437324"/>
                  </a:cubicBezTo>
                  <a:cubicBezTo>
                    <a:pt x="5138108" y="437083"/>
                    <a:pt x="5136788" y="437514"/>
                    <a:pt x="5135232" y="437324"/>
                  </a:cubicBezTo>
                  <a:cubicBezTo>
                    <a:pt x="5134121" y="437083"/>
                    <a:pt x="5132812" y="436651"/>
                    <a:pt x="5131746" y="436429"/>
                  </a:cubicBezTo>
                  <a:cubicBezTo>
                    <a:pt x="5130184" y="436003"/>
                    <a:pt x="5129764" y="434251"/>
                    <a:pt x="5128247" y="433819"/>
                  </a:cubicBezTo>
                  <a:cubicBezTo>
                    <a:pt x="5126926" y="433584"/>
                    <a:pt x="5126056" y="432936"/>
                    <a:pt x="5124494" y="432936"/>
                  </a:cubicBezTo>
                  <a:cubicBezTo>
                    <a:pt x="5123230" y="432936"/>
                    <a:pt x="5122532" y="433819"/>
                    <a:pt x="5121230" y="433819"/>
                  </a:cubicBezTo>
                  <a:cubicBezTo>
                    <a:pt x="5117744" y="433819"/>
                    <a:pt x="5115947" y="433584"/>
                    <a:pt x="5112467" y="433362"/>
                  </a:cubicBezTo>
                  <a:lnTo>
                    <a:pt x="5112467" y="438188"/>
                  </a:lnTo>
                  <a:lnTo>
                    <a:pt x="5115947" y="439921"/>
                  </a:lnTo>
                  <a:cubicBezTo>
                    <a:pt x="5117293" y="440601"/>
                    <a:pt x="5118373" y="441032"/>
                    <a:pt x="5119484" y="441667"/>
                  </a:cubicBezTo>
                  <a:cubicBezTo>
                    <a:pt x="5121230" y="442804"/>
                    <a:pt x="5122995" y="443864"/>
                    <a:pt x="5122995" y="446074"/>
                  </a:cubicBezTo>
                  <a:cubicBezTo>
                    <a:pt x="5122995" y="448456"/>
                    <a:pt x="5122087" y="450024"/>
                    <a:pt x="5121230" y="452196"/>
                  </a:cubicBezTo>
                  <a:cubicBezTo>
                    <a:pt x="5117922" y="451548"/>
                    <a:pt x="5115947" y="450443"/>
                    <a:pt x="5113362" y="448710"/>
                  </a:cubicBezTo>
                  <a:cubicBezTo>
                    <a:pt x="5112042" y="447814"/>
                    <a:pt x="5111159" y="447166"/>
                    <a:pt x="5109851" y="446074"/>
                  </a:cubicBezTo>
                  <a:cubicBezTo>
                    <a:pt x="5108543" y="444969"/>
                    <a:pt x="5107857" y="443668"/>
                    <a:pt x="5106358" y="442544"/>
                  </a:cubicBezTo>
                  <a:cubicBezTo>
                    <a:pt x="5105228" y="441667"/>
                    <a:pt x="5103482" y="441921"/>
                    <a:pt x="5102828" y="440816"/>
                  </a:cubicBezTo>
                  <a:cubicBezTo>
                    <a:pt x="5101977" y="439477"/>
                    <a:pt x="5101088" y="438638"/>
                    <a:pt x="5100199" y="437324"/>
                  </a:cubicBezTo>
                  <a:cubicBezTo>
                    <a:pt x="5099773" y="436429"/>
                    <a:pt x="5101088" y="434441"/>
                    <a:pt x="5100199" y="433819"/>
                  </a:cubicBezTo>
                  <a:cubicBezTo>
                    <a:pt x="5099323" y="433152"/>
                    <a:pt x="5097824" y="433152"/>
                    <a:pt x="5096719" y="432936"/>
                  </a:cubicBezTo>
                  <a:cubicBezTo>
                    <a:pt x="5094077" y="432282"/>
                    <a:pt x="5092077" y="432936"/>
                    <a:pt x="5089251" y="432936"/>
                  </a:cubicBezTo>
                  <a:cubicBezTo>
                    <a:pt x="5087747" y="432936"/>
                    <a:pt x="5086642" y="432701"/>
                    <a:pt x="5085321" y="432936"/>
                  </a:cubicBezTo>
                  <a:cubicBezTo>
                    <a:pt x="5084241" y="432936"/>
                    <a:pt x="5082914" y="432282"/>
                    <a:pt x="5081854" y="432936"/>
                  </a:cubicBezTo>
                  <a:cubicBezTo>
                    <a:pt x="5080742" y="433584"/>
                    <a:pt x="5082279" y="435571"/>
                    <a:pt x="5081854" y="436429"/>
                  </a:cubicBezTo>
                  <a:cubicBezTo>
                    <a:pt x="5080958" y="437730"/>
                    <a:pt x="5079422" y="437959"/>
                    <a:pt x="5078342" y="439051"/>
                  </a:cubicBezTo>
                  <a:cubicBezTo>
                    <a:pt x="5075262" y="442144"/>
                    <a:pt x="5071757" y="442544"/>
                    <a:pt x="5067388" y="442544"/>
                  </a:cubicBezTo>
                  <a:cubicBezTo>
                    <a:pt x="5063439" y="442544"/>
                    <a:pt x="5061477" y="440359"/>
                    <a:pt x="5058175" y="438188"/>
                  </a:cubicBezTo>
                  <a:cubicBezTo>
                    <a:pt x="5055114" y="438188"/>
                    <a:pt x="5052288" y="437730"/>
                    <a:pt x="5049437" y="437324"/>
                  </a:cubicBezTo>
                  <a:cubicBezTo>
                    <a:pt x="5048370" y="437324"/>
                    <a:pt x="5047037" y="437514"/>
                    <a:pt x="5045913" y="437324"/>
                  </a:cubicBezTo>
                  <a:cubicBezTo>
                    <a:pt x="5044382" y="436886"/>
                    <a:pt x="5044859" y="434251"/>
                    <a:pt x="5043303" y="433819"/>
                  </a:cubicBezTo>
                  <a:cubicBezTo>
                    <a:pt x="5042204" y="433362"/>
                    <a:pt x="5041125" y="432936"/>
                    <a:pt x="5039810" y="432936"/>
                  </a:cubicBezTo>
                  <a:cubicBezTo>
                    <a:pt x="5038490" y="432936"/>
                    <a:pt x="5037397" y="433584"/>
                    <a:pt x="5036312" y="433819"/>
                  </a:cubicBezTo>
                  <a:cubicBezTo>
                    <a:pt x="5034756" y="434251"/>
                    <a:pt x="5035429" y="437324"/>
                    <a:pt x="5033645" y="437324"/>
                  </a:cubicBezTo>
                  <a:cubicBezTo>
                    <a:pt x="5029739" y="437324"/>
                    <a:pt x="5027999" y="433819"/>
                    <a:pt x="5024024" y="433819"/>
                  </a:cubicBezTo>
                  <a:cubicBezTo>
                    <a:pt x="5021846" y="433819"/>
                    <a:pt x="5019668" y="434441"/>
                    <a:pt x="5018792" y="436429"/>
                  </a:cubicBezTo>
                  <a:cubicBezTo>
                    <a:pt x="5017687" y="439051"/>
                    <a:pt x="5019459" y="441242"/>
                    <a:pt x="5019668" y="444290"/>
                  </a:cubicBezTo>
                  <a:cubicBezTo>
                    <a:pt x="5019897" y="448456"/>
                    <a:pt x="5019897" y="450678"/>
                    <a:pt x="5019668" y="454806"/>
                  </a:cubicBezTo>
                  <a:cubicBezTo>
                    <a:pt x="5019459" y="457428"/>
                    <a:pt x="5019020" y="459193"/>
                    <a:pt x="5018792" y="461835"/>
                  </a:cubicBezTo>
                  <a:lnTo>
                    <a:pt x="5000415" y="461835"/>
                  </a:lnTo>
                  <a:cubicBezTo>
                    <a:pt x="5000415" y="457695"/>
                    <a:pt x="5001291" y="454380"/>
                    <a:pt x="4998669" y="451307"/>
                  </a:cubicBezTo>
                  <a:cubicBezTo>
                    <a:pt x="4997564" y="450024"/>
                    <a:pt x="4996243" y="449573"/>
                    <a:pt x="4995176" y="448710"/>
                  </a:cubicBezTo>
                  <a:cubicBezTo>
                    <a:pt x="4993620" y="447389"/>
                    <a:pt x="4992535" y="446074"/>
                    <a:pt x="4990763" y="445185"/>
                  </a:cubicBezTo>
                  <a:cubicBezTo>
                    <a:pt x="4989677" y="444760"/>
                    <a:pt x="4988344" y="444760"/>
                    <a:pt x="4987302" y="444290"/>
                  </a:cubicBezTo>
                  <a:cubicBezTo>
                    <a:pt x="4985746" y="443668"/>
                    <a:pt x="4985061" y="442321"/>
                    <a:pt x="4983778" y="441667"/>
                  </a:cubicBezTo>
                  <a:cubicBezTo>
                    <a:pt x="4982241" y="440816"/>
                    <a:pt x="4980920" y="440156"/>
                    <a:pt x="4979371" y="439051"/>
                  </a:cubicBezTo>
                  <a:cubicBezTo>
                    <a:pt x="4977853" y="437959"/>
                    <a:pt x="4977212" y="436651"/>
                    <a:pt x="4975885" y="435571"/>
                  </a:cubicBezTo>
                  <a:cubicBezTo>
                    <a:pt x="4973021" y="433152"/>
                    <a:pt x="4969757" y="431622"/>
                    <a:pt x="4969757" y="427666"/>
                  </a:cubicBezTo>
                  <a:lnTo>
                    <a:pt x="4969757" y="425913"/>
                  </a:lnTo>
                  <a:cubicBezTo>
                    <a:pt x="4969757" y="424611"/>
                    <a:pt x="4970202" y="423525"/>
                    <a:pt x="4970640" y="422440"/>
                  </a:cubicBezTo>
                  <a:cubicBezTo>
                    <a:pt x="4971072" y="421119"/>
                    <a:pt x="4974145" y="422198"/>
                    <a:pt x="4974145" y="420674"/>
                  </a:cubicBezTo>
                  <a:cubicBezTo>
                    <a:pt x="4974145" y="418947"/>
                    <a:pt x="4972373" y="418033"/>
                    <a:pt x="4972373" y="416286"/>
                  </a:cubicBezTo>
                  <a:cubicBezTo>
                    <a:pt x="4972151" y="413645"/>
                    <a:pt x="4972373" y="411918"/>
                    <a:pt x="4972373" y="409308"/>
                  </a:cubicBezTo>
                  <a:cubicBezTo>
                    <a:pt x="4972373" y="406241"/>
                    <a:pt x="4972602" y="404469"/>
                    <a:pt x="4972373" y="401396"/>
                  </a:cubicBezTo>
                  <a:cubicBezTo>
                    <a:pt x="4972151" y="398360"/>
                    <a:pt x="4971503" y="396582"/>
                    <a:pt x="4971503" y="393541"/>
                  </a:cubicBezTo>
                  <a:cubicBezTo>
                    <a:pt x="4971503" y="390905"/>
                    <a:pt x="4972151" y="388943"/>
                    <a:pt x="4971503" y="386518"/>
                  </a:cubicBezTo>
                  <a:cubicBezTo>
                    <a:pt x="4971072" y="385203"/>
                    <a:pt x="4970411" y="384333"/>
                    <a:pt x="4969757" y="383031"/>
                  </a:cubicBezTo>
                  <a:cubicBezTo>
                    <a:pt x="4969090" y="381488"/>
                    <a:pt x="4967344" y="381266"/>
                    <a:pt x="4966271" y="380390"/>
                  </a:cubicBezTo>
                  <a:cubicBezTo>
                    <a:pt x="4964709" y="379088"/>
                    <a:pt x="4963617" y="377748"/>
                    <a:pt x="4961870" y="376897"/>
                  </a:cubicBezTo>
                  <a:cubicBezTo>
                    <a:pt x="4960556" y="376269"/>
                    <a:pt x="4959026" y="375361"/>
                    <a:pt x="4957476" y="375132"/>
                  </a:cubicBezTo>
                  <a:cubicBezTo>
                    <a:pt x="4955273" y="374700"/>
                    <a:pt x="4953800" y="374256"/>
                    <a:pt x="4951374" y="374256"/>
                  </a:cubicBezTo>
                  <a:cubicBezTo>
                    <a:pt x="4948955" y="374256"/>
                    <a:pt x="4946573" y="374091"/>
                    <a:pt x="4945253" y="376021"/>
                  </a:cubicBezTo>
                  <a:cubicBezTo>
                    <a:pt x="4944586" y="377107"/>
                    <a:pt x="4944357" y="378409"/>
                    <a:pt x="4943494" y="379545"/>
                  </a:cubicBezTo>
                  <a:cubicBezTo>
                    <a:pt x="4942820" y="380390"/>
                    <a:pt x="4943278" y="382155"/>
                    <a:pt x="4942598" y="383031"/>
                  </a:cubicBezTo>
                  <a:cubicBezTo>
                    <a:pt x="4941512" y="384562"/>
                    <a:pt x="4939093" y="383889"/>
                    <a:pt x="4936915" y="383889"/>
                  </a:cubicBezTo>
                  <a:cubicBezTo>
                    <a:pt x="4932762" y="383889"/>
                    <a:pt x="4929028" y="383889"/>
                    <a:pt x="4926850" y="380390"/>
                  </a:cubicBezTo>
                  <a:cubicBezTo>
                    <a:pt x="4926183" y="379088"/>
                    <a:pt x="4926634" y="377323"/>
                    <a:pt x="4925980" y="376021"/>
                  </a:cubicBezTo>
                  <a:cubicBezTo>
                    <a:pt x="4925110" y="374497"/>
                    <a:pt x="4923777" y="373627"/>
                    <a:pt x="4922475" y="372510"/>
                  </a:cubicBezTo>
                  <a:cubicBezTo>
                    <a:pt x="4921180" y="371430"/>
                    <a:pt x="4921357" y="369246"/>
                    <a:pt x="4919846" y="369030"/>
                  </a:cubicBezTo>
                  <a:cubicBezTo>
                    <a:pt x="4918741" y="368782"/>
                    <a:pt x="4917414" y="369030"/>
                    <a:pt x="4916328" y="369030"/>
                  </a:cubicBezTo>
                  <a:cubicBezTo>
                    <a:pt x="4913058" y="368579"/>
                    <a:pt x="4910670" y="369671"/>
                    <a:pt x="4907597" y="368172"/>
                  </a:cubicBezTo>
                  <a:cubicBezTo>
                    <a:pt x="4906035" y="367461"/>
                    <a:pt x="4906276" y="365531"/>
                    <a:pt x="4904955" y="364636"/>
                  </a:cubicBezTo>
                  <a:cubicBezTo>
                    <a:pt x="4902123" y="362445"/>
                    <a:pt x="4899933" y="361143"/>
                    <a:pt x="4896218" y="361143"/>
                  </a:cubicBezTo>
                  <a:cubicBezTo>
                    <a:pt x="4893792" y="361143"/>
                    <a:pt x="4892274" y="362007"/>
                    <a:pt x="4890058" y="362889"/>
                  </a:cubicBezTo>
                  <a:cubicBezTo>
                    <a:pt x="4888553" y="363302"/>
                    <a:pt x="4887245" y="363975"/>
                    <a:pt x="4885683" y="364636"/>
                  </a:cubicBezTo>
                  <a:cubicBezTo>
                    <a:pt x="4883950" y="365531"/>
                    <a:pt x="4883086" y="366394"/>
                    <a:pt x="4881340" y="367258"/>
                  </a:cubicBezTo>
                  <a:cubicBezTo>
                    <a:pt x="4879771" y="367899"/>
                    <a:pt x="4878260" y="368357"/>
                    <a:pt x="4876939" y="369030"/>
                  </a:cubicBezTo>
                  <a:cubicBezTo>
                    <a:pt x="4875174" y="369868"/>
                    <a:pt x="4874310" y="371208"/>
                    <a:pt x="4872564" y="372510"/>
                  </a:cubicBezTo>
                  <a:lnTo>
                    <a:pt x="4876057" y="379545"/>
                  </a:lnTo>
                  <a:cubicBezTo>
                    <a:pt x="4876736" y="381050"/>
                    <a:pt x="4877816" y="381692"/>
                    <a:pt x="4878698" y="383031"/>
                  </a:cubicBezTo>
                  <a:cubicBezTo>
                    <a:pt x="4879581" y="384333"/>
                    <a:pt x="4881098" y="384994"/>
                    <a:pt x="4881340" y="386518"/>
                  </a:cubicBezTo>
                  <a:cubicBezTo>
                    <a:pt x="4881524" y="388061"/>
                    <a:pt x="4882197" y="389369"/>
                    <a:pt x="4882197" y="391115"/>
                  </a:cubicBezTo>
                  <a:cubicBezTo>
                    <a:pt x="4882197" y="392652"/>
                    <a:pt x="4881340" y="393738"/>
                    <a:pt x="4881340" y="395293"/>
                  </a:cubicBezTo>
                  <a:lnTo>
                    <a:pt x="4858772" y="395293"/>
                  </a:lnTo>
                  <a:cubicBezTo>
                    <a:pt x="4856803" y="395293"/>
                    <a:pt x="4855933" y="396373"/>
                    <a:pt x="4854187" y="397021"/>
                  </a:cubicBezTo>
                  <a:cubicBezTo>
                    <a:pt x="4850657" y="398360"/>
                    <a:pt x="4848053" y="399643"/>
                    <a:pt x="4844122" y="399643"/>
                  </a:cubicBezTo>
                  <a:cubicBezTo>
                    <a:pt x="4840185" y="399643"/>
                    <a:pt x="4837531" y="398551"/>
                    <a:pt x="4834045" y="397021"/>
                  </a:cubicBezTo>
                  <a:cubicBezTo>
                    <a:pt x="4832083" y="396157"/>
                    <a:pt x="4830718" y="394855"/>
                    <a:pt x="4828813" y="394404"/>
                  </a:cubicBezTo>
                  <a:cubicBezTo>
                    <a:pt x="4825942" y="393541"/>
                    <a:pt x="4823771" y="393738"/>
                    <a:pt x="4820888" y="392652"/>
                  </a:cubicBezTo>
                  <a:cubicBezTo>
                    <a:pt x="4819154" y="392010"/>
                    <a:pt x="4818932" y="390048"/>
                    <a:pt x="4817421" y="389166"/>
                  </a:cubicBezTo>
                  <a:cubicBezTo>
                    <a:pt x="4815649" y="388264"/>
                    <a:pt x="4814347" y="387407"/>
                    <a:pt x="4812125" y="387407"/>
                  </a:cubicBezTo>
                  <a:cubicBezTo>
                    <a:pt x="4810607" y="387407"/>
                    <a:pt x="4809959" y="388715"/>
                    <a:pt x="4808639" y="389166"/>
                  </a:cubicBezTo>
                  <a:cubicBezTo>
                    <a:pt x="4806911" y="389591"/>
                    <a:pt x="4807115" y="392652"/>
                    <a:pt x="4805146" y="392652"/>
                  </a:cubicBezTo>
                  <a:cubicBezTo>
                    <a:pt x="4802968" y="392652"/>
                    <a:pt x="4800974" y="391769"/>
                    <a:pt x="4799888" y="390048"/>
                  </a:cubicBezTo>
                  <a:cubicBezTo>
                    <a:pt x="4798574" y="387819"/>
                    <a:pt x="4799012" y="385635"/>
                    <a:pt x="4799012" y="383031"/>
                  </a:cubicBezTo>
                  <a:lnTo>
                    <a:pt x="4799012" y="376021"/>
                  </a:lnTo>
                  <a:cubicBezTo>
                    <a:pt x="4797717" y="375132"/>
                    <a:pt x="4796161" y="373176"/>
                    <a:pt x="4794650" y="372510"/>
                  </a:cubicBezTo>
                  <a:cubicBezTo>
                    <a:pt x="4793113" y="371862"/>
                    <a:pt x="4792675" y="370103"/>
                    <a:pt x="4791157" y="369868"/>
                  </a:cubicBezTo>
                  <a:cubicBezTo>
                    <a:pt x="4790020" y="369671"/>
                    <a:pt x="4788941" y="369868"/>
                    <a:pt x="4787620" y="369868"/>
                  </a:cubicBezTo>
                  <a:cubicBezTo>
                    <a:pt x="4786344" y="369868"/>
                    <a:pt x="4785448" y="369030"/>
                    <a:pt x="4784128" y="369030"/>
                  </a:cubicBezTo>
                  <a:cubicBezTo>
                    <a:pt x="4782610" y="369030"/>
                    <a:pt x="4781943" y="370103"/>
                    <a:pt x="4780622" y="370751"/>
                  </a:cubicBezTo>
                  <a:cubicBezTo>
                    <a:pt x="4779327" y="371430"/>
                    <a:pt x="4779981" y="374256"/>
                    <a:pt x="4778463" y="374256"/>
                  </a:cubicBezTo>
                  <a:cubicBezTo>
                    <a:pt x="4775796" y="374256"/>
                    <a:pt x="4774298" y="373627"/>
                    <a:pt x="4771859" y="373392"/>
                  </a:cubicBezTo>
                  <a:lnTo>
                    <a:pt x="4768380" y="373392"/>
                  </a:lnTo>
                  <a:cubicBezTo>
                    <a:pt x="4767072" y="373176"/>
                    <a:pt x="4766163" y="371646"/>
                    <a:pt x="4764665" y="371646"/>
                  </a:cubicBezTo>
                  <a:lnTo>
                    <a:pt x="4747361" y="371646"/>
                  </a:lnTo>
                  <a:lnTo>
                    <a:pt x="4740338" y="373392"/>
                  </a:lnTo>
                  <a:cubicBezTo>
                    <a:pt x="4736198" y="373392"/>
                    <a:pt x="4734642" y="370979"/>
                    <a:pt x="4730737" y="371646"/>
                  </a:cubicBezTo>
                  <a:cubicBezTo>
                    <a:pt x="4729613" y="371646"/>
                    <a:pt x="4728311" y="371430"/>
                    <a:pt x="4727213" y="371646"/>
                  </a:cubicBezTo>
                  <a:cubicBezTo>
                    <a:pt x="4726127" y="371862"/>
                    <a:pt x="4727441" y="374497"/>
                    <a:pt x="4726336" y="375132"/>
                  </a:cubicBezTo>
                  <a:cubicBezTo>
                    <a:pt x="4724361" y="376269"/>
                    <a:pt x="4722844" y="375132"/>
                    <a:pt x="4720443" y="375132"/>
                  </a:cubicBezTo>
                  <a:lnTo>
                    <a:pt x="4714989" y="375132"/>
                  </a:lnTo>
                  <a:cubicBezTo>
                    <a:pt x="4713655" y="375132"/>
                    <a:pt x="4712785" y="374256"/>
                    <a:pt x="4711484" y="374256"/>
                  </a:cubicBezTo>
                  <a:cubicBezTo>
                    <a:pt x="4709934" y="374256"/>
                    <a:pt x="4709064" y="374700"/>
                    <a:pt x="4707508" y="374700"/>
                  </a:cubicBezTo>
                  <a:cubicBezTo>
                    <a:pt x="4707508" y="372090"/>
                    <a:pt x="4707972" y="370751"/>
                    <a:pt x="4707972" y="368172"/>
                  </a:cubicBezTo>
                  <a:cubicBezTo>
                    <a:pt x="4707972" y="366852"/>
                    <a:pt x="4707058" y="365937"/>
                    <a:pt x="4707058" y="364636"/>
                  </a:cubicBezTo>
                  <a:cubicBezTo>
                    <a:pt x="4707058" y="363302"/>
                    <a:pt x="4707508" y="362445"/>
                    <a:pt x="4707508" y="361143"/>
                  </a:cubicBezTo>
                  <a:lnTo>
                    <a:pt x="4701825" y="360260"/>
                  </a:lnTo>
                  <a:cubicBezTo>
                    <a:pt x="4700720" y="360927"/>
                    <a:pt x="4699209" y="360476"/>
                    <a:pt x="4698326" y="361143"/>
                  </a:cubicBezTo>
                  <a:cubicBezTo>
                    <a:pt x="4697241" y="362007"/>
                    <a:pt x="4697469" y="363550"/>
                    <a:pt x="4696599" y="364636"/>
                  </a:cubicBezTo>
                  <a:cubicBezTo>
                    <a:pt x="4694167" y="367258"/>
                    <a:pt x="4691545" y="369030"/>
                    <a:pt x="4687798" y="369030"/>
                  </a:cubicBezTo>
                  <a:cubicBezTo>
                    <a:pt x="4685842" y="369030"/>
                    <a:pt x="4684306" y="368782"/>
                    <a:pt x="4682572" y="368172"/>
                  </a:cubicBezTo>
                  <a:cubicBezTo>
                    <a:pt x="4680813" y="367461"/>
                    <a:pt x="4680369" y="365937"/>
                    <a:pt x="4679060" y="364636"/>
                  </a:cubicBezTo>
                  <a:lnTo>
                    <a:pt x="4679930" y="361143"/>
                  </a:lnTo>
                  <a:cubicBezTo>
                    <a:pt x="4682572" y="361143"/>
                    <a:pt x="4684306" y="361353"/>
                    <a:pt x="4686960" y="361143"/>
                  </a:cubicBezTo>
                  <a:cubicBezTo>
                    <a:pt x="4688287" y="361143"/>
                    <a:pt x="4689354" y="361581"/>
                    <a:pt x="4690433" y="361143"/>
                  </a:cubicBezTo>
                  <a:cubicBezTo>
                    <a:pt x="4691989" y="360476"/>
                    <a:pt x="4692611" y="359365"/>
                    <a:pt x="4693945" y="358514"/>
                  </a:cubicBezTo>
                  <a:cubicBezTo>
                    <a:pt x="4695037" y="357841"/>
                    <a:pt x="4694599" y="355657"/>
                    <a:pt x="4695685" y="355009"/>
                  </a:cubicBezTo>
                  <a:cubicBezTo>
                    <a:pt x="4696599" y="354329"/>
                    <a:pt x="4698091" y="354577"/>
                    <a:pt x="4699209" y="354145"/>
                  </a:cubicBezTo>
                  <a:cubicBezTo>
                    <a:pt x="4700517" y="353472"/>
                    <a:pt x="4701609" y="353009"/>
                    <a:pt x="4702708" y="352399"/>
                  </a:cubicBezTo>
                  <a:cubicBezTo>
                    <a:pt x="4704467" y="351281"/>
                    <a:pt x="4705330" y="349326"/>
                    <a:pt x="4705330" y="347129"/>
                  </a:cubicBezTo>
                  <a:lnTo>
                    <a:pt x="4705330" y="345408"/>
                  </a:lnTo>
                  <a:cubicBezTo>
                    <a:pt x="4704892" y="344055"/>
                    <a:pt x="4704664" y="342988"/>
                    <a:pt x="4703559" y="341883"/>
                  </a:cubicBezTo>
                  <a:cubicBezTo>
                    <a:pt x="4702257" y="340569"/>
                    <a:pt x="4700276" y="341883"/>
                    <a:pt x="4698326" y="341883"/>
                  </a:cubicBezTo>
                  <a:cubicBezTo>
                    <a:pt x="4694840" y="341883"/>
                    <a:pt x="4692611" y="341642"/>
                    <a:pt x="4689563" y="342747"/>
                  </a:cubicBezTo>
                  <a:cubicBezTo>
                    <a:pt x="4688033" y="343198"/>
                    <a:pt x="4687385" y="344487"/>
                    <a:pt x="4686084" y="345408"/>
                  </a:cubicBezTo>
                  <a:cubicBezTo>
                    <a:pt x="4684966" y="346017"/>
                    <a:pt x="4683664" y="346259"/>
                    <a:pt x="4682572" y="347129"/>
                  </a:cubicBezTo>
                  <a:cubicBezTo>
                    <a:pt x="4681220" y="348233"/>
                    <a:pt x="4681677" y="350196"/>
                    <a:pt x="4680813" y="351497"/>
                  </a:cubicBezTo>
                  <a:cubicBezTo>
                    <a:pt x="4679930" y="352831"/>
                    <a:pt x="4679295" y="353904"/>
                    <a:pt x="4678197" y="355009"/>
                  </a:cubicBezTo>
                  <a:cubicBezTo>
                    <a:pt x="4677079" y="356127"/>
                    <a:pt x="4676000" y="356546"/>
                    <a:pt x="4674692" y="357625"/>
                  </a:cubicBezTo>
                  <a:cubicBezTo>
                    <a:pt x="4673149" y="358940"/>
                    <a:pt x="4672266" y="361143"/>
                    <a:pt x="4670088" y="361143"/>
                  </a:cubicBezTo>
                  <a:lnTo>
                    <a:pt x="4648422" y="361143"/>
                  </a:lnTo>
                  <a:lnTo>
                    <a:pt x="4644923" y="362889"/>
                  </a:lnTo>
                  <a:cubicBezTo>
                    <a:pt x="4645145" y="364216"/>
                    <a:pt x="4645355" y="365290"/>
                    <a:pt x="4645793" y="366394"/>
                  </a:cubicBezTo>
                  <a:cubicBezTo>
                    <a:pt x="4646434" y="368357"/>
                    <a:pt x="4648422" y="369462"/>
                    <a:pt x="4648422" y="371646"/>
                  </a:cubicBezTo>
                  <a:lnTo>
                    <a:pt x="4648422" y="373392"/>
                  </a:lnTo>
                  <a:cubicBezTo>
                    <a:pt x="4647965" y="374700"/>
                    <a:pt x="4645996" y="374256"/>
                    <a:pt x="4644923" y="375132"/>
                  </a:cubicBezTo>
                  <a:cubicBezTo>
                    <a:pt x="4643824" y="376021"/>
                    <a:pt x="4643589" y="377748"/>
                    <a:pt x="4642269" y="378663"/>
                  </a:cubicBezTo>
                  <a:cubicBezTo>
                    <a:pt x="4640510" y="379729"/>
                    <a:pt x="4638782" y="379545"/>
                    <a:pt x="4636611" y="379545"/>
                  </a:cubicBezTo>
                  <a:lnTo>
                    <a:pt x="4634407" y="379545"/>
                  </a:lnTo>
                  <a:cubicBezTo>
                    <a:pt x="4633067" y="379545"/>
                    <a:pt x="4632217" y="378663"/>
                    <a:pt x="4630921" y="378663"/>
                  </a:cubicBezTo>
                  <a:cubicBezTo>
                    <a:pt x="4628286" y="378409"/>
                    <a:pt x="4626540" y="378409"/>
                    <a:pt x="4623898" y="378663"/>
                  </a:cubicBezTo>
                  <a:cubicBezTo>
                    <a:pt x="4622145" y="378663"/>
                    <a:pt x="4621060" y="379729"/>
                    <a:pt x="4619536" y="380390"/>
                  </a:cubicBezTo>
                  <a:cubicBezTo>
                    <a:pt x="4618005" y="381050"/>
                    <a:pt x="4617548" y="382809"/>
                    <a:pt x="4616005" y="383031"/>
                  </a:cubicBezTo>
                  <a:cubicBezTo>
                    <a:pt x="4613636" y="383476"/>
                    <a:pt x="4611674" y="383031"/>
                    <a:pt x="4609033" y="383031"/>
                  </a:cubicBezTo>
                  <a:lnTo>
                    <a:pt x="4602010" y="383031"/>
                  </a:lnTo>
                  <a:cubicBezTo>
                    <a:pt x="4598511" y="383247"/>
                    <a:pt x="4596536" y="384778"/>
                    <a:pt x="4593050" y="384778"/>
                  </a:cubicBezTo>
                  <a:lnTo>
                    <a:pt x="4591481" y="384778"/>
                  </a:lnTo>
                  <a:cubicBezTo>
                    <a:pt x="4590859" y="384778"/>
                    <a:pt x="4590395" y="383889"/>
                    <a:pt x="4589735" y="383889"/>
                  </a:cubicBezTo>
                  <a:cubicBezTo>
                    <a:pt x="4591748" y="383673"/>
                    <a:pt x="4593469" y="384130"/>
                    <a:pt x="4595018" y="383031"/>
                  </a:cubicBezTo>
                  <a:cubicBezTo>
                    <a:pt x="4596320" y="382155"/>
                    <a:pt x="4596536" y="380625"/>
                    <a:pt x="4597641" y="379545"/>
                  </a:cubicBezTo>
                  <a:cubicBezTo>
                    <a:pt x="4598727" y="378409"/>
                    <a:pt x="4600041" y="377748"/>
                    <a:pt x="4601133" y="376897"/>
                  </a:cubicBezTo>
                  <a:cubicBezTo>
                    <a:pt x="4602270" y="376021"/>
                    <a:pt x="4602441" y="374256"/>
                    <a:pt x="4603775" y="373392"/>
                  </a:cubicBezTo>
                  <a:cubicBezTo>
                    <a:pt x="4604861" y="372770"/>
                    <a:pt x="4605953" y="372090"/>
                    <a:pt x="4607274" y="371646"/>
                  </a:cubicBezTo>
                  <a:cubicBezTo>
                    <a:pt x="4609661" y="370979"/>
                    <a:pt x="4611852" y="372090"/>
                    <a:pt x="4614252" y="371646"/>
                  </a:cubicBezTo>
                  <a:cubicBezTo>
                    <a:pt x="4615364" y="371646"/>
                    <a:pt x="4616672" y="372090"/>
                    <a:pt x="4617764" y="371646"/>
                  </a:cubicBezTo>
                  <a:cubicBezTo>
                    <a:pt x="4619085" y="370979"/>
                    <a:pt x="4618405" y="369030"/>
                    <a:pt x="4619536" y="368172"/>
                  </a:cubicBezTo>
                  <a:cubicBezTo>
                    <a:pt x="4620615" y="367258"/>
                    <a:pt x="4621923" y="366394"/>
                    <a:pt x="4623034" y="365531"/>
                  </a:cubicBezTo>
                  <a:cubicBezTo>
                    <a:pt x="4625447" y="363302"/>
                    <a:pt x="4628286" y="362889"/>
                    <a:pt x="4630051" y="360260"/>
                  </a:cubicBezTo>
                  <a:cubicBezTo>
                    <a:pt x="4631766" y="357841"/>
                    <a:pt x="4632217" y="355009"/>
                    <a:pt x="4634407" y="353269"/>
                  </a:cubicBezTo>
                  <a:cubicBezTo>
                    <a:pt x="4636369" y="351726"/>
                    <a:pt x="4638782" y="351726"/>
                    <a:pt x="4641418" y="351497"/>
                  </a:cubicBezTo>
                  <a:lnTo>
                    <a:pt x="4644923" y="351497"/>
                  </a:lnTo>
                  <a:cubicBezTo>
                    <a:pt x="4646231" y="351497"/>
                    <a:pt x="4647317" y="350627"/>
                    <a:pt x="4648422" y="350627"/>
                  </a:cubicBezTo>
                  <a:cubicBezTo>
                    <a:pt x="4649527" y="350627"/>
                    <a:pt x="4650822" y="351078"/>
                    <a:pt x="4651914" y="350627"/>
                  </a:cubicBezTo>
                  <a:cubicBezTo>
                    <a:pt x="4653235" y="350196"/>
                    <a:pt x="4654359" y="349764"/>
                    <a:pt x="4655394" y="348900"/>
                  </a:cubicBezTo>
                  <a:cubicBezTo>
                    <a:pt x="4656289" y="348233"/>
                    <a:pt x="4655667" y="346259"/>
                    <a:pt x="4656289" y="345408"/>
                  </a:cubicBezTo>
                  <a:cubicBezTo>
                    <a:pt x="4657185" y="344055"/>
                    <a:pt x="4657598" y="342988"/>
                    <a:pt x="4658944" y="341883"/>
                  </a:cubicBezTo>
                  <a:cubicBezTo>
                    <a:pt x="4660887" y="340347"/>
                    <a:pt x="4663306" y="340347"/>
                    <a:pt x="4665916" y="340105"/>
                  </a:cubicBezTo>
                  <a:lnTo>
                    <a:pt x="4669428" y="340105"/>
                  </a:lnTo>
                  <a:cubicBezTo>
                    <a:pt x="4670761" y="340105"/>
                    <a:pt x="4671631" y="339242"/>
                    <a:pt x="4672952" y="339242"/>
                  </a:cubicBezTo>
                  <a:cubicBezTo>
                    <a:pt x="4674692" y="339242"/>
                    <a:pt x="4675771" y="339458"/>
                    <a:pt x="4677308" y="339242"/>
                  </a:cubicBezTo>
                  <a:cubicBezTo>
                    <a:pt x="4678400" y="339032"/>
                    <a:pt x="4679734" y="338594"/>
                    <a:pt x="4680813" y="338378"/>
                  </a:cubicBezTo>
                  <a:cubicBezTo>
                    <a:pt x="4682331" y="337953"/>
                    <a:pt x="4682998" y="336848"/>
                    <a:pt x="4684306" y="335749"/>
                  </a:cubicBezTo>
                  <a:cubicBezTo>
                    <a:pt x="4685652" y="334644"/>
                    <a:pt x="4687385" y="334644"/>
                    <a:pt x="4687798" y="333101"/>
                  </a:cubicBezTo>
                  <a:cubicBezTo>
                    <a:pt x="4688033" y="332009"/>
                    <a:pt x="4687582" y="330714"/>
                    <a:pt x="4687798" y="329634"/>
                  </a:cubicBezTo>
                  <a:cubicBezTo>
                    <a:pt x="4688465" y="327190"/>
                    <a:pt x="4689144" y="325031"/>
                    <a:pt x="4689563" y="322618"/>
                  </a:cubicBezTo>
                  <a:lnTo>
                    <a:pt x="4707058" y="322618"/>
                  </a:lnTo>
                  <a:cubicBezTo>
                    <a:pt x="4707299" y="320643"/>
                    <a:pt x="4707743" y="319347"/>
                    <a:pt x="4707972" y="317347"/>
                  </a:cubicBezTo>
                  <a:cubicBezTo>
                    <a:pt x="4708188" y="316052"/>
                    <a:pt x="4707508" y="314959"/>
                    <a:pt x="4707972" y="313842"/>
                  </a:cubicBezTo>
                  <a:cubicBezTo>
                    <a:pt x="4708398" y="312527"/>
                    <a:pt x="4708829" y="311423"/>
                    <a:pt x="4709693" y="310368"/>
                  </a:cubicBezTo>
                  <a:cubicBezTo>
                    <a:pt x="4710379" y="309467"/>
                    <a:pt x="4712519" y="311232"/>
                    <a:pt x="4713230" y="310368"/>
                  </a:cubicBezTo>
                  <a:cubicBezTo>
                    <a:pt x="4714093" y="309251"/>
                    <a:pt x="4714989" y="308387"/>
                    <a:pt x="4714989" y="306844"/>
                  </a:cubicBezTo>
                  <a:cubicBezTo>
                    <a:pt x="4714989" y="305549"/>
                    <a:pt x="4714290" y="304450"/>
                    <a:pt x="4714093" y="303326"/>
                  </a:cubicBezTo>
                  <a:cubicBezTo>
                    <a:pt x="4713858" y="302253"/>
                    <a:pt x="4713858" y="300951"/>
                    <a:pt x="4713230" y="299859"/>
                  </a:cubicBezTo>
                  <a:cubicBezTo>
                    <a:pt x="4712519" y="298748"/>
                    <a:pt x="4710379" y="300056"/>
                    <a:pt x="4709693" y="298970"/>
                  </a:cubicBezTo>
                  <a:cubicBezTo>
                    <a:pt x="4709064" y="297865"/>
                    <a:pt x="4710137" y="296373"/>
                    <a:pt x="4709693" y="295452"/>
                  </a:cubicBezTo>
                  <a:cubicBezTo>
                    <a:pt x="4709064" y="294373"/>
                    <a:pt x="4708620" y="293065"/>
                    <a:pt x="4707972" y="291992"/>
                  </a:cubicBezTo>
                  <a:cubicBezTo>
                    <a:pt x="4707299" y="291090"/>
                    <a:pt x="4704892" y="292836"/>
                    <a:pt x="4704467" y="291992"/>
                  </a:cubicBezTo>
                  <a:cubicBezTo>
                    <a:pt x="4704016" y="291090"/>
                    <a:pt x="4704892" y="289572"/>
                    <a:pt x="4704467" y="288467"/>
                  </a:cubicBezTo>
                  <a:cubicBezTo>
                    <a:pt x="4703800" y="286937"/>
                    <a:pt x="4703559" y="285407"/>
                    <a:pt x="4702708" y="284086"/>
                  </a:cubicBezTo>
                  <a:cubicBezTo>
                    <a:pt x="4701412" y="282308"/>
                    <a:pt x="4700104" y="281470"/>
                    <a:pt x="4698326" y="280574"/>
                  </a:cubicBezTo>
                  <a:cubicBezTo>
                    <a:pt x="4696771" y="279914"/>
                    <a:pt x="4696377" y="278187"/>
                    <a:pt x="4694840" y="277958"/>
                  </a:cubicBezTo>
                  <a:cubicBezTo>
                    <a:pt x="4693297" y="277742"/>
                    <a:pt x="4691989" y="278187"/>
                    <a:pt x="4690433" y="277958"/>
                  </a:cubicBezTo>
                  <a:cubicBezTo>
                    <a:pt x="4689354" y="277742"/>
                    <a:pt x="4688287" y="277082"/>
                    <a:pt x="4686960" y="277082"/>
                  </a:cubicBezTo>
                  <a:cubicBezTo>
                    <a:pt x="4686515" y="272916"/>
                    <a:pt x="4686084" y="270732"/>
                    <a:pt x="4686515" y="266566"/>
                  </a:cubicBezTo>
                  <a:lnTo>
                    <a:pt x="4660887" y="266566"/>
                  </a:lnTo>
                  <a:cubicBezTo>
                    <a:pt x="4658036" y="266566"/>
                    <a:pt x="4656289" y="265252"/>
                    <a:pt x="4653660" y="264820"/>
                  </a:cubicBezTo>
                  <a:cubicBezTo>
                    <a:pt x="4650822" y="264382"/>
                    <a:pt x="4648873" y="263956"/>
                    <a:pt x="4645793" y="263956"/>
                  </a:cubicBezTo>
                  <a:cubicBezTo>
                    <a:pt x="4644472" y="263956"/>
                    <a:pt x="4643380" y="263740"/>
                    <a:pt x="4642269" y="263956"/>
                  </a:cubicBezTo>
                  <a:cubicBezTo>
                    <a:pt x="4640954" y="264382"/>
                    <a:pt x="4640084" y="265036"/>
                    <a:pt x="4638782" y="265703"/>
                  </a:cubicBezTo>
                  <a:cubicBezTo>
                    <a:pt x="4637500" y="266382"/>
                    <a:pt x="4637500" y="268325"/>
                    <a:pt x="4636166" y="269182"/>
                  </a:cubicBezTo>
                  <a:cubicBezTo>
                    <a:pt x="4635290" y="269887"/>
                    <a:pt x="4633760" y="269627"/>
                    <a:pt x="4632648" y="270071"/>
                  </a:cubicBezTo>
                  <a:cubicBezTo>
                    <a:pt x="4630458" y="267671"/>
                    <a:pt x="4629124" y="265703"/>
                    <a:pt x="4626540" y="263956"/>
                  </a:cubicBezTo>
                  <a:cubicBezTo>
                    <a:pt x="4625676" y="263518"/>
                    <a:pt x="4624114" y="263302"/>
                    <a:pt x="4623034" y="263074"/>
                  </a:cubicBezTo>
                  <a:cubicBezTo>
                    <a:pt x="4621060" y="262623"/>
                    <a:pt x="4619726" y="262223"/>
                    <a:pt x="4617548" y="262223"/>
                  </a:cubicBezTo>
                  <a:cubicBezTo>
                    <a:pt x="4615592" y="262223"/>
                    <a:pt x="4614494" y="262832"/>
                    <a:pt x="4612525" y="263074"/>
                  </a:cubicBezTo>
                  <a:lnTo>
                    <a:pt x="4612525" y="273596"/>
                  </a:lnTo>
                  <a:lnTo>
                    <a:pt x="4602010" y="273596"/>
                  </a:lnTo>
                  <a:lnTo>
                    <a:pt x="4598511" y="270954"/>
                  </a:lnTo>
                  <a:cubicBezTo>
                    <a:pt x="4599368" y="269887"/>
                    <a:pt x="4599171" y="268103"/>
                    <a:pt x="4600270" y="267449"/>
                  </a:cubicBezTo>
                  <a:cubicBezTo>
                    <a:pt x="4601133" y="266814"/>
                    <a:pt x="4603108" y="267449"/>
                    <a:pt x="4603775" y="266566"/>
                  </a:cubicBezTo>
                  <a:cubicBezTo>
                    <a:pt x="4605508" y="264610"/>
                    <a:pt x="4607274" y="262623"/>
                    <a:pt x="4607274" y="259784"/>
                  </a:cubicBezTo>
                  <a:cubicBezTo>
                    <a:pt x="4607274" y="258273"/>
                    <a:pt x="4606378" y="257600"/>
                    <a:pt x="4606378" y="256063"/>
                  </a:cubicBezTo>
                  <a:lnTo>
                    <a:pt x="4587316" y="256063"/>
                  </a:lnTo>
                  <a:cubicBezTo>
                    <a:pt x="4584477" y="256063"/>
                    <a:pt x="4582979" y="254514"/>
                    <a:pt x="4580134" y="254330"/>
                  </a:cubicBezTo>
                  <a:cubicBezTo>
                    <a:pt x="4576603" y="254107"/>
                    <a:pt x="4574870" y="254330"/>
                    <a:pt x="4571358" y="254330"/>
                  </a:cubicBezTo>
                  <a:cubicBezTo>
                    <a:pt x="4570050" y="254330"/>
                    <a:pt x="4569186" y="253434"/>
                    <a:pt x="4567866" y="253434"/>
                  </a:cubicBezTo>
                  <a:cubicBezTo>
                    <a:pt x="4568507" y="252126"/>
                    <a:pt x="4568748" y="251015"/>
                    <a:pt x="4569625" y="249942"/>
                  </a:cubicBezTo>
                  <a:cubicBezTo>
                    <a:pt x="4571358" y="247554"/>
                    <a:pt x="4572882" y="245357"/>
                    <a:pt x="4575733" y="243808"/>
                  </a:cubicBezTo>
                  <a:cubicBezTo>
                    <a:pt x="4576857" y="243351"/>
                    <a:pt x="4578159" y="244049"/>
                    <a:pt x="4579258" y="243808"/>
                  </a:cubicBezTo>
                  <a:cubicBezTo>
                    <a:pt x="4580762" y="243351"/>
                    <a:pt x="4581226" y="241846"/>
                    <a:pt x="4582756" y="241198"/>
                  </a:cubicBezTo>
                  <a:lnTo>
                    <a:pt x="4582756" y="234168"/>
                  </a:lnTo>
                  <a:lnTo>
                    <a:pt x="4542675" y="234168"/>
                  </a:lnTo>
                  <a:cubicBezTo>
                    <a:pt x="4541158" y="234168"/>
                    <a:pt x="4540288" y="235489"/>
                    <a:pt x="4538967" y="235953"/>
                  </a:cubicBezTo>
                  <a:cubicBezTo>
                    <a:pt x="4536357" y="237051"/>
                    <a:pt x="4534592" y="238118"/>
                    <a:pt x="4531982" y="238556"/>
                  </a:cubicBezTo>
                  <a:cubicBezTo>
                    <a:pt x="4530864" y="238779"/>
                    <a:pt x="4529569" y="238556"/>
                    <a:pt x="4528483" y="238556"/>
                  </a:cubicBezTo>
                  <a:cubicBezTo>
                    <a:pt x="4524298" y="239198"/>
                    <a:pt x="4521885" y="240550"/>
                    <a:pt x="4517955" y="242061"/>
                  </a:cubicBezTo>
                  <a:cubicBezTo>
                    <a:pt x="4516837" y="242512"/>
                    <a:pt x="4515542" y="242512"/>
                    <a:pt x="4514449" y="242938"/>
                  </a:cubicBezTo>
                  <a:cubicBezTo>
                    <a:pt x="4512913" y="243592"/>
                    <a:pt x="4512278" y="244690"/>
                    <a:pt x="4510957" y="245554"/>
                  </a:cubicBezTo>
                  <a:cubicBezTo>
                    <a:pt x="4509408" y="246627"/>
                    <a:pt x="4508531" y="248196"/>
                    <a:pt x="4508347" y="249942"/>
                  </a:cubicBezTo>
                  <a:cubicBezTo>
                    <a:pt x="4508347" y="251015"/>
                    <a:pt x="4508531" y="252355"/>
                    <a:pt x="4508347" y="253434"/>
                  </a:cubicBezTo>
                  <a:cubicBezTo>
                    <a:pt x="4508106" y="254514"/>
                    <a:pt x="4508766" y="255860"/>
                    <a:pt x="4508347" y="256940"/>
                  </a:cubicBezTo>
                  <a:cubicBezTo>
                    <a:pt x="4507674" y="258470"/>
                    <a:pt x="4506791" y="259353"/>
                    <a:pt x="4505725" y="260464"/>
                  </a:cubicBezTo>
                  <a:cubicBezTo>
                    <a:pt x="4503743" y="262413"/>
                    <a:pt x="4501318" y="262623"/>
                    <a:pt x="4498701" y="263956"/>
                  </a:cubicBezTo>
                  <a:cubicBezTo>
                    <a:pt x="4499571" y="265036"/>
                    <a:pt x="4499356" y="266382"/>
                    <a:pt x="4500441" y="267449"/>
                  </a:cubicBezTo>
                  <a:cubicBezTo>
                    <a:pt x="4501521" y="268541"/>
                    <a:pt x="4502854" y="268325"/>
                    <a:pt x="4503940" y="269182"/>
                  </a:cubicBezTo>
                  <a:lnTo>
                    <a:pt x="4503083" y="273354"/>
                  </a:lnTo>
                  <a:lnTo>
                    <a:pt x="4468069" y="273354"/>
                  </a:lnTo>
                  <a:cubicBezTo>
                    <a:pt x="4467593" y="276225"/>
                    <a:pt x="4468253" y="279050"/>
                    <a:pt x="4466304" y="280574"/>
                  </a:cubicBezTo>
                  <a:cubicBezTo>
                    <a:pt x="4464094" y="282308"/>
                    <a:pt x="4460627" y="280396"/>
                    <a:pt x="4458417" y="282308"/>
                  </a:cubicBezTo>
                  <a:cubicBezTo>
                    <a:pt x="4457547" y="283013"/>
                    <a:pt x="4458843" y="284981"/>
                    <a:pt x="4458417" y="285826"/>
                  </a:cubicBezTo>
                  <a:cubicBezTo>
                    <a:pt x="4457547" y="287172"/>
                    <a:pt x="4456868" y="288467"/>
                    <a:pt x="4455775" y="289350"/>
                  </a:cubicBezTo>
                  <a:cubicBezTo>
                    <a:pt x="4454690" y="290226"/>
                    <a:pt x="4453604" y="290429"/>
                    <a:pt x="4452283" y="291090"/>
                  </a:cubicBezTo>
                  <a:cubicBezTo>
                    <a:pt x="4449197" y="292836"/>
                    <a:pt x="4446390" y="291992"/>
                    <a:pt x="4442650" y="291992"/>
                  </a:cubicBezTo>
                  <a:cubicBezTo>
                    <a:pt x="4440243" y="291992"/>
                    <a:pt x="4438738" y="292398"/>
                    <a:pt x="4436522" y="291992"/>
                  </a:cubicBezTo>
                  <a:cubicBezTo>
                    <a:pt x="4435240" y="291731"/>
                    <a:pt x="4434344" y="290874"/>
                    <a:pt x="4433011" y="290226"/>
                  </a:cubicBezTo>
                  <a:cubicBezTo>
                    <a:pt x="4431728" y="289572"/>
                    <a:pt x="4430814" y="288467"/>
                    <a:pt x="4429525" y="287610"/>
                  </a:cubicBezTo>
                  <a:cubicBezTo>
                    <a:pt x="4428204" y="286727"/>
                    <a:pt x="4428204" y="284759"/>
                    <a:pt x="4426902" y="284086"/>
                  </a:cubicBezTo>
                  <a:cubicBezTo>
                    <a:pt x="4425797" y="283654"/>
                    <a:pt x="4424495" y="283432"/>
                    <a:pt x="4423403" y="283216"/>
                  </a:cubicBezTo>
                  <a:cubicBezTo>
                    <a:pt x="4422305" y="283013"/>
                    <a:pt x="4421225" y="283216"/>
                    <a:pt x="4419879" y="283216"/>
                  </a:cubicBezTo>
                  <a:cubicBezTo>
                    <a:pt x="4416399" y="283216"/>
                    <a:pt x="4414640" y="283432"/>
                    <a:pt x="4411141" y="283216"/>
                  </a:cubicBezTo>
                  <a:lnTo>
                    <a:pt x="4407623" y="283216"/>
                  </a:lnTo>
                  <a:cubicBezTo>
                    <a:pt x="4404544" y="283013"/>
                    <a:pt x="4402823" y="280574"/>
                    <a:pt x="4399756" y="280574"/>
                  </a:cubicBezTo>
                  <a:cubicBezTo>
                    <a:pt x="4398010" y="280574"/>
                    <a:pt x="4396905" y="281254"/>
                    <a:pt x="4395374" y="281470"/>
                  </a:cubicBezTo>
                  <a:cubicBezTo>
                    <a:pt x="4393857" y="281698"/>
                    <a:pt x="4391875" y="281012"/>
                    <a:pt x="4391005" y="282308"/>
                  </a:cubicBezTo>
                  <a:cubicBezTo>
                    <a:pt x="4390110" y="283654"/>
                    <a:pt x="4389037" y="284346"/>
                    <a:pt x="4388364" y="285826"/>
                  </a:cubicBezTo>
                  <a:cubicBezTo>
                    <a:pt x="4387703" y="287343"/>
                    <a:pt x="4389678" y="288664"/>
                    <a:pt x="4389240" y="290226"/>
                  </a:cubicBezTo>
                  <a:cubicBezTo>
                    <a:pt x="4389037" y="291299"/>
                    <a:pt x="4388592" y="292614"/>
                    <a:pt x="4388364" y="293738"/>
                  </a:cubicBezTo>
                  <a:cubicBezTo>
                    <a:pt x="4387932" y="295033"/>
                    <a:pt x="4385951" y="294817"/>
                    <a:pt x="4384878" y="295452"/>
                  </a:cubicBezTo>
                  <a:cubicBezTo>
                    <a:pt x="4383341" y="296373"/>
                    <a:pt x="4382242" y="297211"/>
                    <a:pt x="4380280" y="297211"/>
                  </a:cubicBezTo>
                  <a:lnTo>
                    <a:pt x="4361446" y="297211"/>
                  </a:lnTo>
                  <a:cubicBezTo>
                    <a:pt x="4357725" y="297211"/>
                    <a:pt x="4355763" y="299186"/>
                    <a:pt x="4352455" y="300716"/>
                  </a:cubicBezTo>
                  <a:cubicBezTo>
                    <a:pt x="4350937" y="301377"/>
                    <a:pt x="4349629" y="301796"/>
                    <a:pt x="4348079" y="302463"/>
                  </a:cubicBezTo>
                  <a:cubicBezTo>
                    <a:pt x="4345470" y="303574"/>
                    <a:pt x="4343711" y="304882"/>
                    <a:pt x="4341069" y="305962"/>
                  </a:cubicBezTo>
                  <a:cubicBezTo>
                    <a:pt x="4339990" y="306419"/>
                    <a:pt x="4338681" y="306419"/>
                    <a:pt x="4337577" y="306844"/>
                  </a:cubicBezTo>
                  <a:cubicBezTo>
                    <a:pt x="4335614" y="307708"/>
                    <a:pt x="4335405" y="310368"/>
                    <a:pt x="4333208" y="310368"/>
                  </a:cubicBezTo>
                  <a:cubicBezTo>
                    <a:pt x="4331893" y="310368"/>
                    <a:pt x="4330807" y="309695"/>
                    <a:pt x="4329722" y="309467"/>
                  </a:cubicBezTo>
                  <a:cubicBezTo>
                    <a:pt x="4328388" y="309251"/>
                    <a:pt x="4329290" y="306419"/>
                    <a:pt x="4327956" y="305962"/>
                  </a:cubicBezTo>
                  <a:cubicBezTo>
                    <a:pt x="4326635" y="305549"/>
                    <a:pt x="4325537" y="305962"/>
                    <a:pt x="4324000" y="305962"/>
                  </a:cubicBezTo>
                  <a:cubicBezTo>
                    <a:pt x="4321162" y="305962"/>
                    <a:pt x="4319212" y="305962"/>
                    <a:pt x="4316571" y="306844"/>
                  </a:cubicBezTo>
                  <a:cubicBezTo>
                    <a:pt x="4315040" y="307270"/>
                    <a:pt x="4314615" y="308832"/>
                    <a:pt x="4313066" y="309467"/>
                  </a:cubicBezTo>
                  <a:cubicBezTo>
                    <a:pt x="4310443" y="310800"/>
                    <a:pt x="4308481" y="311657"/>
                    <a:pt x="4306093" y="313004"/>
                  </a:cubicBezTo>
                  <a:cubicBezTo>
                    <a:pt x="4304531" y="313842"/>
                    <a:pt x="4304322" y="316052"/>
                    <a:pt x="4302556" y="316477"/>
                  </a:cubicBezTo>
                  <a:cubicBezTo>
                    <a:pt x="4301470" y="316693"/>
                    <a:pt x="4300156" y="317131"/>
                    <a:pt x="4299057" y="317347"/>
                  </a:cubicBezTo>
                  <a:cubicBezTo>
                    <a:pt x="4297533" y="317792"/>
                    <a:pt x="4296429" y="317347"/>
                    <a:pt x="4294695" y="317347"/>
                  </a:cubicBezTo>
                  <a:cubicBezTo>
                    <a:pt x="4291196" y="317347"/>
                    <a:pt x="4289240" y="317347"/>
                    <a:pt x="4285932" y="318230"/>
                  </a:cubicBezTo>
                  <a:cubicBezTo>
                    <a:pt x="4283075" y="318877"/>
                    <a:pt x="4281322" y="319982"/>
                    <a:pt x="4278934" y="321722"/>
                  </a:cubicBezTo>
                  <a:cubicBezTo>
                    <a:pt x="4277626" y="322618"/>
                    <a:pt x="4276940" y="323716"/>
                    <a:pt x="4276293" y="325227"/>
                  </a:cubicBezTo>
                  <a:cubicBezTo>
                    <a:pt x="4275651" y="326783"/>
                    <a:pt x="4276293" y="328314"/>
                    <a:pt x="4275410" y="329634"/>
                  </a:cubicBezTo>
                  <a:cubicBezTo>
                    <a:pt x="4274794" y="330714"/>
                    <a:pt x="4274794" y="332460"/>
                    <a:pt x="4273689" y="333101"/>
                  </a:cubicBezTo>
                  <a:cubicBezTo>
                    <a:pt x="4272781" y="333540"/>
                    <a:pt x="4271276" y="332924"/>
                    <a:pt x="4270159" y="333101"/>
                  </a:cubicBezTo>
                  <a:cubicBezTo>
                    <a:pt x="4268641" y="333330"/>
                    <a:pt x="4267549" y="333101"/>
                    <a:pt x="4265796" y="333101"/>
                  </a:cubicBezTo>
                  <a:cubicBezTo>
                    <a:pt x="4264475" y="333101"/>
                    <a:pt x="4263409" y="333806"/>
                    <a:pt x="4262291" y="333965"/>
                  </a:cubicBezTo>
                  <a:cubicBezTo>
                    <a:pt x="4261199" y="334232"/>
                    <a:pt x="4259891" y="334644"/>
                    <a:pt x="4258792" y="334867"/>
                  </a:cubicBezTo>
                  <a:cubicBezTo>
                    <a:pt x="4257675" y="335102"/>
                    <a:pt x="4256354" y="335292"/>
                    <a:pt x="4255312" y="335749"/>
                  </a:cubicBezTo>
                  <a:cubicBezTo>
                    <a:pt x="4253503" y="336416"/>
                    <a:pt x="4251763" y="337280"/>
                    <a:pt x="4251763" y="339242"/>
                  </a:cubicBezTo>
                  <a:cubicBezTo>
                    <a:pt x="4251763" y="342322"/>
                    <a:pt x="4253503" y="343839"/>
                    <a:pt x="4255312" y="346259"/>
                  </a:cubicBezTo>
                  <a:cubicBezTo>
                    <a:pt x="4255928" y="347351"/>
                    <a:pt x="4257675" y="347351"/>
                    <a:pt x="4258792" y="347992"/>
                  </a:cubicBezTo>
                  <a:cubicBezTo>
                    <a:pt x="4261199" y="349326"/>
                    <a:pt x="4264037" y="349326"/>
                    <a:pt x="4266634" y="350627"/>
                  </a:cubicBezTo>
                  <a:cubicBezTo>
                    <a:pt x="4267981" y="351281"/>
                    <a:pt x="4269498" y="351281"/>
                    <a:pt x="4270159" y="352399"/>
                  </a:cubicBezTo>
                  <a:cubicBezTo>
                    <a:pt x="4270609" y="353269"/>
                    <a:pt x="4270159" y="354577"/>
                    <a:pt x="4270159" y="355873"/>
                  </a:cubicBezTo>
                  <a:lnTo>
                    <a:pt x="4270159" y="359365"/>
                  </a:lnTo>
                  <a:cubicBezTo>
                    <a:pt x="4269974" y="360927"/>
                    <a:pt x="4268209" y="361353"/>
                    <a:pt x="4267549" y="362889"/>
                  </a:cubicBezTo>
                  <a:cubicBezTo>
                    <a:pt x="4266425" y="362673"/>
                    <a:pt x="4265129" y="362229"/>
                    <a:pt x="4264037" y="362007"/>
                  </a:cubicBezTo>
                  <a:cubicBezTo>
                    <a:pt x="4259891" y="361143"/>
                    <a:pt x="4257046" y="360260"/>
                    <a:pt x="4252658" y="360260"/>
                  </a:cubicBezTo>
                  <a:cubicBezTo>
                    <a:pt x="4250023" y="360260"/>
                    <a:pt x="4248061" y="360476"/>
                    <a:pt x="4245641" y="361143"/>
                  </a:cubicBezTo>
                  <a:cubicBezTo>
                    <a:pt x="4244555" y="361353"/>
                    <a:pt x="4243235" y="361353"/>
                    <a:pt x="4242155" y="362007"/>
                  </a:cubicBezTo>
                  <a:cubicBezTo>
                    <a:pt x="4240847" y="362673"/>
                    <a:pt x="4240847" y="364636"/>
                    <a:pt x="4239526" y="365531"/>
                  </a:cubicBezTo>
                  <a:cubicBezTo>
                    <a:pt x="4238212" y="366394"/>
                    <a:pt x="4237551" y="367461"/>
                    <a:pt x="4236034" y="368172"/>
                  </a:cubicBezTo>
                  <a:cubicBezTo>
                    <a:pt x="4234941" y="368579"/>
                    <a:pt x="4233830" y="368172"/>
                    <a:pt x="4232541" y="368172"/>
                  </a:cubicBezTo>
                  <a:cubicBezTo>
                    <a:pt x="4231208" y="368172"/>
                    <a:pt x="4230109" y="368357"/>
                    <a:pt x="4229030" y="368172"/>
                  </a:cubicBezTo>
                  <a:cubicBezTo>
                    <a:pt x="4227061" y="367722"/>
                    <a:pt x="4226820" y="364636"/>
                    <a:pt x="4224648" y="364636"/>
                  </a:cubicBezTo>
                  <a:cubicBezTo>
                    <a:pt x="4220914" y="364636"/>
                    <a:pt x="4218736" y="365531"/>
                    <a:pt x="4215015" y="365531"/>
                  </a:cubicBezTo>
                  <a:cubicBezTo>
                    <a:pt x="4212374" y="365531"/>
                    <a:pt x="4210418" y="365290"/>
                    <a:pt x="4208005" y="365531"/>
                  </a:cubicBezTo>
                  <a:cubicBezTo>
                    <a:pt x="4206925" y="365531"/>
                    <a:pt x="4205605" y="366172"/>
                    <a:pt x="4204493" y="366394"/>
                  </a:cubicBezTo>
                  <a:cubicBezTo>
                    <a:pt x="4203191" y="366610"/>
                    <a:pt x="4202296" y="368172"/>
                    <a:pt x="4200804" y="368172"/>
                  </a:cubicBezTo>
                  <a:lnTo>
                    <a:pt x="4184586" y="368172"/>
                  </a:lnTo>
                  <a:cubicBezTo>
                    <a:pt x="4183030" y="368172"/>
                    <a:pt x="4182173" y="366852"/>
                    <a:pt x="4180865" y="367258"/>
                  </a:cubicBezTo>
                  <a:cubicBezTo>
                    <a:pt x="4179773" y="367461"/>
                    <a:pt x="4178223" y="367461"/>
                    <a:pt x="4177379" y="368172"/>
                  </a:cubicBezTo>
                  <a:cubicBezTo>
                    <a:pt x="4176483" y="368782"/>
                    <a:pt x="4176922" y="370751"/>
                    <a:pt x="4176483" y="371646"/>
                  </a:cubicBezTo>
                  <a:cubicBezTo>
                    <a:pt x="4175613" y="372960"/>
                    <a:pt x="4174515" y="373811"/>
                    <a:pt x="4173867" y="375132"/>
                  </a:cubicBezTo>
                  <a:lnTo>
                    <a:pt x="4155681" y="375132"/>
                  </a:lnTo>
                  <a:cubicBezTo>
                    <a:pt x="4152614" y="375132"/>
                    <a:pt x="4151541" y="378409"/>
                    <a:pt x="4149331" y="380390"/>
                  </a:cubicBezTo>
                  <a:cubicBezTo>
                    <a:pt x="4149801" y="381488"/>
                    <a:pt x="4150423" y="382809"/>
                    <a:pt x="4151109" y="383889"/>
                  </a:cubicBezTo>
                  <a:cubicBezTo>
                    <a:pt x="4151972" y="385464"/>
                    <a:pt x="4153268" y="386099"/>
                    <a:pt x="4154576" y="387407"/>
                  </a:cubicBezTo>
                  <a:cubicBezTo>
                    <a:pt x="4155909" y="388715"/>
                    <a:pt x="4157002" y="389591"/>
                    <a:pt x="4158062" y="390905"/>
                  </a:cubicBezTo>
                  <a:cubicBezTo>
                    <a:pt x="4159186" y="392233"/>
                    <a:pt x="4161370" y="392010"/>
                    <a:pt x="4161567" y="393541"/>
                  </a:cubicBezTo>
                  <a:cubicBezTo>
                    <a:pt x="4162018" y="395935"/>
                    <a:pt x="4161370" y="397910"/>
                    <a:pt x="4161567" y="400532"/>
                  </a:cubicBezTo>
                  <a:cubicBezTo>
                    <a:pt x="4161567" y="401853"/>
                    <a:pt x="4161370" y="402958"/>
                    <a:pt x="4161567" y="404075"/>
                  </a:cubicBezTo>
                  <a:cubicBezTo>
                    <a:pt x="4161828" y="405364"/>
                    <a:pt x="4162920" y="406241"/>
                    <a:pt x="4163358" y="407530"/>
                  </a:cubicBezTo>
                  <a:cubicBezTo>
                    <a:pt x="4163815" y="408628"/>
                    <a:pt x="4163358" y="410387"/>
                    <a:pt x="4164222" y="411035"/>
                  </a:cubicBezTo>
                  <a:cubicBezTo>
                    <a:pt x="4166850" y="413016"/>
                    <a:pt x="4169505" y="411918"/>
                    <a:pt x="4172997" y="411918"/>
                  </a:cubicBezTo>
                  <a:lnTo>
                    <a:pt x="4178223" y="411918"/>
                  </a:lnTo>
                  <a:cubicBezTo>
                    <a:pt x="4179976" y="411918"/>
                    <a:pt x="4181093" y="410838"/>
                    <a:pt x="4182605" y="411035"/>
                  </a:cubicBezTo>
                  <a:cubicBezTo>
                    <a:pt x="4183907" y="411251"/>
                    <a:pt x="4184777" y="412388"/>
                    <a:pt x="4186129" y="412813"/>
                  </a:cubicBezTo>
                  <a:cubicBezTo>
                    <a:pt x="4187647" y="413480"/>
                    <a:pt x="4187647" y="415201"/>
                    <a:pt x="4188758" y="416286"/>
                  </a:cubicBezTo>
                  <a:cubicBezTo>
                    <a:pt x="4190072" y="417607"/>
                    <a:pt x="4191806" y="418033"/>
                    <a:pt x="4192244" y="419811"/>
                  </a:cubicBezTo>
                  <a:cubicBezTo>
                    <a:pt x="4192466" y="420890"/>
                    <a:pt x="4192244" y="421976"/>
                    <a:pt x="4192244" y="423297"/>
                  </a:cubicBezTo>
                  <a:lnTo>
                    <a:pt x="4192244" y="426802"/>
                  </a:lnTo>
                  <a:cubicBezTo>
                    <a:pt x="4191577" y="430320"/>
                    <a:pt x="4188098" y="432079"/>
                    <a:pt x="4184345" y="432079"/>
                  </a:cubicBezTo>
                  <a:cubicBezTo>
                    <a:pt x="4182173" y="432079"/>
                    <a:pt x="4180865" y="431158"/>
                    <a:pt x="4179106" y="430320"/>
                  </a:cubicBezTo>
                  <a:cubicBezTo>
                    <a:pt x="4177804" y="429647"/>
                    <a:pt x="4176693" y="429215"/>
                    <a:pt x="4175613" y="428548"/>
                  </a:cubicBezTo>
                  <a:cubicBezTo>
                    <a:pt x="4174515" y="427913"/>
                    <a:pt x="4175163" y="425703"/>
                    <a:pt x="4173867" y="425043"/>
                  </a:cubicBezTo>
                  <a:cubicBezTo>
                    <a:pt x="4172737" y="424611"/>
                    <a:pt x="4171467" y="425488"/>
                    <a:pt x="4170375" y="425043"/>
                  </a:cubicBezTo>
                  <a:cubicBezTo>
                    <a:pt x="4168825" y="424611"/>
                    <a:pt x="4167479" y="423760"/>
                    <a:pt x="4165987" y="423297"/>
                  </a:cubicBezTo>
                  <a:cubicBezTo>
                    <a:pt x="4164869" y="423094"/>
                    <a:pt x="4163548" y="422897"/>
                    <a:pt x="4162482" y="422440"/>
                  </a:cubicBezTo>
                  <a:cubicBezTo>
                    <a:pt x="4161370" y="421976"/>
                    <a:pt x="4159840" y="422440"/>
                    <a:pt x="4158945" y="421551"/>
                  </a:cubicBezTo>
                  <a:cubicBezTo>
                    <a:pt x="4158062" y="420674"/>
                    <a:pt x="4158773" y="419131"/>
                    <a:pt x="4158062" y="418033"/>
                  </a:cubicBezTo>
                  <a:cubicBezTo>
                    <a:pt x="4157465" y="416953"/>
                    <a:pt x="4157637" y="415658"/>
                    <a:pt x="4157218" y="414540"/>
                  </a:cubicBezTo>
                  <a:cubicBezTo>
                    <a:pt x="4156582" y="413238"/>
                    <a:pt x="4154843" y="413645"/>
                    <a:pt x="4153706" y="412813"/>
                  </a:cubicBezTo>
                  <a:lnTo>
                    <a:pt x="4132916" y="412813"/>
                  </a:lnTo>
                  <a:cubicBezTo>
                    <a:pt x="4129849" y="412813"/>
                    <a:pt x="4127900" y="411251"/>
                    <a:pt x="4125702" y="409308"/>
                  </a:cubicBezTo>
                  <a:cubicBezTo>
                    <a:pt x="4124845" y="408628"/>
                    <a:pt x="4125702" y="406438"/>
                    <a:pt x="4124845" y="405784"/>
                  </a:cubicBezTo>
                  <a:cubicBezTo>
                    <a:pt x="4122839" y="404253"/>
                    <a:pt x="4120451" y="404075"/>
                    <a:pt x="4117784" y="404075"/>
                  </a:cubicBezTo>
                  <a:cubicBezTo>
                    <a:pt x="4116489" y="404075"/>
                    <a:pt x="4115396" y="403815"/>
                    <a:pt x="4114311" y="404075"/>
                  </a:cubicBezTo>
                  <a:cubicBezTo>
                    <a:pt x="4112780" y="404469"/>
                    <a:pt x="4112329" y="406241"/>
                    <a:pt x="4110831" y="406679"/>
                  </a:cubicBezTo>
                  <a:cubicBezTo>
                    <a:pt x="4109726" y="406888"/>
                    <a:pt x="4108392" y="407320"/>
                    <a:pt x="4107313" y="407530"/>
                  </a:cubicBezTo>
                  <a:cubicBezTo>
                    <a:pt x="4103370" y="408857"/>
                    <a:pt x="4100753" y="409308"/>
                    <a:pt x="4096804" y="410171"/>
                  </a:cubicBezTo>
                  <a:lnTo>
                    <a:pt x="4097674" y="413645"/>
                  </a:lnTo>
                  <a:cubicBezTo>
                    <a:pt x="4098994" y="413886"/>
                    <a:pt x="4099902" y="414540"/>
                    <a:pt x="4101166" y="414540"/>
                  </a:cubicBezTo>
                  <a:cubicBezTo>
                    <a:pt x="4103820" y="414540"/>
                    <a:pt x="4105808" y="414337"/>
                    <a:pt x="4108189" y="414540"/>
                  </a:cubicBezTo>
                  <a:cubicBezTo>
                    <a:pt x="4109288" y="414540"/>
                    <a:pt x="4110596" y="414337"/>
                    <a:pt x="4111701" y="414540"/>
                  </a:cubicBezTo>
                  <a:cubicBezTo>
                    <a:pt x="4113206" y="414781"/>
                    <a:pt x="4113434" y="416737"/>
                    <a:pt x="4114311" y="418033"/>
                  </a:cubicBezTo>
                  <a:cubicBezTo>
                    <a:pt x="4115200" y="419385"/>
                    <a:pt x="4116933" y="419811"/>
                    <a:pt x="4116933" y="421551"/>
                  </a:cubicBezTo>
                  <a:cubicBezTo>
                    <a:pt x="4116933" y="423094"/>
                    <a:pt x="4115200" y="423525"/>
                    <a:pt x="4115200" y="425043"/>
                  </a:cubicBezTo>
                  <a:cubicBezTo>
                    <a:pt x="4112145" y="424846"/>
                    <a:pt x="4110170" y="425043"/>
                    <a:pt x="4107313" y="424199"/>
                  </a:cubicBezTo>
                  <a:cubicBezTo>
                    <a:pt x="4106221" y="423957"/>
                    <a:pt x="4104938" y="423760"/>
                    <a:pt x="4103820" y="423297"/>
                  </a:cubicBezTo>
                  <a:cubicBezTo>
                    <a:pt x="4102246" y="422636"/>
                    <a:pt x="4102728" y="420427"/>
                    <a:pt x="4101166" y="419811"/>
                  </a:cubicBezTo>
                  <a:cubicBezTo>
                    <a:pt x="4099445" y="418947"/>
                    <a:pt x="4097674" y="419811"/>
                    <a:pt x="4095502" y="419811"/>
                  </a:cubicBezTo>
                  <a:lnTo>
                    <a:pt x="4093279" y="419811"/>
                  </a:lnTo>
                  <a:cubicBezTo>
                    <a:pt x="4092219" y="419811"/>
                    <a:pt x="4090657" y="419131"/>
                    <a:pt x="4089800" y="419811"/>
                  </a:cubicBezTo>
                  <a:cubicBezTo>
                    <a:pt x="4088714" y="420427"/>
                    <a:pt x="4088714" y="422198"/>
                    <a:pt x="4088047" y="423297"/>
                  </a:cubicBezTo>
                  <a:cubicBezTo>
                    <a:pt x="4087609" y="424199"/>
                    <a:pt x="4087609" y="425703"/>
                    <a:pt x="4087190" y="426802"/>
                  </a:cubicBezTo>
                  <a:cubicBezTo>
                    <a:pt x="4086288" y="428548"/>
                    <a:pt x="4083659" y="428332"/>
                    <a:pt x="4083659" y="430320"/>
                  </a:cubicBezTo>
                  <a:cubicBezTo>
                    <a:pt x="4083659" y="434892"/>
                    <a:pt x="4088047" y="437514"/>
                    <a:pt x="4092435" y="438188"/>
                  </a:cubicBezTo>
                  <a:cubicBezTo>
                    <a:pt x="4094854" y="438391"/>
                    <a:pt x="4096804" y="437959"/>
                    <a:pt x="4099445" y="438188"/>
                  </a:cubicBezTo>
                  <a:cubicBezTo>
                    <a:pt x="4100753" y="438188"/>
                    <a:pt x="4101833" y="438861"/>
                    <a:pt x="4102944" y="439051"/>
                  </a:cubicBezTo>
                  <a:cubicBezTo>
                    <a:pt x="4107084" y="439921"/>
                    <a:pt x="4109923" y="441242"/>
                    <a:pt x="4113434" y="443458"/>
                  </a:cubicBezTo>
                  <a:cubicBezTo>
                    <a:pt x="4114755" y="444290"/>
                    <a:pt x="4114755" y="446252"/>
                    <a:pt x="4116057" y="446951"/>
                  </a:cubicBezTo>
                  <a:cubicBezTo>
                    <a:pt x="4117181" y="447598"/>
                    <a:pt x="4118476" y="447166"/>
                    <a:pt x="4119556" y="447814"/>
                  </a:cubicBezTo>
                  <a:cubicBezTo>
                    <a:pt x="4120661" y="448456"/>
                    <a:pt x="4122223" y="448456"/>
                    <a:pt x="4123074" y="449573"/>
                  </a:cubicBezTo>
                  <a:cubicBezTo>
                    <a:pt x="4123937" y="450678"/>
                    <a:pt x="4124845" y="451548"/>
                    <a:pt x="4124845" y="453059"/>
                  </a:cubicBezTo>
                  <a:cubicBezTo>
                    <a:pt x="4124845" y="454596"/>
                    <a:pt x="4123289" y="455047"/>
                    <a:pt x="4123074" y="456577"/>
                  </a:cubicBezTo>
                  <a:cubicBezTo>
                    <a:pt x="4121772" y="454596"/>
                    <a:pt x="4121537" y="452196"/>
                    <a:pt x="4119556" y="451307"/>
                  </a:cubicBezTo>
                  <a:cubicBezTo>
                    <a:pt x="4117378" y="450240"/>
                    <a:pt x="4114965" y="451123"/>
                    <a:pt x="4112558" y="450443"/>
                  </a:cubicBezTo>
                  <a:cubicBezTo>
                    <a:pt x="4111028" y="450024"/>
                    <a:pt x="4110596" y="448030"/>
                    <a:pt x="4109065" y="447814"/>
                  </a:cubicBezTo>
                  <a:cubicBezTo>
                    <a:pt x="4107967" y="447598"/>
                    <a:pt x="4106672" y="448030"/>
                    <a:pt x="4105554" y="447814"/>
                  </a:cubicBezTo>
                  <a:cubicBezTo>
                    <a:pt x="4104487" y="447598"/>
                    <a:pt x="4103154" y="448030"/>
                    <a:pt x="4102074" y="447814"/>
                  </a:cubicBezTo>
                  <a:cubicBezTo>
                    <a:pt x="4100512" y="447389"/>
                    <a:pt x="4100093" y="445611"/>
                    <a:pt x="4098569" y="445185"/>
                  </a:cubicBezTo>
                  <a:cubicBezTo>
                    <a:pt x="4097464" y="444969"/>
                    <a:pt x="4096162" y="444538"/>
                    <a:pt x="4095045" y="444290"/>
                  </a:cubicBezTo>
                  <a:cubicBezTo>
                    <a:pt x="4091114" y="443668"/>
                    <a:pt x="4088479" y="444969"/>
                    <a:pt x="4084561" y="444290"/>
                  </a:cubicBezTo>
                  <a:cubicBezTo>
                    <a:pt x="4081913" y="443864"/>
                    <a:pt x="4079938" y="442988"/>
                    <a:pt x="4077538" y="441667"/>
                  </a:cubicBezTo>
                  <a:cubicBezTo>
                    <a:pt x="4076020" y="441032"/>
                    <a:pt x="4074699" y="439737"/>
                    <a:pt x="4074058" y="438188"/>
                  </a:cubicBezTo>
                  <a:cubicBezTo>
                    <a:pt x="4073391" y="436651"/>
                    <a:pt x="4071442" y="436429"/>
                    <a:pt x="4071442" y="434689"/>
                  </a:cubicBezTo>
                  <a:cubicBezTo>
                    <a:pt x="4071442" y="433362"/>
                    <a:pt x="4072299" y="432498"/>
                    <a:pt x="4072299" y="431158"/>
                  </a:cubicBezTo>
                  <a:lnTo>
                    <a:pt x="4072299" y="424199"/>
                  </a:lnTo>
                  <a:cubicBezTo>
                    <a:pt x="4072299" y="421551"/>
                    <a:pt x="4071854" y="419557"/>
                    <a:pt x="4072299" y="417169"/>
                  </a:cubicBezTo>
                  <a:cubicBezTo>
                    <a:pt x="4072528" y="415658"/>
                    <a:pt x="4074699" y="415201"/>
                    <a:pt x="4074922" y="413645"/>
                  </a:cubicBezTo>
                  <a:cubicBezTo>
                    <a:pt x="4075150" y="412572"/>
                    <a:pt x="4074922" y="411499"/>
                    <a:pt x="4074922" y="410171"/>
                  </a:cubicBezTo>
                  <a:cubicBezTo>
                    <a:pt x="4074922" y="408857"/>
                    <a:pt x="4075150" y="407746"/>
                    <a:pt x="4074922" y="406679"/>
                  </a:cubicBezTo>
                  <a:cubicBezTo>
                    <a:pt x="4074699" y="405561"/>
                    <a:pt x="4074483" y="404253"/>
                    <a:pt x="4074058" y="403155"/>
                  </a:cubicBezTo>
                  <a:cubicBezTo>
                    <a:pt x="4073391" y="401853"/>
                    <a:pt x="4071175" y="402729"/>
                    <a:pt x="4070534" y="401396"/>
                  </a:cubicBezTo>
                  <a:cubicBezTo>
                    <a:pt x="4070108" y="400329"/>
                    <a:pt x="4070978" y="399027"/>
                    <a:pt x="4070534" y="397910"/>
                  </a:cubicBezTo>
                  <a:cubicBezTo>
                    <a:pt x="4069441" y="395293"/>
                    <a:pt x="4068324" y="393541"/>
                    <a:pt x="4067022" y="390905"/>
                  </a:cubicBezTo>
                  <a:cubicBezTo>
                    <a:pt x="4065701" y="391356"/>
                    <a:pt x="4065085" y="392436"/>
                    <a:pt x="4063536" y="392652"/>
                  </a:cubicBezTo>
                  <a:cubicBezTo>
                    <a:pt x="4062234" y="392868"/>
                    <a:pt x="4061345" y="392436"/>
                    <a:pt x="4060024" y="392652"/>
                  </a:cubicBezTo>
                  <a:cubicBezTo>
                    <a:pt x="4060024" y="394614"/>
                    <a:pt x="4059789" y="395935"/>
                    <a:pt x="4060024" y="397910"/>
                  </a:cubicBezTo>
                  <a:cubicBezTo>
                    <a:pt x="4060024" y="399211"/>
                    <a:pt x="4060939" y="400081"/>
                    <a:pt x="4060939" y="401396"/>
                  </a:cubicBezTo>
                  <a:cubicBezTo>
                    <a:pt x="4061110" y="405561"/>
                    <a:pt x="4061110" y="407746"/>
                    <a:pt x="4060939" y="411918"/>
                  </a:cubicBezTo>
                  <a:cubicBezTo>
                    <a:pt x="4060939" y="413238"/>
                    <a:pt x="4060024" y="414102"/>
                    <a:pt x="4060024" y="415442"/>
                  </a:cubicBezTo>
                  <a:lnTo>
                    <a:pt x="4060024" y="419385"/>
                  </a:lnTo>
                  <a:cubicBezTo>
                    <a:pt x="4057402" y="419385"/>
                    <a:pt x="4055668" y="418947"/>
                    <a:pt x="4053027" y="418947"/>
                  </a:cubicBezTo>
                  <a:cubicBezTo>
                    <a:pt x="4051280" y="418947"/>
                    <a:pt x="4050398" y="419811"/>
                    <a:pt x="4048639" y="419811"/>
                  </a:cubicBezTo>
                  <a:cubicBezTo>
                    <a:pt x="4047337" y="419811"/>
                    <a:pt x="4046480" y="419385"/>
                    <a:pt x="4045172" y="419385"/>
                  </a:cubicBezTo>
                  <a:cubicBezTo>
                    <a:pt x="4045172" y="421551"/>
                    <a:pt x="4045788" y="423094"/>
                    <a:pt x="4045172" y="425043"/>
                  </a:cubicBezTo>
                  <a:cubicBezTo>
                    <a:pt x="4044911" y="426173"/>
                    <a:pt x="4045172" y="428123"/>
                    <a:pt x="4044270" y="428548"/>
                  </a:cubicBezTo>
                  <a:cubicBezTo>
                    <a:pt x="4043172" y="429215"/>
                    <a:pt x="4042092" y="429647"/>
                    <a:pt x="4040758" y="430320"/>
                  </a:cubicBezTo>
                  <a:cubicBezTo>
                    <a:pt x="4039666" y="430936"/>
                    <a:pt x="4038384" y="430752"/>
                    <a:pt x="4037279" y="431158"/>
                  </a:cubicBezTo>
                  <a:cubicBezTo>
                    <a:pt x="4034199" y="432498"/>
                    <a:pt x="4032878" y="435571"/>
                    <a:pt x="4032878" y="439051"/>
                  </a:cubicBezTo>
                  <a:lnTo>
                    <a:pt x="4032878" y="440816"/>
                  </a:lnTo>
                  <a:cubicBezTo>
                    <a:pt x="4033977" y="445401"/>
                    <a:pt x="4037279" y="447389"/>
                    <a:pt x="4040758" y="450443"/>
                  </a:cubicBezTo>
                  <a:cubicBezTo>
                    <a:pt x="4043172" y="452627"/>
                    <a:pt x="4045616" y="453726"/>
                    <a:pt x="4046912" y="456577"/>
                  </a:cubicBezTo>
                  <a:cubicBezTo>
                    <a:pt x="4047337" y="457695"/>
                    <a:pt x="4046677" y="459003"/>
                    <a:pt x="4046912" y="460082"/>
                  </a:cubicBezTo>
                  <a:cubicBezTo>
                    <a:pt x="4047337" y="462483"/>
                    <a:pt x="4048639" y="464445"/>
                    <a:pt x="4048639" y="467080"/>
                  </a:cubicBezTo>
                  <a:cubicBezTo>
                    <a:pt x="4048639" y="468401"/>
                    <a:pt x="4047763" y="469499"/>
                    <a:pt x="4047763" y="470585"/>
                  </a:cubicBezTo>
                  <a:cubicBezTo>
                    <a:pt x="4047559" y="471900"/>
                    <a:pt x="4046677" y="472789"/>
                    <a:pt x="4046029" y="474084"/>
                  </a:cubicBezTo>
                  <a:cubicBezTo>
                    <a:pt x="4044911" y="476256"/>
                    <a:pt x="4041641" y="476713"/>
                    <a:pt x="4041641" y="479323"/>
                  </a:cubicBezTo>
                  <a:lnTo>
                    <a:pt x="4041641" y="481082"/>
                  </a:lnTo>
                  <a:cubicBezTo>
                    <a:pt x="4041641" y="482612"/>
                    <a:pt x="4043172" y="483285"/>
                    <a:pt x="4043387" y="484593"/>
                  </a:cubicBezTo>
                  <a:cubicBezTo>
                    <a:pt x="4043826" y="486105"/>
                    <a:pt x="4044054" y="487419"/>
                    <a:pt x="4044270" y="488962"/>
                  </a:cubicBezTo>
                  <a:cubicBezTo>
                    <a:pt x="4044270" y="490061"/>
                    <a:pt x="4045172" y="491140"/>
                    <a:pt x="4045172" y="492455"/>
                  </a:cubicBezTo>
                  <a:cubicBezTo>
                    <a:pt x="4045172" y="493991"/>
                    <a:pt x="4043387" y="494455"/>
                    <a:pt x="4043387" y="495979"/>
                  </a:cubicBezTo>
                  <a:cubicBezTo>
                    <a:pt x="4043387" y="497274"/>
                    <a:pt x="4044054" y="498379"/>
                    <a:pt x="4044270" y="499484"/>
                  </a:cubicBezTo>
                  <a:cubicBezTo>
                    <a:pt x="4044708" y="502329"/>
                    <a:pt x="4046029" y="504056"/>
                    <a:pt x="4047763" y="506475"/>
                  </a:cubicBezTo>
                  <a:cubicBezTo>
                    <a:pt x="4048639" y="507580"/>
                    <a:pt x="4049972" y="508228"/>
                    <a:pt x="4051477" y="508228"/>
                  </a:cubicBezTo>
                  <a:lnTo>
                    <a:pt x="4068787" y="508228"/>
                  </a:lnTo>
                  <a:cubicBezTo>
                    <a:pt x="4069645" y="507142"/>
                    <a:pt x="4070311" y="505821"/>
                    <a:pt x="4071442" y="504729"/>
                  </a:cubicBezTo>
                  <a:cubicBezTo>
                    <a:pt x="4072528" y="503631"/>
                    <a:pt x="4073817" y="502970"/>
                    <a:pt x="4074922" y="502088"/>
                  </a:cubicBezTo>
                  <a:cubicBezTo>
                    <a:pt x="4076236" y="500989"/>
                    <a:pt x="4076433" y="498614"/>
                    <a:pt x="4078408" y="498614"/>
                  </a:cubicBezTo>
                  <a:lnTo>
                    <a:pt x="4080167" y="498614"/>
                  </a:lnTo>
                  <a:cubicBezTo>
                    <a:pt x="4081487" y="498614"/>
                    <a:pt x="4082561" y="498805"/>
                    <a:pt x="4083659" y="499484"/>
                  </a:cubicBezTo>
                  <a:cubicBezTo>
                    <a:pt x="4084980" y="500125"/>
                    <a:pt x="4084980" y="502088"/>
                    <a:pt x="4086288" y="502970"/>
                  </a:cubicBezTo>
                  <a:cubicBezTo>
                    <a:pt x="4088714" y="504729"/>
                    <a:pt x="4090657" y="506037"/>
                    <a:pt x="4093279" y="507364"/>
                  </a:cubicBezTo>
                  <a:cubicBezTo>
                    <a:pt x="4094378" y="507790"/>
                    <a:pt x="4095699" y="507580"/>
                    <a:pt x="4096804" y="508228"/>
                  </a:cubicBezTo>
                  <a:cubicBezTo>
                    <a:pt x="4098124" y="508888"/>
                    <a:pt x="4099445" y="509784"/>
                    <a:pt x="4100315" y="510851"/>
                  </a:cubicBezTo>
                  <a:cubicBezTo>
                    <a:pt x="4102246" y="513035"/>
                    <a:pt x="4102246" y="515448"/>
                    <a:pt x="4103820" y="517861"/>
                  </a:cubicBezTo>
                  <a:cubicBezTo>
                    <a:pt x="4105554" y="520490"/>
                    <a:pt x="4107529" y="521811"/>
                    <a:pt x="4109923" y="524014"/>
                  </a:cubicBezTo>
                  <a:cubicBezTo>
                    <a:pt x="4111028" y="524878"/>
                    <a:pt x="4112780" y="525303"/>
                    <a:pt x="4113434" y="526605"/>
                  </a:cubicBezTo>
                  <a:cubicBezTo>
                    <a:pt x="4114114" y="527913"/>
                    <a:pt x="4116057" y="528383"/>
                    <a:pt x="4116057" y="530129"/>
                  </a:cubicBezTo>
                  <a:cubicBezTo>
                    <a:pt x="4116057" y="532974"/>
                    <a:pt x="4114755" y="534936"/>
                    <a:pt x="4113434" y="537127"/>
                  </a:cubicBezTo>
                  <a:cubicBezTo>
                    <a:pt x="4112780" y="538448"/>
                    <a:pt x="4111459" y="539324"/>
                    <a:pt x="4110831" y="540638"/>
                  </a:cubicBezTo>
                  <a:cubicBezTo>
                    <a:pt x="4110170" y="541940"/>
                    <a:pt x="4107313" y="541515"/>
                    <a:pt x="4107313" y="543236"/>
                  </a:cubicBezTo>
                  <a:cubicBezTo>
                    <a:pt x="4107313" y="544785"/>
                    <a:pt x="4109065" y="545223"/>
                    <a:pt x="4109065" y="546747"/>
                  </a:cubicBezTo>
                  <a:cubicBezTo>
                    <a:pt x="4110386" y="546963"/>
                    <a:pt x="4111459" y="546322"/>
                    <a:pt x="4112558" y="546747"/>
                  </a:cubicBezTo>
                  <a:lnTo>
                    <a:pt x="4116057" y="548506"/>
                  </a:lnTo>
                  <a:cubicBezTo>
                    <a:pt x="4117378" y="549154"/>
                    <a:pt x="4117181" y="551332"/>
                    <a:pt x="4118686" y="552030"/>
                  </a:cubicBezTo>
                  <a:cubicBezTo>
                    <a:pt x="4122223" y="553745"/>
                    <a:pt x="4125036" y="552646"/>
                    <a:pt x="4129195" y="552888"/>
                  </a:cubicBezTo>
                  <a:cubicBezTo>
                    <a:pt x="4130516" y="552888"/>
                    <a:pt x="4131392" y="553542"/>
                    <a:pt x="4132675" y="553745"/>
                  </a:cubicBezTo>
                  <a:lnTo>
                    <a:pt x="4130090" y="557250"/>
                  </a:lnTo>
                  <a:cubicBezTo>
                    <a:pt x="4128782" y="557669"/>
                    <a:pt x="4127900" y="558812"/>
                    <a:pt x="4126579" y="559015"/>
                  </a:cubicBezTo>
                  <a:cubicBezTo>
                    <a:pt x="4124172" y="559466"/>
                    <a:pt x="4122223" y="559892"/>
                    <a:pt x="4119556" y="559892"/>
                  </a:cubicBezTo>
                  <a:lnTo>
                    <a:pt x="4116057" y="559892"/>
                  </a:lnTo>
                  <a:cubicBezTo>
                    <a:pt x="4114539" y="559676"/>
                    <a:pt x="4114114" y="557930"/>
                    <a:pt x="4112558" y="557250"/>
                  </a:cubicBezTo>
                  <a:cubicBezTo>
                    <a:pt x="4111028" y="556583"/>
                    <a:pt x="4110386" y="555288"/>
                    <a:pt x="4109065" y="554647"/>
                  </a:cubicBezTo>
                  <a:cubicBezTo>
                    <a:pt x="4107967" y="553999"/>
                    <a:pt x="4106672" y="554418"/>
                    <a:pt x="4105554" y="553745"/>
                  </a:cubicBezTo>
                  <a:cubicBezTo>
                    <a:pt x="4102728" y="552030"/>
                    <a:pt x="4103820" y="548506"/>
                    <a:pt x="4103820" y="545007"/>
                  </a:cubicBezTo>
                  <a:lnTo>
                    <a:pt x="4103820" y="539730"/>
                  </a:lnTo>
                  <a:cubicBezTo>
                    <a:pt x="4103820" y="538448"/>
                    <a:pt x="4104671" y="537584"/>
                    <a:pt x="4104671" y="536232"/>
                  </a:cubicBezTo>
                  <a:cubicBezTo>
                    <a:pt x="4104671" y="532739"/>
                    <a:pt x="4101833" y="531660"/>
                    <a:pt x="4099445" y="529247"/>
                  </a:cubicBezTo>
                  <a:cubicBezTo>
                    <a:pt x="4098340" y="528154"/>
                    <a:pt x="4096581" y="528808"/>
                    <a:pt x="4095927" y="527488"/>
                  </a:cubicBezTo>
                  <a:cubicBezTo>
                    <a:pt x="4095502" y="526395"/>
                    <a:pt x="4096365" y="524878"/>
                    <a:pt x="4095927" y="524014"/>
                  </a:cubicBezTo>
                  <a:cubicBezTo>
                    <a:pt x="4095045" y="522674"/>
                    <a:pt x="4094613" y="521354"/>
                    <a:pt x="4093279" y="520490"/>
                  </a:cubicBezTo>
                  <a:cubicBezTo>
                    <a:pt x="4092435" y="519817"/>
                    <a:pt x="4090911" y="519817"/>
                    <a:pt x="4089800" y="519595"/>
                  </a:cubicBezTo>
                  <a:cubicBezTo>
                    <a:pt x="4088269" y="519169"/>
                    <a:pt x="4086948" y="518960"/>
                    <a:pt x="4085418" y="518744"/>
                  </a:cubicBezTo>
                  <a:cubicBezTo>
                    <a:pt x="4083018" y="518306"/>
                    <a:pt x="4081043" y="517861"/>
                    <a:pt x="4078408" y="517861"/>
                  </a:cubicBezTo>
                  <a:cubicBezTo>
                    <a:pt x="4074255" y="517861"/>
                    <a:pt x="4072083" y="518306"/>
                    <a:pt x="4067892" y="518744"/>
                  </a:cubicBezTo>
                  <a:cubicBezTo>
                    <a:pt x="4066590" y="518744"/>
                    <a:pt x="4065517" y="518521"/>
                    <a:pt x="4064393" y="518744"/>
                  </a:cubicBezTo>
                  <a:cubicBezTo>
                    <a:pt x="4063091" y="518960"/>
                    <a:pt x="4062234" y="520033"/>
                    <a:pt x="4060939" y="520490"/>
                  </a:cubicBezTo>
                  <a:cubicBezTo>
                    <a:pt x="4059618" y="520928"/>
                    <a:pt x="4058507" y="521608"/>
                    <a:pt x="4057402" y="522268"/>
                  </a:cubicBezTo>
                  <a:cubicBezTo>
                    <a:pt x="4055872" y="523100"/>
                    <a:pt x="4053890" y="523741"/>
                    <a:pt x="4053890" y="525760"/>
                  </a:cubicBezTo>
                  <a:cubicBezTo>
                    <a:pt x="4053890" y="527062"/>
                    <a:pt x="4054792" y="527913"/>
                    <a:pt x="4054792" y="529247"/>
                  </a:cubicBezTo>
                  <a:cubicBezTo>
                    <a:pt x="4054792" y="530555"/>
                    <a:pt x="4055421" y="531660"/>
                    <a:pt x="4055668" y="532739"/>
                  </a:cubicBezTo>
                  <a:cubicBezTo>
                    <a:pt x="4056519" y="536047"/>
                    <a:pt x="4058285" y="538003"/>
                    <a:pt x="4058285" y="541515"/>
                  </a:cubicBezTo>
                  <a:cubicBezTo>
                    <a:pt x="4058285" y="545007"/>
                    <a:pt x="4057599" y="546963"/>
                    <a:pt x="4056519" y="550290"/>
                  </a:cubicBezTo>
                  <a:cubicBezTo>
                    <a:pt x="4056278" y="551332"/>
                    <a:pt x="4056100" y="552646"/>
                    <a:pt x="4055668" y="553745"/>
                  </a:cubicBezTo>
                  <a:cubicBezTo>
                    <a:pt x="4054976" y="555529"/>
                    <a:pt x="4053458" y="556171"/>
                    <a:pt x="4052163" y="557250"/>
                  </a:cubicBezTo>
                  <a:cubicBezTo>
                    <a:pt x="4050842" y="558374"/>
                    <a:pt x="4049972" y="559015"/>
                    <a:pt x="4048639" y="559892"/>
                  </a:cubicBezTo>
                  <a:cubicBezTo>
                    <a:pt x="4046912" y="561200"/>
                    <a:pt x="4045616" y="561854"/>
                    <a:pt x="4044270" y="563403"/>
                  </a:cubicBezTo>
                  <a:cubicBezTo>
                    <a:pt x="4043387" y="564489"/>
                    <a:pt x="4040974" y="564489"/>
                    <a:pt x="4040758" y="566045"/>
                  </a:cubicBezTo>
                  <a:cubicBezTo>
                    <a:pt x="4039895" y="569296"/>
                    <a:pt x="4040758" y="571277"/>
                    <a:pt x="4040758" y="574770"/>
                  </a:cubicBezTo>
                  <a:cubicBezTo>
                    <a:pt x="4038161" y="574770"/>
                    <a:pt x="4036187" y="574122"/>
                    <a:pt x="4033780" y="574770"/>
                  </a:cubicBezTo>
                  <a:cubicBezTo>
                    <a:pt x="4029386" y="576326"/>
                    <a:pt x="4027182" y="578713"/>
                    <a:pt x="4023283" y="580923"/>
                  </a:cubicBezTo>
                  <a:cubicBezTo>
                    <a:pt x="4020635" y="582409"/>
                    <a:pt x="4018000" y="582866"/>
                    <a:pt x="4016228" y="585254"/>
                  </a:cubicBezTo>
                  <a:cubicBezTo>
                    <a:pt x="4015612" y="586168"/>
                    <a:pt x="4016692" y="587927"/>
                    <a:pt x="4016228" y="588803"/>
                  </a:cubicBezTo>
                  <a:cubicBezTo>
                    <a:pt x="4015371" y="590099"/>
                    <a:pt x="4014920" y="591400"/>
                    <a:pt x="4013619" y="592308"/>
                  </a:cubicBezTo>
                  <a:cubicBezTo>
                    <a:pt x="4012558" y="592931"/>
                    <a:pt x="4011441" y="592308"/>
                    <a:pt x="4010120" y="592308"/>
                  </a:cubicBezTo>
                  <a:cubicBezTo>
                    <a:pt x="4007529" y="592308"/>
                    <a:pt x="4005529" y="592061"/>
                    <a:pt x="4003103" y="591400"/>
                  </a:cubicBezTo>
                  <a:cubicBezTo>
                    <a:pt x="4001770" y="591178"/>
                    <a:pt x="4000925" y="590099"/>
                    <a:pt x="3999604" y="589667"/>
                  </a:cubicBezTo>
                  <a:cubicBezTo>
                    <a:pt x="3998525" y="589222"/>
                    <a:pt x="3997198" y="589222"/>
                    <a:pt x="3996105" y="588803"/>
                  </a:cubicBezTo>
                  <a:cubicBezTo>
                    <a:pt x="3994581" y="588136"/>
                    <a:pt x="3994111" y="586168"/>
                    <a:pt x="3992384" y="586168"/>
                  </a:cubicBezTo>
                  <a:lnTo>
                    <a:pt x="3971607" y="586168"/>
                  </a:lnTo>
                  <a:lnTo>
                    <a:pt x="3968095" y="584390"/>
                  </a:lnTo>
                  <a:cubicBezTo>
                    <a:pt x="3968978" y="583082"/>
                    <a:pt x="3969848" y="582199"/>
                    <a:pt x="3970718" y="580923"/>
                  </a:cubicBezTo>
                  <a:cubicBezTo>
                    <a:pt x="3971607" y="579589"/>
                    <a:pt x="3971804" y="578053"/>
                    <a:pt x="3973341" y="577411"/>
                  </a:cubicBezTo>
                  <a:cubicBezTo>
                    <a:pt x="3975087" y="576751"/>
                    <a:pt x="3976636" y="577411"/>
                    <a:pt x="3978586" y="577411"/>
                  </a:cubicBezTo>
                  <a:cubicBezTo>
                    <a:pt x="3980567" y="577411"/>
                    <a:pt x="3982116" y="577189"/>
                    <a:pt x="3983862" y="577411"/>
                  </a:cubicBezTo>
                  <a:cubicBezTo>
                    <a:pt x="3985152" y="577621"/>
                    <a:pt x="3986041" y="578929"/>
                    <a:pt x="3987361" y="579158"/>
                  </a:cubicBezTo>
                  <a:cubicBezTo>
                    <a:pt x="3989755" y="579373"/>
                    <a:pt x="3991730" y="579158"/>
                    <a:pt x="3994365" y="579158"/>
                  </a:cubicBezTo>
                  <a:cubicBezTo>
                    <a:pt x="3997007" y="579158"/>
                    <a:pt x="3998969" y="579589"/>
                    <a:pt x="4001369" y="579158"/>
                  </a:cubicBezTo>
                  <a:cubicBezTo>
                    <a:pt x="4002900" y="578929"/>
                    <a:pt x="4003325" y="577189"/>
                    <a:pt x="4004887" y="576516"/>
                  </a:cubicBezTo>
                  <a:cubicBezTo>
                    <a:pt x="4006399" y="575868"/>
                    <a:pt x="4007256" y="574770"/>
                    <a:pt x="4008374" y="573906"/>
                  </a:cubicBezTo>
                  <a:cubicBezTo>
                    <a:pt x="4009466" y="573004"/>
                    <a:pt x="4010983" y="572585"/>
                    <a:pt x="4011860" y="571277"/>
                  </a:cubicBezTo>
                  <a:cubicBezTo>
                    <a:pt x="4013422" y="568896"/>
                    <a:pt x="4013422" y="566470"/>
                    <a:pt x="4015371" y="564267"/>
                  </a:cubicBezTo>
                  <a:cubicBezTo>
                    <a:pt x="4016228" y="563175"/>
                    <a:pt x="4017797" y="563403"/>
                    <a:pt x="4018883" y="562502"/>
                  </a:cubicBezTo>
                  <a:cubicBezTo>
                    <a:pt x="4021289" y="560552"/>
                    <a:pt x="4023029" y="559015"/>
                    <a:pt x="4024985" y="556386"/>
                  </a:cubicBezTo>
                  <a:cubicBezTo>
                    <a:pt x="4025652" y="555529"/>
                    <a:pt x="4025226" y="553745"/>
                    <a:pt x="4025880" y="552888"/>
                  </a:cubicBezTo>
                  <a:cubicBezTo>
                    <a:pt x="4026757" y="551783"/>
                    <a:pt x="4028293" y="552030"/>
                    <a:pt x="4029386" y="551103"/>
                  </a:cubicBezTo>
                  <a:cubicBezTo>
                    <a:pt x="4030452" y="550290"/>
                    <a:pt x="4032243" y="550475"/>
                    <a:pt x="4032878" y="549370"/>
                  </a:cubicBezTo>
                  <a:cubicBezTo>
                    <a:pt x="4033335" y="548506"/>
                    <a:pt x="4032669" y="546963"/>
                    <a:pt x="4032878" y="545865"/>
                  </a:cubicBezTo>
                  <a:cubicBezTo>
                    <a:pt x="4033094" y="544785"/>
                    <a:pt x="4033545" y="543477"/>
                    <a:pt x="4033780" y="542397"/>
                  </a:cubicBezTo>
                  <a:cubicBezTo>
                    <a:pt x="4034396" y="539730"/>
                    <a:pt x="4035729" y="538003"/>
                    <a:pt x="4036371" y="535368"/>
                  </a:cubicBezTo>
                  <a:cubicBezTo>
                    <a:pt x="4036618" y="534276"/>
                    <a:pt x="4037031" y="532974"/>
                    <a:pt x="4037279" y="531863"/>
                  </a:cubicBezTo>
                  <a:cubicBezTo>
                    <a:pt x="4037495" y="530777"/>
                    <a:pt x="4037939" y="529475"/>
                    <a:pt x="4038161" y="528383"/>
                  </a:cubicBezTo>
                  <a:cubicBezTo>
                    <a:pt x="4038384" y="527062"/>
                    <a:pt x="4039895" y="526605"/>
                    <a:pt x="4039895" y="525062"/>
                  </a:cubicBezTo>
                  <a:cubicBezTo>
                    <a:pt x="4039895" y="523328"/>
                    <a:pt x="4039012" y="522433"/>
                    <a:pt x="4039012" y="520706"/>
                  </a:cubicBezTo>
                  <a:cubicBezTo>
                    <a:pt x="4036371" y="520928"/>
                    <a:pt x="4034637" y="521354"/>
                    <a:pt x="4032002" y="521354"/>
                  </a:cubicBezTo>
                  <a:cubicBezTo>
                    <a:pt x="4030268" y="521354"/>
                    <a:pt x="4029386" y="520706"/>
                    <a:pt x="4027627" y="520490"/>
                  </a:cubicBezTo>
                  <a:cubicBezTo>
                    <a:pt x="4026547" y="520033"/>
                    <a:pt x="4024134" y="519169"/>
                    <a:pt x="4023283" y="518744"/>
                  </a:cubicBezTo>
                  <a:cubicBezTo>
                    <a:pt x="4021956" y="517861"/>
                    <a:pt x="4021493" y="516540"/>
                    <a:pt x="4020635" y="515251"/>
                  </a:cubicBezTo>
                  <a:cubicBezTo>
                    <a:pt x="4019530" y="513714"/>
                    <a:pt x="4019759" y="511936"/>
                    <a:pt x="4019759" y="509968"/>
                  </a:cubicBezTo>
                  <a:cubicBezTo>
                    <a:pt x="4019759" y="506475"/>
                    <a:pt x="4021048" y="504729"/>
                    <a:pt x="4021493" y="501224"/>
                  </a:cubicBezTo>
                  <a:cubicBezTo>
                    <a:pt x="4021956" y="497058"/>
                    <a:pt x="4021493" y="494899"/>
                    <a:pt x="4021493" y="490740"/>
                  </a:cubicBezTo>
                  <a:lnTo>
                    <a:pt x="4021493" y="487216"/>
                  </a:lnTo>
                  <a:cubicBezTo>
                    <a:pt x="4021721" y="484593"/>
                    <a:pt x="4022813" y="482612"/>
                    <a:pt x="4023283" y="480218"/>
                  </a:cubicBezTo>
                  <a:cubicBezTo>
                    <a:pt x="4024134" y="476256"/>
                    <a:pt x="4024985" y="473856"/>
                    <a:pt x="4024985" y="469715"/>
                  </a:cubicBezTo>
                  <a:cubicBezTo>
                    <a:pt x="4024985" y="468401"/>
                    <a:pt x="4025226" y="467296"/>
                    <a:pt x="4024985" y="466191"/>
                  </a:cubicBezTo>
                  <a:cubicBezTo>
                    <a:pt x="4024363" y="463346"/>
                    <a:pt x="4022369" y="462045"/>
                    <a:pt x="4021493" y="459193"/>
                  </a:cubicBezTo>
                  <a:cubicBezTo>
                    <a:pt x="4021289" y="458114"/>
                    <a:pt x="4020851" y="456774"/>
                    <a:pt x="4020635" y="455675"/>
                  </a:cubicBezTo>
                  <a:cubicBezTo>
                    <a:pt x="4019759" y="453059"/>
                    <a:pt x="4019315" y="451123"/>
                    <a:pt x="4018000" y="448710"/>
                  </a:cubicBezTo>
                  <a:cubicBezTo>
                    <a:pt x="4017346" y="447166"/>
                    <a:pt x="4016025" y="446506"/>
                    <a:pt x="4015371" y="445185"/>
                  </a:cubicBezTo>
                  <a:cubicBezTo>
                    <a:pt x="4014717" y="444099"/>
                    <a:pt x="4013619" y="443458"/>
                    <a:pt x="4013619" y="441921"/>
                  </a:cubicBezTo>
                  <a:lnTo>
                    <a:pt x="4013619" y="420230"/>
                  </a:lnTo>
                  <a:cubicBezTo>
                    <a:pt x="4016228" y="420230"/>
                    <a:pt x="4018000" y="420674"/>
                    <a:pt x="4020635" y="420674"/>
                  </a:cubicBezTo>
                  <a:cubicBezTo>
                    <a:pt x="4021956" y="420674"/>
                    <a:pt x="4022813" y="419811"/>
                    <a:pt x="4024134" y="419811"/>
                  </a:cubicBezTo>
                  <a:cubicBezTo>
                    <a:pt x="4024560" y="419811"/>
                    <a:pt x="4024560" y="420230"/>
                    <a:pt x="4024985" y="420230"/>
                  </a:cubicBezTo>
                  <a:lnTo>
                    <a:pt x="4025226" y="398786"/>
                  </a:lnTo>
                  <a:cubicBezTo>
                    <a:pt x="4021721" y="398786"/>
                    <a:pt x="4019530" y="398786"/>
                    <a:pt x="4016228" y="397910"/>
                  </a:cubicBezTo>
                  <a:cubicBezTo>
                    <a:pt x="4014476" y="397471"/>
                    <a:pt x="4014476" y="395058"/>
                    <a:pt x="4012761" y="394404"/>
                  </a:cubicBezTo>
                  <a:cubicBezTo>
                    <a:pt x="4011650" y="394195"/>
                    <a:pt x="4010342" y="393738"/>
                    <a:pt x="4009250" y="393541"/>
                  </a:cubicBezTo>
                  <a:cubicBezTo>
                    <a:pt x="4006837" y="393122"/>
                    <a:pt x="4004887" y="393541"/>
                    <a:pt x="4002252" y="393541"/>
                  </a:cubicBezTo>
                  <a:lnTo>
                    <a:pt x="3995223" y="393541"/>
                  </a:lnTo>
                  <a:cubicBezTo>
                    <a:pt x="3993260" y="393541"/>
                    <a:pt x="3991965" y="392652"/>
                    <a:pt x="3989997" y="392652"/>
                  </a:cubicBezTo>
                  <a:cubicBezTo>
                    <a:pt x="3986485" y="392652"/>
                    <a:pt x="3984294" y="393122"/>
                    <a:pt x="3981240" y="394404"/>
                  </a:cubicBezTo>
                  <a:cubicBezTo>
                    <a:pt x="3979691" y="395058"/>
                    <a:pt x="3979259" y="396373"/>
                    <a:pt x="3977697" y="397021"/>
                  </a:cubicBezTo>
                  <a:cubicBezTo>
                    <a:pt x="3976408" y="397471"/>
                    <a:pt x="3975538" y="398551"/>
                    <a:pt x="3974230" y="398786"/>
                  </a:cubicBezTo>
                  <a:cubicBezTo>
                    <a:pt x="3973125" y="399027"/>
                    <a:pt x="3972007" y="398786"/>
                    <a:pt x="3970718" y="398786"/>
                  </a:cubicBezTo>
                  <a:cubicBezTo>
                    <a:pt x="3968095" y="399027"/>
                    <a:pt x="3966349" y="398786"/>
                    <a:pt x="3963695" y="398786"/>
                  </a:cubicBezTo>
                  <a:cubicBezTo>
                    <a:pt x="3962374" y="398786"/>
                    <a:pt x="3961523" y="399446"/>
                    <a:pt x="3960215" y="399643"/>
                  </a:cubicBezTo>
                  <a:cubicBezTo>
                    <a:pt x="3960215" y="403815"/>
                    <a:pt x="3960444" y="406006"/>
                    <a:pt x="3960215" y="410171"/>
                  </a:cubicBezTo>
                  <a:cubicBezTo>
                    <a:pt x="3960215" y="411918"/>
                    <a:pt x="3960444" y="413016"/>
                    <a:pt x="3960215" y="414540"/>
                  </a:cubicBezTo>
                  <a:cubicBezTo>
                    <a:pt x="3959555" y="417404"/>
                    <a:pt x="3957364" y="419131"/>
                    <a:pt x="3955846" y="421551"/>
                  </a:cubicBezTo>
                  <a:cubicBezTo>
                    <a:pt x="3954964" y="422897"/>
                    <a:pt x="3954329" y="423760"/>
                    <a:pt x="3953217" y="425043"/>
                  </a:cubicBezTo>
                  <a:cubicBezTo>
                    <a:pt x="3951008" y="427666"/>
                    <a:pt x="3948188" y="428771"/>
                    <a:pt x="3947058" y="432079"/>
                  </a:cubicBezTo>
                  <a:cubicBezTo>
                    <a:pt x="3946201" y="434441"/>
                    <a:pt x="3945991" y="436651"/>
                    <a:pt x="3945337" y="439051"/>
                  </a:cubicBezTo>
                  <a:cubicBezTo>
                    <a:pt x="3944924" y="440601"/>
                    <a:pt x="3945108" y="442804"/>
                    <a:pt x="3943584" y="443458"/>
                  </a:cubicBezTo>
                  <a:cubicBezTo>
                    <a:pt x="3942441" y="443864"/>
                    <a:pt x="3941159" y="444099"/>
                    <a:pt x="3940067" y="444290"/>
                  </a:cubicBezTo>
                  <a:cubicBezTo>
                    <a:pt x="3937679" y="444969"/>
                    <a:pt x="3935698" y="444099"/>
                    <a:pt x="3933056" y="444290"/>
                  </a:cubicBezTo>
                  <a:lnTo>
                    <a:pt x="3929564" y="444290"/>
                  </a:lnTo>
                  <a:cubicBezTo>
                    <a:pt x="3928059" y="444290"/>
                    <a:pt x="3927151" y="445401"/>
                    <a:pt x="3926078" y="446074"/>
                  </a:cubicBezTo>
                  <a:cubicBezTo>
                    <a:pt x="3924319" y="447166"/>
                    <a:pt x="3924319" y="449129"/>
                    <a:pt x="3924319" y="451307"/>
                  </a:cubicBezTo>
                  <a:lnTo>
                    <a:pt x="3924319" y="453059"/>
                  </a:lnTo>
                  <a:cubicBezTo>
                    <a:pt x="3924547" y="454596"/>
                    <a:pt x="3924319" y="456349"/>
                    <a:pt x="3925176" y="457428"/>
                  </a:cubicBezTo>
                  <a:cubicBezTo>
                    <a:pt x="3925830" y="458317"/>
                    <a:pt x="3927817" y="456774"/>
                    <a:pt x="3928681" y="457428"/>
                  </a:cubicBezTo>
                  <a:cubicBezTo>
                    <a:pt x="3931316" y="459416"/>
                    <a:pt x="3933482" y="460724"/>
                    <a:pt x="3934828" y="463588"/>
                  </a:cubicBezTo>
                  <a:cubicBezTo>
                    <a:pt x="3935907" y="465759"/>
                    <a:pt x="3935698" y="467950"/>
                    <a:pt x="3935698" y="470585"/>
                  </a:cubicBezTo>
                  <a:cubicBezTo>
                    <a:pt x="3935698" y="473221"/>
                    <a:pt x="3935698" y="475818"/>
                    <a:pt x="3933964" y="477577"/>
                  </a:cubicBezTo>
                  <a:cubicBezTo>
                    <a:pt x="3933056" y="478459"/>
                    <a:pt x="3931316" y="477793"/>
                    <a:pt x="3930459" y="478459"/>
                  </a:cubicBezTo>
                  <a:cubicBezTo>
                    <a:pt x="3929379" y="479323"/>
                    <a:pt x="3928059" y="479323"/>
                    <a:pt x="3926954" y="480218"/>
                  </a:cubicBezTo>
                  <a:cubicBezTo>
                    <a:pt x="3925417" y="481539"/>
                    <a:pt x="3926078" y="483495"/>
                    <a:pt x="3926078" y="485673"/>
                  </a:cubicBezTo>
                  <a:cubicBezTo>
                    <a:pt x="3926078" y="488314"/>
                    <a:pt x="3926738" y="489838"/>
                    <a:pt x="3926954" y="492455"/>
                  </a:cubicBezTo>
                  <a:cubicBezTo>
                    <a:pt x="3929564" y="492455"/>
                    <a:pt x="3931316" y="492271"/>
                    <a:pt x="3933964" y="492455"/>
                  </a:cubicBezTo>
                  <a:cubicBezTo>
                    <a:pt x="3935241" y="492455"/>
                    <a:pt x="3936358" y="491832"/>
                    <a:pt x="3937469" y="492455"/>
                  </a:cubicBezTo>
                  <a:cubicBezTo>
                    <a:pt x="3938765" y="493344"/>
                    <a:pt x="3939857" y="493991"/>
                    <a:pt x="3940975" y="495096"/>
                  </a:cubicBezTo>
                  <a:cubicBezTo>
                    <a:pt x="3942029" y="496195"/>
                    <a:pt x="3942924" y="497058"/>
                    <a:pt x="3943584" y="498614"/>
                  </a:cubicBezTo>
                  <a:cubicBezTo>
                    <a:pt x="3944029" y="499687"/>
                    <a:pt x="3943127" y="500989"/>
                    <a:pt x="3943584" y="502088"/>
                  </a:cubicBezTo>
                  <a:cubicBezTo>
                    <a:pt x="3944245" y="503402"/>
                    <a:pt x="3944683" y="504501"/>
                    <a:pt x="3945337" y="505593"/>
                  </a:cubicBezTo>
                  <a:cubicBezTo>
                    <a:pt x="3945991" y="506710"/>
                    <a:pt x="3947763" y="506475"/>
                    <a:pt x="3948830" y="507364"/>
                  </a:cubicBezTo>
                  <a:cubicBezTo>
                    <a:pt x="3950150" y="508444"/>
                    <a:pt x="3950150" y="509968"/>
                    <a:pt x="3951452" y="510851"/>
                  </a:cubicBezTo>
                  <a:cubicBezTo>
                    <a:pt x="3952354" y="511295"/>
                    <a:pt x="3954100" y="511295"/>
                    <a:pt x="3954964" y="511727"/>
                  </a:cubicBezTo>
                  <a:cubicBezTo>
                    <a:pt x="3957593" y="513492"/>
                    <a:pt x="3959110" y="515677"/>
                    <a:pt x="3961072" y="517861"/>
                  </a:cubicBezTo>
                  <a:cubicBezTo>
                    <a:pt x="3961968" y="518960"/>
                    <a:pt x="3963936" y="518306"/>
                    <a:pt x="3964609" y="519595"/>
                  </a:cubicBezTo>
                  <a:cubicBezTo>
                    <a:pt x="3965047" y="520706"/>
                    <a:pt x="3964609" y="521811"/>
                    <a:pt x="3964609" y="523100"/>
                  </a:cubicBezTo>
                  <a:cubicBezTo>
                    <a:pt x="3964609" y="524446"/>
                    <a:pt x="3964819" y="525526"/>
                    <a:pt x="3964609" y="526605"/>
                  </a:cubicBezTo>
                  <a:cubicBezTo>
                    <a:pt x="3964152" y="528383"/>
                    <a:pt x="3962190" y="528808"/>
                    <a:pt x="3961072" y="530129"/>
                  </a:cubicBezTo>
                  <a:cubicBezTo>
                    <a:pt x="3960444" y="530993"/>
                    <a:pt x="3961314" y="532974"/>
                    <a:pt x="3960215" y="533622"/>
                  </a:cubicBezTo>
                  <a:cubicBezTo>
                    <a:pt x="3959110" y="534276"/>
                    <a:pt x="3957815" y="533622"/>
                    <a:pt x="3956735" y="533622"/>
                  </a:cubicBezTo>
                  <a:lnTo>
                    <a:pt x="3953217" y="533622"/>
                  </a:lnTo>
                  <a:cubicBezTo>
                    <a:pt x="3950582" y="533622"/>
                    <a:pt x="3948633" y="534054"/>
                    <a:pt x="3946201" y="533622"/>
                  </a:cubicBezTo>
                  <a:cubicBezTo>
                    <a:pt x="3943350" y="532974"/>
                    <a:pt x="3941591" y="531425"/>
                    <a:pt x="3939197" y="530129"/>
                  </a:cubicBezTo>
                  <a:cubicBezTo>
                    <a:pt x="3935025" y="527710"/>
                    <a:pt x="3934828" y="522909"/>
                    <a:pt x="3934828" y="517861"/>
                  </a:cubicBezTo>
                  <a:cubicBezTo>
                    <a:pt x="3932186" y="517664"/>
                    <a:pt x="3930459" y="516997"/>
                    <a:pt x="3927817" y="516997"/>
                  </a:cubicBezTo>
                  <a:cubicBezTo>
                    <a:pt x="3923671" y="516997"/>
                    <a:pt x="3920572" y="517404"/>
                    <a:pt x="3917321" y="515251"/>
                  </a:cubicBezTo>
                  <a:cubicBezTo>
                    <a:pt x="3916013" y="514356"/>
                    <a:pt x="3916013" y="512610"/>
                    <a:pt x="3914667" y="511727"/>
                  </a:cubicBezTo>
                  <a:cubicBezTo>
                    <a:pt x="3913358" y="510851"/>
                    <a:pt x="3912711" y="509784"/>
                    <a:pt x="3911193" y="509104"/>
                  </a:cubicBezTo>
                  <a:cubicBezTo>
                    <a:pt x="3908793" y="508228"/>
                    <a:pt x="3906786" y="509320"/>
                    <a:pt x="3904189" y="509104"/>
                  </a:cubicBezTo>
                  <a:cubicBezTo>
                    <a:pt x="3902856" y="509104"/>
                    <a:pt x="3901986" y="508228"/>
                    <a:pt x="3900678" y="508228"/>
                  </a:cubicBezTo>
                  <a:cubicBezTo>
                    <a:pt x="3898055" y="508019"/>
                    <a:pt x="3896093" y="508228"/>
                    <a:pt x="3893680" y="507364"/>
                  </a:cubicBezTo>
                  <a:cubicBezTo>
                    <a:pt x="3891902" y="506710"/>
                    <a:pt x="3891051" y="505402"/>
                    <a:pt x="3890187" y="503859"/>
                  </a:cubicBezTo>
                  <a:cubicBezTo>
                    <a:pt x="3889317" y="502519"/>
                    <a:pt x="3889946" y="500341"/>
                    <a:pt x="3888441" y="499484"/>
                  </a:cubicBezTo>
                  <a:cubicBezTo>
                    <a:pt x="3887317" y="499046"/>
                    <a:pt x="3886028" y="499046"/>
                    <a:pt x="3884929" y="498614"/>
                  </a:cubicBezTo>
                  <a:cubicBezTo>
                    <a:pt x="3883793" y="498182"/>
                    <a:pt x="3882504" y="497922"/>
                    <a:pt x="3881399" y="497712"/>
                  </a:cubicBezTo>
                  <a:cubicBezTo>
                    <a:pt x="3879678" y="497274"/>
                    <a:pt x="3878573" y="495763"/>
                    <a:pt x="3877043" y="495096"/>
                  </a:cubicBezTo>
                  <a:cubicBezTo>
                    <a:pt x="3875747" y="494455"/>
                    <a:pt x="3874865" y="493344"/>
                    <a:pt x="3873303" y="493344"/>
                  </a:cubicBezTo>
                  <a:lnTo>
                    <a:pt x="3856259" y="493344"/>
                  </a:lnTo>
                  <a:cubicBezTo>
                    <a:pt x="3854704" y="493344"/>
                    <a:pt x="3853618" y="492455"/>
                    <a:pt x="3852525" y="491604"/>
                  </a:cubicBezTo>
                  <a:cubicBezTo>
                    <a:pt x="3851421" y="490740"/>
                    <a:pt x="3851840" y="488962"/>
                    <a:pt x="3850798" y="488099"/>
                  </a:cubicBezTo>
                  <a:cubicBezTo>
                    <a:pt x="3849674" y="487216"/>
                    <a:pt x="3848569" y="486371"/>
                    <a:pt x="3847064" y="486371"/>
                  </a:cubicBezTo>
                  <a:lnTo>
                    <a:pt x="3829113" y="486371"/>
                  </a:lnTo>
                  <a:cubicBezTo>
                    <a:pt x="3825817" y="486371"/>
                    <a:pt x="3824516" y="483495"/>
                    <a:pt x="3821868" y="481964"/>
                  </a:cubicBezTo>
                  <a:cubicBezTo>
                    <a:pt x="3819455" y="480618"/>
                    <a:pt x="3817296" y="479126"/>
                    <a:pt x="3814876" y="477577"/>
                  </a:cubicBezTo>
                  <a:cubicBezTo>
                    <a:pt x="3813803" y="476935"/>
                    <a:pt x="3812247" y="477138"/>
                    <a:pt x="3811365" y="476713"/>
                  </a:cubicBezTo>
                  <a:cubicBezTo>
                    <a:pt x="3810273" y="476072"/>
                    <a:pt x="3810723" y="473856"/>
                    <a:pt x="3809612" y="473221"/>
                  </a:cubicBezTo>
                  <a:cubicBezTo>
                    <a:pt x="3808736" y="472789"/>
                    <a:pt x="3806990" y="472979"/>
                    <a:pt x="3806113" y="472332"/>
                  </a:cubicBezTo>
                  <a:cubicBezTo>
                    <a:pt x="3804805" y="471227"/>
                    <a:pt x="3803910" y="470801"/>
                    <a:pt x="3802614" y="469715"/>
                  </a:cubicBezTo>
                  <a:cubicBezTo>
                    <a:pt x="3801751" y="469055"/>
                    <a:pt x="3802830" y="466871"/>
                    <a:pt x="3801751" y="466191"/>
                  </a:cubicBezTo>
                  <a:cubicBezTo>
                    <a:pt x="3800640" y="465575"/>
                    <a:pt x="3799306" y="466432"/>
                    <a:pt x="3798252" y="466191"/>
                  </a:cubicBezTo>
                  <a:cubicBezTo>
                    <a:pt x="3796455" y="465759"/>
                    <a:pt x="3794931" y="465334"/>
                    <a:pt x="3792962" y="465334"/>
                  </a:cubicBezTo>
                  <a:lnTo>
                    <a:pt x="3791204" y="465334"/>
                  </a:lnTo>
                  <a:cubicBezTo>
                    <a:pt x="3789711" y="465334"/>
                    <a:pt x="3789038" y="466432"/>
                    <a:pt x="3787736" y="467080"/>
                  </a:cubicBezTo>
                  <a:cubicBezTo>
                    <a:pt x="3786187" y="467950"/>
                    <a:pt x="3784225" y="468617"/>
                    <a:pt x="3784225" y="470585"/>
                  </a:cubicBezTo>
                  <a:cubicBezTo>
                    <a:pt x="3784225" y="472541"/>
                    <a:pt x="3784428" y="474084"/>
                    <a:pt x="3785107" y="475818"/>
                  </a:cubicBezTo>
                  <a:cubicBezTo>
                    <a:pt x="3785762" y="477577"/>
                    <a:pt x="3787520" y="478034"/>
                    <a:pt x="3788600" y="479323"/>
                  </a:cubicBezTo>
                  <a:cubicBezTo>
                    <a:pt x="3789711" y="480618"/>
                    <a:pt x="3791883" y="480447"/>
                    <a:pt x="3792112" y="481964"/>
                  </a:cubicBezTo>
                  <a:cubicBezTo>
                    <a:pt x="3792353" y="483057"/>
                    <a:pt x="3791883" y="484377"/>
                    <a:pt x="3792112" y="485470"/>
                  </a:cubicBezTo>
                  <a:cubicBezTo>
                    <a:pt x="3792353" y="486981"/>
                    <a:pt x="3792112" y="488099"/>
                    <a:pt x="3792112" y="489838"/>
                  </a:cubicBezTo>
                  <a:cubicBezTo>
                    <a:pt x="3794721" y="489838"/>
                    <a:pt x="3796455" y="489604"/>
                    <a:pt x="3799122" y="489838"/>
                  </a:cubicBezTo>
                  <a:cubicBezTo>
                    <a:pt x="3800430" y="489838"/>
                    <a:pt x="3801510" y="490740"/>
                    <a:pt x="3802614" y="490740"/>
                  </a:cubicBezTo>
                  <a:cubicBezTo>
                    <a:pt x="3803707" y="490740"/>
                    <a:pt x="3805021" y="490277"/>
                    <a:pt x="3806113" y="490740"/>
                  </a:cubicBezTo>
                  <a:cubicBezTo>
                    <a:pt x="3807415" y="491140"/>
                    <a:pt x="3808736" y="491375"/>
                    <a:pt x="3809612" y="492455"/>
                  </a:cubicBezTo>
                  <a:cubicBezTo>
                    <a:pt x="3810273" y="493344"/>
                    <a:pt x="3810057" y="494899"/>
                    <a:pt x="3810514" y="495979"/>
                  </a:cubicBezTo>
                  <a:cubicBezTo>
                    <a:pt x="3811168" y="497497"/>
                    <a:pt x="3811828" y="498805"/>
                    <a:pt x="3812247" y="500341"/>
                  </a:cubicBezTo>
                  <a:cubicBezTo>
                    <a:pt x="3814876" y="501224"/>
                    <a:pt x="3818604" y="501650"/>
                    <a:pt x="3821004" y="502970"/>
                  </a:cubicBezTo>
                  <a:cubicBezTo>
                    <a:pt x="3822325" y="503631"/>
                    <a:pt x="3823633" y="503631"/>
                    <a:pt x="3824516" y="504729"/>
                  </a:cubicBezTo>
                  <a:cubicBezTo>
                    <a:pt x="3825379" y="505821"/>
                    <a:pt x="3827113" y="506475"/>
                    <a:pt x="3827113" y="508228"/>
                  </a:cubicBezTo>
                  <a:cubicBezTo>
                    <a:pt x="3827113" y="509549"/>
                    <a:pt x="3826262" y="510635"/>
                    <a:pt x="3826262" y="511727"/>
                  </a:cubicBezTo>
                  <a:cubicBezTo>
                    <a:pt x="3826262" y="512800"/>
                    <a:pt x="3825817" y="514140"/>
                    <a:pt x="3825379" y="515251"/>
                  </a:cubicBezTo>
                  <a:cubicBezTo>
                    <a:pt x="3823849" y="518102"/>
                    <a:pt x="3822109" y="520306"/>
                    <a:pt x="3819232" y="521354"/>
                  </a:cubicBezTo>
                  <a:cubicBezTo>
                    <a:pt x="3818153" y="521811"/>
                    <a:pt x="3817061" y="521354"/>
                    <a:pt x="3815759" y="521354"/>
                  </a:cubicBezTo>
                  <a:lnTo>
                    <a:pt x="3812247" y="521354"/>
                  </a:lnTo>
                  <a:cubicBezTo>
                    <a:pt x="3811168" y="521354"/>
                    <a:pt x="3809612" y="520928"/>
                    <a:pt x="3808736" y="521354"/>
                  </a:cubicBezTo>
                  <a:cubicBezTo>
                    <a:pt x="3807644" y="522027"/>
                    <a:pt x="3807644" y="523538"/>
                    <a:pt x="3806990" y="524878"/>
                  </a:cubicBezTo>
                  <a:cubicBezTo>
                    <a:pt x="3806355" y="525964"/>
                    <a:pt x="3806539" y="527265"/>
                    <a:pt x="3806113" y="528383"/>
                  </a:cubicBezTo>
                  <a:cubicBezTo>
                    <a:pt x="3805485" y="529691"/>
                    <a:pt x="3805021" y="530777"/>
                    <a:pt x="3804348" y="531863"/>
                  </a:cubicBezTo>
                  <a:cubicBezTo>
                    <a:pt x="3803707" y="532974"/>
                    <a:pt x="3801935" y="532739"/>
                    <a:pt x="3800875" y="533622"/>
                  </a:cubicBezTo>
                  <a:lnTo>
                    <a:pt x="3796906" y="532739"/>
                  </a:lnTo>
                  <a:cubicBezTo>
                    <a:pt x="3796906" y="530129"/>
                    <a:pt x="3797153" y="528383"/>
                    <a:pt x="3797376" y="525760"/>
                  </a:cubicBezTo>
                  <a:cubicBezTo>
                    <a:pt x="3797376" y="524446"/>
                    <a:pt x="3798252" y="523538"/>
                    <a:pt x="3798252" y="522268"/>
                  </a:cubicBezTo>
                  <a:cubicBezTo>
                    <a:pt x="3798252" y="519595"/>
                    <a:pt x="3798430" y="517861"/>
                    <a:pt x="3798252" y="515251"/>
                  </a:cubicBezTo>
                  <a:cubicBezTo>
                    <a:pt x="3798252" y="513714"/>
                    <a:pt x="3797153" y="513035"/>
                    <a:pt x="3796906" y="511727"/>
                  </a:cubicBezTo>
                  <a:lnTo>
                    <a:pt x="3792112" y="511727"/>
                  </a:lnTo>
                  <a:cubicBezTo>
                    <a:pt x="3791032" y="512178"/>
                    <a:pt x="3789470" y="511936"/>
                    <a:pt x="3788600" y="512610"/>
                  </a:cubicBezTo>
                  <a:cubicBezTo>
                    <a:pt x="3787279" y="513492"/>
                    <a:pt x="3785958" y="514140"/>
                    <a:pt x="3785107" y="515251"/>
                  </a:cubicBezTo>
                  <a:cubicBezTo>
                    <a:pt x="3784225" y="516324"/>
                    <a:pt x="3784225" y="517664"/>
                    <a:pt x="3783336" y="518744"/>
                  </a:cubicBezTo>
                  <a:cubicBezTo>
                    <a:pt x="3782472" y="519817"/>
                    <a:pt x="3782675" y="521157"/>
                    <a:pt x="3781596" y="522268"/>
                  </a:cubicBezTo>
                  <a:cubicBezTo>
                    <a:pt x="3779837" y="524014"/>
                    <a:pt x="3777214" y="522268"/>
                    <a:pt x="3774605" y="522268"/>
                  </a:cubicBezTo>
                  <a:lnTo>
                    <a:pt x="3771093" y="522268"/>
                  </a:lnTo>
                  <a:cubicBezTo>
                    <a:pt x="3768451" y="522027"/>
                    <a:pt x="3766693" y="521157"/>
                    <a:pt x="3764095" y="521354"/>
                  </a:cubicBezTo>
                  <a:cubicBezTo>
                    <a:pt x="3762343" y="521608"/>
                    <a:pt x="3761263" y="520490"/>
                    <a:pt x="3759707" y="521354"/>
                  </a:cubicBezTo>
                  <a:cubicBezTo>
                    <a:pt x="3758412" y="522027"/>
                    <a:pt x="3759053" y="524014"/>
                    <a:pt x="3757961" y="524878"/>
                  </a:cubicBezTo>
                  <a:cubicBezTo>
                    <a:pt x="3756640" y="525760"/>
                    <a:pt x="3756856" y="527710"/>
                    <a:pt x="3755320" y="528383"/>
                  </a:cubicBezTo>
                  <a:cubicBezTo>
                    <a:pt x="3754024" y="529024"/>
                    <a:pt x="3752691" y="528383"/>
                    <a:pt x="3751179" y="528383"/>
                  </a:cubicBezTo>
                  <a:lnTo>
                    <a:pt x="3747465" y="528383"/>
                  </a:lnTo>
                  <a:cubicBezTo>
                    <a:pt x="3746131" y="528383"/>
                    <a:pt x="3745249" y="527488"/>
                    <a:pt x="3743915" y="527488"/>
                  </a:cubicBezTo>
                  <a:lnTo>
                    <a:pt x="3740435" y="527488"/>
                  </a:lnTo>
                  <a:lnTo>
                    <a:pt x="3732580" y="527488"/>
                  </a:lnTo>
                  <a:cubicBezTo>
                    <a:pt x="3731253" y="527488"/>
                    <a:pt x="3730370" y="528154"/>
                    <a:pt x="3729062" y="528154"/>
                  </a:cubicBezTo>
                  <a:lnTo>
                    <a:pt x="3729062" y="537127"/>
                  </a:lnTo>
                  <a:lnTo>
                    <a:pt x="3718572" y="537127"/>
                  </a:lnTo>
                  <a:cubicBezTo>
                    <a:pt x="3717467" y="536047"/>
                    <a:pt x="3716147" y="535565"/>
                    <a:pt x="3715048" y="534492"/>
                  </a:cubicBezTo>
                  <a:cubicBezTo>
                    <a:pt x="3713968" y="533412"/>
                    <a:pt x="3714407" y="532091"/>
                    <a:pt x="3713327" y="530993"/>
                  </a:cubicBezTo>
                  <a:cubicBezTo>
                    <a:pt x="3712406" y="530129"/>
                    <a:pt x="3710901" y="530777"/>
                    <a:pt x="3709809" y="530129"/>
                  </a:cubicBezTo>
                  <a:cubicBezTo>
                    <a:pt x="3710247" y="528808"/>
                    <a:pt x="3711327" y="527913"/>
                    <a:pt x="3711555" y="526605"/>
                  </a:cubicBezTo>
                  <a:cubicBezTo>
                    <a:pt x="3711778" y="525526"/>
                    <a:pt x="3711327" y="524224"/>
                    <a:pt x="3711555" y="523100"/>
                  </a:cubicBezTo>
                  <a:cubicBezTo>
                    <a:pt x="3712406" y="520306"/>
                    <a:pt x="3713740" y="518744"/>
                    <a:pt x="3715048" y="516102"/>
                  </a:cubicBezTo>
                  <a:lnTo>
                    <a:pt x="3714178" y="512610"/>
                  </a:lnTo>
                  <a:cubicBezTo>
                    <a:pt x="3713099" y="513257"/>
                    <a:pt x="3711555" y="512800"/>
                    <a:pt x="3710654" y="513492"/>
                  </a:cubicBezTo>
                  <a:cubicBezTo>
                    <a:pt x="3709581" y="514356"/>
                    <a:pt x="3710247" y="516324"/>
                    <a:pt x="3708927" y="516997"/>
                  </a:cubicBezTo>
                  <a:cubicBezTo>
                    <a:pt x="3707834" y="517664"/>
                    <a:pt x="3706514" y="517664"/>
                    <a:pt x="3705434" y="517861"/>
                  </a:cubicBezTo>
                  <a:cubicBezTo>
                    <a:pt x="3704323" y="518102"/>
                    <a:pt x="3703015" y="518744"/>
                    <a:pt x="3701903" y="518744"/>
                  </a:cubicBezTo>
                  <a:cubicBezTo>
                    <a:pt x="3699084" y="519169"/>
                    <a:pt x="3696658" y="518306"/>
                    <a:pt x="3694029" y="519595"/>
                  </a:cubicBezTo>
                  <a:cubicBezTo>
                    <a:pt x="3692499" y="520306"/>
                    <a:pt x="3692709" y="522433"/>
                    <a:pt x="3691407" y="523100"/>
                  </a:cubicBezTo>
                  <a:cubicBezTo>
                    <a:pt x="3689007" y="524643"/>
                    <a:pt x="3687032" y="525303"/>
                    <a:pt x="3684416" y="526605"/>
                  </a:cubicBezTo>
                  <a:lnTo>
                    <a:pt x="3679189" y="526605"/>
                  </a:lnTo>
                  <a:cubicBezTo>
                    <a:pt x="3675005" y="526605"/>
                    <a:pt x="3672376" y="525760"/>
                    <a:pt x="3668668" y="527488"/>
                  </a:cubicBezTo>
                  <a:cubicBezTo>
                    <a:pt x="3667366" y="527913"/>
                    <a:pt x="3666216" y="528383"/>
                    <a:pt x="3665143" y="529247"/>
                  </a:cubicBezTo>
                  <a:cubicBezTo>
                    <a:pt x="3664286" y="529907"/>
                    <a:pt x="3665143" y="532091"/>
                    <a:pt x="3664286" y="532739"/>
                  </a:cubicBezTo>
                  <a:cubicBezTo>
                    <a:pt x="3663194" y="533412"/>
                    <a:pt x="3662070" y="534054"/>
                    <a:pt x="3660736" y="534492"/>
                  </a:cubicBezTo>
                  <a:cubicBezTo>
                    <a:pt x="3659695" y="534720"/>
                    <a:pt x="3658590" y="534492"/>
                    <a:pt x="3657276" y="534492"/>
                  </a:cubicBezTo>
                  <a:lnTo>
                    <a:pt x="3653764" y="534492"/>
                  </a:lnTo>
                  <a:cubicBezTo>
                    <a:pt x="3652431" y="534492"/>
                    <a:pt x="3651351" y="535146"/>
                    <a:pt x="3650272" y="535368"/>
                  </a:cubicBezTo>
                  <a:cubicBezTo>
                    <a:pt x="3647439" y="535800"/>
                    <a:pt x="3645217" y="536232"/>
                    <a:pt x="3642398" y="537127"/>
                  </a:cubicBezTo>
                  <a:cubicBezTo>
                    <a:pt x="3640848" y="537584"/>
                    <a:pt x="3640188" y="538632"/>
                    <a:pt x="3638880" y="539730"/>
                  </a:cubicBezTo>
                  <a:cubicBezTo>
                    <a:pt x="3636257" y="541940"/>
                    <a:pt x="3634727" y="544144"/>
                    <a:pt x="3631888" y="545865"/>
                  </a:cubicBezTo>
                  <a:cubicBezTo>
                    <a:pt x="3630345" y="546747"/>
                    <a:pt x="3629253" y="548278"/>
                    <a:pt x="3627481" y="548506"/>
                  </a:cubicBezTo>
                  <a:cubicBezTo>
                    <a:pt x="3622224" y="549370"/>
                    <a:pt x="3618509" y="547623"/>
                    <a:pt x="3613511" y="549370"/>
                  </a:cubicBezTo>
                  <a:cubicBezTo>
                    <a:pt x="3611714" y="550030"/>
                    <a:pt x="3611321" y="551599"/>
                    <a:pt x="3609987" y="552888"/>
                  </a:cubicBezTo>
                  <a:cubicBezTo>
                    <a:pt x="3610641" y="554183"/>
                    <a:pt x="3611079" y="555288"/>
                    <a:pt x="3611714" y="556386"/>
                  </a:cubicBezTo>
                  <a:cubicBezTo>
                    <a:pt x="3612807" y="558133"/>
                    <a:pt x="3615264" y="558565"/>
                    <a:pt x="3615264" y="560762"/>
                  </a:cubicBezTo>
                  <a:cubicBezTo>
                    <a:pt x="3615264" y="562959"/>
                    <a:pt x="3615029" y="564489"/>
                    <a:pt x="3613511" y="566045"/>
                  </a:cubicBezTo>
                  <a:cubicBezTo>
                    <a:pt x="3611518" y="567975"/>
                    <a:pt x="3609073" y="568197"/>
                    <a:pt x="3606476" y="569493"/>
                  </a:cubicBezTo>
                  <a:cubicBezTo>
                    <a:pt x="3604958" y="570191"/>
                    <a:pt x="3604520" y="571696"/>
                    <a:pt x="3602970" y="572128"/>
                  </a:cubicBezTo>
                  <a:cubicBezTo>
                    <a:pt x="3601891" y="572585"/>
                    <a:pt x="3600570" y="572827"/>
                    <a:pt x="3599478" y="573004"/>
                  </a:cubicBezTo>
                  <a:cubicBezTo>
                    <a:pt x="3598386" y="573252"/>
                    <a:pt x="3597281" y="573004"/>
                    <a:pt x="3595979" y="573004"/>
                  </a:cubicBezTo>
                  <a:cubicBezTo>
                    <a:pt x="3594220" y="573004"/>
                    <a:pt x="3593357" y="572827"/>
                    <a:pt x="3591591" y="573004"/>
                  </a:cubicBezTo>
                  <a:cubicBezTo>
                    <a:pt x="3589432" y="573252"/>
                    <a:pt x="3588524" y="575646"/>
                    <a:pt x="3586327" y="575646"/>
                  </a:cubicBezTo>
                  <a:lnTo>
                    <a:pt x="3584594" y="575646"/>
                  </a:lnTo>
                  <a:cubicBezTo>
                    <a:pt x="3582835" y="575646"/>
                    <a:pt x="3583247" y="573004"/>
                    <a:pt x="3581958" y="572128"/>
                  </a:cubicBezTo>
                  <a:cubicBezTo>
                    <a:pt x="3580650" y="571277"/>
                    <a:pt x="3579126" y="570839"/>
                    <a:pt x="3577602" y="570376"/>
                  </a:cubicBezTo>
                  <a:cubicBezTo>
                    <a:pt x="3576472" y="569055"/>
                    <a:pt x="3574935" y="568197"/>
                    <a:pt x="3574059" y="566889"/>
                  </a:cubicBezTo>
                  <a:cubicBezTo>
                    <a:pt x="3573646" y="566045"/>
                    <a:pt x="3573646" y="564489"/>
                    <a:pt x="3573221" y="563403"/>
                  </a:cubicBezTo>
                  <a:cubicBezTo>
                    <a:pt x="3572129" y="561441"/>
                    <a:pt x="3569716" y="560552"/>
                    <a:pt x="3569716" y="558133"/>
                  </a:cubicBezTo>
                  <a:cubicBezTo>
                    <a:pt x="3569716" y="554862"/>
                    <a:pt x="3570351" y="553078"/>
                    <a:pt x="3570579" y="549814"/>
                  </a:cubicBezTo>
                  <a:lnTo>
                    <a:pt x="3589845" y="549814"/>
                  </a:lnTo>
                  <a:lnTo>
                    <a:pt x="3589845" y="538905"/>
                  </a:lnTo>
                  <a:cubicBezTo>
                    <a:pt x="3588524" y="537584"/>
                    <a:pt x="3587864" y="536447"/>
                    <a:pt x="3586327" y="535368"/>
                  </a:cubicBezTo>
                  <a:cubicBezTo>
                    <a:pt x="3585444" y="534936"/>
                    <a:pt x="3583711" y="535146"/>
                    <a:pt x="3582835" y="534492"/>
                  </a:cubicBezTo>
                  <a:cubicBezTo>
                    <a:pt x="3581774" y="533622"/>
                    <a:pt x="3581958" y="532091"/>
                    <a:pt x="3581101" y="530993"/>
                  </a:cubicBezTo>
                  <a:cubicBezTo>
                    <a:pt x="3580009" y="529691"/>
                    <a:pt x="3579342" y="528808"/>
                    <a:pt x="3578472" y="527488"/>
                  </a:cubicBezTo>
                  <a:cubicBezTo>
                    <a:pt x="3577367" y="525964"/>
                    <a:pt x="3576929" y="524014"/>
                    <a:pt x="3574935" y="524014"/>
                  </a:cubicBezTo>
                  <a:cubicBezTo>
                    <a:pt x="3572325" y="524014"/>
                    <a:pt x="3570579" y="525760"/>
                    <a:pt x="3567969" y="525760"/>
                  </a:cubicBezTo>
                  <a:lnTo>
                    <a:pt x="3566204" y="525760"/>
                  </a:lnTo>
                  <a:cubicBezTo>
                    <a:pt x="3564216" y="525526"/>
                    <a:pt x="3564470" y="522909"/>
                    <a:pt x="3562730" y="522268"/>
                  </a:cubicBezTo>
                  <a:cubicBezTo>
                    <a:pt x="3561607" y="522027"/>
                    <a:pt x="3560298" y="521608"/>
                    <a:pt x="3559194" y="521354"/>
                  </a:cubicBezTo>
                  <a:cubicBezTo>
                    <a:pt x="3556380" y="520706"/>
                    <a:pt x="3554590" y="521354"/>
                    <a:pt x="3551523" y="521354"/>
                  </a:cubicBezTo>
                  <a:lnTo>
                    <a:pt x="3544296" y="521354"/>
                  </a:lnTo>
                  <a:cubicBezTo>
                    <a:pt x="3543001" y="521354"/>
                    <a:pt x="3542137" y="522268"/>
                    <a:pt x="3540798" y="522268"/>
                  </a:cubicBezTo>
                  <a:cubicBezTo>
                    <a:pt x="3539731" y="522268"/>
                    <a:pt x="3539299" y="521608"/>
                    <a:pt x="3538175" y="521608"/>
                  </a:cubicBezTo>
                  <a:lnTo>
                    <a:pt x="3538175" y="529247"/>
                  </a:lnTo>
                  <a:cubicBezTo>
                    <a:pt x="3540798" y="529691"/>
                    <a:pt x="3542779" y="529691"/>
                    <a:pt x="3545179" y="530129"/>
                  </a:cubicBezTo>
                  <a:cubicBezTo>
                    <a:pt x="3546284" y="530129"/>
                    <a:pt x="3547148" y="531660"/>
                    <a:pt x="3548259" y="531863"/>
                  </a:cubicBezTo>
                  <a:lnTo>
                    <a:pt x="3548259" y="552646"/>
                  </a:lnTo>
                  <a:cubicBezTo>
                    <a:pt x="3548259" y="554183"/>
                    <a:pt x="3546722" y="555288"/>
                    <a:pt x="3546074" y="556386"/>
                  </a:cubicBezTo>
                  <a:cubicBezTo>
                    <a:pt x="3545179" y="557669"/>
                    <a:pt x="3542550" y="557250"/>
                    <a:pt x="3542550" y="559015"/>
                  </a:cubicBezTo>
                  <a:cubicBezTo>
                    <a:pt x="3542550" y="560317"/>
                    <a:pt x="3543439" y="561200"/>
                    <a:pt x="3543439" y="562502"/>
                  </a:cubicBezTo>
                  <a:cubicBezTo>
                    <a:pt x="3543439" y="563822"/>
                    <a:pt x="3542779" y="565130"/>
                    <a:pt x="3543439" y="566045"/>
                  </a:cubicBezTo>
                  <a:cubicBezTo>
                    <a:pt x="3544087" y="566889"/>
                    <a:pt x="3546074" y="566470"/>
                    <a:pt x="3546951" y="566889"/>
                  </a:cubicBezTo>
                  <a:cubicBezTo>
                    <a:pt x="3548043" y="567550"/>
                    <a:pt x="3549135" y="567975"/>
                    <a:pt x="3550456" y="568636"/>
                  </a:cubicBezTo>
                  <a:cubicBezTo>
                    <a:pt x="3551777" y="569296"/>
                    <a:pt x="3552202" y="571055"/>
                    <a:pt x="3553072" y="572128"/>
                  </a:cubicBezTo>
                  <a:cubicBezTo>
                    <a:pt x="3554380" y="573665"/>
                    <a:pt x="3556577" y="574344"/>
                    <a:pt x="3556577" y="576516"/>
                  </a:cubicBezTo>
                  <a:lnTo>
                    <a:pt x="3556577" y="578281"/>
                  </a:lnTo>
                  <a:cubicBezTo>
                    <a:pt x="3556380" y="579818"/>
                    <a:pt x="3553504" y="578929"/>
                    <a:pt x="3553504" y="580466"/>
                  </a:cubicBezTo>
                  <a:cubicBezTo>
                    <a:pt x="3553504" y="581564"/>
                    <a:pt x="3553936" y="582409"/>
                    <a:pt x="3553936" y="583507"/>
                  </a:cubicBezTo>
                  <a:cubicBezTo>
                    <a:pt x="3553504" y="587673"/>
                    <a:pt x="3553936" y="589864"/>
                    <a:pt x="3553936" y="594036"/>
                  </a:cubicBezTo>
                  <a:cubicBezTo>
                    <a:pt x="3553936" y="594709"/>
                    <a:pt x="3553504" y="595128"/>
                    <a:pt x="3553504" y="595776"/>
                  </a:cubicBezTo>
                  <a:cubicBezTo>
                    <a:pt x="3550646" y="595553"/>
                    <a:pt x="3548716" y="595344"/>
                    <a:pt x="3546074" y="594893"/>
                  </a:cubicBezTo>
                  <a:cubicBezTo>
                    <a:pt x="3544976" y="594893"/>
                    <a:pt x="3543439" y="595553"/>
                    <a:pt x="3542550" y="594893"/>
                  </a:cubicBezTo>
                  <a:cubicBezTo>
                    <a:pt x="3541229" y="593807"/>
                    <a:pt x="3540137" y="593591"/>
                    <a:pt x="3539058" y="592308"/>
                  </a:cubicBezTo>
                  <a:cubicBezTo>
                    <a:pt x="3538410" y="591400"/>
                    <a:pt x="3539731" y="589667"/>
                    <a:pt x="3539058" y="588803"/>
                  </a:cubicBezTo>
                  <a:cubicBezTo>
                    <a:pt x="3538175" y="587470"/>
                    <a:pt x="3537750" y="585933"/>
                    <a:pt x="3536448" y="585254"/>
                  </a:cubicBezTo>
                  <a:cubicBezTo>
                    <a:pt x="3535095" y="584638"/>
                    <a:pt x="3534054" y="585254"/>
                    <a:pt x="3532492" y="585254"/>
                  </a:cubicBezTo>
                  <a:cubicBezTo>
                    <a:pt x="3530961" y="585254"/>
                    <a:pt x="3529844" y="585069"/>
                    <a:pt x="3528568" y="585254"/>
                  </a:cubicBezTo>
                  <a:cubicBezTo>
                    <a:pt x="3527018" y="585527"/>
                    <a:pt x="3526599" y="587673"/>
                    <a:pt x="3525056" y="587927"/>
                  </a:cubicBezTo>
                  <a:cubicBezTo>
                    <a:pt x="3523964" y="588136"/>
                    <a:pt x="3522884" y="587927"/>
                    <a:pt x="3521532" y="587927"/>
                  </a:cubicBezTo>
                  <a:cubicBezTo>
                    <a:pt x="3518471" y="588136"/>
                    <a:pt x="3516718" y="587927"/>
                    <a:pt x="3513683" y="587927"/>
                  </a:cubicBezTo>
                  <a:cubicBezTo>
                    <a:pt x="3512362" y="587927"/>
                    <a:pt x="3511480" y="588803"/>
                    <a:pt x="3510172" y="588803"/>
                  </a:cubicBezTo>
                  <a:cubicBezTo>
                    <a:pt x="3510172" y="590099"/>
                    <a:pt x="3510616" y="591178"/>
                    <a:pt x="3510172" y="592308"/>
                  </a:cubicBezTo>
                  <a:cubicBezTo>
                    <a:pt x="3509721" y="593388"/>
                    <a:pt x="3509943" y="594893"/>
                    <a:pt x="3509295" y="595776"/>
                  </a:cubicBezTo>
                  <a:cubicBezTo>
                    <a:pt x="3508413" y="596887"/>
                    <a:pt x="3507092" y="596887"/>
                    <a:pt x="3505790" y="597534"/>
                  </a:cubicBezTo>
                  <a:cubicBezTo>
                    <a:pt x="3504691" y="597960"/>
                    <a:pt x="3503402" y="598195"/>
                    <a:pt x="3502266" y="598404"/>
                  </a:cubicBezTo>
                  <a:cubicBezTo>
                    <a:pt x="3499891" y="599058"/>
                    <a:pt x="3497694" y="599725"/>
                    <a:pt x="3495281" y="600195"/>
                  </a:cubicBezTo>
                  <a:cubicBezTo>
                    <a:pt x="3493757" y="600373"/>
                    <a:pt x="3492449" y="600373"/>
                    <a:pt x="3490874" y="601046"/>
                  </a:cubicBezTo>
                  <a:cubicBezTo>
                    <a:pt x="3489375" y="601700"/>
                    <a:pt x="3488518" y="602348"/>
                    <a:pt x="3487394" y="603694"/>
                  </a:cubicBezTo>
                  <a:cubicBezTo>
                    <a:pt x="3486537" y="604742"/>
                    <a:pt x="3486746" y="606278"/>
                    <a:pt x="3485654" y="607161"/>
                  </a:cubicBezTo>
                  <a:cubicBezTo>
                    <a:pt x="3484543" y="608056"/>
                    <a:pt x="3483679" y="609149"/>
                    <a:pt x="3482155" y="609771"/>
                  </a:cubicBezTo>
                  <a:cubicBezTo>
                    <a:pt x="3479939" y="610901"/>
                    <a:pt x="3477787" y="610444"/>
                    <a:pt x="3475151" y="610666"/>
                  </a:cubicBezTo>
                  <a:cubicBezTo>
                    <a:pt x="3475386" y="611111"/>
                    <a:pt x="3476917" y="610031"/>
                    <a:pt x="3476917" y="610666"/>
                  </a:cubicBezTo>
                  <a:cubicBezTo>
                    <a:pt x="3477558" y="613295"/>
                    <a:pt x="3476453" y="615257"/>
                    <a:pt x="3476917" y="617658"/>
                  </a:cubicBezTo>
                  <a:cubicBezTo>
                    <a:pt x="3477132" y="618997"/>
                    <a:pt x="3478002" y="620102"/>
                    <a:pt x="3478650" y="621156"/>
                  </a:cubicBezTo>
                  <a:cubicBezTo>
                    <a:pt x="3479323" y="622287"/>
                    <a:pt x="3478650" y="623811"/>
                    <a:pt x="3479520" y="624687"/>
                  </a:cubicBezTo>
                  <a:cubicBezTo>
                    <a:pt x="3480428" y="625538"/>
                    <a:pt x="3481914" y="624897"/>
                    <a:pt x="3483038" y="625538"/>
                  </a:cubicBezTo>
                  <a:cubicBezTo>
                    <a:pt x="3484105" y="626217"/>
                    <a:pt x="3485413" y="626643"/>
                    <a:pt x="3486537" y="627316"/>
                  </a:cubicBezTo>
                  <a:cubicBezTo>
                    <a:pt x="3488054" y="628395"/>
                    <a:pt x="3488283" y="630383"/>
                    <a:pt x="3488283" y="632567"/>
                  </a:cubicBezTo>
                  <a:cubicBezTo>
                    <a:pt x="3488283" y="634536"/>
                    <a:pt x="3487610" y="635844"/>
                    <a:pt x="3487394" y="637813"/>
                  </a:cubicBezTo>
                  <a:cubicBezTo>
                    <a:pt x="3486962" y="637603"/>
                    <a:pt x="3488054" y="636054"/>
                    <a:pt x="3487394" y="636054"/>
                  </a:cubicBezTo>
                  <a:cubicBezTo>
                    <a:pt x="3484784" y="635419"/>
                    <a:pt x="3483038" y="636054"/>
                    <a:pt x="3480428" y="636054"/>
                  </a:cubicBezTo>
                  <a:cubicBezTo>
                    <a:pt x="3477787" y="636054"/>
                    <a:pt x="3476009" y="636301"/>
                    <a:pt x="3473399" y="636054"/>
                  </a:cubicBezTo>
                  <a:cubicBezTo>
                    <a:pt x="3470782" y="635844"/>
                    <a:pt x="3468801" y="634536"/>
                    <a:pt x="3466376" y="634301"/>
                  </a:cubicBezTo>
                  <a:lnTo>
                    <a:pt x="3462908" y="634301"/>
                  </a:lnTo>
                  <a:cubicBezTo>
                    <a:pt x="3461569" y="634301"/>
                    <a:pt x="3460686" y="633450"/>
                    <a:pt x="3459397" y="633450"/>
                  </a:cubicBezTo>
                  <a:cubicBezTo>
                    <a:pt x="3456317" y="633215"/>
                    <a:pt x="3454355" y="633450"/>
                    <a:pt x="3451479" y="632567"/>
                  </a:cubicBezTo>
                  <a:cubicBezTo>
                    <a:pt x="3449967" y="632136"/>
                    <a:pt x="3449542" y="630383"/>
                    <a:pt x="3447992" y="629964"/>
                  </a:cubicBezTo>
                  <a:cubicBezTo>
                    <a:pt x="3446900" y="629704"/>
                    <a:pt x="3445592" y="629272"/>
                    <a:pt x="3444513" y="629043"/>
                  </a:cubicBezTo>
                  <a:cubicBezTo>
                    <a:pt x="3443420" y="628827"/>
                    <a:pt x="3442100" y="629272"/>
                    <a:pt x="3440995" y="629043"/>
                  </a:cubicBezTo>
                  <a:cubicBezTo>
                    <a:pt x="3439458" y="628827"/>
                    <a:pt x="3438817" y="627316"/>
                    <a:pt x="3437521" y="626446"/>
                  </a:cubicBezTo>
                  <a:cubicBezTo>
                    <a:pt x="3435940" y="625322"/>
                    <a:pt x="3435527" y="623595"/>
                    <a:pt x="3434861" y="622065"/>
                  </a:cubicBezTo>
                  <a:lnTo>
                    <a:pt x="3433127" y="618566"/>
                  </a:lnTo>
                  <a:cubicBezTo>
                    <a:pt x="3432009" y="619207"/>
                    <a:pt x="3430714" y="619658"/>
                    <a:pt x="3429647" y="620287"/>
                  </a:cubicBezTo>
                  <a:cubicBezTo>
                    <a:pt x="3428320" y="621156"/>
                    <a:pt x="3428320" y="622928"/>
                    <a:pt x="3426980" y="623811"/>
                  </a:cubicBezTo>
                  <a:cubicBezTo>
                    <a:pt x="3426129" y="624230"/>
                    <a:pt x="3424593" y="623150"/>
                    <a:pt x="3423488" y="623811"/>
                  </a:cubicBezTo>
                  <a:cubicBezTo>
                    <a:pt x="3421729" y="624687"/>
                    <a:pt x="3419976" y="626002"/>
                    <a:pt x="3419976" y="628167"/>
                  </a:cubicBezTo>
                  <a:cubicBezTo>
                    <a:pt x="3419976" y="630383"/>
                    <a:pt x="3420414" y="631888"/>
                    <a:pt x="3421729" y="633450"/>
                  </a:cubicBezTo>
                  <a:cubicBezTo>
                    <a:pt x="3422618" y="634536"/>
                    <a:pt x="3423907" y="634961"/>
                    <a:pt x="3425215" y="636054"/>
                  </a:cubicBezTo>
                  <a:cubicBezTo>
                    <a:pt x="3426129" y="636708"/>
                    <a:pt x="3428079" y="636054"/>
                    <a:pt x="3428765" y="636924"/>
                  </a:cubicBezTo>
                  <a:cubicBezTo>
                    <a:pt x="3429393" y="637813"/>
                    <a:pt x="3428320" y="639349"/>
                    <a:pt x="3428765" y="640441"/>
                  </a:cubicBezTo>
                  <a:cubicBezTo>
                    <a:pt x="3429190" y="641756"/>
                    <a:pt x="3430060" y="642600"/>
                    <a:pt x="3430498" y="643953"/>
                  </a:cubicBezTo>
                  <a:lnTo>
                    <a:pt x="3434003" y="643953"/>
                  </a:lnTo>
                  <a:cubicBezTo>
                    <a:pt x="3437064" y="643718"/>
                    <a:pt x="3439052" y="642410"/>
                    <a:pt x="3441852" y="643077"/>
                  </a:cubicBezTo>
                  <a:cubicBezTo>
                    <a:pt x="3444716" y="643718"/>
                    <a:pt x="3446672" y="645687"/>
                    <a:pt x="3448875" y="647445"/>
                  </a:cubicBezTo>
                  <a:cubicBezTo>
                    <a:pt x="3450183" y="648525"/>
                    <a:pt x="3451479" y="649858"/>
                    <a:pt x="3451479" y="651808"/>
                  </a:cubicBezTo>
                  <a:cubicBezTo>
                    <a:pt x="3451479" y="653554"/>
                    <a:pt x="3449104" y="653795"/>
                    <a:pt x="3448875" y="655319"/>
                  </a:cubicBezTo>
                  <a:lnTo>
                    <a:pt x="3431362" y="655319"/>
                  </a:lnTo>
                  <a:cubicBezTo>
                    <a:pt x="3430498" y="656405"/>
                    <a:pt x="3430930" y="658387"/>
                    <a:pt x="3429647" y="658825"/>
                  </a:cubicBezTo>
                  <a:cubicBezTo>
                    <a:pt x="3428542" y="659015"/>
                    <a:pt x="3427418" y="659714"/>
                    <a:pt x="3426129" y="659714"/>
                  </a:cubicBezTo>
                  <a:cubicBezTo>
                    <a:pt x="3424789" y="659714"/>
                    <a:pt x="3423697" y="659472"/>
                    <a:pt x="3422618" y="658825"/>
                  </a:cubicBezTo>
                  <a:cubicBezTo>
                    <a:pt x="3421538" y="658171"/>
                    <a:pt x="3422396" y="656221"/>
                    <a:pt x="3421729" y="655319"/>
                  </a:cubicBezTo>
                  <a:cubicBezTo>
                    <a:pt x="3420649" y="653999"/>
                    <a:pt x="3419563" y="653554"/>
                    <a:pt x="3418262" y="652716"/>
                  </a:cubicBezTo>
                  <a:cubicBezTo>
                    <a:pt x="3414947" y="650074"/>
                    <a:pt x="3411886" y="648969"/>
                    <a:pt x="3407733" y="648309"/>
                  </a:cubicBezTo>
                  <a:cubicBezTo>
                    <a:pt x="3406635" y="648119"/>
                    <a:pt x="3405327" y="648525"/>
                    <a:pt x="3404203" y="648309"/>
                  </a:cubicBezTo>
                  <a:cubicBezTo>
                    <a:pt x="3401377" y="647230"/>
                    <a:pt x="3399631" y="645483"/>
                    <a:pt x="3398088" y="643077"/>
                  </a:cubicBezTo>
                  <a:cubicBezTo>
                    <a:pt x="3397453" y="641978"/>
                    <a:pt x="3396564" y="640873"/>
                    <a:pt x="3396348" y="639552"/>
                  </a:cubicBezTo>
                  <a:cubicBezTo>
                    <a:pt x="3396138" y="638473"/>
                    <a:pt x="3396348" y="637381"/>
                    <a:pt x="3396348" y="636054"/>
                  </a:cubicBezTo>
                  <a:cubicBezTo>
                    <a:pt x="3396138" y="631888"/>
                    <a:pt x="3396348" y="629704"/>
                    <a:pt x="3396348" y="625538"/>
                  </a:cubicBezTo>
                  <a:lnTo>
                    <a:pt x="3385191" y="625538"/>
                  </a:lnTo>
                  <a:lnTo>
                    <a:pt x="3384962" y="614210"/>
                  </a:lnTo>
                  <a:cubicBezTo>
                    <a:pt x="3384962" y="608685"/>
                    <a:pt x="3387591" y="604532"/>
                    <a:pt x="3386708" y="599274"/>
                  </a:cubicBezTo>
                  <a:cubicBezTo>
                    <a:pt x="3386258" y="596639"/>
                    <a:pt x="3386048" y="594036"/>
                    <a:pt x="3384099" y="592308"/>
                  </a:cubicBezTo>
                  <a:cubicBezTo>
                    <a:pt x="3381248" y="589667"/>
                    <a:pt x="3377539" y="591616"/>
                    <a:pt x="3373596" y="590537"/>
                  </a:cubicBezTo>
                  <a:cubicBezTo>
                    <a:pt x="3372250" y="590315"/>
                    <a:pt x="3372948" y="588136"/>
                    <a:pt x="3371805" y="587013"/>
                  </a:cubicBezTo>
                  <a:cubicBezTo>
                    <a:pt x="3370522" y="585717"/>
                    <a:pt x="3369202" y="585254"/>
                    <a:pt x="3368332" y="583507"/>
                  </a:cubicBezTo>
                  <a:cubicBezTo>
                    <a:pt x="3367214" y="581088"/>
                    <a:pt x="3367881" y="578053"/>
                    <a:pt x="3365703" y="576516"/>
                  </a:cubicBezTo>
                  <a:cubicBezTo>
                    <a:pt x="3363290" y="574770"/>
                    <a:pt x="3360648" y="576326"/>
                    <a:pt x="3357822" y="575646"/>
                  </a:cubicBezTo>
                  <a:cubicBezTo>
                    <a:pt x="3356070" y="575221"/>
                    <a:pt x="3355841" y="573004"/>
                    <a:pt x="3354330" y="572128"/>
                  </a:cubicBezTo>
                  <a:cubicBezTo>
                    <a:pt x="3351898" y="570839"/>
                    <a:pt x="3349917" y="569976"/>
                    <a:pt x="3347294" y="568636"/>
                  </a:cubicBezTo>
                  <a:lnTo>
                    <a:pt x="3348183" y="565130"/>
                  </a:lnTo>
                  <a:cubicBezTo>
                    <a:pt x="3349307" y="565353"/>
                    <a:pt x="3350596" y="565569"/>
                    <a:pt x="3351688" y="566045"/>
                  </a:cubicBezTo>
                  <a:cubicBezTo>
                    <a:pt x="3352774" y="566470"/>
                    <a:pt x="3354089" y="566210"/>
                    <a:pt x="3355200" y="566889"/>
                  </a:cubicBezTo>
                  <a:cubicBezTo>
                    <a:pt x="3356279" y="567550"/>
                    <a:pt x="3355841" y="569721"/>
                    <a:pt x="3356940" y="570376"/>
                  </a:cubicBezTo>
                  <a:cubicBezTo>
                    <a:pt x="3359137" y="571938"/>
                    <a:pt x="3361563" y="571938"/>
                    <a:pt x="3363950" y="573004"/>
                  </a:cubicBezTo>
                  <a:cubicBezTo>
                    <a:pt x="3366573" y="574344"/>
                    <a:pt x="3368332" y="576326"/>
                    <a:pt x="3370948" y="577411"/>
                  </a:cubicBezTo>
                  <a:cubicBezTo>
                    <a:pt x="3372250" y="577856"/>
                    <a:pt x="3373100" y="578929"/>
                    <a:pt x="3374440" y="579158"/>
                  </a:cubicBezTo>
                  <a:cubicBezTo>
                    <a:pt x="3379057" y="580015"/>
                    <a:pt x="3382092" y="578478"/>
                    <a:pt x="3386708" y="579158"/>
                  </a:cubicBezTo>
                  <a:cubicBezTo>
                    <a:pt x="3387801" y="579158"/>
                    <a:pt x="3389122" y="578713"/>
                    <a:pt x="3390201" y="579158"/>
                  </a:cubicBezTo>
                  <a:cubicBezTo>
                    <a:pt x="3391750" y="579818"/>
                    <a:pt x="3391541" y="581780"/>
                    <a:pt x="3392843" y="582650"/>
                  </a:cubicBezTo>
                  <a:cubicBezTo>
                    <a:pt x="3395268" y="584212"/>
                    <a:pt x="3397002" y="586168"/>
                    <a:pt x="3400069" y="586168"/>
                  </a:cubicBezTo>
                  <a:lnTo>
                    <a:pt x="3424142" y="586168"/>
                  </a:lnTo>
                  <a:cubicBezTo>
                    <a:pt x="3425685" y="586168"/>
                    <a:pt x="3426536" y="586587"/>
                    <a:pt x="3427856" y="587013"/>
                  </a:cubicBezTo>
                  <a:cubicBezTo>
                    <a:pt x="3428980" y="587470"/>
                    <a:pt x="3430257" y="587470"/>
                    <a:pt x="3431362" y="587927"/>
                  </a:cubicBezTo>
                  <a:cubicBezTo>
                    <a:pt x="3432702" y="588575"/>
                    <a:pt x="3431800" y="590759"/>
                    <a:pt x="3433127" y="591400"/>
                  </a:cubicBezTo>
                  <a:cubicBezTo>
                    <a:pt x="3434213" y="591870"/>
                    <a:pt x="3435527" y="592061"/>
                    <a:pt x="3436632" y="592308"/>
                  </a:cubicBezTo>
                  <a:cubicBezTo>
                    <a:pt x="3437724" y="592486"/>
                    <a:pt x="3438817" y="592308"/>
                    <a:pt x="3440112" y="592308"/>
                  </a:cubicBezTo>
                  <a:cubicBezTo>
                    <a:pt x="3441446" y="592308"/>
                    <a:pt x="3442303" y="593166"/>
                    <a:pt x="3443624" y="593166"/>
                  </a:cubicBezTo>
                  <a:cubicBezTo>
                    <a:pt x="3446233" y="593388"/>
                    <a:pt x="3447992" y="593166"/>
                    <a:pt x="3450621" y="593166"/>
                  </a:cubicBezTo>
                  <a:lnTo>
                    <a:pt x="3454126" y="593166"/>
                  </a:lnTo>
                  <a:lnTo>
                    <a:pt x="3457619" y="593166"/>
                  </a:lnTo>
                  <a:cubicBezTo>
                    <a:pt x="3458959" y="592931"/>
                    <a:pt x="3459835" y="591616"/>
                    <a:pt x="3461130" y="591400"/>
                  </a:cubicBezTo>
                  <a:cubicBezTo>
                    <a:pt x="3462210" y="591178"/>
                    <a:pt x="3463537" y="591616"/>
                    <a:pt x="3464623" y="591400"/>
                  </a:cubicBezTo>
                  <a:cubicBezTo>
                    <a:pt x="3465741" y="591178"/>
                    <a:pt x="3467036" y="590759"/>
                    <a:pt x="3468128" y="590537"/>
                  </a:cubicBezTo>
                  <a:cubicBezTo>
                    <a:pt x="3470967" y="589667"/>
                    <a:pt x="3472287" y="587673"/>
                    <a:pt x="3475151" y="587013"/>
                  </a:cubicBezTo>
                  <a:cubicBezTo>
                    <a:pt x="3476224" y="586828"/>
                    <a:pt x="3477342" y="587013"/>
                    <a:pt x="3478650" y="587013"/>
                  </a:cubicBezTo>
                  <a:cubicBezTo>
                    <a:pt x="3481285" y="586828"/>
                    <a:pt x="3483235" y="586828"/>
                    <a:pt x="3485654" y="586168"/>
                  </a:cubicBezTo>
                  <a:cubicBezTo>
                    <a:pt x="3487197" y="585717"/>
                    <a:pt x="3487851" y="584212"/>
                    <a:pt x="3489147" y="583507"/>
                  </a:cubicBezTo>
                  <a:cubicBezTo>
                    <a:pt x="3490455" y="582866"/>
                    <a:pt x="3491598" y="581780"/>
                    <a:pt x="3492639" y="580923"/>
                  </a:cubicBezTo>
                  <a:cubicBezTo>
                    <a:pt x="3493757" y="580015"/>
                    <a:pt x="3495509" y="579589"/>
                    <a:pt x="3496170" y="578281"/>
                  </a:cubicBezTo>
                  <a:cubicBezTo>
                    <a:pt x="3496843" y="576960"/>
                    <a:pt x="3497465" y="576084"/>
                    <a:pt x="3497922" y="574770"/>
                  </a:cubicBezTo>
                  <a:cubicBezTo>
                    <a:pt x="3498799" y="572369"/>
                    <a:pt x="3498799" y="570376"/>
                    <a:pt x="3498799" y="567772"/>
                  </a:cubicBezTo>
                  <a:cubicBezTo>
                    <a:pt x="3498799" y="563613"/>
                    <a:pt x="3498329" y="561441"/>
                    <a:pt x="3497922" y="557250"/>
                  </a:cubicBezTo>
                  <a:cubicBezTo>
                    <a:pt x="3497922" y="555948"/>
                    <a:pt x="3498132" y="554862"/>
                    <a:pt x="3497922" y="553745"/>
                  </a:cubicBezTo>
                  <a:cubicBezTo>
                    <a:pt x="3497256" y="550919"/>
                    <a:pt x="3495916" y="549154"/>
                    <a:pt x="3494398" y="546747"/>
                  </a:cubicBezTo>
                  <a:cubicBezTo>
                    <a:pt x="3493528" y="545439"/>
                    <a:pt x="3492011" y="545223"/>
                    <a:pt x="3490874" y="544144"/>
                  </a:cubicBezTo>
                  <a:cubicBezTo>
                    <a:pt x="3489598" y="542810"/>
                    <a:pt x="3489147" y="541293"/>
                    <a:pt x="3487394" y="540638"/>
                  </a:cubicBezTo>
                  <a:cubicBezTo>
                    <a:pt x="3486302" y="540194"/>
                    <a:pt x="3484968" y="539953"/>
                    <a:pt x="3483895" y="539730"/>
                  </a:cubicBezTo>
                  <a:cubicBezTo>
                    <a:pt x="3482371" y="539324"/>
                    <a:pt x="3481285" y="538905"/>
                    <a:pt x="3479520" y="538905"/>
                  </a:cubicBezTo>
                  <a:cubicBezTo>
                    <a:pt x="3476917" y="538632"/>
                    <a:pt x="3475151" y="538905"/>
                    <a:pt x="3472503" y="538905"/>
                  </a:cubicBezTo>
                  <a:cubicBezTo>
                    <a:pt x="3469900" y="538905"/>
                    <a:pt x="3467931" y="539521"/>
                    <a:pt x="3465487" y="538905"/>
                  </a:cubicBezTo>
                  <a:cubicBezTo>
                    <a:pt x="3462680" y="538200"/>
                    <a:pt x="3460940" y="536232"/>
                    <a:pt x="3458540" y="534492"/>
                  </a:cubicBezTo>
                  <a:cubicBezTo>
                    <a:pt x="3457409" y="533838"/>
                    <a:pt x="3456101" y="533622"/>
                    <a:pt x="3455009" y="532739"/>
                  </a:cubicBezTo>
                  <a:cubicBezTo>
                    <a:pt x="3453904" y="531863"/>
                    <a:pt x="3454355" y="530129"/>
                    <a:pt x="3453231" y="529247"/>
                  </a:cubicBezTo>
                  <a:cubicBezTo>
                    <a:pt x="3452164" y="528383"/>
                    <a:pt x="3450869" y="528383"/>
                    <a:pt x="3449739" y="527488"/>
                  </a:cubicBezTo>
                  <a:cubicBezTo>
                    <a:pt x="3448450" y="526605"/>
                    <a:pt x="3448646" y="524643"/>
                    <a:pt x="3447116" y="524014"/>
                  </a:cubicBezTo>
                  <a:cubicBezTo>
                    <a:pt x="3446024" y="523538"/>
                    <a:pt x="3444716" y="524446"/>
                    <a:pt x="3443624" y="524014"/>
                  </a:cubicBezTo>
                  <a:lnTo>
                    <a:pt x="3440112" y="522268"/>
                  </a:lnTo>
                  <a:cubicBezTo>
                    <a:pt x="3438817" y="521608"/>
                    <a:pt x="3438817" y="519410"/>
                    <a:pt x="3437521" y="518744"/>
                  </a:cubicBezTo>
                  <a:cubicBezTo>
                    <a:pt x="3436391" y="518102"/>
                    <a:pt x="3435083" y="518306"/>
                    <a:pt x="3434003" y="517861"/>
                  </a:cubicBezTo>
                  <a:lnTo>
                    <a:pt x="3430498" y="516102"/>
                  </a:lnTo>
                  <a:cubicBezTo>
                    <a:pt x="3428980" y="515448"/>
                    <a:pt x="3428542" y="514140"/>
                    <a:pt x="3426980" y="513492"/>
                  </a:cubicBezTo>
                  <a:cubicBezTo>
                    <a:pt x="3425901" y="513035"/>
                    <a:pt x="3424593" y="512800"/>
                    <a:pt x="3423488" y="512610"/>
                  </a:cubicBezTo>
                  <a:cubicBezTo>
                    <a:pt x="3420414" y="511936"/>
                    <a:pt x="3418446" y="511727"/>
                    <a:pt x="3415176" y="511727"/>
                  </a:cubicBezTo>
                  <a:cubicBezTo>
                    <a:pt x="3411886" y="511727"/>
                    <a:pt x="3410121" y="512178"/>
                    <a:pt x="3406876" y="512610"/>
                  </a:cubicBezTo>
                  <a:cubicBezTo>
                    <a:pt x="3404895" y="512800"/>
                    <a:pt x="3403593" y="513492"/>
                    <a:pt x="3401606" y="513492"/>
                  </a:cubicBezTo>
                  <a:lnTo>
                    <a:pt x="3399853" y="513492"/>
                  </a:lnTo>
                  <a:cubicBezTo>
                    <a:pt x="3398088" y="513257"/>
                    <a:pt x="3397872" y="511511"/>
                    <a:pt x="3396348" y="510851"/>
                  </a:cubicBezTo>
                  <a:cubicBezTo>
                    <a:pt x="3394824" y="510222"/>
                    <a:pt x="3393293" y="509968"/>
                    <a:pt x="3391992" y="509104"/>
                  </a:cubicBezTo>
                  <a:cubicBezTo>
                    <a:pt x="3389350" y="507142"/>
                    <a:pt x="3388010" y="505402"/>
                    <a:pt x="3385826" y="502970"/>
                  </a:cubicBezTo>
                  <a:lnTo>
                    <a:pt x="3375336" y="502970"/>
                  </a:lnTo>
                  <a:cubicBezTo>
                    <a:pt x="3375336" y="504939"/>
                    <a:pt x="3376199" y="506710"/>
                    <a:pt x="3375336" y="508228"/>
                  </a:cubicBezTo>
                  <a:cubicBezTo>
                    <a:pt x="3374663" y="509549"/>
                    <a:pt x="3374898" y="511511"/>
                    <a:pt x="3373596" y="511727"/>
                  </a:cubicBezTo>
                  <a:cubicBezTo>
                    <a:pt x="3372491" y="511936"/>
                    <a:pt x="3371386" y="511727"/>
                    <a:pt x="3370097" y="511727"/>
                  </a:cubicBezTo>
                  <a:lnTo>
                    <a:pt x="3366573" y="511727"/>
                  </a:lnTo>
                  <a:cubicBezTo>
                    <a:pt x="3364814" y="511511"/>
                    <a:pt x="3363709" y="509968"/>
                    <a:pt x="3362210" y="509104"/>
                  </a:cubicBezTo>
                  <a:cubicBezTo>
                    <a:pt x="3362852" y="507790"/>
                    <a:pt x="3363506" y="506901"/>
                    <a:pt x="3363950" y="505593"/>
                  </a:cubicBezTo>
                  <a:cubicBezTo>
                    <a:pt x="3364610" y="503631"/>
                    <a:pt x="3365703" y="502519"/>
                    <a:pt x="3365703" y="500341"/>
                  </a:cubicBezTo>
                  <a:cubicBezTo>
                    <a:pt x="3365703" y="499687"/>
                    <a:pt x="3365931" y="499046"/>
                    <a:pt x="3365703" y="498614"/>
                  </a:cubicBezTo>
                  <a:cubicBezTo>
                    <a:pt x="3365055" y="497497"/>
                    <a:pt x="3363290" y="497712"/>
                    <a:pt x="3362210" y="496862"/>
                  </a:cubicBezTo>
                  <a:cubicBezTo>
                    <a:pt x="3361105" y="495979"/>
                    <a:pt x="3359372" y="496195"/>
                    <a:pt x="3358680" y="495096"/>
                  </a:cubicBezTo>
                  <a:cubicBezTo>
                    <a:pt x="3358235" y="494233"/>
                    <a:pt x="3358902" y="492690"/>
                    <a:pt x="3358680" y="491604"/>
                  </a:cubicBezTo>
                  <a:cubicBezTo>
                    <a:pt x="3358235" y="490061"/>
                    <a:pt x="3358051" y="488962"/>
                    <a:pt x="3357822" y="487216"/>
                  </a:cubicBezTo>
                  <a:lnTo>
                    <a:pt x="3347542" y="487216"/>
                  </a:lnTo>
                  <a:cubicBezTo>
                    <a:pt x="3345986" y="487216"/>
                    <a:pt x="3344919" y="488314"/>
                    <a:pt x="3343795" y="488962"/>
                  </a:cubicBezTo>
                  <a:cubicBezTo>
                    <a:pt x="3342265" y="490061"/>
                    <a:pt x="3342265" y="492455"/>
                    <a:pt x="3340328" y="492455"/>
                  </a:cubicBezTo>
                  <a:cubicBezTo>
                    <a:pt x="3338118" y="492455"/>
                    <a:pt x="3336804" y="491832"/>
                    <a:pt x="3335032" y="490740"/>
                  </a:cubicBezTo>
                  <a:cubicBezTo>
                    <a:pt x="3333953" y="490061"/>
                    <a:pt x="3332645" y="489604"/>
                    <a:pt x="3331552" y="488962"/>
                  </a:cubicBezTo>
                  <a:cubicBezTo>
                    <a:pt x="3330676" y="488314"/>
                    <a:pt x="3331343" y="486536"/>
                    <a:pt x="3330676" y="485470"/>
                  </a:cubicBezTo>
                  <a:cubicBezTo>
                    <a:pt x="3328066" y="485470"/>
                    <a:pt x="3325418" y="486536"/>
                    <a:pt x="3322783" y="486371"/>
                  </a:cubicBezTo>
                  <a:cubicBezTo>
                    <a:pt x="3319741" y="486105"/>
                    <a:pt x="3317767" y="485051"/>
                    <a:pt x="3314941" y="484593"/>
                  </a:cubicBezTo>
                  <a:cubicBezTo>
                    <a:pt x="3313791" y="484377"/>
                    <a:pt x="3312509" y="483952"/>
                    <a:pt x="3311417" y="483717"/>
                  </a:cubicBezTo>
                  <a:lnTo>
                    <a:pt x="3311417" y="479786"/>
                  </a:lnTo>
                  <a:cubicBezTo>
                    <a:pt x="3312718" y="479786"/>
                    <a:pt x="3313607" y="480218"/>
                    <a:pt x="3314941" y="480218"/>
                  </a:cubicBezTo>
                  <a:cubicBezTo>
                    <a:pt x="3316255" y="480218"/>
                    <a:pt x="3317106" y="479323"/>
                    <a:pt x="3318427" y="479323"/>
                  </a:cubicBezTo>
                  <a:cubicBezTo>
                    <a:pt x="3320167" y="479323"/>
                    <a:pt x="3321024" y="479786"/>
                    <a:pt x="3322783" y="479786"/>
                  </a:cubicBezTo>
                  <a:lnTo>
                    <a:pt x="3323672" y="472332"/>
                  </a:lnTo>
                  <a:cubicBezTo>
                    <a:pt x="3322783" y="471011"/>
                    <a:pt x="3322142" y="469715"/>
                    <a:pt x="3321024" y="468820"/>
                  </a:cubicBezTo>
                  <a:cubicBezTo>
                    <a:pt x="3319926" y="467950"/>
                    <a:pt x="3319926" y="465575"/>
                    <a:pt x="3318427" y="465334"/>
                  </a:cubicBezTo>
                  <a:cubicBezTo>
                    <a:pt x="3317328" y="465124"/>
                    <a:pt x="3315995" y="465334"/>
                    <a:pt x="3314941" y="465334"/>
                  </a:cubicBezTo>
                  <a:cubicBezTo>
                    <a:pt x="3312064" y="464883"/>
                    <a:pt x="3310077" y="465334"/>
                    <a:pt x="3307035" y="465334"/>
                  </a:cubicBezTo>
                  <a:cubicBezTo>
                    <a:pt x="3304419" y="465334"/>
                    <a:pt x="3302406" y="465334"/>
                    <a:pt x="3300025" y="464445"/>
                  </a:cubicBezTo>
                  <a:cubicBezTo>
                    <a:pt x="3298501" y="464007"/>
                    <a:pt x="3298501" y="461835"/>
                    <a:pt x="3297415" y="460965"/>
                  </a:cubicBezTo>
                  <a:cubicBezTo>
                    <a:pt x="3296316" y="460082"/>
                    <a:pt x="3296069" y="458317"/>
                    <a:pt x="3294773" y="457428"/>
                  </a:cubicBezTo>
                  <a:cubicBezTo>
                    <a:pt x="3293903" y="456996"/>
                    <a:pt x="3292348" y="456996"/>
                    <a:pt x="3291287" y="456577"/>
                  </a:cubicBezTo>
                  <a:lnTo>
                    <a:pt x="3287782" y="457428"/>
                  </a:lnTo>
                  <a:lnTo>
                    <a:pt x="3287782" y="467950"/>
                  </a:lnTo>
                  <a:cubicBezTo>
                    <a:pt x="3284054" y="468401"/>
                    <a:pt x="3281857" y="468820"/>
                    <a:pt x="3278136" y="468820"/>
                  </a:cubicBezTo>
                  <a:lnTo>
                    <a:pt x="3278136" y="461625"/>
                  </a:lnTo>
                  <a:cubicBezTo>
                    <a:pt x="3278136" y="460082"/>
                    <a:pt x="3279228" y="459416"/>
                    <a:pt x="3279889" y="458317"/>
                  </a:cubicBezTo>
                  <a:cubicBezTo>
                    <a:pt x="3281013" y="456774"/>
                    <a:pt x="3282753" y="456349"/>
                    <a:pt x="3283362" y="454806"/>
                  </a:cubicBezTo>
                  <a:cubicBezTo>
                    <a:pt x="3283832" y="453929"/>
                    <a:pt x="3283146" y="452627"/>
                    <a:pt x="3283362" y="451745"/>
                  </a:cubicBezTo>
                  <a:lnTo>
                    <a:pt x="3259308" y="451745"/>
                  </a:lnTo>
                  <a:cubicBezTo>
                    <a:pt x="3259524" y="456133"/>
                    <a:pt x="3260642" y="458533"/>
                    <a:pt x="3259766" y="462686"/>
                  </a:cubicBezTo>
                  <a:cubicBezTo>
                    <a:pt x="3259524" y="464007"/>
                    <a:pt x="3257994" y="464686"/>
                    <a:pt x="3257994" y="466191"/>
                  </a:cubicBezTo>
                  <a:lnTo>
                    <a:pt x="3257994" y="469715"/>
                  </a:lnTo>
                  <a:cubicBezTo>
                    <a:pt x="3257994" y="471227"/>
                    <a:pt x="3259093" y="471900"/>
                    <a:pt x="3259308" y="473221"/>
                  </a:cubicBezTo>
                  <a:lnTo>
                    <a:pt x="3254482" y="472332"/>
                  </a:lnTo>
                  <a:cubicBezTo>
                    <a:pt x="3254749" y="471011"/>
                    <a:pt x="3255187" y="470147"/>
                    <a:pt x="3255359" y="468820"/>
                  </a:cubicBezTo>
                  <a:cubicBezTo>
                    <a:pt x="3255600" y="466871"/>
                    <a:pt x="3256254" y="465575"/>
                    <a:pt x="3256254" y="463588"/>
                  </a:cubicBezTo>
                  <a:cubicBezTo>
                    <a:pt x="3256254" y="461403"/>
                    <a:pt x="3254749" y="459835"/>
                    <a:pt x="3253632" y="458317"/>
                  </a:cubicBezTo>
                  <a:cubicBezTo>
                    <a:pt x="3252749" y="457206"/>
                    <a:pt x="3251441" y="456577"/>
                    <a:pt x="3249866" y="456577"/>
                  </a:cubicBezTo>
                  <a:lnTo>
                    <a:pt x="3242227" y="456577"/>
                  </a:lnTo>
                  <a:lnTo>
                    <a:pt x="3242227" y="474535"/>
                  </a:lnTo>
                  <a:lnTo>
                    <a:pt x="3230416" y="474535"/>
                  </a:lnTo>
                  <a:cubicBezTo>
                    <a:pt x="3230416" y="470585"/>
                    <a:pt x="3229984" y="468401"/>
                    <a:pt x="3229984" y="464445"/>
                  </a:cubicBezTo>
                  <a:cubicBezTo>
                    <a:pt x="3229984" y="463149"/>
                    <a:pt x="3230841" y="462267"/>
                    <a:pt x="3230841" y="460965"/>
                  </a:cubicBezTo>
                  <a:cubicBezTo>
                    <a:pt x="3230841" y="460273"/>
                    <a:pt x="3230416" y="459835"/>
                    <a:pt x="3230416" y="459193"/>
                  </a:cubicBezTo>
                  <a:lnTo>
                    <a:pt x="3237865" y="459193"/>
                  </a:lnTo>
                  <a:cubicBezTo>
                    <a:pt x="3239173" y="459193"/>
                    <a:pt x="3240043" y="458317"/>
                    <a:pt x="3241363" y="458317"/>
                  </a:cubicBezTo>
                  <a:cubicBezTo>
                    <a:pt x="3242043" y="458317"/>
                    <a:pt x="3242481" y="459003"/>
                    <a:pt x="3243122" y="459003"/>
                  </a:cubicBezTo>
                  <a:lnTo>
                    <a:pt x="3242900" y="447814"/>
                  </a:lnTo>
                  <a:lnTo>
                    <a:pt x="3238728" y="446951"/>
                  </a:lnTo>
                  <a:cubicBezTo>
                    <a:pt x="3235896" y="448913"/>
                    <a:pt x="3234372" y="451123"/>
                    <a:pt x="3230841" y="452196"/>
                  </a:cubicBezTo>
                  <a:cubicBezTo>
                    <a:pt x="3229521" y="452627"/>
                    <a:pt x="3228905" y="453929"/>
                    <a:pt x="3227374" y="453929"/>
                  </a:cubicBezTo>
                  <a:cubicBezTo>
                    <a:pt x="3226054" y="453929"/>
                    <a:pt x="3224955" y="453059"/>
                    <a:pt x="3223863" y="453059"/>
                  </a:cubicBezTo>
                  <a:cubicBezTo>
                    <a:pt x="3222771" y="453059"/>
                    <a:pt x="3221450" y="452627"/>
                    <a:pt x="3220358" y="453059"/>
                  </a:cubicBezTo>
                  <a:cubicBezTo>
                    <a:pt x="3219037" y="453726"/>
                    <a:pt x="3217710" y="454806"/>
                    <a:pt x="3217710" y="456577"/>
                  </a:cubicBezTo>
                  <a:cubicBezTo>
                    <a:pt x="3217710" y="459644"/>
                    <a:pt x="3215957" y="461403"/>
                    <a:pt x="3214211" y="463588"/>
                  </a:cubicBezTo>
                  <a:cubicBezTo>
                    <a:pt x="3212903" y="465124"/>
                    <a:pt x="3211144" y="466191"/>
                    <a:pt x="3208972" y="466191"/>
                  </a:cubicBezTo>
                  <a:lnTo>
                    <a:pt x="3207213" y="466191"/>
                  </a:lnTo>
                  <a:cubicBezTo>
                    <a:pt x="3205492" y="466007"/>
                    <a:pt x="3204400" y="465759"/>
                    <a:pt x="3202838" y="465334"/>
                  </a:cubicBezTo>
                  <a:cubicBezTo>
                    <a:pt x="3201320" y="464883"/>
                    <a:pt x="3201542" y="462686"/>
                    <a:pt x="3200253" y="461835"/>
                  </a:cubicBezTo>
                  <a:cubicBezTo>
                    <a:pt x="3200850" y="460724"/>
                    <a:pt x="3201098" y="459416"/>
                    <a:pt x="3201968" y="458317"/>
                  </a:cubicBezTo>
                  <a:cubicBezTo>
                    <a:pt x="3203079" y="456996"/>
                    <a:pt x="3204400" y="456774"/>
                    <a:pt x="3205492" y="455675"/>
                  </a:cubicBezTo>
                  <a:lnTo>
                    <a:pt x="3193434" y="455675"/>
                  </a:lnTo>
                  <a:cubicBezTo>
                    <a:pt x="3189052" y="455675"/>
                    <a:pt x="3186861" y="457206"/>
                    <a:pt x="3182702" y="458317"/>
                  </a:cubicBezTo>
                  <a:cubicBezTo>
                    <a:pt x="3181172" y="458762"/>
                    <a:pt x="3179832" y="459416"/>
                    <a:pt x="3178302" y="460082"/>
                  </a:cubicBezTo>
                  <a:cubicBezTo>
                    <a:pt x="3176568" y="460965"/>
                    <a:pt x="3174377" y="460965"/>
                    <a:pt x="3173926" y="462686"/>
                  </a:cubicBezTo>
                  <a:cubicBezTo>
                    <a:pt x="3173723" y="463765"/>
                    <a:pt x="3173069" y="464883"/>
                    <a:pt x="3173069" y="466191"/>
                  </a:cubicBezTo>
                  <a:cubicBezTo>
                    <a:pt x="3173069" y="467721"/>
                    <a:pt x="3174377" y="468401"/>
                    <a:pt x="3174834" y="469715"/>
                  </a:cubicBezTo>
                  <a:cubicBezTo>
                    <a:pt x="3175488" y="471462"/>
                    <a:pt x="3176568" y="472541"/>
                    <a:pt x="3178302" y="473221"/>
                  </a:cubicBezTo>
                  <a:cubicBezTo>
                    <a:pt x="3180727" y="474084"/>
                    <a:pt x="3182702" y="473856"/>
                    <a:pt x="3185299" y="474084"/>
                  </a:cubicBezTo>
                  <a:cubicBezTo>
                    <a:pt x="3187744" y="474287"/>
                    <a:pt x="3189052" y="474738"/>
                    <a:pt x="3191452" y="474973"/>
                  </a:cubicBezTo>
                  <a:lnTo>
                    <a:pt x="3191452" y="482847"/>
                  </a:lnTo>
                  <a:lnTo>
                    <a:pt x="3184664" y="482847"/>
                  </a:lnTo>
                  <a:cubicBezTo>
                    <a:pt x="3182886" y="482847"/>
                    <a:pt x="3182702" y="480447"/>
                    <a:pt x="3180956" y="480218"/>
                  </a:cubicBezTo>
                  <a:cubicBezTo>
                    <a:pt x="3177876" y="479786"/>
                    <a:pt x="3176130" y="480218"/>
                    <a:pt x="3173069" y="480218"/>
                  </a:cubicBezTo>
                  <a:cubicBezTo>
                    <a:pt x="3170434" y="480218"/>
                    <a:pt x="3168472" y="479786"/>
                    <a:pt x="3166046" y="479323"/>
                  </a:cubicBezTo>
                  <a:cubicBezTo>
                    <a:pt x="3164763" y="479126"/>
                    <a:pt x="3163887" y="478459"/>
                    <a:pt x="3162350" y="478459"/>
                  </a:cubicBezTo>
                  <a:lnTo>
                    <a:pt x="3155556" y="478459"/>
                  </a:lnTo>
                  <a:cubicBezTo>
                    <a:pt x="3155556" y="482180"/>
                    <a:pt x="3155994" y="484377"/>
                    <a:pt x="3155556" y="488099"/>
                  </a:cubicBezTo>
                  <a:cubicBezTo>
                    <a:pt x="3155556" y="489419"/>
                    <a:pt x="3155772" y="490486"/>
                    <a:pt x="3155556" y="491604"/>
                  </a:cubicBezTo>
                  <a:cubicBezTo>
                    <a:pt x="3155137" y="492925"/>
                    <a:pt x="3154489" y="493750"/>
                    <a:pt x="3153816" y="495096"/>
                  </a:cubicBezTo>
                  <a:cubicBezTo>
                    <a:pt x="3153155" y="496417"/>
                    <a:pt x="3151390" y="495979"/>
                    <a:pt x="3150298" y="496862"/>
                  </a:cubicBezTo>
                  <a:cubicBezTo>
                    <a:pt x="3150298" y="494233"/>
                    <a:pt x="3150984" y="492271"/>
                    <a:pt x="3150298" y="489838"/>
                  </a:cubicBezTo>
                  <a:cubicBezTo>
                    <a:pt x="3150069" y="488746"/>
                    <a:pt x="3150069" y="487216"/>
                    <a:pt x="3149428" y="486371"/>
                  </a:cubicBezTo>
                  <a:cubicBezTo>
                    <a:pt x="3148552" y="485247"/>
                    <a:pt x="3147231" y="485247"/>
                    <a:pt x="3145923" y="484593"/>
                  </a:cubicBezTo>
                  <a:cubicBezTo>
                    <a:pt x="3144818" y="484149"/>
                    <a:pt x="3143529" y="485051"/>
                    <a:pt x="3142430" y="484593"/>
                  </a:cubicBezTo>
                  <a:cubicBezTo>
                    <a:pt x="3140887" y="483952"/>
                    <a:pt x="3140252" y="482612"/>
                    <a:pt x="3138931" y="481964"/>
                  </a:cubicBezTo>
                  <a:cubicBezTo>
                    <a:pt x="3137630" y="481310"/>
                    <a:pt x="3137630" y="479323"/>
                    <a:pt x="3136284" y="478459"/>
                  </a:cubicBezTo>
                  <a:cubicBezTo>
                    <a:pt x="3135420" y="478034"/>
                    <a:pt x="3133896" y="478897"/>
                    <a:pt x="3132804" y="478459"/>
                  </a:cubicBezTo>
                  <a:cubicBezTo>
                    <a:pt x="3129730" y="476935"/>
                    <a:pt x="3129083" y="473221"/>
                    <a:pt x="3125577" y="473221"/>
                  </a:cubicBezTo>
                  <a:cubicBezTo>
                    <a:pt x="3123177" y="473221"/>
                    <a:pt x="3122085" y="473856"/>
                    <a:pt x="3119666" y="474084"/>
                  </a:cubicBezTo>
                  <a:lnTo>
                    <a:pt x="3119666" y="480866"/>
                  </a:lnTo>
                  <a:cubicBezTo>
                    <a:pt x="3119666" y="482396"/>
                    <a:pt x="3121405" y="483057"/>
                    <a:pt x="3121405" y="484593"/>
                  </a:cubicBezTo>
                  <a:cubicBezTo>
                    <a:pt x="3121405" y="486371"/>
                    <a:pt x="3122295" y="487216"/>
                    <a:pt x="3122295" y="488962"/>
                  </a:cubicBezTo>
                  <a:cubicBezTo>
                    <a:pt x="3122295" y="491832"/>
                    <a:pt x="3119666" y="493109"/>
                    <a:pt x="3119666" y="495979"/>
                  </a:cubicBezTo>
                  <a:cubicBezTo>
                    <a:pt x="3119666" y="497274"/>
                    <a:pt x="3120732" y="498379"/>
                    <a:pt x="3120561" y="499484"/>
                  </a:cubicBezTo>
                  <a:cubicBezTo>
                    <a:pt x="3120294" y="500989"/>
                    <a:pt x="3118123" y="500989"/>
                    <a:pt x="3117043" y="502088"/>
                  </a:cubicBezTo>
                  <a:cubicBezTo>
                    <a:pt x="3115506" y="503631"/>
                    <a:pt x="3113976" y="504729"/>
                    <a:pt x="3111773" y="504729"/>
                  </a:cubicBezTo>
                  <a:cubicBezTo>
                    <a:pt x="3109798" y="504729"/>
                    <a:pt x="3107632" y="505155"/>
                    <a:pt x="3106547" y="503859"/>
                  </a:cubicBezTo>
                  <a:cubicBezTo>
                    <a:pt x="3105854" y="502970"/>
                    <a:pt x="3106731" y="501446"/>
                    <a:pt x="3106547" y="500341"/>
                  </a:cubicBezTo>
                  <a:cubicBezTo>
                    <a:pt x="3106096" y="499046"/>
                    <a:pt x="3105003" y="498182"/>
                    <a:pt x="3104794" y="496862"/>
                  </a:cubicBezTo>
                  <a:cubicBezTo>
                    <a:pt x="3104540" y="495763"/>
                    <a:pt x="3105003" y="494671"/>
                    <a:pt x="3104794" y="493344"/>
                  </a:cubicBezTo>
                  <a:cubicBezTo>
                    <a:pt x="3103683" y="494455"/>
                    <a:pt x="3102127" y="493991"/>
                    <a:pt x="3101282" y="495096"/>
                  </a:cubicBezTo>
                  <a:cubicBezTo>
                    <a:pt x="3100203" y="496417"/>
                    <a:pt x="3101708" y="498614"/>
                    <a:pt x="3100387" y="499484"/>
                  </a:cubicBezTo>
                  <a:cubicBezTo>
                    <a:pt x="3099504" y="499903"/>
                    <a:pt x="3098012" y="499262"/>
                    <a:pt x="3096875" y="499484"/>
                  </a:cubicBezTo>
                  <a:cubicBezTo>
                    <a:pt x="3094488" y="500125"/>
                    <a:pt x="3092538" y="500125"/>
                    <a:pt x="3089909" y="500341"/>
                  </a:cubicBezTo>
                  <a:lnTo>
                    <a:pt x="3089014" y="506475"/>
                  </a:lnTo>
                  <a:cubicBezTo>
                    <a:pt x="3089909" y="507364"/>
                    <a:pt x="3089446" y="509549"/>
                    <a:pt x="3090754" y="509968"/>
                  </a:cubicBezTo>
                  <a:cubicBezTo>
                    <a:pt x="3091891" y="510381"/>
                    <a:pt x="3093148" y="509320"/>
                    <a:pt x="3094278" y="509968"/>
                  </a:cubicBezTo>
                  <a:cubicBezTo>
                    <a:pt x="3095390" y="510635"/>
                    <a:pt x="3097129" y="510635"/>
                    <a:pt x="3097771" y="511727"/>
                  </a:cubicBezTo>
                  <a:cubicBezTo>
                    <a:pt x="3098438" y="512610"/>
                    <a:pt x="3097771" y="513930"/>
                    <a:pt x="3097771" y="515251"/>
                  </a:cubicBezTo>
                  <a:lnTo>
                    <a:pt x="3097771" y="518744"/>
                  </a:lnTo>
                  <a:cubicBezTo>
                    <a:pt x="3097771" y="520306"/>
                    <a:pt x="3096469" y="520928"/>
                    <a:pt x="3096025" y="522268"/>
                  </a:cubicBezTo>
                  <a:cubicBezTo>
                    <a:pt x="3094920" y="521811"/>
                    <a:pt x="3093618" y="522027"/>
                    <a:pt x="3092538" y="521354"/>
                  </a:cubicBezTo>
                  <a:cubicBezTo>
                    <a:pt x="3090976" y="520490"/>
                    <a:pt x="3090754" y="518102"/>
                    <a:pt x="3089014" y="517861"/>
                  </a:cubicBezTo>
                  <a:cubicBezTo>
                    <a:pt x="3086169" y="517207"/>
                    <a:pt x="3084182" y="518102"/>
                    <a:pt x="3081147" y="517861"/>
                  </a:cubicBezTo>
                  <a:cubicBezTo>
                    <a:pt x="3079375" y="517861"/>
                    <a:pt x="3078264" y="516540"/>
                    <a:pt x="3076740" y="516102"/>
                  </a:cubicBezTo>
                  <a:cubicBezTo>
                    <a:pt x="3077635" y="512178"/>
                    <a:pt x="3078733" y="509784"/>
                    <a:pt x="3078505" y="505593"/>
                  </a:cubicBezTo>
                  <a:cubicBezTo>
                    <a:pt x="3078505" y="504056"/>
                    <a:pt x="3077171" y="503402"/>
                    <a:pt x="3076740" y="502088"/>
                  </a:cubicBezTo>
                  <a:cubicBezTo>
                    <a:pt x="3074784" y="502767"/>
                    <a:pt x="3073507" y="503402"/>
                    <a:pt x="3071520" y="503859"/>
                  </a:cubicBezTo>
                  <a:lnTo>
                    <a:pt x="3071520" y="514356"/>
                  </a:lnTo>
                  <a:cubicBezTo>
                    <a:pt x="3069958" y="514578"/>
                    <a:pt x="3069564" y="516102"/>
                    <a:pt x="3068002" y="516102"/>
                  </a:cubicBezTo>
                  <a:cubicBezTo>
                    <a:pt x="3065837" y="516102"/>
                    <a:pt x="3064941" y="514356"/>
                    <a:pt x="3062719" y="514356"/>
                  </a:cubicBezTo>
                  <a:cubicBezTo>
                    <a:pt x="3059042" y="514356"/>
                    <a:pt x="3057290" y="516324"/>
                    <a:pt x="3054032" y="517861"/>
                  </a:cubicBezTo>
                  <a:cubicBezTo>
                    <a:pt x="3054648" y="518960"/>
                    <a:pt x="3054426" y="520306"/>
                    <a:pt x="3054889" y="521354"/>
                  </a:cubicBezTo>
                  <a:cubicBezTo>
                    <a:pt x="3055531" y="522674"/>
                    <a:pt x="3058401" y="521608"/>
                    <a:pt x="3058401" y="523100"/>
                  </a:cubicBezTo>
                  <a:cubicBezTo>
                    <a:pt x="3058401" y="524643"/>
                    <a:pt x="3056648" y="525062"/>
                    <a:pt x="3056648" y="526605"/>
                  </a:cubicBezTo>
                  <a:cubicBezTo>
                    <a:pt x="3053130" y="526605"/>
                    <a:pt x="3051365" y="526395"/>
                    <a:pt x="3047847" y="526605"/>
                  </a:cubicBezTo>
                  <a:cubicBezTo>
                    <a:pt x="3046552" y="526605"/>
                    <a:pt x="3045453" y="527488"/>
                    <a:pt x="3044367" y="527488"/>
                  </a:cubicBezTo>
                  <a:cubicBezTo>
                    <a:pt x="3043250" y="527488"/>
                    <a:pt x="3041942" y="527062"/>
                    <a:pt x="3040862" y="527488"/>
                  </a:cubicBezTo>
                  <a:cubicBezTo>
                    <a:pt x="3039300" y="528154"/>
                    <a:pt x="3038671" y="529024"/>
                    <a:pt x="3037363" y="530129"/>
                  </a:cubicBezTo>
                  <a:cubicBezTo>
                    <a:pt x="3036487" y="530777"/>
                    <a:pt x="3037363" y="532974"/>
                    <a:pt x="3036487" y="533622"/>
                  </a:cubicBezTo>
                  <a:cubicBezTo>
                    <a:pt x="3035623" y="534276"/>
                    <a:pt x="3033858" y="533838"/>
                    <a:pt x="3032950" y="534492"/>
                  </a:cubicBezTo>
                  <a:cubicBezTo>
                    <a:pt x="3031432" y="535565"/>
                    <a:pt x="3030581" y="536701"/>
                    <a:pt x="3029470" y="538003"/>
                  </a:cubicBezTo>
                  <a:cubicBezTo>
                    <a:pt x="3028797" y="538905"/>
                    <a:pt x="3029470" y="540854"/>
                    <a:pt x="3028588" y="541515"/>
                  </a:cubicBezTo>
                  <a:cubicBezTo>
                    <a:pt x="3027730" y="542150"/>
                    <a:pt x="3025965" y="541070"/>
                    <a:pt x="3025101" y="541515"/>
                  </a:cubicBezTo>
                  <a:cubicBezTo>
                    <a:pt x="3023349" y="542613"/>
                    <a:pt x="3022898" y="544144"/>
                    <a:pt x="3021577" y="545865"/>
                  </a:cubicBezTo>
                  <a:lnTo>
                    <a:pt x="3028365" y="545865"/>
                  </a:lnTo>
                  <a:cubicBezTo>
                    <a:pt x="3029896" y="545865"/>
                    <a:pt x="3031007" y="545007"/>
                    <a:pt x="3032086" y="544144"/>
                  </a:cubicBezTo>
                  <a:cubicBezTo>
                    <a:pt x="3033407" y="543051"/>
                    <a:pt x="3033407" y="541293"/>
                    <a:pt x="3034709" y="540638"/>
                  </a:cubicBezTo>
                  <a:cubicBezTo>
                    <a:pt x="3035833" y="539953"/>
                    <a:pt x="3036912" y="539324"/>
                    <a:pt x="3038221" y="538905"/>
                  </a:cubicBezTo>
                  <a:cubicBezTo>
                    <a:pt x="3039300" y="538632"/>
                    <a:pt x="3040437" y="538905"/>
                    <a:pt x="3041745" y="538905"/>
                  </a:cubicBezTo>
                  <a:cubicBezTo>
                    <a:pt x="3043059" y="538905"/>
                    <a:pt x="3043935" y="538003"/>
                    <a:pt x="3045244" y="538003"/>
                  </a:cubicBezTo>
                  <a:cubicBezTo>
                    <a:pt x="3046552" y="538003"/>
                    <a:pt x="3047676" y="539324"/>
                    <a:pt x="3048723" y="538905"/>
                  </a:cubicBezTo>
                  <a:cubicBezTo>
                    <a:pt x="3050285" y="538448"/>
                    <a:pt x="3050914" y="536886"/>
                    <a:pt x="3052235" y="536232"/>
                  </a:cubicBezTo>
                  <a:cubicBezTo>
                    <a:pt x="3053314" y="535565"/>
                    <a:pt x="3052673" y="533412"/>
                    <a:pt x="3054032" y="532739"/>
                  </a:cubicBezTo>
                  <a:cubicBezTo>
                    <a:pt x="3055061" y="532295"/>
                    <a:pt x="3056394" y="532974"/>
                    <a:pt x="3057486" y="532739"/>
                  </a:cubicBezTo>
                  <a:cubicBezTo>
                    <a:pt x="3058610" y="532542"/>
                    <a:pt x="3059918" y="532974"/>
                    <a:pt x="3060998" y="532739"/>
                  </a:cubicBezTo>
                  <a:cubicBezTo>
                    <a:pt x="3062528" y="532295"/>
                    <a:pt x="3062966" y="530777"/>
                    <a:pt x="3064503" y="530129"/>
                  </a:cubicBezTo>
                  <a:cubicBezTo>
                    <a:pt x="3067570" y="528808"/>
                    <a:pt x="3070193" y="529247"/>
                    <a:pt x="3073679" y="529247"/>
                  </a:cubicBezTo>
                  <a:cubicBezTo>
                    <a:pt x="3077171" y="529247"/>
                    <a:pt x="3079597" y="529247"/>
                    <a:pt x="3082893" y="530129"/>
                  </a:cubicBezTo>
                  <a:cubicBezTo>
                    <a:pt x="3084423" y="530555"/>
                    <a:pt x="3085052" y="532091"/>
                    <a:pt x="3086385" y="532739"/>
                  </a:cubicBezTo>
                  <a:lnTo>
                    <a:pt x="3084626" y="536232"/>
                  </a:lnTo>
                  <a:cubicBezTo>
                    <a:pt x="3081997" y="536232"/>
                    <a:pt x="3080010" y="535800"/>
                    <a:pt x="3077635" y="536232"/>
                  </a:cubicBezTo>
                  <a:cubicBezTo>
                    <a:pt x="3076530" y="536232"/>
                    <a:pt x="3075235" y="535800"/>
                    <a:pt x="3074104" y="536232"/>
                  </a:cubicBezTo>
                  <a:cubicBezTo>
                    <a:pt x="3073025" y="536701"/>
                    <a:pt x="3074371" y="539324"/>
                    <a:pt x="3073241" y="539730"/>
                  </a:cubicBezTo>
                  <a:cubicBezTo>
                    <a:pt x="3072174" y="540194"/>
                    <a:pt x="3070853" y="540372"/>
                    <a:pt x="3069755" y="540638"/>
                  </a:cubicBezTo>
                  <a:cubicBezTo>
                    <a:pt x="3068650" y="540854"/>
                    <a:pt x="3067342" y="539324"/>
                    <a:pt x="3066249" y="539730"/>
                  </a:cubicBezTo>
                  <a:cubicBezTo>
                    <a:pt x="3064700" y="540372"/>
                    <a:pt x="3063621" y="541293"/>
                    <a:pt x="3062719" y="542397"/>
                  </a:cubicBezTo>
                  <a:cubicBezTo>
                    <a:pt x="3062116" y="543236"/>
                    <a:pt x="3062528" y="544785"/>
                    <a:pt x="3061881" y="545865"/>
                  </a:cubicBezTo>
                  <a:cubicBezTo>
                    <a:pt x="3061220" y="546963"/>
                    <a:pt x="3060788" y="548278"/>
                    <a:pt x="3060115" y="549370"/>
                  </a:cubicBezTo>
                  <a:cubicBezTo>
                    <a:pt x="3059474" y="550475"/>
                    <a:pt x="3057290" y="550030"/>
                    <a:pt x="3056648" y="551103"/>
                  </a:cubicBezTo>
                  <a:cubicBezTo>
                    <a:pt x="3055981" y="552221"/>
                    <a:pt x="3055061" y="553326"/>
                    <a:pt x="3054889" y="554647"/>
                  </a:cubicBezTo>
                  <a:cubicBezTo>
                    <a:pt x="3054648" y="555739"/>
                    <a:pt x="3055759" y="556844"/>
                    <a:pt x="3055759" y="558133"/>
                  </a:cubicBezTo>
                  <a:cubicBezTo>
                    <a:pt x="3055531" y="560762"/>
                    <a:pt x="3055061" y="562502"/>
                    <a:pt x="3054889" y="565130"/>
                  </a:cubicBezTo>
                  <a:cubicBezTo>
                    <a:pt x="3051168" y="565130"/>
                    <a:pt x="3047434" y="563822"/>
                    <a:pt x="3045244" y="566889"/>
                  </a:cubicBezTo>
                  <a:cubicBezTo>
                    <a:pt x="3043688" y="569296"/>
                    <a:pt x="3043688" y="571696"/>
                    <a:pt x="3041745" y="573906"/>
                  </a:cubicBezTo>
                  <a:cubicBezTo>
                    <a:pt x="3040862" y="575005"/>
                    <a:pt x="3039300" y="574770"/>
                    <a:pt x="3038221" y="575646"/>
                  </a:cubicBezTo>
                  <a:cubicBezTo>
                    <a:pt x="3037154" y="576516"/>
                    <a:pt x="3035833" y="577411"/>
                    <a:pt x="3034709" y="578281"/>
                  </a:cubicBezTo>
                  <a:cubicBezTo>
                    <a:pt x="3033642" y="579158"/>
                    <a:pt x="3034074" y="580923"/>
                    <a:pt x="3032950" y="581780"/>
                  </a:cubicBezTo>
                  <a:cubicBezTo>
                    <a:pt x="3031883" y="582650"/>
                    <a:pt x="3030353" y="582650"/>
                    <a:pt x="3029470" y="583507"/>
                  </a:cubicBezTo>
                  <a:cubicBezTo>
                    <a:pt x="3028365" y="584638"/>
                    <a:pt x="3026632" y="584854"/>
                    <a:pt x="3025965" y="586168"/>
                  </a:cubicBezTo>
                  <a:cubicBezTo>
                    <a:pt x="3025355" y="587254"/>
                    <a:pt x="3026175" y="588575"/>
                    <a:pt x="3025965" y="589667"/>
                  </a:cubicBezTo>
                  <a:cubicBezTo>
                    <a:pt x="3025736" y="590759"/>
                    <a:pt x="3026175" y="592061"/>
                    <a:pt x="3025965" y="593166"/>
                  </a:cubicBezTo>
                  <a:cubicBezTo>
                    <a:pt x="3025527" y="594893"/>
                    <a:pt x="3023793" y="595344"/>
                    <a:pt x="3022473" y="596639"/>
                  </a:cubicBezTo>
                  <a:cubicBezTo>
                    <a:pt x="3021164" y="597960"/>
                    <a:pt x="3019405" y="598404"/>
                    <a:pt x="3018967" y="600195"/>
                  </a:cubicBezTo>
                  <a:cubicBezTo>
                    <a:pt x="3018523" y="602564"/>
                    <a:pt x="3019190" y="604742"/>
                    <a:pt x="3018967" y="607161"/>
                  </a:cubicBezTo>
                  <a:cubicBezTo>
                    <a:pt x="3018770" y="608482"/>
                    <a:pt x="3017418" y="609345"/>
                    <a:pt x="3017227" y="610666"/>
                  </a:cubicBezTo>
                  <a:cubicBezTo>
                    <a:pt x="3016992" y="611765"/>
                    <a:pt x="3017418" y="612857"/>
                    <a:pt x="3017227" y="614210"/>
                  </a:cubicBezTo>
                  <a:lnTo>
                    <a:pt x="3016383" y="610666"/>
                  </a:lnTo>
                  <a:cubicBezTo>
                    <a:pt x="3015037" y="611339"/>
                    <a:pt x="3014376" y="612660"/>
                    <a:pt x="3012833" y="613295"/>
                  </a:cubicBezTo>
                  <a:cubicBezTo>
                    <a:pt x="3010217" y="614400"/>
                    <a:pt x="3008014" y="614400"/>
                    <a:pt x="3005842" y="615930"/>
                  </a:cubicBezTo>
                  <a:cubicBezTo>
                    <a:pt x="3004534" y="616819"/>
                    <a:pt x="3004534" y="618566"/>
                    <a:pt x="3003226" y="619442"/>
                  </a:cubicBezTo>
                  <a:cubicBezTo>
                    <a:pt x="3001924" y="620287"/>
                    <a:pt x="3001016" y="621156"/>
                    <a:pt x="2999720" y="622065"/>
                  </a:cubicBezTo>
                  <a:cubicBezTo>
                    <a:pt x="2998628" y="622712"/>
                    <a:pt x="2997314" y="621817"/>
                    <a:pt x="2996190" y="622065"/>
                  </a:cubicBezTo>
                  <a:cubicBezTo>
                    <a:pt x="2995110" y="622287"/>
                    <a:pt x="2992031" y="623595"/>
                    <a:pt x="2990964" y="623811"/>
                  </a:cubicBezTo>
                  <a:cubicBezTo>
                    <a:pt x="2989402" y="624230"/>
                    <a:pt x="2988989" y="625786"/>
                    <a:pt x="2987452" y="626446"/>
                  </a:cubicBezTo>
                  <a:lnTo>
                    <a:pt x="2988341" y="630808"/>
                  </a:lnTo>
                  <a:cubicBezTo>
                    <a:pt x="2989630" y="630808"/>
                    <a:pt x="2990519" y="631685"/>
                    <a:pt x="2991840" y="631685"/>
                  </a:cubicBezTo>
                  <a:cubicBezTo>
                    <a:pt x="2993148" y="631685"/>
                    <a:pt x="2993999" y="630808"/>
                    <a:pt x="2995339" y="630808"/>
                  </a:cubicBezTo>
                  <a:lnTo>
                    <a:pt x="3002349" y="630808"/>
                  </a:lnTo>
                  <a:cubicBezTo>
                    <a:pt x="3002108" y="632567"/>
                    <a:pt x="3001924" y="633634"/>
                    <a:pt x="3001473" y="635196"/>
                  </a:cubicBezTo>
                  <a:cubicBezTo>
                    <a:pt x="3001244" y="636301"/>
                    <a:pt x="3001924" y="637813"/>
                    <a:pt x="3001473" y="638670"/>
                  </a:cubicBezTo>
                  <a:cubicBezTo>
                    <a:pt x="3000787" y="639768"/>
                    <a:pt x="2999028" y="639768"/>
                    <a:pt x="2997974" y="640441"/>
                  </a:cubicBezTo>
                  <a:cubicBezTo>
                    <a:pt x="2996882" y="641070"/>
                    <a:pt x="2995758" y="641521"/>
                    <a:pt x="2994450" y="642181"/>
                  </a:cubicBezTo>
                  <a:cubicBezTo>
                    <a:pt x="2992920" y="642842"/>
                    <a:pt x="2992259" y="643953"/>
                    <a:pt x="2990964" y="644823"/>
                  </a:cubicBezTo>
                  <a:cubicBezTo>
                    <a:pt x="2989859" y="645261"/>
                    <a:pt x="2986785" y="645020"/>
                    <a:pt x="2985693" y="645687"/>
                  </a:cubicBezTo>
                  <a:cubicBezTo>
                    <a:pt x="2984163" y="646569"/>
                    <a:pt x="2983738" y="648309"/>
                    <a:pt x="2982201" y="649185"/>
                  </a:cubicBezTo>
                  <a:cubicBezTo>
                    <a:pt x="2980880" y="650074"/>
                    <a:pt x="2980201" y="651179"/>
                    <a:pt x="2978696" y="651808"/>
                  </a:cubicBezTo>
                  <a:cubicBezTo>
                    <a:pt x="2977616" y="652233"/>
                    <a:pt x="2976079" y="652233"/>
                    <a:pt x="2975216" y="652716"/>
                  </a:cubicBezTo>
                  <a:cubicBezTo>
                    <a:pt x="2973895" y="653554"/>
                    <a:pt x="2972771" y="653999"/>
                    <a:pt x="2971679" y="655319"/>
                  </a:cubicBezTo>
                  <a:cubicBezTo>
                    <a:pt x="2970815" y="656405"/>
                    <a:pt x="2970612" y="657517"/>
                    <a:pt x="2969945" y="658825"/>
                  </a:cubicBezTo>
                  <a:cubicBezTo>
                    <a:pt x="2969304" y="659930"/>
                    <a:pt x="2969723" y="661238"/>
                    <a:pt x="2969063" y="662324"/>
                  </a:cubicBezTo>
                  <a:cubicBezTo>
                    <a:pt x="2967996" y="664305"/>
                    <a:pt x="2966224" y="665841"/>
                    <a:pt x="2963824" y="665841"/>
                  </a:cubicBezTo>
                  <a:cubicBezTo>
                    <a:pt x="2960103" y="665841"/>
                    <a:pt x="2958560" y="662324"/>
                    <a:pt x="2954851" y="662324"/>
                  </a:cubicBezTo>
                  <a:lnTo>
                    <a:pt x="2948063" y="662324"/>
                  </a:lnTo>
                  <a:lnTo>
                    <a:pt x="2947200" y="668451"/>
                  </a:lnTo>
                  <a:cubicBezTo>
                    <a:pt x="2948292" y="671093"/>
                    <a:pt x="2948927" y="672839"/>
                    <a:pt x="2949822" y="675462"/>
                  </a:cubicBezTo>
                  <a:cubicBezTo>
                    <a:pt x="2945879" y="676313"/>
                    <a:pt x="2943237" y="677449"/>
                    <a:pt x="2939319" y="678078"/>
                  </a:cubicBezTo>
                  <a:cubicBezTo>
                    <a:pt x="2938208" y="678313"/>
                    <a:pt x="2936906" y="677868"/>
                    <a:pt x="2935808" y="678078"/>
                  </a:cubicBezTo>
                  <a:cubicBezTo>
                    <a:pt x="2932931" y="678770"/>
                    <a:pt x="2931452" y="680250"/>
                    <a:pt x="2928785" y="681564"/>
                  </a:cubicBezTo>
                  <a:cubicBezTo>
                    <a:pt x="2927248" y="682224"/>
                    <a:pt x="2926594" y="683558"/>
                    <a:pt x="2925305" y="684225"/>
                  </a:cubicBezTo>
                  <a:cubicBezTo>
                    <a:pt x="2923997" y="684847"/>
                    <a:pt x="2923298" y="686377"/>
                    <a:pt x="2921793" y="686835"/>
                  </a:cubicBezTo>
                  <a:cubicBezTo>
                    <a:pt x="2920701" y="687069"/>
                    <a:pt x="2919393" y="686377"/>
                    <a:pt x="2918301" y="686835"/>
                  </a:cubicBezTo>
                  <a:cubicBezTo>
                    <a:pt x="2916935" y="687489"/>
                    <a:pt x="2915450" y="687489"/>
                    <a:pt x="2914783" y="688606"/>
                  </a:cubicBezTo>
                  <a:cubicBezTo>
                    <a:pt x="2914116" y="689451"/>
                    <a:pt x="2914999" y="691006"/>
                    <a:pt x="2914783" y="692086"/>
                  </a:cubicBezTo>
                  <a:cubicBezTo>
                    <a:pt x="2914554" y="693216"/>
                    <a:pt x="2914999" y="694524"/>
                    <a:pt x="2914783" y="695604"/>
                  </a:cubicBezTo>
                  <a:cubicBezTo>
                    <a:pt x="2914326" y="697356"/>
                    <a:pt x="2912808" y="698220"/>
                    <a:pt x="2911290" y="699103"/>
                  </a:cubicBezTo>
                  <a:cubicBezTo>
                    <a:pt x="2909982" y="699744"/>
                    <a:pt x="2909328" y="701522"/>
                    <a:pt x="2907753" y="701738"/>
                  </a:cubicBezTo>
                  <a:cubicBezTo>
                    <a:pt x="2906687" y="701738"/>
                    <a:pt x="2905379" y="701522"/>
                    <a:pt x="2904261" y="701738"/>
                  </a:cubicBezTo>
                  <a:cubicBezTo>
                    <a:pt x="2903175" y="701954"/>
                    <a:pt x="2901873" y="701738"/>
                    <a:pt x="2900762" y="701738"/>
                  </a:cubicBezTo>
                  <a:cubicBezTo>
                    <a:pt x="2899244" y="701954"/>
                    <a:pt x="2898597" y="703268"/>
                    <a:pt x="2897276" y="704348"/>
                  </a:cubicBezTo>
                  <a:cubicBezTo>
                    <a:pt x="2895955" y="705453"/>
                    <a:pt x="2893752" y="705230"/>
                    <a:pt x="2893752" y="706989"/>
                  </a:cubicBezTo>
                  <a:cubicBezTo>
                    <a:pt x="2893752" y="708310"/>
                    <a:pt x="2894647" y="709174"/>
                    <a:pt x="2894647" y="710495"/>
                  </a:cubicBezTo>
                  <a:cubicBezTo>
                    <a:pt x="2894647" y="712050"/>
                    <a:pt x="2896393" y="712469"/>
                    <a:pt x="2896393" y="713987"/>
                  </a:cubicBezTo>
                  <a:cubicBezTo>
                    <a:pt x="2896393" y="715537"/>
                    <a:pt x="2895301" y="716400"/>
                    <a:pt x="2894647" y="717492"/>
                  </a:cubicBezTo>
                  <a:cubicBezTo>
                    <a:pt x="2893993" y="718578"/>
                    <a:pt x="2891561" y="717492"/>
                    <a:pt x="2891142" y="718362"/>
                  </a:cubicBezTo>
                  <a:cubicBezTo>
                    <a:pt x="2890481" y="719467"/>
                    <a:pt x="2889370" y="720343"/>
                    <a:pt x="2889370" y="721867"/>
                  </a:cubicBezTo>
                  <a:cubicBezTo>
                    <a:pt x="2889370" y="723195"/>
                    <a:pt x="2890056" y="724052"/>
                    <a:pt x="2890253" y="725392"/>
                  </a:cubicBezTo>
                  <a:cubicBezTo>
                    <a:pt x="2890481" y="727563"/>
                    <a:pt x="2892882" y="728440"/>
                    <a:pt x="2892882" y="730637"/>
                  </a:cubicBezTo>
                  <a:cubicBezTo>
                    <a:pt x="2892882" y="733012"/>
                    <a:pt x="2893326" y="734993"/>
                    <a:pt x="2892024" y="736777"/>
                  </a:cubicBezTo>
                  <a:cubicBezTo>
                    <a:pt x="2891364" y="737615"/>
                    <a:pt x="2889370" y="736079"/>
                    <a:pt x="2888526" y="736777"/>
                  </a:cubicBezTo>
                  <a:cubicBezTo>
                    <a:pt x="2887433" y="737615"/>
                    <a:pt x="2887630" y="739387"/>
                    <a:pt x="2886760" y="740244"/>
                  </a:cubicBezTo>
                  <a:lnTo>
                    <a:pt x="2886760" y="747280"/>
                  </a:lnTo>
                  <a:lnTo>
                    <a:pt x="2896152" y="747280"/>
                  </a:lnTo>
                  <a:cubicBezTo>
                    <a:pt x="2897714" y="747280"/>
                    <a:pt x="2898597" y="745959"/>
                    <a:pt x="2899898" y="746378"/>
                  </a:cubicBezTo>
                  <a:cubicBezTo>
                    <a:pt x="2901194" y="746779"/>
                    <a:pt x="2902096" y="747699"/>
                    <a:pt x="2903410" y="748106"/>
                  </a:cubicBezTo>
                  <a:cubicBezTo>
                    <a:pt x="2904686" y="748582"/>
                    <a:pt x="2904261" y="750544"/>
                    <a:pt x="2905156" y="751630"/>
                  </a:cubicBezTo>
                  <a:cubicBezTo>
                    <a:pt x="2904077" y="752735"/>
                    <a:pt x="2903410" y="754049"/>
                    <a:pt x="2902515" y="755135"/>
                  </a:cubicBezTo>
                  <a:cubicBezTo>
                    <a:pt x="2901645" y="756246"/>
                    <a:pt x="2899664" y="755561"/>
                    <a:pt x="2899022" y="756862"/>
                  </a:cubicBezTo>
                  <a:cubicBezTo>
                    <a:pt x="2898597" y="758005"/>
                    <a:pt x="2899454" y="759294"/>
                    <a:pt x="2899022" y="760393"/>
                  </a:cubicBezTo>
                  <a:cubicBezTo>
                    <a:pt x="2898597" y="761472"/>
                    <a:pt x="2899244" y="762793"/>
                    <a:pt x="2899022" y="763885"/>
                  </a:cubicBezTo>
                  <a:cubicBezTo>
                    <a:pt x="2898597" y="765435"/>
                    <a:pt x="2895301" y="764120"/>
                    <a:pt x="2894647" y="765657"/>
                  </a:cubicBezTo>
                  <a:cubicBezTo>
                    <a:pt x="2894190" y="766743"/>
                    <a:pt x="2893752" y="767822"/>
                    <a:pt x="2893752" y="769150"/>
                  </a:cubicBezTo>
                  <a:cubicBezTo>
                    <a:pt x="2893752" y="770889"/>
                    <a:pt x="2894647" y="771778"/>
                    <a:pt x="2894647" y="773531"/>
                  </a:cubicBezTo>
                  <a:cubicBezTo>
                    <a:pt x="2900127" y="773531"/>
                    <a:pt x="2903175" y="773531"/>
                    <a:pt x="2908661" y="773957"/>
                  </a:cubicBezTo>
                  <a:cubicBezTo>
                    <a:pt x="2908427" y="777246"/>
                    <a:pt x="2909112" y="779449"/>
                    <a:pt x="2907753" y="782275"/>
                  </a:cubicBezTo>
                  <a:cubicBezTo>
                    <a:pt x="2907112" y="783818"/>
                    <a:pt x="2904928" y="783380"/>
                    <a:pt x="2904261" y="784917"/>
                  </a:cubicBezTo>
                  <a:cubicBezTo>
                    <a:pt x="2903626" y="786206"/>
                    <a:pt x="2902515" y="786866"/>
                    <a:pt x="2902515" y="788415"/>
                  </a:cubicBezTo>
                  <a:cubicBezTo>
                    <a:pt x="2902515" y="789933"/>
                    <a:pt x="2904261" y="790371"/>
                    <a:pt x="2904261" y="791933"/>
                  </a:cubicBezTo>
                  <a:cubicBezTo>
                    <a:pt x="2904261" y="793007"/>
                    <a:pt x="2904077" y="793438"/>
                    <a:pt x="2904261" y="794575"/>
                  </a:cubicBezTo>
                  <a:cubicBezTo>
                    <a:pt x="2906909" y="794575"/>
                    <a:pt x="2908865" y="794086"/>
                    <a:pt x="2911290" y="794575"/>
                  </a:cubicBezTo>
                  <a:cubicBezTo>
                    <a:pt x="2912808" y="794727"/>
                    <a:pt x="2914116" y="793902"/>
                    <a:pt x="2915634" y="794575"/>
                  </a:cubicBezTo>
                  <a:cubicBezTo>
                    <a:pt x="2917202" y="795197"/>
                    <a:pt x="2916935" y="797153"/>
                    <a:pt x="2918301" y="798048"/>
                  </a:cubicBezTo>
                  <a:cubicBezTo>
                    <a:pt x="2919812" y="799128"/>
                    <a:pt x="2920472" y="800220"/>
                    <a:pt x="2921793" y="801535"/>
                  </a:cubicBezTo>
                  <a:lnTo>
                    <a:pt x="2928785" y="799795"/>
                  </a:lnTo>
                  <a:cubicBezTo>
                    <a:pt x="2930093" y="800004"/>
                    <a:pt x="2931191" y="800442"/>
                    <a:pt x="2932290" y="800658"/>
                  </a:cubicBezTo>
                  <a:cubicBezTo>
                    <a:pt x="2934265" y="801135"/>
                    <a:pt x="2935382" y="802436"/>
                    <a:pt x="2937541" y="802436"/>
                  </a:cubicBezTo>
                  <a:cubicBezTo>
                    <a:pt x="2941034" y="802436"/>
                    <a:pt x="2943459" y="801325"/>
                    <a:pt x="2946285" y="799795"/>
                  </a:cubicBezTo>
                  <a:cubicBezTo>
                    <a:pt x="2947606" y="799128"/>
                    <a:pt x="2947396" y="796963"/>
                    <a:pt x="2948927" y="796289"/>
                  </a:cubicBezTo>
                  <a:cubicBezTo>
                    <a:pt x="2950038" y="795845"/>
                    <a:pt x="2951340" y="796512"/>
                    <a:pt x="2952438" y="796289"/>
                  </a:cubicBezTo>
                  <a:cubicBezTo>
                    <a:pt x="2953518" y="796074"/>
                    <a:pt x="2954851" y="795845"/>
                    <a:pt x="2955931" y="795401"/>
                  </a:cubicBezTo>
                  <a:cubicBezTo>
                    <a:pt x="2957461" y="794727"/>
                    <a:pt x="2958122" y="793654"/>
                    <a:pt x="2959411" y="792784"/>
                  </a:cubicBezTo>
                  <a:cubicBezTo>
                    <a:pt x="2960535" y="792124"/>
                    <a:pt x="2960300" y="790371"/>
                    <a:pt x="2961201" y="789292"/>
                  </a:cubicBezTo>
                  <a:cubicBezTo>
                    <a:pt x="2962268" y="787768"/>
                    <a:pt x="2963570" y="787069"/>
                    <a:pt x="2964707" y="785780"/>
                  </a:cubicBezTo>
                  <a:cubicBezTo>
                    <a:pt x="2966885" y="783132"/>
                    <a:pt x="2967545" y="781196"/>
                    <a:pt x="2969945" y="778802"/>
                  </a:cubicBezTo>
                  <a:cubicBezTo>
                    <a:pt x="2971044" y="777671"/>
                    <a:pt x="2971044" y="775709"/>
                    <a:pt x="2972562" y="775303"/>
                  </a:cubicBezTo>
                  <a:cubicBezTo>
                    <a:pt x="2973666" y="775061"/>
                    <a:pt x="2974962" y="774636"/>
                    <a:pt x="2976079" y="774395"/>
                  </a:cubicBezTo>
                  <a:cubicBezTo>
                    <a:pt x="2977203" y="774153"/>
                    <a:pt x="2978270" y="775303"/>
                    <a:pt x="2979566" y="775303"/>
                  </a:cubicBezTo>
                  <a:cubicBezTo>
                    <a:pt x="2981121" y="775303"/>
                    <a:pt x="2981756" y="773741"/>
                    <a:pt x="2983064" y="773531"/>
                  </a:cubicBezTo>
                  <a:lnTo>
                    <a:pt x="2983064" y="766514"/>
                  </a:lnTo>
                  <a:cubicBezTo>
                    <a:pt x="2984385" y="766743"/>
                    <a:pt x="2985496" y="766083"/>
                    <a:pt x="2986576" y="766514"/>
                  </a:cubicBezTo>
                  <a:cubicBezTo>
                    <a:pt x="2987897" y="767181"/>
                    <a:pt x="2989199" y="767403"/>
                    <a:pt x="2990126" y="768248"/>
                  </a:cubicBezTo>
                  <a:cubicBezTo>
                    <a:pt x="2990964" y="769150"/>
                    <a:pt x="2991173" y="770445"/>
                    <a:pt x="2991840" y="771778"/>
                  </a:cubicBezTo>
                  <a:cubicBezTo>
                    <a:pt x="2992259" y="772858"/>
                    <a:pt x="2991427" y="774153"/>
                    <a:pt x="2991840" y="775303"/>
                  </a:cubicBezTo>
                  <a:cubicBezTo>
                    <a:pt x="2992501" y="776789"/>
                    <a:pt x="2994882" y="776351"/>
                    <a:pt x="2995339" y="777900"/>
                  </a:cubicBezTo>
                  <a:cubicBezTo>
                    <a:pt x="2996190" y="780738"/>
                    <a:pt x="2994691" y="782954"/>
                    <a:pt x="2995339" y="785780"/>
                  </a:cubicBezTo>
                  <a:cubicBezTo>
                    <a:pt x="2995549" y="786866"/>
                    <a:pt x="2996006" y="788187"/>
                    <a:pt x="2996190" y="789292"/>
                  </a:cubicBezTo>
                  <a:cubicBezTo>
                    <a:pt x="2996641" y="790797"/>
                    <a:pt x="2998831" y="790613"/>
                    <a:pt x="2999720" y="791933"/>
                  </a:cubicBezTo>
                  <a:cubicBezTo>
                    <a:pt x="3001016" y="793654"/>
                    <a:pt x="3003226" y="794727"/>
                    <a:pt x="3003226" y="797153"/>
                  </a:cubicBezTo>
                  <a:lnTo>
                    <a:pt x="3003226" y="798912"/>
                  </a:lnTo>
                  <a:cubicBezTo>
                    <a:pt x="3003226" y="800893"/>
                    <a:pt x="2999720" y="800442"/>
                    <a:pt x="2999720" y="802436"/>
                  </a:cubicBezTo>
                  <a:cubicBezTo>
                    <a:pt x="2999720" y="803744"/>
                    <a:pt x="3000590" y="804824"/>
                    <a:pt x="3000590" y="805954"/>
                  </a:cubicBezTo>
                  <a:cubicBezTo>
                    <a:pt x="3001016" y="808780"/>
                    <a:pt x="3002565" y="811390"/>
                    <a:pt x="3004953" y="812926"/>
                  </a:cubicBezTo>
                  <a:cubicBezTo>
                    <a:pt x="3006045" y="813600"/>
                    <a:pt x="3007398" y="813130"/>
                    <a:pt x="3008452" y="813809"/>
                  </a:cubicBezTo>
                  <a:cubicBezTo>
                    <a:pt x="3009804" y="814679"/>
                    <a:pt x="3010217" y="815994"/>
                    <a:pt x="3011093" y="817308"/>
                  </a:cubicBezTo>
                  <a:cubicBezTo>
                    <a:pt x="3011951" y="818610"/>
                    <a:pt x="3013513" y="819270"/>
                    <a:pt x="3013741" y="820801"/>
                  </a:cubicBezTo>
                  <a:lnTo>
                    <a:pt x="3013741" y="824337"/>
                  </a:lnTo>
                  <a:lnTo>
                    <a:pt x="3013741" y="827798"/>
                  </a:lnTo>
                  <a:cubicBezTo>
                    <a:pt x="3014167" y="830433"/>
                    <a:pt x="3015037" y="832415"/>
                    <a:pt x="3016383" y="834796"/>
                  </a:cubicBezTo>
                  <a:cubicBezTo>
                    <a:pt x="3016992" y="836136"/>
                    <a:pt x="3018770" y="836358"/>
                    <a:pt x="3019844" y="837438"/>
                  </a:cubicBezTo>
                  <a:cubicBezTo>
                    <a:pt x="3021164" y="838752"/>
                    <a:pt x="3022257" y="839616"/>
                    <a:pt x="3023349" y="840955"/>
                  </a:cubicBezTo>
                  <a:cubicBezTo>
                    <a:pt x="3024244" y="842009"/>
                    <a:pt x="3026409" y="842009"/>
                    <a:pt x="3026848" y="843591"/>
                  </a:cubicBezTo>
                  <a:cubicBezTo>
                    <a:pt x="3027070" y="844670"/>
                    <a:pt x="3027730" y="845750"/>
                    <a:pt x="3027730" y="847070"/>
                  </a:cubicBezTo>
                  <a:cubicBezTo>
                    <a:pt x="3027730" y="848379"/>
                    <a:pt x="3027070" y="849483"/>
                    <a:pt x="3026848" y="850563"/>
                  </a:cubicBezTo>
                  <a:cubicBezTo>
                    <a:pt x="3026409" y="852557"/>
                    <a:pt x="3024244" y="853630"/>
                    <a:pt x="3024244" y="855840"/>
                  </a:cubicBezTo>
                  <a:lnTo>
                    <a:pt x="3024244" y="857580"/>
                  </a:lnTo>
                  <a:cubicBezTo>
                    <a:pt x="3024244" y="859116"/>
                    <a:pt x="3025736" y="859764"/>
                    <a:pt x="3025965" y="861066"/>
                  </a:cubicBezTo>
                  <a:cubicBezTo>
                    <a:pt x="3026175" y="862171"/>
                    <a:pt x="3025736" y="863269"/>
                    <a:pt x="3025965" y="864628"/>
                  </a:cubicBezTo>
                  <a:lnTo>
                    <a:pt x="3050489" y="864628"/>
                  </a:lnTo>
                  <a:cubicBezTo>
                    <a:pt x="3050692" y="862615"/>
                    <a:pt x="3051168" y="861066"/>
                    <a:pt x="3051365" y="859339"/>
                  </a:cubicBezTo>
                  <a:cubicBezTo>
                    <a:pt x="3051594" y="858240"/>
                    <a:pt x="3051168" y="856919"/>
                    <a:pt x="3051365" y="855840"/>
                  </a:cubicBezTo>
                  <a:cubicBezTo>
                    <a:pt x="3051594" y="854297"/>
                    <a:pt x="3053314" y="853630"/>
                    <a:pt x="3054032" y="852322"/>
                  </a:cubicBezTo>
                  <a:cubicBezTo>
                    <a:pt x="3054889" y="850785"/>
                    <a:pt x="3055759" y="849242"/>
                    <a:pt x="3057486" y="848817"/>
                  </a:cubicBezTo>
                  <a:cubicBezTo>
                    <a:pt x="3058610" y="848601"/>
                    <a:pt x="3059690" y="848817"/>
                    <a:pt x="3060998" y="848817"/>
                  </a:cubicBezTo>
                  <a:lnTo>
                    <a:pt x="3064503" y="848817"/>
                  </a:lnTo>
                  <a:cubicBezTo>
                    <a:pt x="3065583" y="848817"/>
                    <a:pt x="3066903" y="849680"/>
                    <a:pt x="3068002" y="849680"/>
                  </a:cubicBezTo>
                  <a:cubicBezTo>
                    <a:pt x="3069316" y="849922"/>
                    <a:pt x="3069958" y="851458"/>
                    <a:pt x="3071520" y="851458"/>
                  </a:cubicBezTo>
                  <a:cubicBezTo>
                    <a:pt x="3073025" y="851458"/>
                    <a:pt x="3073679" y="850379"/>
                    <a:pt x="3075025" y="849680"/>
                  </a:cubicBezTo>
                  <a:cubicBezTo>
                    <a:pt x="3076530" y="849058"/>
                    <a:pt x="3076105" y="846855"/>
                    <a:pt x="3077635" y="846181"/>
                  </a:cubicBezTo>
                  <a:cubicBezTo>
                    <a:pt x="3080264" y="844880"/>
                    <a:pt x="3082455" y="845318"/>
                    <a:pt x="3085503" y="845318"/>
                  </a:cubicBezTo>
                  <a:lnTo>
                    <a:pt x="3085503" y="834796"/>
                  </a:lnTo>
                  <a:lnTo>
                    <a:pt x="3099504" y="834796"/>
                  </a:lnTo>
                  <a:cubicBezTo>
                    <a:pt x="3099504" y="833494"/>
                    <a:pt x="3100387" y="832624"/>
                    <a:pt x="3100387" y="831297"/>
                  </a:cubicBezTo>
                  <a:cubicBezTo>
                    <a:pt x="3100387" y="829335"/>
                    <a:pt x="3099771" y="827995"/>
                    <a:pt x="3099504" y="826065"/>
                  </a:cubicBezTo>
                  <a:lnTo>
                    <a:pt x="3092729" y="826065"/>
                  </a:lnTo>
                  <a:cubicBezTo>
                    <a:pt x="3091211" y="826065"/>
                    <a:pt x="3090335" y="827157"/>
                    <a:pt x="3089014" y="826916"/>
                  </a:cubicBezTo>
                  <a:cubicBezTo>
                    <a:pt x="3087903" y="826725"/>
                    <a:pt x="3086595" y="827366"/>
                    <a:pt x="3085503" y="826916"/>
                  </a:cubicBezTo>
                  <a:cubicBezTo>
                    <a:pt x="3084423" y="826490"/>
                    <a:pt x="3086169" y="824337"/>
                    <a:pt x="3085503" y="823417"/>
                  </a:cubicBezTo>
                  <a:cubicBezTo>
                    <a:pt x="3084842" y="822559"/>
                    <a:pt x="3082893" y="823226"/>
                    <a:pt x="3081997" y="822559"/>
                  </a:cubicBezTo>
                  <a:cubicBezTo>
                    <a:pt x="3083528" y="820140"/>
                    <a:pt x="3084842" y="818191"/>
                    <a:pt x="3086385" y="815543"/>
                  </a:cubicBezTo>
                  <a:cubicBezTo>
                    <a:pt x="3087046" y="814241"/>
                    <a:pt x="3088576" y="813600"/>
                    <a:pt x="3089014" y="812038"/>
                  </a:cubicBezTo>
                  <a:cubicBezTo>
                    <a:pt x="3089909" y="809650"/>
                    <a:pt x="3089681" y="807675"/>
                    <a:pt x="3089909" y="805033"/>
                  </a:cubicBezTo>
                  <a:cubicBezTo>
                    <a:pt x="3090094" y="802436"/>
                    <a:pt x="3090545" y="800658"/>
                    <a:pt x="3090754" y="798048"/>
                  </a:cubicBezTo>
                  <a:cubicBezTo>
                    <a:pt x="3090754" y="796728"/>
                    <a:pt x="3090545" y="795648"/>
                    <a:pt x="3090754" y="794575"/>
                  </a:cubicBezTo>
                  <a:cubicBezTo>
                    <a:pt x="3091211" y="793235"/>
                    <a:pt x="3091891" y="792340"/>
                    <a:pt x="3092538" y="791013"/>
                  </a:cubicBezTo>
                  <a:cubicBezTo>
                    <a:pt x="3093148" y="789730"/>
                    <a:pt x="3094920" y="790155"/>
                    <a:pt x="3096025" y="789292"/>
                  </a:cubicBezTo>
                  <a:cubicBezTo>
                    <a:pt x="3097352" y="788187"/>
                    <a:pt x="3098012" y="786441"/>
                    <a:pt x="3099504" y="785780"/>
                  </a:cubicBezTo>
                  <a:cubicBezTo>
                    <a:pt x="3100609" y="785342"/>
                    <a:pt x="3101924" y="785342"/>
                    <a:pt x="3103010" y="784917"/>
                  </a:cubicBezTo>
                  <a:cubicBezTo>
                    <a:pt x="3104540" y="784244"/>
                    <a:pt x="3105003" y="782701"/>
                    <a:pt x="3106547" y="782275"/>
                  </a:cubicBezTo>
                  <a:cubicBezTo>
                    <a:pt x="3107632" y="782072"/>
                    <a:pt x="3108934" y="781837"/>
                    <a:pt x="3110033" y="781392"/>
                  </a:cubicBezTo>
                  <a:cubicBezTo>
                    <a:pt x="3111131" y="780961"/>
                    <a:pt x="3112655" y="782072"/>
                    <a:pt x="3113519" y="781392"/>
                  </a:cubicBezTo>
                  <a:cubicBezTo>
                    <a:pt x="3114636" y="780548"/>
                    <a:pt x="3114636" y="779214"/>
                    <a:pt x="3115297" y="777900"/>
                  </a:cubicBezTo>
                  <a:cubicBezTo>
                    <a:pt x="3115735" y="776789"/>
                    <a:pt x="3114840" y="775474"/>
                    <a:pt x="3115297" y="774395"/>
                  </a:cubicBezTo>
                  <a:cubicBezTo>
                    <a:pt x="3115919" y="772858"/>
                    <a:pt x="3117043" y="772191"/>
                    <a:pt x="3117919" y="770889"/>
                  </a:cubicBezTo>
                  <a:cubicBezTo>
                    <a:pt x="3118783" y="769575"/>
                    <a:pt x="3120561" y="769385"/>
                    <a:pt x="3121405" y="768248"/>
                  </a:cubicBezTo>
                  <a:cubicBezTo>
                    <a:pt x="3122295" y="767181"/>
                    <a:pt x="3124707" y="767181"/>
                    <a:pt x="3124904" y="765657"/>
                  </a:cubicBezTo>
                  <a:cubicBezTo>
                    <a:pt x="3125158" y="764552"/>
                    <a:pt x="3124904" y="763676"/>
                    <a:pt x="3124904" y="762355"/>
                  </a:cubicBezTo>
                  <a:lnTo>
                    <a:pt x="3124904" y="758659"/>
                  </a:lnTo>
                  <a:cubicBezTo>
                    <a:pt x="3124904" y="756862"/>
                    <a:pt x="3124282" y="755986"/>
                    <a:pt x="3124028" y="754272"/>
                  </a:cubicBezTo>
                  <a:cubicBezTo>
                    <a:pt x="3121405" y="754272"/>
                    <a:pt x="3119666" y="754475"/>
                    <a:pt x="3117043" y="754272"/>
                  </a:cubicBezTo>
                  <a:cubicBezTo>
                    <a:pt x="3114401" y="754049"/>
                    <a:pt x="3112655" y="753376"/>
                    <a:pt x="3110033" y="753376"/>
                  </a:cubicBezTo>
                  <a:cubicBezTo>
                    <a:pt x="3108731" y="753376"/>
                    <a:pt x="3107855" y="754049"/>
                    <a:pt x="3106547" y="754049"/>
                  </a:cubicBezTo>
                  <a:cubicBezTo>
                    <a:pt x="3106547" y="749687"/>
                    <a:pt x="3107410" y="747045"/>
                    <a:pt x="3106547" y="742873"/>
                  </a:cubicBezTo>
                  <a:cubicBezTo>
                    <a:pt x="3106096" y="741152"/>
                    <a:pt x="3104794" y="740028"/>
                    <a:pt x="3103010" y="739387"/>
                  </a:cubicBezTo>
                  <a:cubicBezTo>
                    <a:pt x="3101924" y="738924"/>
                    <a:pt x="3100387" y="739832"/>
                    <a:pt x="3099504" y="739387"/>
                  </a:cubicBezTo>
                  <a:cubicBezTo>
                    <a:pt x="3098196" y="738504"/>
                    <a:pt x="3097352" y="737825"/>
                    <a:pt x="3096025" y="736777"/>
                  </a:cubicBezTo>
                  <a:cubicBezTo>
                    <a:pt x="3095148" y="736079"/>
                    <a:pt x="3096469" y="734777"/>
                    <a:pt x="3096469" y="733463"/>
                  </a:cubicBezTo>
                  <a:lnTo>
                    <a:pt x="3096469" y="705230"/>
                  </a:lnTo>
                  <a:cubicBezTo>
                    <a:pt x="3097771" y="704348"/>
                    <a:pt x="3099504" y="703681"/>
                    <a:pt x="3100387" y="702589"/>
                  </a:cubicBezTo>
                  <a:cubicBezTo>
                    <a:pt x="3101282" y="701522"/>
                    <a:pt x="3101282" y="700182"/>
                    <a:pt x="3102127" y="699103"/>
                  </a:cubicBezTo>
                  <a:cubicBezTo>
                    <a:pt x="3103251" y="697782"/>
                    <a:pt x="3105003" y="697109"/>
                    <a:pt x="3105670" y="695604"/>
                  </a:cubicBezTo>
                  <a:cubicBezTo>
                    <a:pt x="3106312" y="694283"/>
                    <a:pt x="3107156" y="693407"/>
                    <a:pt x="3107410" y="692086"/>
                  </a:cubicBezTo>
                  <a:cubicBezTo>
                    <a:pt x="3108064" y="689717"/>
                    <a:pt x="3108064" y="687292"/>
                    <a:pt x="3109175" y="685120"/>
                  </a:cubicBezTo>
                  <a:cubicBezTo>
                    <a:pt x="3109798" y="683787"/>
                    <a:pt x="3109798" y="682478"/>
                    <a:pt x="3110890" y="681564"/>
                  </a:cubicBezTo>
                  <a:cubicBezTo>
                    <a:pt x="3111995" y="680732"/>
                    <a:pt x="3113093" y="680250"/>
                    <a:pt x="3114401" y="679837"/>
                  </a:cubicBezTo>
                  <a:cubicBezTo>
                    <a:pt x="3115506" y="679411"/>
                    <a:pt x="3116802" y="680059"/>
                    <a:pt x="3117919" y="679837"/>
                  </a:cubicBezTo>
                  <a:cubicBezTo>
                    <a:pt x="3120732" y="679189"/>
                    <a:pt x="3122701" y="678078"/>
                    <a:pt x="3124904" y="676313"/>
                  </a:cubicBezTo>
                  <a:cubicBezTo>
                    <a:pt x="3126200" y="675462"/>
                    <a:pt x="3126657" y="673919"/>
                    <a:pt x="3127546" y="672839"/>
                  </a:cubicBezTo>
                  <a:cubicBezTo>
                    <a:pt x="3128410" y="671734"/>
                    <a:pt x="3129946" y="671315"/>
                    <a:pt x="3131057" y="670223"/>
                  </a:cubicBezTo>
                  <a:cubicBezTo>
                    <a:pt x="3131921" y="669328"/>
                    <a:pt x="3131686" y="667346"/>
                    <a:pt x="3132804" y="666730"/>
                  </a:cubicBezTo>
                  <a:cubicBezTo>
                    <a:pt x="3135001" y="665365"/>
                    <a:pt x="3137376" y="666273"/>
                    <a:pt x="3139782" y="665841"/>
                  </a:cubicBezTo>
                  <a:cubicBezTo>
                    <a:pt x="3141338" y="665606"/>
                    <a:pt x="3142653" y="666489"/>
                    <a:pt x="3144189" y="665841"/>
                  </a:cubicBezTo>
                  <a:cubicBezTo>
                    <a:pt x="3145713" y="665181"/>
                    <a:pt x="3145713" y="663200"/>
                    <a:pt x="3146812" y="662324"/>
                  </a:cubicBezTo>
                  <a:cubicBezTo>
                    <a:pt x="3147891" y="661454"/>
                    <a:pt x="3149644" y="661028"/>
                    <a:pt x="3150298" y="659714"/>
                  </a:cubicBezTo>
                  <a:cubicBezTo>
                    <a:pt x="3150984" y="658609"/>
                    <a:pt x="3149885" y="657078"/>
                    <a:pt x="3150298" y="656221"/>
                  </a:cubicBezTo>
                  <a:cubicBezTo>
                    <a:pt x="3151149" y="654888"/>
                    <a:pt x="3151600" y="653795"/>
                    <a:pt x="3152895" y="652716"/>
                  </a:cubicBezTo>
                  <a:cubicBezTo>
                    <a:pt x="3153816" y="652068"/>
                    <a:pt x="3155321" y="652068"/>
                    <a:pt x="3156457" y="651808"/>
                  </a:cubicBezTo>
                  <a:cubicBezTo>
                    <a:pt x="3157524" y="651617"/>
                    <a:pt x="3158845" y="650932"/>
                    <a:pt x="3159950" y="650932"/>
                  </a:cubicBezTo>
                  <a:cubicBezTo>
                    <a:pt x="3161036" y="650932"/>
                    <a:pt x="3162350" y="651179"/>
                    <a:pt x="3163462" y="650932"/>
                  </a:cubicBezTo>
                  <a:cubicBezTo>
                    <a:pt x="3164528" y="650747"/>
                    <a:pt x="3165862" y="650487"/>
                    <a:pt x="3166929" y="650074"/>
                  </a:cubicBezTo>
                  <a:cubicBezTo>
                    <a:pt x="3168688" y="649185"/>
                    <a:pt x="3169570" y="646988"/>
                    <a:pt x="3169570" y="644823"/>
                  </a:cubicBezTo>
                  <a:cubicBezTo>
                    <a:pt x="3169570" y="642600"/>
                    <a:pt x="3168034" y="641330"/>
                    <a:pt x="3166929" y="639552"/>
                  </a:cubicBezTo>
                  <a:cubicBezTo>
                    <a:pt x="3166046" y="638213"/>
                    <a:pt x="3164097" y="638473"/>
                    <a:pt x="3163462" y="636924"/>
                  </a:cubicBezTo>
                  <a:cubicBezTo>
                    <a:pt x="3162992" y="635844"/>
                    <a:pt x="3163462" y="634752"/>
                    <a:pt x="3163462" y="633450"/>
                  </a:cubicBezTo>
                  <a:cubicBezTo>
                    <a:pt x="3163462" y="629272"/>
                    <a:pt x="3163690" y="626217"/>
                    <a:pt x="3166046" y="622928"/>
                  </a:cubicBezTo>
                  <a:cubicBezTo>
                    <a:pt x="3166929" y="621633"/>
                    <a:pt x="3167405" y="620287"/>
                    <a:pt x="3168688" y="619442"/>
                  </a:cubicBezTo>
                  <a:cubicBezTo>
                    <a:pt x="3169570" y="618737"/>
                    <a:pt x="3171107" y="619867"/>
                    <a:pt x="3172193" y="619442"/>
                  </a:cubicBezTo>
                  <a:cubicBezTo>
                    <a:pt x="3173723" y="618737"/>
                    <a:pt x="3174377" y="617658"/>
                    <a:pt x="3175698" y="616819"/>
                  </a:cubicBezTo>
                  <a:cubicBezTo>
                    <a:pt x="3177260" y="615670"/>
                    <a:pt x="3177660" y="614210"/>
                    <a:pt x="3178302" y="612406"/>
                  </a:cubicBezTo>
                  <a:cubicBezTo>
                    <a:pt x="3179419" y="610031"/>
                    <a:pt x="3179832" y="607834"/>
                    <a:pt x="3180956" y="605434"/>
                  </a:cubicBezTo>
                  <a:cubicBezTo>
                    <a:pt x="3181394" y="604285"/>
                    <a:pt x="3180956" y="602564"/>
                    <a:pt x="3181807" y="601910"/>
                  </a:cubicBezTo>
                  <a:cubicBezTo>
                    <a:pt x="3183585" y="600373"/>
                    <a:pt x="3186226" y="601046"/>
                    <a:pt x="3188849" y="601046"/>
                  </a:cubicBezTo>
                  <a:cubicBezTo>
                    <a:pt x="3191452" y="601046"/>
                    <a:pt x="3193434" y="601484"/>
                    <a:pt x="3195847" y="601910"/>
                  </a:cubicBezTo>
                  <a:cubicBezTo>
                    <a:pt x="3196913" y="602132"/>
                    <a:pt x="3198234" y="601700"/>
                    <a:pt x="3199333" y="601910"/>
                  </a:cubicBezTo>
                  <a:cubicBezTo>
                    <a:pt x="3200850" y="602348"/>
                    <a:pt x="3200850" y="604532"/>
                    <a:pt x="3201968" y="605434"/>
                  </a:cubicBezTo>
                  <a:cubicBezTo>
                    <a:pt x="3204400" y="607618"/>
                    <a:pt x="3205251" y="609771"/>
                    <a:pt x="3207213" y="612406"/>
                  </a:cubicBezTo>
                  <a:cubicBezTo>
                    <a:pt x="3208299" y="611987"/>
                    <a:pt x="3209829" y="611987"/>
                    <a:pt x="3210718" y="611549"/>
                  </a:cubicBezTo>
                  <a:cubicBezTo>
                    <a:pt x="3212052" y="610666"/>
                    <a:pt x="3211798" y="608482"/>
                    <a:pt x="3213360" y="608056"/>
                  </a:cubicBezTo>
                  <a:cubicBezTo>
                    <a:pt x="3214465" y="607834"/>
                    <a:pt x="3215532" y="607161"/>
                    <a:pt x="3216852" y="607161"/>
                  </a:cubicBezTo>
                  <a:cubicBezTo>
                    <a:pt x="3218586" y="607161"/>
                    <a:pt x="3219037" y="608920"/>
                    <a:pt x="3220358" y="609771"/>
                  </a:cubicBezTo>
                  <a:cubicBezTo>
                    <a:pt x="3221672" y="610666"/>
                    <a:pt x="3223171" y="611111"/>
                    <a:pt x="3223863" y="612406"/>
                  </a:cubicBezTo>
                  <a:cubicBezTo>
                    <a:pt x="3224504" y="613511"/>
                    <a:pt x="3224955" y="614832"/>
                    <a:pt x="3225596" y="615930"/>
                  </a:cubicBezTo>
                  <a:cubicBezTo>
                    <a:pt x="3226263" y="617004"/>
                    <a:pt x="3227374" y="618147"/>
                    <a:pt x="3227374" y="619658"/>
                  </a:cubicBezTo>
                  <a:lnTo>
                    <a:pt x="3227374" y="630808"/>
                  </a:lnTo>
                  <a:lnTo>
                    <a:pt x="3216852" y="630808"/>
                  </a:lnTo>
                  <a:cubicBezTo>
                    <a:pt x="3216852" y="634961"/>
                    <a:pt x="3217094" y="637165"/>
                    <a:pt x="3216852" y="641330"/>
                  </a:cubicBezTo>
                  <a:cubicBezTo>
                    <a:pt x="3216852" y="642600"/>
                    <a:pt x="3217094" y="643718"/>
                    <a:pt x="3216852" y="644823"/>
                  </a:cubicBezTo>
                  <a:cubicBezTo>
                    <a:pt x="3216402" y="647649"/>
                    <a:pt x="3215100" y="649433"/>
                    <a:pt x="3213360" y="651808"/>
                  </a:cubicBezTo>
                  <a:cubicBezTo>
                    <a:pt x="3212490" y="653141"/>
                    <a:pt x="3211144" y="653554"/>
                    <a:pt x="3209829" y="654443"/>
                  </a:cubicBezTo>
                  <a:cubicBezTo>
                    <a:pt x="3208089" y="655745"/>
                    <a:pt x="3206775" y="657078"/>
                    <a:pt x="3204571" y="657078"/>
                  </a:cubicBezTo>
                  <a:cubicBezTo>
                    <a:pt x="3200850" y="657078"/>
                    <a:pt x="3198685" y="655319"/>
                    <a:pt x="3194958" y="655319"/>
                  </a:cubicBezTo>
                  <a:cubicBezTo>
                    <a:pt x="3193434" y="655319"/>
                    <a:pt x="3192754" y="656647"/>
                    <a:pt x="3191452" y="657078"/>
                  </a:cubicBezTo>
                  <a:cubicBezTo>
                    <a:pt x="3190138" y="657517"/>
                    <a:pt x="3189052" y="657961"/>
                    <a:pt x="3187941" y="658825"/>
                  </a:cubicBezTo>
                  <a:cubicBezTo>
                    <a:pt x="3186861" y="659714"/>
                    <a:pt x="3186861" y="661238"/>
                    <a:pt x="3186226" y="662324"/>
                  </a:cubicBezTo>
                  <a:cubicBezTo>
                    <a:pt x="3185299" y="663619"/>
                    <a:pt x="3184220" y="664521"/>
                    <a:pt x="3183585" y="665841"/>
                  </a:cubicBezTo>
                  <a:cubicBezTo>
                    <a:pt x="3182886" y="666902"/>
                    <a:pt x="3183350" y="668242"/>
                    <a:pt x="3182702" y="669328"/>
                  </a:cubicBezTo>
                  <a:cubicBezTo>
                    <a:pt x="3182029" y="670420"/>
                    <a:pt x="3180302" y="670223"/>
                    <a:pt x="3179210" y="671093"/>
                  </a:cubicBezTo>
                  <a:cubicBezTo>
                    <a:pt x="3177876" y="672172"/>
                    <a:pt x="3176809" y="673277"/>
                    <a:pt x="3175698" y="674592"/>
                  </a:cubicBezTo>
                  <a:cubicBezTo>
                    <a:pt x="3174834" y="675690"/>
                    <a:pt x="3175044" y="676992"/>
                    <a:pt x="3173926" y="678078"/>
                  </a:cubicBezTo>
                  <a:cubicBezTo>
                    <a:pt x="3172860" y="679189"/>
                    <a:pt x="3171539" y="679189"/>
                    <a:pt x="3170434" y="679837"/>
                  </a:cubicBezTo>
                  <a:cubicBezTo>
                    <a:pt x="3167830" y="681564"/>
                    <a:pt x="3164312" y="682701"/>
                    <a:pt x="3164312" y="685977"/>
                  </a:cubicBezTo>
                  <a:cubicBezTo>
                    <a:pt x="3164312" y="690765"/>
                    <a:pt x="3166929" y="693407"/>
                    <a:pt x="3166929" y="698220"/>
                  </a:cubicBezTo>
                  <a:cubicBezTo>
                    <a:pt x="3166929" y="700417"/>
                    <a:pt x="3166046" y="701522"/>
                    <a:pt x="3165182" y="703484"/>
                  </a:cubicBezTo>
                  <a:cubicBezTo>
                    <a:pt x="3164312" y="705453"/>
                    <a:pt x="3161684" y="706323"/>
                    <a:pt x="3161684" y="708736"/>
                  </a:cubicBezTo>
                  <a:cubicBezTo>
                    <a:pt x="3161684" y="713530"/>
                    <a:pt x="3163227" y="716191"/>
                    <a:pt x="3163462" y="720959"/>
                  </a:cubicBezTo>
                  <a:lnTo>
                    <a:pt x="3163462" y="724496"/>
                  </a:lnTo>
                  <a:cubicBezTo>
                    <a:pt x="3163462" y="725798"/>
                    <a:pt x="3164312" y="726668"/>
                    <a:pt x="3164312" y="728002"/>
                  </a:cubicBezTo>
                  <a:cubicBezTo>
                    <a:pt x="3164528" y="731043"/>
                    <a:pt x="3164312" y="732828"/>
                    <a:pt x="3164312" y="735895"/>
                  </a:cubicBezTo>
                  <a:cubicBezTo>
                    <a:pt x="3167830" y="736320"/>
                    <a:pt x="3169767" y="736320"/>
                    <a:pt x="3173069" y="736777"/>
                  </a:cubicBezTo>
                  <a:cubicBezTo>
                    <a:pt x="3175698" y="737184"/>
                    <a:pt x="3177660" y="738073"/>
                    <a:pt x="3180073" y="739387"/>
                  </a:cubicBezTo>
                  <a:cubicBezTo>
                    <a:pt x="3181394" y="740028"/>
                    <a:pt x="3181597" y="741806"/>
                    <a:pt x="3182702" y="742873"/>
                  </a:cubicBezTo>
                  <a:cubicBezTo>
                    <a:pt x="3183813" y="743978"/>
                    <a:pt x="3184023" y="745737"/>
                    <a:pt x="3185299" y="746378"/>
                  </a:cubicBezTo>
                  <a:cubicBezTo>
                    <a:pt x="3187744" y="747699"/>
                    <a:pt x="3189725" y="747909"/>
                    <a:pt x="3192335" y="749026"/>
                  </a:cubicBezTo>
                  <a:cubicBezTo>
                    <a:pt x="3193865" y="749687"/>
                    <a:pt x="3194513" y="750976"/>
                    <a:pt x="3195847" y="751630"/>
                  </a:cubicBezTo>
                  <a:cubicBezTo>
                    <a:pt x="3198914" y="753376"/>
                    <a:pt x="3200850" y="755986"/>
                    <a:pt x="3204571" y="755986"/>
                  </a:cubicBezTo>
                  <a:lnTo>
                    <a:pt x="3206349" y="755986"/>
                  </a:lnTo>
                  <a:cubicBezTo>
                    <a:pt x="3207892" y="755986"/>
                    <a:pt x="3208540" y="754697"/>
                    <a:pt x="3209829" y="754272"/>
                  </a:cubicBezTo>
                  <a:cubicBezTo>
                    <a:pt x="3214465" y="752278"/>
                    <a:pt x="3216852" y="748106"/>
                    <a:pt x="3222123" y="748106"/>
                  </a:cubicBezTo>
                  <a:cubicBezTo>
                    <a:pt x="3225596" y="748106"/>
                    <a:pt x="3227374" y="750766"/>
                    <a:pt x="3230841" y="750766"/>
                  </a:cubicBezTo>
                  <a:cubicBezTo>
                    <a:pt x="3232835" y="750766"/>
                    <a:pt x="3234372" y="750119"/>
                    <a:pt x="3236106" y="749903"/>
                  </a:cubicBezTo>
                  <a:cubicBezTo>
                    <a:pt x="3237198" y="749903"/>
                    <a:pt x="3238538" y="750309"/>
                    <a:pt x="3239623" y="749903"/>
                  </a:cubicBezTo>
                  <a:cubicBezTo>
                    <a:pt x="3240906" y="749458"/>
                    <a:pt x="3242043" y="748798"/>
                    <a:pt x="3243122" y="748106"/>
                  </a:cubicBezTo>
                  <a:cubicBezTo>
                    <a:pt x="3243973" y="747477"/>
                    <a:pt x="3243364" y="745489"/>
                    <a:pt x="3243973" y="744632"/>
                  </a:cubicBezTo>
                  <a:cubicBezTo>
                    <a:pt x="3244869" y="743534"/>
                    <a:pt x="3246412" y="743750"/>
                    <a:pt x="3247497" y="742873"/>
                  </a:cubicBezTo>
                  <a:lnTo>
                    <a:pt x="3275266" y="742873"/>
                  </a:lnTo>
                  <a:cubicBezTo>
                    <a:pt x="3277044" y="742873"/>
                    <a:pt x="3277476" y="740702"/>
                    <a:pt x="3279013" y="740244"/>
                  </a:cubicBezTo>
                  <a:cubicBezTo>
                    <a:pt x="3280759" y="739590"/>
                    <a:pt x="3282295" y="739387"/>
                    <a:pt x="3284270" y="739387"/>
                  </a:cubicBezTo>
                  <a:cubicBezTo>
                    <a:pt x="3284937" y="739387"/>
                    <a:pt x="3285591" y="739165"/>
                    <a:pt x="3286004" y="739387"/>
                  </a:cubicBezTo>
                  <a:cubicBezTo>
                    <a:pt x="3287337" y="740028"/>
                    <a:pt x="3287782" y="741552"/>
                    <a:pt x="3288671" y="742873"/>
                  </a:cubicBezTo>
                  <a:cubicBezTo>
                    <a:pt x="3289287" y="743750"/>
                    <a:pt x="3288861" y="745312"/>
                    <a:pt x="3289528" y="746378"/>
                  </a:cubicBezTo>
                  <a:cubicBezTo>
                    <a:pt x="3290169" y="747477"/>
                    <a:pt x="3291922" y="747280"/>
                    <a:pt x="3293021" y="748106"/>
                  </a:cubicBezTo>
                  <a:lnTo>
                    <a:pt x="3310528" y="748106"/>
                  </a:lnTo>
                  <a:lnTo>
                    <a:pt x="3312287" y="751630"/>
                  </a:lnTo>
                  <a:cubicBezTo>
                    <a:pt x="3310978" y="752938"/>
                    <a:pt x="3310528" y="754697"/>
                    <a:pt x="3308775" y="755135"/>
                  </a:cubicBezTo>
                  <a:cubicBezTo>
                    <a:pt x="3306394" y="755561"/>
                    <a:pt x="3304419" y="755135"/>
                    <a:pt x="3301796" y="755135"/>
                  </a:cubicBezTo>
                  <a:cubicBezTo>
                    <a:pt x="3298304" y="755135"/>
                    <a:pt x="3296316" y="754697"/>
                    <a:pt x="3293021" y="755135"/>
                  </a:cubicBezTo>
                  <a:cubicBezTo>
                    <a:pt x="3291922" y="755135"/>
                    <a:pt x="3290589" y="755821"/>
                    <a:pt x="3289528" y="755986"/>
                  </a:cubicBezTo>
                  <a:cubicBezTo>
                    <a:pt x="3287991" y="756443"/>
                    <a:pt x="3287337" y="758005"/>
                    <a:pt x="3286004" y="758659"/>
                  </a:cubicBezTo>
                  <a:cubicBezTo>
                    <a:pt x="3284696" y="759294"/>
                    <a:pt x="3283832" y="760164"/>
                    <a:pt x="3282511" y="761257"/>
                  </a:cubicBezTo>
                  <a:cubicBezTo>
                    <a:pt x="3281191" y="762355"/>
                    <a:pt x="3279889" y="762590"/>
                    <a:pt x="3279013" y="763885"/>
                  </a:cubicBezTo>
                  <a:cubicBezTo>
                    <a:pt x="3278136" y="765213"/>
                    <a:pt x="3277266" y="766083"/>
                    <a:pt x="3276403" y="767403"/>
                  </a:cubicBezTo>
                  <a:cubicBezTo>
                    <a:pt x="3275710" y="768502"/>
                    <a:pt x="3275526" y="769823"/>
                    <a:pt x="3274644" y="770889"/>
                  </a:cubicBezTo>
                  <a:cubicBezTo>
                    <a:pt x="3273552" y="772191"/>
                    <a:pt x="3273323" y="773741"/>
                    <a:pt x="3272028" y="774395"/>
                  </a:cubicBezTo>
                  <a:cubicBezTo>
                    <a:pt x="3270910" y="775061"/>
                    <a:pt x="3269805" y="774395"/>
                    <a:pt x="3268484" y="774395"/>
                  </a:cubicBezTo>
                  <a:cubicBezTo>
                    <a:pt x="3265874" y="774395"/>
                    <a:pt x="3263893" y="774395"/>
                    <a:pt x="3261525" y="773531"/>
                  </a:cubicBezTo>
                  <a:cubicBezTo>
                    <a:pt x="3259766" y="772858"/>
                    <a:pt x="3259524" y="771131"/>
                    <a:pt x="3257994" y="770007"/>
                  </a:cubicBezTo>
                  <a:cubicBezTo>
                    <a:pt x="3256254" y="768705"/>
                    <a:pt x="3255187" y="766514"/>
                    <a:pt x="3252749" y="766514"/>
                  </a:cubicBezTo>
                  <a:cubicBezTo>
                    <a:pt x="3249225" y="766514"/>
                    <a:pt x="3247282" y="768705"/>
                    <a:pt x="3243973" y="769150"/>
                  </a:cubicBezTo>
                  <a:cubicBezTo>
                    <a:pt x="3241560" y="769385"/>
                    <a:pt x="3239623" y="769385"/>
                    <a:pt x="3236988" y="769150"/>
                  </a:cubicBezTo>
                  <a:cubicBezTo>
                    <a:pt x="3234372" y="768927"/>
                    <a:pt x="3232594" y="768045"/>
                    <a:pt x="3229984" y="768248"/>
                  </a:cubicBezTo>
                  <a:cubicBezTo>
                    <a:pt x="3228663" y="768248"/>
                    <a:pt x="3227584" y="768927"/>
                    <a:pt x="3226504" y="769150"/>
                  </a:cubicBezTo>
                  <a:cubicBezTo>
                    <a:pt x="3225171" y="769575"/>
                    <a:pt x="3224295" y="770445"/>
                    <a:pt x="3223018" y="770889"/>
                  </a:cubicBezTo>
                  <a:cubicBezTo>
                    <a:pt x="3221450" y="771315"/>
                    <a:pt x="3221208" y="773531"/>
                    <a:pt x="3219475" y="773531"/>
                  </a:cubicBezTo>
                  <a:cubicBezTo>
                    <a:pt x="3218160" y="773531"/>
                    <a:pt x="3217278" y="772642"/>
                    <a:pt x="3215957" y="772642"/>
                  </a:cubicBezTo>
                  <a:cubicBezTo>
                    <a:pt x="3214465" y="772642"/>
                    <a:pt x="3214001" y="770889"/>
                    <a:pt x="3212490" y="770889"/>
                  </a:cubicBezTo>
                  <a:cubicBezTo>
                    <a:pt x="3210928" y="770889"/>
                    <a:pt x="3210280" y="772020"/>
                    <a:pt x="3208972" y="772642"/>
                  </a:cubicBezTo>
                  <a:cubicBezTo>
                    <a:pt x="3207639" y="773315"/>
                    <a:pt x="3206349" y="773315"/>
                    <a:pt x="3205492" y="774395"/>
                  </a:cubicBezTo>
                  <a:cubicBezTo>
                    <a:pt x="3204806" y="775303"/>
                    <a:pt x="3205899" y="776789"/>
                    <a:pt x="3205492" y="777900"/>
                  </a:cubicBezTo>
                  <a:cubicBezTo>
                    <a:pt x="3204571" y="779449"/>
                    <a:pt x="3203079" y="780097"/>
                    <a:pt x="3201968" y="781392"/>
                  </a:cubicBezTo>
                  <a:cubicBezTo>
                    <a:pt x="3201320" y="782275"/>
                    <a:pt x="3202406" y="784917"/>
                    <a:pt x="3201098" y="784917"/>
                  </a:cubicBezTo>
                  <a:cubicBezTo>
                    <a:pt x="3199758" y="784917"/>
                    <a:pt x="3198914" y="784028"/>
                    <a:pt x="3197612" y="784028"/>
                  </a:cubicBezTo>
                  <a:cubicBezTo>
                    <a:pt x="3196310" y="784028"/>
                    <a:pt x="3195186" y="784459"/>
                    <a:pt x="3194088" y="784028"/>
                  </a:cubicBezTo>
                  <a:cubicBezTo>
                    <a:pt x="3192570" y="783380"/>
                    <a:pt x="3191859" y="782516"/>
                    <a:pt x="3190582" y="781392"/>
                  </a:cubicBezTo>
                  <a:cubicBezTo>
                    <a:pt x="3189725" y="780738"/>
                    <a:pt x="3191452" y="778344"/>
                    <a:pt x="3190582" y="777900"/>
                  </a:cubicBezTo>
                  <a:cubicBezTo>
                    <a:pt x="3189725" y="777462"/>
                    <a:pt x="3188392" y="777900"/>
                    <a:pt x="3187090" y="777900"/>
                  </a:cubicBezTo>
                  <a:cubicBezTo>
                    <a:pt x="3185795" y="777900"/>
                    <a:pt x="3184664" y="777671"/>
                    <a:pt x="3183585" y="777900"/>
                  </a:cubicBezTo>
                  <a:cubicBezTo>
                    <a:pt x="3182283" y="778344"/>
                    <a:pt x="3181172" y="779017"/>
                    <a:pt x="3180073" y="779627"/>
                  </a:cubicBezTo>
                  <a:cubicBezTo>
                    <a:pt x="3178981" y="780300"/>
                    <a:pt x="3179832" y="782072"/>
                    <a:pt x="3179210" y="783132"/>
                  </a:cubicBezTo>
                  <a:cubicBezTo>
                    <a:pt x="3180727" y="783818"/>
                    <a:pt x="3181172" y="785342"/>
                    <a:pt x="3182702" y="785780"/>
                  </a:cubicBezTo>
                  <a:cubicBezTo>
                    <a:pt x="3183813" y="785990"/>
                    <a:pt x="3185115" y="785564"/>
                    <a:pt x="3186226" y="785780"/>
                  </a:cubicBezTo>
                  <a:cubicBezTo>
                    <a:pt x="3187744" y="786206"/>
                    <a:pt x="3188182" y="787768"/>
                    <a:pt x="3189725" y="788415"/>
                  </a:cubicBezTo>
                  <a:cubicBezTo>
                    <a:pt x="3187090" y="788415"/>
                    <a:pt x="3185115" y="788187"/>
                    <a:pt x="3182702" y="788415"/>
                  </a:cubicBezTo>
                  <a:cubicBezTo>
                    <a:pt x="3178302" y="789057"/>
                    <a:pt x="3175488" y="790613"/>
                    <a:pt x="3171342" y="791933"/>
                  </a:cubicBezTo>
                  <a:cubicBezTo>
                    <a:pt x="3170008" y="792340"/>
                    <a:pt x="3169138" y="793235"/>
                    <a:pt x="3167830" y="793654"/>
                  </a:cubicBezTo>
                  <a:cubicBezTo>
                    <a:pt x="3168256" y="794727"/>
                    <a:pt x="3168034" y="796289"/>
                    <a:pt x="3168688" y="797153"/>
                  </a:cubicBezTo>
                  <a:cubicBezTo>
                    <a:pt x="3170434" y="799572"/>
                    <a:pt x="3171964" y="801325"/>
                    <a:pt x="3174834" y="802436"/>
                  </a:cubicBezTo>
                  <a:cubicBezTo>
                    <a:pt x="3175914" y="802620"/>
                    <a:pt x="3177260" y="802436"/>
                    <a:pt x="3178302" y="802436"/>
                  </a:cubicBezTo>
                  <a:cubicBezTo>
                    <a:pt x="3179419" y="802436"/>
                    <a:pt x="3180524" y="803319"/>
                    <a:pt x="3181807" y="803319"/>
                  </a:cubicBezTo>
                  <a:cubicBezTo>
                    <a:pt x="3183813" y="803497"/>
                    <a:pt x="3185115" y="803319"/>
                    <a:pt x="3187090" y="803319"/>
                  </a:cubicBezTo>
                  <a:cubicBezTo>
                    <a:pt x="3189052" y="803319"/>
                    <a:pt x="3190582" y="803744"/>
                    <a:pt x="3192335" y="803319"/>
                  </a:cubicBezTo>
                  <a:cubicBezTo>
                    <a:pt x="3195605" y="802436"/>
                    <a:pt x="3195383" y="798912"/>
                    <a:pt x="3197612" y="796289"/>
                  </a:cubicBezTo>
                  <a:cubicBezTo>
                    <a:pt x="3198914" y="794727"/>
                    <a:pt x="3199758" y="792784"/>
                    <a:pt x="3201968" y="792784"/>
                  </a:cubicBezTo>
                  <a:cubicBezTo>
                    <a:pt x="3204159" y="792784"/>
                    <a:pt x="3205492" y="793654"/>
                    <a:pt x="3207213" y="794575"/>
                  </a:cubicBezTo>
                  <a:cubicBezTo>
                    <a:pt x="3208540" y="795197"/>
                    <a:pt x="3209639" y="795648"/>
                    <a:pt x="3210718" y="796289"/>
                  </a:cubicBezTo>
                  <a:cubicBezTo>
                    <a:pt x="3212052" y="797153"/>
                    <a:pt x="3213360" y="797585"/>
                    <a:pt x="3214211" y="798912"/>
                  </a:cubicBezTo>
                  <a:cubicBezTo>
                    <a:pt x="3214649" y="799795"/>
                    <a:pt x="3214649" y="801325"/>
                    <a:pt x="3215100" y="802436"/>
                  </a:cubicBezTo>
                  <a:cubicBezTo>
                    <a:pt x="3215532" y="803497"/>
                    <a:pt x="3214649" y="805033"/>
                    <a:pt x="3215100" y="805954"/>
                  </a:cubicBezTo>
                  <a:cubicBezTo>
                    <a:pt x="3215786" y="807008"/>
                    <a:pt x="3217519" y="807008"/>
                    <a:pt x="3218586" y="807675"/>
                  </a:cubicBezTo>
                  <a:cubicBezTo>
                    <a:pt x="3219704" y="808316"/>
                    <a:pt x="3220783" y="808780"/>
                    <a:pt x="3222123" y="809396"/>
                  </a:cubicBezTo>
                  <a:cubicBezTo>
                    <a:pt x="3223634" y="810050"/>
                    <a:pt x="3224295" y="811180"/>
                    <a:pt x="3225596" y="812038"/>
                  </a:cubicBezTo>
                  <a:cubicBezTo>
                    <a:pt x="3224720" y="813130"/>
                    <a:pt x="3224955" y="814451"/>
                    <a:pt x="3223863" y="815543"/>
                  </a:cubicBezTo>
                  <a:cubicBezTo>
                    <a:pt x="3221024" y="818394"/>
                    <a:pt x="3217519" y="817759"/>
                    <a:pt x="3214211" y="819911"/>
                  </a:cubicBezTo>
                  <a:cubicBezTo>
                    <a:pt x="3213131" y="820566"/>
                    <a:pt x="3211144" y="820375"/>
                    <a:pt x="3210718" y="821696"/>
                  </a:cubicBezTo>
                  <a:cubicBezTo>
                    <a:pt x="3210490" y="822769"/>
                    <a:pt x="3210928" y="824083"/>
                    <a:pt x="3210718" y="825188"/>
                  </a:cubicBezTo>
                  <a:cubicBezTo>
                    <a:pt x="3210280" y="827366"/>
                    <a:pt x="3210052" y="828897"/>
                    <a:pt x="3209829" y="831297"/>
                  </a:cubicBezTo>
                  <a:lnTo>
                    <a:pt x="3203079" y="831297"/>
                  </a:lnTo>
                  <a:cubicBezTo>
                    <a:pt x="3201320" y="831297"/>
                    <a:pt x="3199999" y="831094"/>
                    <a:pt x="3198444" y="830433"/>
                  </a:cubicBezTo>
                  <a:cubicBezTo>
                    <a:pt x="3197364" y="830002"/>
                    <a:pt x="3195847" y="830218"/>
                    <a:pt x="3194958" y="829576"/>
                  </a:cubicBezTo>
                  <a:cubicBezTo>
                    <a:pt x="3193865" y="828694"/>
                    <a:pt x="3193865" y="827366"/>
                    <a:pt x="3193205" y="826065"/>
                  </a:cubicBezTo>
                  <a:cubicBezTo>
                    <a:pt x="3192754" y="824972"/>
                    <a:pt x="3193865" y="823658"/>
                    <a:pt x="3193205" y="822559"/>
                  </a:cubicBezTo>
                  <a:cubicBezTo>
                    <a:pt x="3192570" y="821258"/>
                    <a:pt x="3191694" y="820375"/>
                    <a:pt x="3190582" y="819061"/>
                  </a:cubicBezTo>
                  <a:cubicBezTo>
                    <a:pt x="3189935" y="818191"/>
                    <a:pt x="3187528" y="819911"/>
                    <a:pt x="3187090" y="819061"/>
                  </a:cubicBezTo>
                  <a:cubicBezTo>
                    <a:pt x="3186633" y="818191"/>
                    <a:pt x="3187287" y="816635"/>
                    <a:pt x="3187090" y="815543"/>
                  </a:cubicBezTo>
                  <a:cubicBezTo>
                    <a:pt x="3186861" y="814451"/>
                    <a:pt x="3187090" y="813371"/>
                    <a:pt x="3187090" y="812038"/>
                  </a:cubicBezTo>
                  <a:lnTo>
                    <a:pt x="3180073" y="812038"/>
                  </a:lnTo>
                  <a:cubicBezTo>
                    <a:pt x="3178130" y="814679"/>
                    <a:pt x="3177432" y="817067"/>
                    <a:pt x="3174834" y="819061"/>
                  </a:cubicBezTo>
                  <a:cubicBezTo>
                    <a:pt x="3173501" y="819911"/>
                    <a:pt x="3172409" y="820801"/>
                    <a:pt x="3171342" y="821696"/>
                  </a:cubicBezTo>
                  <a:cubicBezTo>
                    <a:pt x="3170237" y="822559"/>
                    <a:pt x="3168472" y="822337"/>
                    <a:pt x="3167830" y="823417"/>
                  </a:cubicBezTo>
                  <a:cubicBezTo>
                    <a:pt x="3167170" y="824528"/>
                    <a:pt x="3168034" y="825836"/>
                    <a:pt x="3167830" y="826916"/>
                  </a:cubicBezTo>
                  <a:cubicBezTo>
                    <a:pt x="3167621" y="827995"/>
                    <a:pt x="3168034" y="829335"/>
                    <a:pt x="3167830" y="830433"/>
                  </a:cubicBezTo>
                  <a:cubicBezTo>
                    <a:pt x="3167621" y="831761"/>
                    <a:pt x="3166522" y="832624"/>
                    <a:pt x="3166046" y="833932"/>
                  </a:cubicBezTo>
                  <a:cubicBezTo>
                    <a:pt x="3165614" y="835450"/>
                    <a:pt x="3164097" y="835920"/>
                    <a:pt x="3163462" y="837438"/>
                  </a:cubicBezTo>
                  <a:cubicBezTo>
                    <a:pt x="3162992" y="838542"/>
                    <a:pt x="3163690" y="839863"/>
                    <a:pt x="3163462" y="840955"/>
                  </a:cubicBezTo>
                  <a:cubicBezTo>
                    <a:pt x="3162776" y="842905"/>
                    <a:pt x="3160807" y="844010"/>
                    <a:pt x="3160807" y="846181"/>
                  </a:cubicBezTo>
                  <a:cubicBezTo>
                    <a:pt x="3160807" y="848175"/>
                    <a:pt x="3161258" y="849680"/>
                    <a:pt x="3161684" y="851458"/>
                  </a:cubicBezTo>
                  <a:cubicBezTo>
                    <a:pt x="3161906" y="852557"/>
                    <a:pt x="3162579" y="853827"/>
                    <a:pt x="3162579" y="854957"/>
                  </a:cubicBezTo>
                  <a:cubicBezTo>
                    <a:pt x="3162776" y="856253"/>
                    <a:pt x="3164312" y="856919"/>
                    <a:pt x="3164312" y="858475"/>
                  </a:cubicBezTo>
                  <a:cubicBezTo>
                    <a:pt x="3164312" y="860202"/>
                    <a:pt x="3162350" y="860418"/>
                    <a:pt x="3161684" y="861948"/>
                  </a:cubicBezTo>
                  <a:cubicBezTo>
                    <a:pt x="3160807" y="863695"/>
                    <a:pt x="3158845" y="863936"/>
                    <a:pt x="3158204" y="865441"/>
                  </a:cubicBezTo>
                  <a:cubicBezTo>
                    <a:pt x="3157524" y="866984"/>
                    <a:pt x="3157524" y="868083"/>
                    <a:pt x="3157308" y="869854"/>
                  </a:cubicBezTo>
                  <a:lnTo>
                    <a:pt x="3161684" y="873334"/>
                  </a:lnTo>
                  <a:lnTo>
                    <a:pt x="3159950" y="876833"/>
                  </a:lnTo>
                  <a:cubicBezTo>
                    <a:pt x="3158623" y="876833"/>
                    <a:pt x="3157753" y="877068"/>
                    <a:pt x="3156457" y="876833"/>
                  </a:cubicBezTo>
                  <a:cubicBezTo>
                    <a:pt x="3152705" y="876204"/>
                    <a:pt x="3151390" y="873791"/>
                    <a:pt x="3147656" y="873334"/>
                  </a:cubicBezTo>
                  <a:cubicBezTo>
                    <a:pt x="3145066" y="873118"/>
                    <a:pt x="3143300" y="873334"/>
                    <a:pt x="3140652" y="873334"/>
                  </a:cubicBezTo>
                  <a:cubicBezTo>
                    <a:pt x="3138042" y="873334"/>
                    <a:pt x="3136284" y="873118"/>
                    <a:pt x="3133680" y="873334"/>
                  </a:cubicBezTo>
                  <a:cubicBezTo>
                    <a:pt x="3131921" y="873334"/>
                    <a:pt x="3129946" y="873791"/>
                    <a:pt x="3129267" y="875080"/>
                  </a:cubicBezTo>
                  <a:cubicBezTo>
                    <a:pt x="3128651" y="876401"/>
                    <a:pt x="3126657" y="876833"/>
                    <a:pt x="3126657" y="878579"/>
                  </a:cubicBezTo>
                  <a:cubicBezTo>
                    <a:pt x="3126657" y="880109"/>
                    <a:pt x="3127965" y="880764"/>
                    <a:pt x="3128410" y="882078"/>
                  </a:cubicBezTo>
                  <a:cubicBezTo>
                    <a:pt x="3129730" y="884948"/>
                    <a:pt x="3132118" y="886028"/>
                    <a:pt x="3134537" y="888218"/>
                  </a:cubicBezTo>
                  <a:lnTo>
                    <a:pt x="3133680" y="891711"/>
                  </a:lnTo>
                  <a:lnTo>
                    <a:pt x="3130156" y="892606"/>
                  </a:lnTo>
                  <a:cubicBezTo>
                    <a:pt x="3125336" y="889768"/>
                    <a:pt x="3122491" y="887806"/>
                    <a:pt x="3117919" y="884720"/>
                  </a:cubicBezTo>
                  <a:cubicBezTo>
                    <a:pt x="3116618" y="883831"/>
                    <a:pt x="3115506" y="883189"/>
                    <a:pt x="3114401" y="882078"/>
                  </a:cubicBezTo>
                  <a:cubicBezTo>
                    <a:pt x="3112871" y="880567"/>
                    <a:pt x="3112871" y="878147"/>
                    <a:pt x="3110890" y="877722"/>
                  </a:cubicBezTo>
                  <a:cubicBezTo>
                    <a:pt x="3109798" y="877481"/>
                    <a:pt x="3108731" y="876833"/>
                    <a:pt x="3107410" y="876833"/>
                  </a:cubicBezTo>
                  <a:cubicBezTo>
                    <a:pt x="3105854" y="876833"/>
                    <a:pt x="3105213" y="878382"/>
                    <a:pt x="3103911" y="878579"/>
                  </a:cubicBezTo>
                  <a:cubicBezTo>
                    <a:pt x="3100609" y="879443"/>
                    <a:pt x="3098895" y="881221"/>
                    <a:pt x="3096025" y="882980"/>
                  </a:cubicBezTo>
                  <a:cubicBezTo>
                    <a:pt x="3094704" y="883615"/>
                    <a:pt x="3094024" y="884948"/>
                    <a:pt x="3092538" y="885596"/>
                  </a:cubicBezTo>
                  <a:cubicBezTo>
                    <a:pt x="3091402" y="886028"/>
                    <a:pt x="3090094" y="886028"/>
                    <a:pt x="3089014" y="886466"/>
                  </a:cubicBezTo>
                  <a:cubicBezTo>
                    <a:pt x="3087693" y="887139"/>
                    <a:pt x="3086595" y="887577"/>
                    <a:pt x="3085503" y="888218"/>
                  </a:cubicBezTo>
                  <a:cubicBezTo>
                    <a:pt x="3084182" y="889088"/>
                    <a:pt x="3084182" y="890847"/>
                    <a:pt x="3082893" y="891711"/>
                  </a:cubicBezTo>
                  <a:cubicBezTo>
                    <a:pt x="3081585" y="892606"/>
                    <a:pt x="3080912" y="893698"/>
                    <a:pt x="3079375" y="894365"/>
                  </a:cubicBezTo>
                  <a:cubicBezTo>
                    <a:pt x="3075863" y="896118"/>
                    <a:pt x="3073025" y="895235"/>
                    <a:pt x="3068878" y="895235"/>
                  </a:cubicBezTo>
                  <a:cubicBezTo>
                    <a:pt x="3066249" y="895235"/>
                    <a:pt x="3064275" y="895419"/>
                    <a:pt x="3061881" y="896118"/>
                  </a:cubicBezTo>
                  <a:cubicBezTo>
                    <a:pt x="3060115" y="896543"/>
                    <a:pt x="3059258" y="898290"/>
                    <a:pt x="3057486" y="898728"/>
                  </a:cubicBezTo>
                  <a:cubicBezTo>
                    <a:pt x="3055531" y="899375"/>
                    <a:pt x="3054032" y="899610"/>
                    <a:pt x="3051809" y="899610"/>
                  </a:cubicBezTo>
                  <a:cubicBezTo>
                    <a:pt x="3047847" y="899610"/>
                    <a:pt x="3044367" y="899610"/>
                    <a:pt x="3041745" y="896981"/>
                  </a:cubicBezTo>
                  <a:cubicBezTo>
                    <a:pt x="3038455" y="893698"/>
                    <a:pt x="3039992" y="889539"/>
                    <a:pt x="3039992" y="884720"/>
                  </a:cubicBezTo>
                  <a:lnTo>
                    <a:pt x="3032950" y="884720"/>
                  </a:lnTo>
                  <a:cubicBezTo>
                    <a:pt x="3031883" y="885393"/>
                    <a:pt x="3030581" y="885837"/>
                    <a:pt x="3029470" y="886466"/>
                  </a:cubicBezTo>
                  <a:cubicBezTo>
                    <a:pt x="3028588" y="886917"/>
                    <a:pt x="3028797" y="888904"/>
                    <a:pt x="3027730" y="888904"/>
                  </a:cubicBezTo>
                  <a:cubicBezTo>
                    <a:pt x="3026409" y="888904"/>
                    <a:pt x="3025527" y="889088"/>
                    <a:pt x="3024244" y="889088"/>
                  </a:cubicBezTo>
                  <a:cubicBezTo>
                    <a:pt x="3022473" y="889088"/>
                    <a:pt x="3021577" y="888218"/>
                    <a:pt x="3019844" y="888218"/>
                  </a:cubicBezTo>
                  <a:lnTo>
                    <a:pt x="3012833" y="888218"/>
                  </a:lnTo>
                  <a:cubicBezTo>
                    <a:pt x="3010020" y="888218"/>
                    <a:pt x="3008229" y="888904"/>
                    <a:pt x="3005391" y="888904"/>
                  </a:cubicBezTo>
                  <a:cubicBezTo>
                    <a:pt x="3005601" y="893025"/>
                    <a:pt x="3005842" y="895419"/>
                    <a:pt x="3005391" y="899610"/>
                  </a:cubicBezTo>
                  <a:lnTo>
                    <a:pt x="2998171" y="899610"/>
                  </a:lnTo>
                  <a:cubicBezTo>
                    <a:pt x="2996006" y="899610"/>
                    <a:pt x="2994253" y="899864"/>
                    <a:pt x="2992697" y="898728"/>
                  </a:cubicBezTo>
                  <a:cubicBezTo>
                    <a:pt x="2991427" y="897877"/>
                    <a:pt x="2989630" y="897648"/>
                    <a:pt x="2989199" y="896118"/>
                  </a:cubicBezTo>
                  <a:cubicBezTo>
                    <a:pt x="2988094" y="893260"/>
                    <a:pt x="2988094" y="891089"/>
                    <a:pt x="2987452" y="888218"/>
                  </a:cubicBezTo>
                  <a:lnTo>
                    <a:pt x="2983960" y="889952"/>
                  </a:lnTo>
                  <a:lnTo>
                    <a:pt x="2976962" y="889952"/>
                  </a:lnTo>
                  <a:lnTo>
                    <a:pt x="2976962" y="883831"/>
                  </a:lnTo>
                  <a:cubicBezTo>
                    <a:pt x="2976962" y="882510"/>
                    <a:pt x="2976079" y="881672"/>
                    <a:pt x="2976079" y="880332"/>
                  </a:cubicBezTo>
                  <a:cubicBezTo>
                    <a:pt x="2976079" y="878820"/>
                    <a:pt x="2977616" y="878147"/>
                    <a:pt x="2977813" y="876833"/>
                  </a:cubicBezTo>
                  <a:lnTo>
                    <a:pt x="2991599" y="876833"/>
                  </a:lnTo>
                  <a:cubicBezTo>
                    <a:pt x="2994450" y="876833"/>
                    <a:pt x="2996190" y="877722"/>
                    <a:pt x="2998831" y="878579"/>
                  </a:cubicBezTo>
                  <a:cubicBezTo>
                    <a:pt x="3000362" y="879030"/>
                    <a:pt x="3000787" y="880567"/>
                    <a:pt x="3002349" y="881221"/>
                  </a:cubicBezTo>
                  <a:cubicBezTo>
                    <a:pt x="3004292" y="882078"/>
                    <a:pt x="3005601" y="882980"/>
                    <a:pt x="3007817" y="882980"/>
                  </a:cubicBezTo>
                  <a:cubicBezTo>
                    <a:pt x="3010458" y="882980"/>
                    <a:pt x="3012185" y="882313"/>
                    <a:pt x="3014802" y="882078"/>
                  </a:cubicBezTo>
                  <a:cubicBezTo>
                    <a:pt x="3015259" y="879443"/>
                    <a:pt x="3016383" y="877722"/>
                    <a:pt x="3016383" y="875080"/>
                  </a:cubicBezTo>
                  <a:cubicBezTo>
                    <a:pt x="3016592" y="871588"/>
                    <a:pt x="3014605" y="869854"/>
                    <a:pt x="3014605" y="866355"/>
                  </a:cubicBezTo>
                  <a:cubicBezTo>
                    <a:pt x="3014605" y="864127"/>
                    <a:pt x="3015500" y="863053"/>
                    <a:pt x="3016383" y="861066"/>
                  </a:cubicBezTo>
                  <a:cubicBezTo>
                    <a:pt x="3017227" y="859116"/>
                    <a:pt x="3019844" y="858240"/>
                    <a:pt x="3019844" y="855840"/>
                  </a:cubicBezTo>
                  <a:cubicBezTo>
                    <a:pt x="3019844" y="853198"/>
                    <a:pt x="3019190" y="851458"/>
                    <a:pt x="3018967" y="848817"/>
                  </a:cubicBezTo>
                  <a:lnTo>
                    <a:pt x="3012185" y="848817"/>
                  </a:lnTo>
                  <a:cubicBezTo>
                    <a:pt x="3010642" y="848817"/>
                    <a:pt x="3010020" y="850563"/>
                    <a:pt x="3008452" y="850563"/>
                  </a:cubicBezTo>
                  <a:cubicBezTo>
                    <a:pt x="3005842" y="850785"/>
                    <a:pt x="3003886" y="849680"/>
                    <a:pt x="3001473" y="850563"/>
                  </a:cubicBezTo>
                  <a:cubicBezTo>
                    <a:pt x="3000152" y="851026"/>
                    <a:pt x="2999282" y="851668"/>
                    <a:pt x="2997974" y="852322"/>
                  </a:cubicBezTo>
                  <a:cubicBezTo>
                    <a:pt x="2996641" y="852989"/>
                    <a:pt x="2997079" y="854709"/>
                    <a:pt x="2996190" y="855840"/>
                  </a:cubicBezTo>
                  <a:cubicBezTo>
                    <a:pt x="2995110" y="857135"/>
                    <a:pt x="2994691" y="859339"/>
                    <a:pt x="2992697" y="859339"/>
                  </a:cubicBezTo>
                  <a:lnTo>
                    <a:pt x="2990964" y="859339"/>
                  </a:lnTo>
                  <a:cubicBezTo>
                    <a:pt x="2989402" y="859561"/>
                    <a:pt x="2988773" y="857999"/>
                    <a:pt x="2987452" y="857580"/>
                  </a:cubicBezTo>
                  <a:cubicBezTo>
                    <a:pt x="2987655" y="854957"/>
                    <a:pt x="2987243" y="852766"/>
                    <a:pt x="2988341" y="850563"/>
                  </a:cubicBezTo>
                  <a:cubicBezTo>
                    <a:pt x="2988989" y="849058"/>
                    <a:pt x="2991173" y="849483"/>
                    <a:pt x="2991840" y="847953"/>
                  </a:cubicBezTo>
                  <a:cubicBezTo>
                    <a:pt x="2992259" y="846855"/>
                    <a:pt x="2992697" y="845959"/>
                    <a:pt x="2992697" y="844670"/>
                  </a:cubicBezTo>
                  <a:lnTo>
                    <a:pt x="2992697" y="839215"/>
                  </a:lnTo>
                  <a:cubicBezTo>
                    <a:pt x="2990126" y="839400"/>
                    <a:pt x="2988341" y="840073"/>
                    <a:pt x="2985693" y="840073"/>
                  </a:cubicBezTo>
                  <a:cubicBezTo>
                    <a:pt x="2984385" y="840073"/>
                    <a:pt x="2983522" y="839400"/>
                    <a:pt x="2982201" y="839215"/>
                  </a:cubicBezTo>
                  <a:cubicBezTo>
                    <a:pt x="2982429" y="837438"/>
                    <a:pt x="2982429" y="836358"/>
                    <a:pt x="2983064" y="834796"/>
                  </a:cubicBezTo>
                  <a:cubicBezTo>
                    <a:pt x="2984385" y="832186"/>
                    <a:pt x="2986785" y="830656"/>
                    <a:pt x="2987452" y="827798"/>
                  </a:cubicBezTo>
                  <a:cubicBezTo>
                    <a:pt x="2987655" y="826725"/>
                    <a:pt x="2987452" y="825646"/>
                    <a:pt x="2987452" y="824337"/>
                  </a:cubicBezTo>
                  <a:cubicBezTo>
                    <a:pt x="2987452" y="822985"/>
                    <a:pt x="2987655" y="821918"/>
                    <a:pt x="2987452" y="820801"/>
                  </a:cubicBezTo>
                  <a:cubicBezTo>
                    <a:pt x="2987001" y="819270"/>
                    <a:pt x="2985496" y="818838"/>
                    <a:pt x="2984830" y="817308"/>
                  </a:cubicBezTo>
                  <a:cubicBezTo>
                    <a:pt x="2984163" y="815994"/>
                    <a:pt x="2983960" y="814863"/>
                    <a:pt x="2983064" y="813809"/>
                  </a:cubicBezTo>
                  <a:cubicBezTo>
                    <a:pt x="2981991" y="812482"/>
                    <a:pt x="2982201" y="810310"/>
                    <a:pt x="2980455" y="810310"/>
                  </a:cubicBezTo>
                  <a:cubicBezTo>
                    <a:pt x="2979121" y="810310"/>
                    <a:pt x="2978270" y="811180"/>
                    <a:pt x="2976962" y="811180"/>
                  </a:cubicBezTo>
                  <a:cubicBezTo>
                    <a:pt x="2974962" y="811180"/>
                    <a:pt x="2973228" y="812266"/>
                    <a:pt x="2972562" y="813809"/>
                  </a:cubicBezTo>
                  <a:cubicBezTo>
                    <a:pt x="2971463" y="815994"/>
                    <a:pt x="2971927" y="818610"/>
                    <a:pt x="2970815" y="820801"/>
                  </a:cubicBezTo>
                  <a:cubicBezTo>
                    <a:pt x="2969304" y="823658"/>
                    <a:pt x="2967545" y="825836"/>
                    <a:pt x="2964707" y="826916"/>
                  </a:cubicBezTo>
                  <a:cubicBezTo>
                    <a:pt x="2963570" y="827366"/>
                    <a:pt x="2962268" y="826725"/>
                    <a:pt x="2961201" y="826916"/>
                  </a:cubicBezTo>
                  <a:cubicBezTo>
                    <a:pt x="2959652" y="827157"/>
                    <a:pt x="2958331" y="827366"/>
                    <a:pt x="2956788" y="827798"/>
                  </a:cubicBezTo>
                  <a:cubicBezTo>
                    <a:pt x="2955048" y="828262"/>
                    <a:pt x="2953308" y="829335"/>
                    <a:pt x="2953308" y="831297"/>
                  </a:cubicBezTo>
                  <a:cubicBezTo>
                    <a:pt x="2953308" y="833494"/>
                    <a:pt x="2955048" y="834364"/>
                    <a:pt x="2955048" y="836574"/>
                  </a:cubicBezTo>
                  <a:lnTo>
                    <a:pt x="2955048" y="838295"/>
                  </a:lnTo>
                  <a:cubicBezTo>
                    <a:pt x="2954851" y="839400"/>
                    <a:pt x="2955048" y="841184"/>
                    <a:pt x="2954185" y="841813"/>
                  </a:cubicBezTo>
                  <a:cubicBezTo>
                    <a:pt x="2953308" y="842467"/>
                    <a:pt x="2951791" y="842283"/>
                    <a:pt x="2950692" y="842721"/>
                  </a:cubicBezTo>
                  <a:cubicBezTo>
                    <a:pt x="2949575" y="843146"/>
                    <a:pt x="2948292" y="843324"/>
                    <a:pt x="2947200" y="843591"/>
                  </a:cubicBezTo>
                  <a:cubicBezTo>
                    <a:pt x="2943663" y="844880"/>
                    <a:pt x="2941916" y="847750"/>
                    <a:pt x="2941916" y="851458"/>
                  </a:cubicBezTo>
                  <a:cubicBezTo>
                    <a:pt x="2941916" y="854957"/>
                    <a:pt x="2942583" y="857338"/>
                    <a:pt x="2944558" y="860202"/>
                  </a:cubicBezTo>
                  <a:cubicBezTo>
                    <a:pt x="2945403" y="861498"/>
                    <a:pt x="2945879" y="862615"/>
                    <a:pt x="2947200" y="863695"/>
                  </a:cubicBezTo>
                  <a:cubicBezTo>
                    <a:pt x="2948063" y="864368"/>
                    <a:pt x="2949575" y="863936"/>
                    <a:pt x="2950692" y="864628"/>
                  </a:cubicBezTo>
                  <a:cubicBezTo>
                    <a:pt x="2952000" y="865238"/>
                    <a:pt x="2952870" y="866540"/>
                    <a:pt x="2954185" y="867225"/>
                  </a:cubicBezTo>
                  <a:cubicBezTo>
                    <a:pt x="2953969" y="868298"/>
                    <a:pt x="2953518" y="869588"/>
                    <a:pt x="2953308" y="870692"/>
                  </a:cubicBezTo>
                  <a:cubicBezTo>
                    <a:pt x="2953080" y="872007"/>
                    <a:pt x="2951130" y="872674"/>
                    <a:pt x="2951130" y="874210"/>
                  </a:cubicBezTo>
                  <a:cubicBezTo>
                    <a:pt x="2951130" y="875753"/>
                    <a:pt x="2952438" y="876204"/>
                    <a:pt x="2952438" y="877722"/>
                  </a:cubicBezTo>
                  <a:lnTo>
                    <a:pt x="2952438" y="881221"/>
                  </a:lnTo>
                  <a:cubicBezTo>
                    <a:pt x="2952438" y="883399"/>
                    <a:pt x="2951130" y="884720"/>
                    <a:pt x="2951130" y="886917"/>
                  </a:cubicBezTo>
                  <a:cubicBezTo>
                    <a:pt x="2951130" y="887806"/>
                    <a:pt x="2950692" y="888218"/>
                    <a:pt x="2950692" y="889088"/>
                  </a:cubicBezTo>
                  <a:cubicBezTo>
                    <a:pt x="2950692" y="890409"/>
                    <a:pt x="2951130" y="891489"/>
                    <a:pt x="2951562" y="892606"/>
                  </a:cubicBezTo>
                  <a:cubicBezTo>
                    <a:pt x="2952000" y="894124"/>
                    <a:pt x="2953518" y="894562"/>
                    <a:pt x="2954185" y="896118"/>
                  </a:cubicBezTo>
                  <a:cubicBezTo>
                    <a:pt x="2955290" y="898728"/>
                    <a:pt x="2956788" y="900290"/>
                    <a:pt x="2956788" y="903300"/>
                  </a:cubicBezTo>
                  <a:lnTo>
                    <a:pt x="2956788" y="910132"/>
                  </a:lnTo>
                  <a:lnTo>
                    <a:pt x="2951562" y="910132"/>
                  </a:lnTo>
                  <a:cubicBezTo>
                    <a:pt x="2949822" y="910132"/>
                    <a:pt x="2948927" y="910780"/>
                    <a:pt x="2947200" y="910996"/>
                  </a:cubicBezTo>
                  <a:cubicBezTo>
                    <a:pt x="2943663" y="911434"/>
                    <a:pt x="2941916" y="911859"/>
                    <a:pt x="2938424" y="911859"/>
                  </a:cubicBezTo>
                  <a:lnTo>
                    <a:pt x="2934023" y="911859"/>
                  </a:lnTo>
                  <a:cubicBezTo>
                    <a:pt x="2931648" y="911859"/>
                    <a:pt x="2930347" y="910996"/>
                    <a:pt x="2927927" y="910996"/>
                  </a:cubicBezTo>
                  <a:cubicBezTo>
                    <a:pt x="2924422" y="910780"/>
                    <a:pt x="2922676" y="910996"/>
                    <a:pt x="2919139" y="910996"/>
                  </a:cubicBezTo>
                  <a:cubicBezTo>
                    <a:pt x="2916516" y="910996"/>
                    <a:pt x="2914326" y="910570"/>
                    <a:pt x="2912141" y="911859"/>
                  </a:cubicBezTo>
                  <a:cubicBezTo>
                    <a:pt x="2910833" y="912501"/>
                    <a:pt x="2911487" y="914723"/>
                    <a:pt x="2910395" y="915358"/>
                  </a:cubicBezTo>
                  <a:cubicBezTo>
                    <a:pt x="2909328" y="916006"/>
                    <a:pt x="2908204" y="916679"/>
                    <a:pt x="2906909" y="917130"/>
                  </a:cubicBezTo>
                  <a:cubicBezTo>
                    <a:pt x="2904261" y="918235"/>
                    <a:pt x="2901194" y="917130"/>
                    <a:pt x="2899022" y="918876"/>
                  </a:cubicBezTo>
                  <a:cubicBezTo>
                    <a:pt x="2898165" y="919530"/>
                    <a:pt x="2898794" y="921251"/>
                    <a:pt x="2898165" y="922381"/>
                  </a:cubicBezTo>
                  <a:cubicBezTo>
                    <a:pt x="2897485" y="923461"/>
                    <a:pt x="2896857" y="924559"/>
                    <a:pt x="2896393" y="925880"/>
                  </a:cubicBezTo>
                  <a:cubicBezTo>
                    <a:pt x="2894418" y="928496"/>
                    <a:pt x="2892024" y="931995"/>
                    <a:pt x="2888526" y="931995"/>
                  </a:cubicBezTo>
                  <a:cubicBezTo>
                    <a:pt x="2886760" y="931995"/>
                    <a:pt x="2886551" y="929614"/>
                    <a:pt x="2885001" y="929354"/>
                  </a:cubicBezTo>
                  <a:lnTo>
                    <a:pt x="2881280" y="929354"/>
                  </a:lnTo>
                  <a:lnTo>
                    <a:pt x="2878010" y="929354"/>
                  </a:lnTo>
                  <a:cubicBezTo>
                    <a:pt x="2876696" y="929354"/>
                    <a:pt x="2875819" y="930268"/>
                    <a:pt x="2874498" y="930268"/>
                  </a:cubicBezTo>
                  <a:cubicBezTo>
                    <a:pt x="2873190" y="930268"/>
                    <a:pt x="2872339" y="929614"/>
                    <a:pt x="2871006" y="929614"/>
                  </a:cubicBezTo>
                  <a:lnTo>
                    <a:pt x="2871006" y="936396"/>
                  </a:lnTo>
                  <a:lnTo>
                    <a:pt x="2878010" y="939863"/>
                  </a:lnTo>
                  <a:lnTo>
                    <a:pt x="2878010" y="951242"/>
                  </a:lnTo>
                  <a:cubicBezTo>
                    <a:pt x="2876041" y="951242"/>
                    <a:pt x="2874498" y="950823"/>
                    <a:pt x="2872778" y="951242"/>
                  </a:cubicBezTo>
                  <a:cubicBezTo>
                    <a:pt x="2871457" y="951477"/>
                    <a:pt x="2870593" y="952563"/>
                    <a:pt x="2869272" y="953007"/>
                  </a:cubicBezTo>
                  <a:cubicBezTo>
                    <a:pt x="2868180" y="953465"/>
                    <a:pt x="2866847" y="953465"/>
                    <a:pt x="2865748" y="953890"/>
                  </a:cubicBezTo>
                  <a:cubicBezTo>
                    <a:pt x="2864218" y="954544"/>
                    <a:pt x="2863551" y="955878"/>
                    <a:pt x="2862230" y="956519"/>
                  </a:cubicBezTo>
                  <a:cubicBezTo>
                    <a:pt x="2859379" y="958272"/>
                    <a:pt x="2857887" y="959586"/>
                    <a:pt x="2855245" y="961802"/>
                  </a:cubicBezTo>
                  <a:cubicBezTo>
                    <a:pt x="2853931" y="962856"/>
                    <a:pt x="2853296" y="964412"/>
                    <a:pt x="2851721" y="965269"/>
                  </a:cubicBezTo>
                  <a:cubicBezTo>
                    <a:pt x="2850413" y="965911"/>
                    <a:pt x="2849759" y="967695"/>
                    <a:pt x="2848229" y="967873"/>
                  </a:cubicBezTo>
                  <a:lnTo>
                    <a:pt x="2844736" y="967873"/>
                  </a:lnTo>
                  <a:cubicBezTo>
                    <a:pt x="2840361" y="968336"/>
                    <a:pt x="2837719" y="967873"/>
                    <a:pt x="2833344" y="967873"/>
                  </a:cubicBezTo>
                  <a:lnTo>
                    <a:pt x="2833344" y="988929"/>
                  </a:lnTo>
                  <a:cubicBezTo>
                    <a:pt x="2828302" y="988929"/>
                    <a:pt x="2825038" y="988929"/>
                    <a:pt x="2820212" y="989787"/>
                  </a:cubicBezTo>
                  <a:cubicBezTo>
                    <a:pt x="2819146" y="989787"/>
                    <a:pt x="2817799" y="990441"/>
                    <a:pt x="2816720" y="990669"/>
                  </a:cubicBezTo>
                  <a:cubicBezTo>
                    <a:pt x="2815609" y="990866"/>
                    <a:pt x="2814300" y="991311"/>
                    <a:pt x="2813208" y="991533"/>
                  </a:cubicBezTo>
                  <a:lnTo>
                    <a:pt x="2813208" y="1002055"/>
                  </a:lnTo>
                  <a:lnTo>
                    <a:pt x="2800305" y="1002055"/>
                  </a:lnTo>
                  <a:cubicBezTo>
                    <a:pt x="2798781" y="1002055"/>
                    <a:pt x="2798114" y="1000328"/>
                    <a:pt x="2796584" y="1000328"/>
                  </a:cubicBezTo>
                  <a:cubicBezTo>
                    <a:pt x="2793955" y="1000067"/>
                    <a:pt x="2791987" y="1000950"/>
                    <a:pt x="2789586" y="1000328"/>
                  </a:cubicBezTo>
                  <a:cubicBezTo>
                    <a:pt x="2788050" y="1000067"/>
                    <a:pt x="2786500" y="1000328"/>
                    <a:pt x="2785167" y="999420"/>
                  </a:cubicBezTo>
                  <a:cubicBezTo>
                    <a:pt x="2784328" y="998988"/>
                    <a:pt x="2785865" y="996784"/>
                    <a:pt x="2785167" y="995895"/>
                  </a:cubicBezTo>
                  <a:cubicBezTo>
                    <a:pt x="2783871" y="994175"/>
                    <a:pt x="2782995" y="992447"/>
                    <a:pt x="2780849" y="992447"/>
                  </a:cubicBezTo>
                  <a:cubicBezTo>
                    <a:pt x="2778861" y="992447"/>
                    <a:pt x="2777509" y="993095"/>
                    <a:pt x="2775584" y="993254"/>
                  </a:cubicBezTo>
                  <a:lnTo>
                    <a:pt x="2775584" y="1003807"/>
                  </a:lnTo>
                  <a:cubicBezTo>
                    <a:pt x="2778207" y="1004900"/>
                    <a:pt x="2779928" y="1005560"/>
                    <a:pt x="2782563" y="1006405"/>
                  </a:cubicBezTo>
                  <a:lnTo>
                    <a:pt x="2779083" y="1013440"/>
                  </a:lnTo>
                  <a:lnTo>
                    <a:pt x="2780849" y="1016939"/>
                  </a:lnTo>
                  <a:lnTo>
                    <a:pt x="2780849" y="1021295"/>
                  </a:lnTo>
                  <a:cubicBezTo>
                    <a:pt x="2776429" y="1021537"/>
                    <a:pt x="2774029" y="1022159"/>
                    <a:pt x="2769647" y="1022159"/>
                  </a:cubicBezTo>
                  <a:cubicBezTo>
                    <a:pt x="2768130" y="1022159"/>
                    <a:pt x="2767247" y="1020629"/>
                    <a:pt x="2765964" y="1020432"/>
                  </a:cubicBezTo>
                  <a:cubicBezTo>
                    <a:pt x="2764834" y="1020432"/>
                    <a:pt x="2763735" y="1019524"/>
                    <a:pt x="2762427" y="1019524"/>
                  </a:cubicBezTo>
                  <a:cubicBezTo>
                    <a:pt x="2761094" y="1019524"/>
                    <a:pt x="2760237" y="1020432"/>
                    <a:pt x="2758928" y="1020432"/>
                  </a:cubicBezTo>
                  <a:cubicBezTo>
                    <a:pt x="2757163" y="1020432"/>
                    <a:pt x="2756071" y="1020857"/>
                    <a:pt x="2754553" y="1020432"/>
                  </a:cubicBezTo>
                  <a:cubicBezTo>
                    <a:pt x="2753004" y="1020006"/>
                    <a:pt x="2752350" y="1018679"/>
                    <a:pt x="2751042" y="1017790"/>
                  </a:cubicBezTo>
                  <a:cubicBezTo>
                    <a:pt x="2749950" y="1017149"/>
                    <a:pt x="2749950" y="1015377"/>
                    <a:pt x="2749296" y="1014298"/>
                  </a:cubicBezTo>
                  <a:cubicBezTo>
                    <a:pt x="2746654" y="1015377"/>
                    <a:pt x="2744927" y="1016501"/>
                    <a:pt x="2742279" y="1016939"/>
                  </a:cubicBezTo>
                  <a:cubicBezTo>
                    <a:pt x="2741193" y="1017149"/>
                    <a:pt x="2739872" y="1016711"/>
                    <a:pt x="2738805" y="1016939"/>
                  </a:cubicBezTo>
                  <a:cubicBezTo>
                    <a:pt x="2736183" y="1017365"/>
                    <a:pt x="2733948" y="1018019"/>
                    <a:pt x="2731789" y="1019524"/>
                  </a:cubicBezTo>
                  <a:cubicBezTo>
                    <a:pt x="2730468" y="1020432"/>
                    <a:pt x="2728937" y="1020857"/>
                    <a:pt x="2728309" y="1022159"/>
                  </a:cubicBezTo>
                  <a:cubicBezTo>
                    <a:pt x="2727617" y="1023277"/>
                    <a:pt x="2727420" y="1024362"/>
                    <a:pt x="2727420" y="1025677"/>
                  </a:cubicBezTo>
                  <a:cubicBezTo>
                    <a:pt x="2727420" y="1027207"/>
                    <a:pt x="2728309" y="1028077"/>
                    <a:pt x="2729179" y="1029176"/>
                  </a:cubicBezTo>
                  <a:cubicBezTo>
                    <a:pt x="2729801" y="1030046"/>
                    <a:pt x="2731789" y="1028750"/>
                    <a:pt x="2732671" y="1029176"/>
                  </a:cubicBezTo>
                  <a:cubicBezTo>
                    <a:pt x="2733948" y="1030046"/>
                    <a:pt x="2733948" y="1032033"/>
                    <a:pt x="2735268" y="1032681"/>
                  </a:cubicBezTo>
                  <a:cubicBezTo>
                    <a:pt x="2736380" y="1033367"/>
                    <a:pt x="2737484" y="1033805"/>
                    <a:pt x="2738805" y="1034446"/>
                  </a:cubicBezTo>
                  <a:cubicBezTo>
                    <a:pt x="2740113" y="1035088"/>
                    <a:pt x="2741002" y="1035964"/>
                    <a:pt x="2742279" y="1036180"/>
                  </a:cubicBezTo>
                  <a:cubicBezTo>
                    <a:pt x="2745155" y="1036847"/>
                    <a:pt x="2747098" y="1035964"/>
                    <a:pt x="2750178" y="1036180"/>
                  </a:cubicBezTo>
                  <a:lnTo>
                    <a:pt x="2753671" y="1036180"/>
                  </a:lnTo>
                  <a:cubicBezTo>
                    <a:pt x="2755182" y="1036408"/>
                    <a:pt x="2755855" y="1038167"/>
                    <a:pt x="2757163" y="1038815"/>
                  </a:cubicBezTo>
                  <a:cubicBezTo>
                    <a:pt x="2758484" y="1039475"/>
                    <a:pt x="2759367" y="1040561"/>
                    <a:pt x="2760675" y="1041438"/>
                  </a:cubicBezTo>
                  <a:cubicBezTo>
                    <a:pt x="2761792" y="1042117"/>
                    <a:pt x="2763088" y="1042542"/>
                    <a:pt x="2764193" y="1043197"/>
                  </a:cubicBezTo>
                  <a:cubicBezTo>
                    <a:pt x="2765501" y="1044060"/>
                    <a:pt x="2765717" y="1045622"/>
                    <a:pt x="2766822" y="1046702"/>
                  </a:cubicBezTo>
                  <a:cubicBezTo>
                    <a:pt x="2769209" y="1049115"/>
                    <a:pt x="2771190" y="1050861"/>
                    <a:pt x="2773787" y="1052849"/>
                  </a:cubicBezTo>
                  <a:lnTo>
                    <a:pt x="2773787" y="1071200"/>
                  </a:lnTo>
                  <a:cubicBezTo>
                    <a:pt x="2774943" y="1072318"/>
                    <a:pt x="2775121" y="1073842"/>
                    <a:pt x="2776429" y="1074705"/>
                  </a:cubicBezTo>
                  <a:cubicBezTo>
                    <a:pt x="2777509" y="1075385"/>
                    <a:pt x="2778632" y="1075810"/>
                    <a:pt x="2779928" y="1076464"/>
                  </a:cubicBezTo>
                  <a:cubicBezTo>
                    <a:pt x="2782563" y="1077995"/>
                    <a:pt x="2784544" y="1078198"/>
                    <a:pt x="2786913" y="1079982"/>
                  </a:cubicBezTo>
                  <a:cubicBezTo>
                    <a:pt x="2788462" y="1081062"/>
                    <a:pt x="2789586" y="1083043"/>
                    <a:pt x="2789586" y="1085214"/>
                  </a:cubicBezTo>
                  <a:cubicBezTo>
                    <a:pt x="2789586" y="1087189"/>
                    <a:pt x="2788888" y="1088720"/>
                    <a:pt x="2788704" y="1090466"/>
                  </a:cubicBezTo>
                  <a:cubicBezTo>
                    <a:pt x="2788278" y="1092669"/>
                    <a:pt x="2786913" y="1094187"/>
                    <a:pt x="2786913" y="1096600"/>
                  </a:cubicBezTo>
                  <a:cubicBezTo>
                    <a:pt x="2786913" y="1101426"/>
                    <a:pt x="2788888" y="1104036"/>
                    <a:pt x="2789586" y="1108881"/>
                  </a:cubicBezTo>
                  <a:cubicBezTo>
                    <a:pt x="2789796" y="1110843"/>
                    <a:pt x="2789586" y="1112132"/>
                    <a:pt x="2789586" y="1114101"/>
                  </a:cubicBezTo>
                  <a:cubicBezTo>
                    <a:pt x="2789586" y="1116095"/>
                    <a:pt x="2790450" y="1117625"/>
                    <a:pt x="2789586" y="1119371"/>
                  </a:cubicBezTo>
                  <a:cubicBezTo>
                    <a:pt x="2787592" y="1123537"/>
                    <a:pt x="2783236" y="1123950"/>
                    <a:pt x="2779928" y="1127245"/>
                  </a:cubicBezTo>
                  <a:cubicBezTo>
                    <a:pt x="2779083" y="1128147"/>
                    <a:pt x="2779928" y="1129868"/>
                    <a:pt x="2779083" y="1130750"/>
                  </a:cubicBezTo>
                  <a:cubicBezTo>
                    <a:pt x="2778207" y="1131633"/>
                    <a:pt x="2776664" y="1131855"/>
                    <a:pt x="2775584" y="1132497"/>
                  </a:cubicBezTo>
                  <a:cubicBezTo>
                    <a:pt x="2772048" y="1135138"/>
                    <a:pt x="2769463" y="1136859"/>
                    <a:pt x="2765056" y="1136859"/>
                  </a:cubicBezTo>
                  <a:lnTo>
                    <a:pt x="2761538" y="1136859"/>
                  </a:lnTo>
                  <a:cubicBezTo>
                    <a:pt x="2759773" y="1136859"/>
                    <a:pt x="2758725" y="1135576"/>
                    <a:pt x="2757163" y="1135138"/>
                  </a:cubicBezTo>
                  <a:cubicBezTo>
                    <a:pt x="2754979" y="1134465"/>
                    <a:pt x="2753245" y="1133798"/>
                    <a:pt x="2751042" y="1133379"/>
                  </a:cubicBezTo>
                  <a:cubicBezTo>
                    <a:pt x="2749950" y="1133151"/>
                    <a:pt x="2748876" y="1132497"/>
                    <a:pt x="2747556" y="1132497"/>
                  </a:cubicBezTo>
                  <a:cubicBezTo>
                    <a:pt x="2744057" y="1132497"/>
                    <a:pt x="2742279" y="1132935"/>
                    <a:pt x="2738805" y="1132497"/>
                  </a:cubicBezTo>
                  <a:cubicBezTo>
                    <a:pt x="2737040" y="1132312"/>
                    <a:pt x="2736615" y="1130534"/>
                    <a:pt x="2735268" y="1129868"/>
                  </a:cubicBezTo>
                  <a:cubicBezTo>
                    <a:pt x="2733751" y="1128998"/>
                    <a:pt x="2733319" y="1127245"/>
                    <a:pt x="2731789" y="1126343"/>
                  </a:cubicBezTo>
                  <a:cubicBezTo>
                    <a:pt x="2730468" y="1125727"/>
                    <a:pt x="2729610" y="1125499"/>
                    <a:pt x="2728067" y="1125499"/>
                  </a:cubicBezTo>
                  <a:lnTo>
                    <a:pt x="2696991" y="1125499"/>
                  </a:lnTo>
                  <a:cubicBezTo>
                    <a:pt x="2693479" y="1125499"/>
                    <a:pt x="2691517" y="1124629"/>
                    <a:pt x="2688018" y="1124629"/>
                  </a:cubicBezTo>
                  <a:cubicBezTo>
                    <a:pt x="2686265" y="1124629"/>
                    <a:pt x="2685154" y="1124858"/>
                    <a:pt x="2683611" y="1124629"/>
                  </a:cubicBezTo>
                  <a:cubicBezTo>
                    <a:pt x="2681446" y="1124375"/>
                    <a:pt x="2680785" y="1121111"/>
                    <a:pt x="2678398" y="1121111"/>
                  </a:cubicBezTo>
                  <a:lnTo>
                    <a:pt x="2676626" y="1121111"/>
                  </a:lnTo>
                  <a:cubicBezTo>
                    <a:pt x="2675305" y="1121333"/>
                    <a:pt x="2673769" y="1121771"/>
                    <a:pt x="2673121" y="1122895"/>
                  </a:cubicBezTo>
                  <a:cubicBezTo>
                    <a:pt x="2672460" y="1123734"/>
                    <a:pt x="2673584" y="1125296"/>
                    <a:pt x="2673121" y="1126343"/>
                  </a:cubicBezTo>
                  <a:cubicBezTo>
                    <a:pt x="2672664" y="1127683"/>
                    <a:pt x="2671813" y="1128566"/>
                    <a:pt x="2671368" y="1129868"/>
                  </a:cubicBezTo>
                  <a:lnTo>
                    <a:pt x="2653849" y="1129868"/>
                  </a:lnTo>
                  <a:lnTo>
                    <a:pt x="2652109" y="1133379"/>
                  </a:lnTo>
                  <a:cubicBezTo>
                    <a:pt x="2652979" y="1134465"/>
                    <a:pt x="2653645" y="1135805"/>
                    <a:pt x="2654700" y="1136859"/>
                  </a:cubicBezTo>
                  <a:cubicBezTo>
                    <a:pt x="2655836" y="1137989"/>
                    <a:pt x="2657348" y="1138186"/>
                    <a:pt x="2658249" y="1139507"/>
                  </a:cubicBezTo>
                  <a:cubicBezTo>
                    <a:pt x="2659329" y="1141031"/>
                    <a:pt x="2659100" y="1142777"/>
                    <a:pt x="2659100" y="1144752"/>
                  </a:cubicBezTo>
                  <a:cubicBezTo>
                    <a:pt x="2659100" y="1146746"/>
                    <a:pt x="2658675" y="1148264"/>
                    <a:pt x="2658249" y="1150023"/>
                  </a:cubicBezTo>
                  <a:cubicBezTo>
                    <a:pt x="2657348" y="1153299"/>
                    <a:pt x="2655608" y="1155268"/>
                    <a:pt x="2655608" y="1158786"/>
                  </a:cubicBezTo>
                  <a:cubicBezTo>
                    <a:pt x="2655608" y="1161192"/>
                    <a:pt x="2655836" y="1162697"/>
                    <a:pt x="2656478" y="1164888"/>
                  </a:cubicBezTo>
                  <a:cubicBezTo>
                    <a:pt x="2656928" y="1166221"/>
                    <a:pt x="2657779" y="1167104"/>
                    <a:pt x="2658249" y="1168438"/>
                  </a:cubicBezTo>
                  <a:cubicBezTo>
                    <a:pt x="2658916" y="1169955"/>
                    <a:pt x="2660859" y="1170362"/>
                    <a:pt x="2660859" y="1172108"/>
                  </a:cubicBezTo>
                  <a:lnTo>
                    <a:pt x="2660859" y="1192701"/>
                  </a:lnTo>
                  <a:cubicBezTo>
                    <a:pt x="2660859" y="1194231"/>
                    <a:pt x="2660650" y="1195330"/>
                    <a:pt x="2659983" y="1196441"/>
                  </a:cubicBezTo>
                  <a:cubicBezTo>
                    <a:pt x="2659100" y="1197730"/>
                    <a:pt x="2657348" y="1197730"/>
                    <a:pt x="2656478" y="1199051"/>
                  </a:cubicBezTo>
                  <a:cubicBezTo>
                    <a:pt x="2655836" y="1200150"/>
                    <a:pt x="2655398" y="1201445"/>
                    <a:pt x="2654700" y="1202562"/>
                  </a:cubicBezTo>
                  <a:cubicBezTo>
                    <a:pt x="2652318" y="1206023"/>
                    <a:pt x="2650356" y="1208671"/>
                    <a:pt x="2650356" y="1213078"/>
                  </a:cubicBezTo>
                  <a:cubicBezTo>
                    <a:pt x="2650356" y="1214386"/>
                    <a:pt x="2650128" y="1215485"/>
                    <a:pt x="2650356" y="1216564"/>
                  </a:cubicBezTo>
                  <a:cubicBezTo>
                    <a:pt x="2650794" y="1218101"/>
                    <a:pt x="2652318" y="1218545"/>
                    <a:pt x="2652979" y="1220050"/>
                  </a:cubicBezTo>
                  <a:lnTo>
                    <a:pt x="2654700" y="1223594"/>
                  </a:lnTo>
                  <a:cubicBezTo>
                    <a:pt x="2655608" y="1225092"/>
                    <a:pt x="2657144" y="1226216"/>
                    <a:pt x="2657348" y="1227937"/>
                  </a:cubicBezTo>
                  <a:lnTo>
                    <a:pt x="2657348" y="1231436"/>
                  </a:lnTo>
                  <a:lnTo>
                    <a:pt x="2657348" y="1234941"/>
                  </a:lnTo>
                  <a:cubicBezTo>
                    <a:pt x="2657144" y="1236497"/>
                    <a:pt x="2655169" y="1236929"/>
                    <a:pt x="2654700" y="1238465"/>
                  </a:cubicBezTo>
                  <a:cubicBezTo>
                    <a:pt x="2654103" y="1240428"/>
                    <a:pt x="2653849" y="1241736"/>
                    <a:pt x="2653849" y="1243933"/>
                  </a:cubicBezTo>
                  <a:cubicBezTo>
                    <a:pt x="2653849" y="1247235"/>
                    <a:pt x="2654515" y="1249171"/>
                    <a:pt x="2654700" y="1252467"/>
                  </a:cubicBezTo>
                  <a:lnTo>
                    <a:pt x="2665018" y="1252467"/>
                  </a:lnTo>
                  <a:cubicBezTo>
                    <a:pt x="2668117" y="1252467"/>
                    <a:pt x="2670060" y="1250708"/>
                    <a:pt x="2673121" y="1250708"/>
                  </a:cubicBezTo>
                  <a:cubicBezTo>
                    <a:pt x="2674651" y="1250708"/>
                    <a:pt x="2675305" y="1252042"/>
                    <a:pt x="2676626" y="1252467"/>
                  </a:cubicBezTo>
                  <a:cubicBezTo>
                    <a:pt x="2678144" y="1253121"/>
                    <a:pt x="2677947" y="1255096"/>
                    <a:pt x="2679249" y="1255953"/>
                  </a:cubicBezTo>
                  <a:cubicBezTo>
                    <a:pt x="2680785" y="1256830"/>
                    <a:pt x="2682532" y="1256830"/>
                    <a:pt x="2684506" y="1256830"/>
                  </a:cubicBezTo>
                  <a:cubicBezTo>
                    <a:pt x="2688018" y="1256830"/>
                    <a:pt x="2689758" y="1254188"/>
                    <a:pt x="2693257" y="1254188"/>
                  </a:cubicBezTo>
                  <a:cubicBezTo>
                    <a:pt x="2694984" y="1254188"/>
                    <a:pt x="2695206" y="1256404"/>
                    <a:pt x="2696768" y="1256830"/>
                  </a:cubicBezTo>
                  <a:cubicBezTo>
                    <a:pt x="2698083" y="1257274"/>
                    <a:pt x="2698934" y="1258125"/>
                    <a:pt x="2700267" y="1258582"/>
                  </a:cubicBezTo>
                  <a:cubicBezTo>
                    <a:pt x="2701359" y="1259046"/>
                    <a:pt x="2702655" y="1259046"/>
                    <a:pt x="2703760" y="1259471"/>
                  </a:cubicBezTo>
                  <a:lnTo>
                    <a:pt x="2707284" y="1261205"/>
                  </a:lnTo>
                  <a:cubicBezTo>
                    <a:pt x="2708586" y="1261878"/>
                    <a:pt x="2709011" y="1263415"/>
                    <a:pt x="2709881" y="1264710"/>
                  </a:cubicBezTo>
                  <a:cubicBezTo>
                    <a:pt x="2710776" y="1266024"/>
                    <a:pt x="2711850" y="1266926"/>
                    <a:pt x="2712535" y="1268215"/>
                  </a:cubicBezTo>
                  <a:cubicBezTo>
                    <a:pt x="2713164" y="1269307"/>
                    <a:pt x="2712745" y="1270641"/>
                    <a:pt x="2713418" y="1271720"/>
                  </a:cubicBezTo>
                  <a:cubicBezTo>
                    <a:pt x="2714040" y="1273016"/>
                    <a:pt x="2715818" y="1273016"/>
                    <a:pt x="2716904" y="1274349"/>
                  </a:cubicBezTo>
                  <a:lnTo>
                    <a:pt x="2718657" y="1269949"/>
                  </a:lnTo>
                  <a:lnTo>
                    <a:pt x="2715177" y="1269110"/>
                  </a:lnTo>
                  <a:cubicBezTo>
                    <a:pt x="2716453" y="1268660"/>
                    <a:pt x="2717107" y="1267358"/>
                    <a:pt x="2718657" y="1267358"/>
                  </a:cubicBezTo>
                  <a:cubicBezTo>
                    <a:pt x="2721254" y="1267123"/>
                    <a:pt x="2723026" y="1267561"/>
                    <a:pt x="2725667" y="1267358"/>
                  </a:cubicBezTo>
                  <a:cubicBezTo>
                    <a:pt x="2728309" y="1267123"/>
                    <a:pt x="2730246" y="1266501"/>
                    <a:pt x="2732671" y="1265605"/>
                  </a:cubicBezTo>
                  <a:cubicBezTo>
                    <a:pt x="2734214" y="1265161"/>
                    <a:pt x="2734862" y="1263618"/>
                    <a:pt x="2736183" y="1262964"/>
                  </a:cubicBezTo>
                  <a:cubicBezTo>
                    <a:pt x="2739002" y="1261205"/>
                    <a:pt x="2740552" y="1259941"/>
                    <a:pt x="2743149" y="1257693"/>
                  </a:cubicBezTo>
                  <a:cubicBezTo>
                    <a:pt x="2744470" y="1256620"/>
                    <a:pt x="2745155" y="1254880"/>
                    <a:pt x="2746654" y="1254188"/>
                  </a:cubicBezTo>
                  <a:cubicBezTo>
                    <a:pt x="2749086" y="1252893"/>
                    <a:pt x="2751042" y="1252042"/>
                    <a:pt x="2753671" y="1251591"/>
                  </a:cubicBezTo>
                  <a:cubicBezTo>
                    <a:pt x="2756071" y="1251375"/>
                    <a:pt x="2758046" y="1251813"/>
                    <a:pt x="2760675" y="1251591"/>
                  </a:cubicBezTo>
                  <a:cubicBezTo>
                    <a:pt x="2762230" y="1251591"/>
                    <a:pt x="2762891" y="1250276"/>
                    <a:pt x="2764193" y="1249851"/>
                  </a:cubicBezTo>
                  <a:cubicBezTo>
                    <a:pt x="2765717" y="1249400"/>
                    <a:pt x="2767247" y="1248962"/>
                    <a:pt x="2768549" y="1248092"/>
                  </a:cubicBezTo>
                  <a:cubicBezTo>
                    <a:pt x="2771190" y="1246136"/>
                    <a:pt x="2771622" y="1243710"/>
                    <a:pt x="2773787" y="1241082"/>
                  </a:cubicBezTo>
                  <a:cubicBezTo>
                    <a:pt x="2776874" y="1237354"/>
                    <a:pt x="2779712" y="1234941"/>
                    <a:pt x="2784328" y="1233189"/>
                  </a:cubicBezTo>
                  <a:cubicBezTo>
                    <a:pt x="2786735" y="1232331"/>
                    <a:pt x="2788704" y="1231690"/>
                    <a:pt x="2791326" y="1231436"/>
                  </a:cubicBezTo>
                  <a:cubicBezTo>
                    <a:pt x="2795720" y="1231010"/>
                    <a:pt x="2798317" y="1231690"/>
                    <a:pt x="2802712" y="1231436"/>
                  </a:cubicBezTo>
                  <a:cubicBezTo>
                    <a:pt x="2805341" y="1231436"/>
                    <a:pt x="2807093" y="1230788"/>
                    <a:pt x="2809703" y="1230585"/>
                  </a:cubicBezTo>
                  <a:lnTo>
                    <a:pt x="2809703" y="1218971"/>
                  </a:lnTo>
                  <a:cubicBezTo>
                    <a:pt x="2809703" y="1217441"/>
                    <a:pt x="2808611" y="1216806"/>
                    <a:pt x="2807957" y="1215694"/>
                  </a:cubicBezTo>
                  <a:cubicBezTo>
                    <a:pt x="2806858" y="1214170"/>
                    <a:pt x="2805772" y="1213472"/>
                    <a:pt x="2804458" y="1212170"/>
                  </a:cubicBezTo>
                  <a:cubicBezTo>
                    <a:pt x="2803131" y="1210862"/>
                    <a:pt x="2800959" y="1210640"/>
                    <a:pt x="2800959" y="1208671"/>
                  </a:cubicBezTo>
                  <a:cubicBezTo>
                    <a:pt x="2800959" y="1206715"/>
                    <a:pt x="2801181" y="1205185"/>
                    <a:pt x="2801823" y="1203426"/>
                  </a:cubicBezTo>
                  <a:cubicBezTo>
                    <a:pt x="2802489" y="1201870"/>
                    <a:pt x="2803785" y="1201445"/>
                    <a:pt x="2804458" y="1199959"/>
                  </a:cubicBezTo>
                  <a:cubicBezTo>
                    <a:pt x="2805982" y="1196841"/>
                    <a:pt x="2807309" y="1195120"/>
                    <a:pt x="2808839" y="1192047"/>
                  </a:cubicBezTo>
                  <a:lnTo>
                    <a:pt x="2810579" y="1188548"/>
                  </a:lnTo>
                  <a:cubicBezTo>
                    <a:pt x="2811252" y="1187253"/>
                    <a:pt x="2811691" y="1186129"/>
                    <a:pt x="2812319" y="1185049"/>
                  </a:cubicBezTo>
                  <a:cubicBezTo>
                    <a:pt x="2812999" y="1183957"/>
                    <a:pt x="2812999" y="1182192"/>
                    <a:pt x="2814104" y="1181557"/>
                  </a:cubicBezTo>
                  <a:cubicBezTo>
                    <a:pt x="2815158" y="1180903"/>
                    <a:pt x="2816491" y="1181747"/>
                    <a:pt x="2817583" y="1181557"/>
                  </a:cubicBezTo>
                  <a:cubicBezTo>
                    <a:pt x="2820003" y="1181093"/>
                    <a:pt x="2822206" y="1181557"/>
                    <a:pt x="2824594" y="1180661"/>
                  </a:cubicBezTo>
                  <a:cubicBezTo>
                    <a:pt x="2826156" y="1180204"/>
                    <a:pt x="2826156" y="1178020"/>
                    <a:pt x="2827223" y="1177169"/>
                  </a:cubicBezTo>
                  <a:cubicBezTo>
                    <a:pt x="2828302" y="1176286"/>
                    <a:pt x="2828302" y="1174102"/>
                    <a:pt x="2829864" y="1173676"/>
                  </a:cubicBezTo>
                  <a:cubicBezTo>
                    <a:pt x="2830944" y="1173213"/>
                    <a:pt x="2832252" y="1173213"/>
                    <a:pt x="2833344" y="1172787"/>
                  </a:cubicBezTo>
                  <a:cubicBezTo>
                    <a:pt x="2834449" y="1172362"/>
                    <a:pt x="2835744" y="1173213"/>
                    <a:pt x="2836849" y="1172787"/>
                  </a:cubicBezTo>
                  <a:cubicBezTo>
                    <a:pt x="2838386" y="1172362"/>
                    <a:pt x="2837961" y="1169955"/>
                    <a:pt x="2839491" y="1169282"/>
                  </a:cubicBezTo>
                  <a:cubicBezTo>
                    <a:pt x="2840570" y="1168857"/>
                    <a:pt x="2841910" y="1169504"/>
                    <a:pt x="2843002" y="1169282"/>
                  </a:cubicBezTo>
                  <a:cubicBezTo>
                    <a:pt x="2844311" y="1168857"/>
                    <a:pt x="2845174" y="1167764"/>
                    <a:pt x="2846482" y="1167542"/>
                  </a:cubicBezTo>
                  <a:cubicBezTo>
                    <a:pt x="2850413" y="1166869"/>
                    <a:pt x="2852832" y="1167764"/>
                    <a:pt x="2856991" y="1167542"/>
                  </a:cubicBezTo>
                  <a:cubicBezTo>
                    <a:pt x="2859627" y="1167320"/>
                    <a:pt x="2861386" y="1166869"/>
                    <a:pt x="2864002" y="1166647"/>
                  </a:cubicBezTo>
                  <a:lnTo>
                    <a:pt x="2864002" y="1156157"/>
                  </a:lnTo>
                  <a:lnTo>
                    <a:pt x="2864002" y="1152626"/>
                  </a:lnTo>
                  <a:cubicBezTo>
                    <a:pt x="2863773" y="1150023"/>
                    <a:pt x="2863113" y="1148264"/>
                    <a:pt x="2863113" y="1145660"/>
                  </a:cubicBezTo>
                  <a:cubicBezTo>
                    <a:pt x="2863113" y="1144104"/>
                    <a:pt x="2863773" y="1143444"/>
                    <a:pt x="2863773" y="1141914"/>
                  </a:cubicBezTo>
                  <a:cubicBezTo>
                    <a:pt x="2863773" y="1139304"/>
                    <a:pt x="2862453" y="1137539"/>
                    <a:pt x="2863113" y="1135138"/>
                  </a:cubicBezTo>
                  <a:cubicBezTo>
                    <a:pt x="2863551" y="1133798"/>
                    <a:pt x="2864002" y="1132719"/>
                    <a:pt x="2864853" y="1131633"/>
                  </a:cubicBezTo>
                  <a:cubicBezTo>
                    <a:pt x="2866631" y="1129652"/>
                    <a:pt x="2869272" y="1129652"/>
                    <a:pt x="2871889" y="1128998"/>
                  </a:cubicBezTo>
                  <a:cubicBezTo>
                    <a:pt x="2873616" y="1128566"/>
                    <a:pt x="2875159" y="1128147"/>
                    <a:pt x="2877140" y="1128147"/>
                  </a:cubicBezTo>
                  <a:cubicBezTo>
                    <a:pt x="2880645" y="1128147"/>
                    <a:pt x="2882607" y="1129226"/>
                    <a:pt x="2885884" y="1129868"/>
                  </a:cubicBezTo>
                  <a:cubicBezTo>
                    <a:pt x="2886983" y="1130077"/>
                    <a:pt x="2888303" y="1129652"/>
                    <a:pt x="2889370" y="1129868"/>
                  </a:cubicBezTo>
                  <a:cubicBezTo>
                    <a:pt x="2893752" y="1130973"/>
                    <a:pt x="2895498" y="1133798"/>
                    <a:pt x="2899898" y="1135138"/>
                  </a:cubicBezTo>
                  <a:cubicBezTo>
                    <a:pt x="2903175" y="1136021"/>
                    <a:pt x="2905379" y="1136021"/>
                    <a:pt x="2908865" y="1136021"/>
                  </a:cubicBezTo>
                  <a:lnTo>
                    <a:pt x="2913900" y="1136021"/>
                  </a:lnTo>
                  <a:cubicBezTo>
                    <a:pt x="2915208" y="1136021"/>
                    <a:pt x="2916110" y="1135138"/>
                    <a:pt x="2917412" y="1135138"/>
                  </a:cubicBezTo>
                  <a:cubicBezTo>
                    <a:pt x="2918720" y="1135138"/>
                    <a:pt x="2919590" y="1135805"/>
                    <a:pt x="2920898" y="1135805"/>
                  </a:cubicBezTo>
                  <a:cubicBezTo>
                    <a:pt x="2920898" y="1133379"/>
                    <a:pt x="2920263" y="1132077"/>
                    <a:pt x="2920898" y="1129868"/>
                  </a:cubicBezTo>
                  <a:cubicBezTo>
                    <a:pt x="2921133" y="1128801"/>
                    <a:pt x="2921133" y="1127245"/>
                    <a:pt x="2921793" y="1126343"/>
                  </a:cubicBezTo>
                  <a:cubicBezTo>
                    <a:pt x="2922873" y="1125029"/>
                    <a:pt x="2924181" y="1124629"/>
                    <a:pt x="2925305" y="1123734"/>
                  </a:cubicBezTo>
                  <a:cubicBezTo>
                    <a:pt x="2926384" y="1122895"/>
                    <a:pt x="2926384" y="1120927"/>
                    <a:pt x="2927927" y="1120266"/>
                  </a:cubicBezTo>
                  <a:cubicBezTo>
                    <a:pt x="2929013" y="1119803"/>
                    <a:pt x="2930347" y="1120266"/>
                    <a:pt x="2931452" y="1120266"/>
                  </a:cubicBezTo>
                  <a:lnTo>
                    <a:pt x="2934925" y="1120266"/>
                  </a:lnTo>
                  <a:cubicBezTo>
                    <a:pt x="2937541" y="1120266"/>
                    <a:pt x="2939503" y="1120692"/>
                    <a:pt x="2941916" y="1120266"/>
                  </a:cubicBezTo>
                  <a:cubicBezTo>
                    <a:pt x="2943459" y="1120006"/>
                    <a:pt x="2943891" y="1118266"/>
                    <a:pt x="2945403" y="1117625"/>
                  </a:cubicBezTo>
                  <a:cubicBezTo>
                    <a:pt x="2946958" y="1116952"/>
                    <a:pt x="2947606" y="1115853"/>
                    <a:pt x="2948927" y="1114990"/>
                  </a:cubicBezTo>
                  <a:cubicBezTo>
                    <a:pt x="2950241" y="1114101"/>
                    <a:pt x="2951130" y="1113472"/>
                    <a:pt x="2952438" y="1112348"/>
                  </a:cubicBezTo>
                  <a:cubicBezTo>
                    <a:pt x="2953740" y="1111269"/>
                    <a:pt x="2953969" y="1108881"/>
                    <a:pt x="2955931" y="1108881"/>
                  </a:cubicBezTo>
                  <a:cubicBezTo>
                    <a:pt x="2957252" y="1108881"/>
                    <a:pt x="2958122" y="1109745"/>
                    <a:pt x="2959411" y="1109745"/>
                  </a:cubicBezTo>
                  <a:cubicBezTo>
                    <a:pt x="2962503" y="1109973"/>
                    <a:pt x="2964040" y="1111491"/>
                    <a:pt x="2966421" y="1113231"/>
                  </a:cubicBezTo>
                  <a:cubicBezTo>
                    <a:pt x="2969063" y="1114990"/>
                    <a:pt x="2970815" y="1116952"/>
                    <a:pt x="2972562" y="1119371"/>
                  </a:cubicBezTo>
                  <a:cubicBezTo>
                    <a:pt x="2975216" y="1122895"/>
                    <a:pt x="2976962" y="1125727"/>
                    <a:pt x="2978696" y="1129868"/>
                  </a:cubicBezTo>
                  <a:cubicBezTo>
                    <a:pt x="2979121" y="1130973"/>
                    <a:pt x="2979121" y="1132312"/>
                    <a:pt x="2979566" y="1133379"/>
                  </a:cubicBezTo>
                  <a:cubicBezTo>
                    <a:pt x="2980201" y="1134922"/>
                    <a:pt x="2981337" y="1135576"/>
                    <a:pt x="2982201" y="1136859"/>
                  </a:cubicBezTo>
                  <a:cubicBezTo>
                    <a:pt x="2983064" y="1138186"/>
                    <a:pt x="2983522" y="1139507"/>
                    <a:pt x="2984830" y="1140364"/>
                  </a:cubicBezTo>
                  <a:cubicBezTo>
                    <a:pt x="2985922" y="1141031"/>
                    <a:pt x="2987001" y="1141463"/>
                    <a:pt x="2988341" y="1142123"/>
                  </a:cubicBezTo>
                  <a:lnTo>
                    <a:pt x="2991840" y="1143882"/>
                  </a:lnTo>
                  <a:cubicBezTo>
                    <a:pt x="2993148" y="1144536"/>
                    <a:pt x="2994253" y="1144987"/>
                    <a:pt x="2995339" y="1145660"/>
                  </a:cubicBezTo>
                  <a:cubicBezTo>
                    <a:pt x="2996882" y="1146524"/>
                    <a:pt x="2997739" y="1147603"/>
                    <a:pt x="2998831" y="1149134"/>
                  </a:cubicBezTo>
                  <a:cubicBezTo>
                    <a:pt x="2999282" y="1150023"/>
                    <a:pt x="2999282" y="1151750"/>
                    <a:pt x="2999720" y="1152626"/>
                  </a:cubicBezTo>
                  <a:cubicBezTo>
                    <a:pt x="3000787" y="1154188"/>
                    <a:pt x="3002775" y="1154188"/>
                    <a:pt x="3004070" y="1155268"/>
                  </a:cubicBezTo>
                  <a:cubicBezTo>
                    <a:pt x="3005391" y="1156347"/>
                    <a:pt x="3005391" y="1157649"/>
                    <a:pt x="3006693" y="1158786"/>
                  </a:cubicBezTo>
                  <a:cubicBezTo>
                    <a:pt x="3007817" y="1159662"/>
                    <a:pt x="3009138" y="1159662"/>
                    <a:pt x="3010217" y="1160538"/>
                  </a:cubicBezTo>
                  <a:cubicBezTo>
                    <a:pt x="3011766" y="1161637"/>
                    <a:pt x="3012185" y="1162926"/>
                    <a:pt x="3013741" y="1164018"/>
                  </a:cubicBezTo>
                  <a:cubicBezTo>
                    <a:pt x="3014802" y="1164716"/>
                    <a:pt x="3016116" y="1165142"/>
                    <a:pt x="3017227" y="1165790"/>
                  </a:cubicBezTo>
                  <a:cubicBezTo>
                    <a:pt x="3018770" y="1166869"/>
                    <a:pt x="3019190" y="1168438"/>
                    <a:pt x="3020739" y="1169282"/>
                  </a:cubicBezTo>
                  <a:cubicBezTo>
                    <a:pt x="3022015" y="1170171"/>
                    <a:pt x="3023558" y="1170603"/>
                    <a:pt x="3025101" y="1171047"/>
                  </a:cubicBezTo>
                  <a:cubicBezTo>
                    <a:pt x="3027730" y="1171924"/>
                    <a:pt x="3029470" y="1173213"/>
                    <a:pt x="3032086" y="1173676"/>
                  </a:cubicBezTo>
                  <a:cubicBezTo>
                    <a:pt x="3033642" y="1173886"/>
                    <a:pt x="3034950" y="1173213"/>
                    <a:pt x="3036487" y="1173676"/>
                  </a:cubicBezTo>
                  <a:cubicBezTo>
                    <a:pt x="3037782" y="1174102"/>
                    <a:pt x="3038875" y="1174534"/>
                    <a:pt x="3039992" y="1175423"/>
                  </a:cubicBezTo>
                  <a:cubicBezTo>
                    <a:pt x="3041084" y="1176286"/>
                    <a:pt x="3041084" y="1177836"/>
                    <a:pt x="3041745" y="1178915"/>
                  </a:cubicBezTo>
                  <a:cubicBezTo>
                    <a:pt x="3044793" y="1182865"/>
                    <a:pt x="3046336" y="1186129"/>
                    <a:pt x="3050489" y="1188548"/>
                  </a:cubicBezTo>
                  <a:cubicBezTo>
                    <a:pt x="3051594" y="1189221"/>
                    <a:pt x="3052902" y="1188973"/>
                    <a:pt x="3054032" y="1189418"/>
                  </a:cubicBezTo>
                  <a:cubicBezTo>
                    <a:pt x="3055315" y="1189869"/>
                    <a:pt x="3056166" y="1190542"/>
                    <a:pt x="3057486" y="1191171"/>
                  </a:cubicBezTo>
                  <a:cubicBezTo>
                    <a:pt x="3058782" y="1191844"/>
                    <a:pt x="3059918" y="1192047"/>
                    <a:pt x="3060998" y="1192904"/>
                  </a:cubicBezTo>
                  <a:cubicBezTo>
                    <a:pt x="3063214" y="1194911"/>
                    <a:pt x="3063621" y="1197508"/>
                    <a:pt x="3065386" y="1199959"/>
                  </a:cubicBezTo>
                  <a:cubicBezTo>
                    <a:pt x="3067132" y="1202562"/>
                    <a:pt x="3070853" y="1202353"/>
                    <a:pt x="3072383" y="1205185"/>
                  </a:cubicBezTo>
                  <a:cubicBezTo>
                    <a:pt x="3073025" y="1206506"/>
                    <a:pt x="3073679" y="1207357"/>
                    <a:pt x="3074104" y="1208671"/>
                  </a:cubicBezTo>
                  <a:cubicBezTo>
                    <a:pt x="3074574" y="1209782"/>
                    <a:pt x="3074784" y="1211091"/>
                    <a:pt x="3075025" y="1212170"/>
                  </a:cubicBezTo>
                  <a:cubicBezTo>
                    <a:pt x="3075438" y="1214818"/>
                    <a:pt x="3075863" y="1216564"/>
                    <a:pt x="3075863" y="1219415"/>
                  </a:cubicBezTo>
                  <a:cubicBezTo>
                    <a:pt x="3075863" y="1222051"/>
                    <a:pt x="3075438" y="1223594"/>
                    <a:pt x="3075025" y="1226216"/>
                  </a:cubicBezTo>
                  <a:cubicBezTo>
                    <a:pt x="3068002" y="1226216"/>
                    <a:pt x="3063398" y="1225975"/>
                    <a:pt x="3057486" y="1229702"/>
                  </a:cubicBezTo>
                  <a:cubicBezTo>
                    <a:pt x="3056166" y="1230356"/>
                    <a:pt x="3056394" y="1232554"/>
                    <a:pt x="3054889" y="1233189"/>
                  </a:cubicBezTo>
                  <a:cubicBezTo>
                    <a:pt x="3053753" y="1233639"/>
                    <a:pt x="3052464" y="1233862"/>
                    <a:pt x="3051365" y="1234084"/>
                  </a:cubicBezTo>
                  <a:cubicBezTo>
                    <a:pt x="3048952" y="1234516"/>
                    <a:pt x="3046983" y="1234084"/>
                    <a:pt x="3044367" y="1234084"/>
                  </a:cubicBezTo>
                  <a:cubicBezTo>
                    <a:pt x="3042602" y="1234084"/>
                    <a:pt x="3041516" y="1233189"/>
                    <a:pt x="3039751" y="1233189"/>
                  </a:cubicBezTo>
                  <a:cubicBezTo>
                    <a:pt x="3030353" y="1233189"/>
                    <a:pt x="3024854" y="1233430"/>
                    <a:pt x="3015500" y="1233430"/>
                  </a:cubicBezTo>
                  <a:lnTo>
                    <a:pt x="3016383" y="1237583"/>
                  </a:lnTo>
                  <a:cubicBezTo>
                    <a:pt x="3018967" y="1238891"/>
                    <a:pt x="3020949" y="1239323"/>
                    <a:pt x="3023349" y="1241082"/>
                  </a:cubicBezTo>
                  <a:cubicBezTo>
                    <a:pt x="3024682" y="1241945"/>
                    <a:pt x="3025965" y="1242599"/>
                    <a:pt x="3026848" y="1243710"/>
                  </a:cubicBezTo>
                  <a:cubicBezTo>
                    <a:pt x="3027730" y="1244815"/>
                    <a:pt x="3027927" y="1246136"/>
                    <a:pt x="3028588" y="1247235"/>
                  </a:cubicBezTo>
                  <a:cubicBezTo>
                    <a:pt x="3029286" y="1248314"/>
                    <a:pt x="3029470" y="1249851"/>
                    <a:pt x="3030353" y="1250708"/>
                  </a:cubicBezTo>
                  <a:cubicBezTo>
                    <a:pt x="3031432" y="1251813"/>
                    <a:pt x="3032296" y="1252658"/>
                    <a:pt x="3033858" y="1253343"/>
                  </a:cubicBezTo>
                  <a:cubicBezTo>
                    <a:pt x="3034950" y="1253775"/>
                    <a:pt x="3036284" y="1253121"/>
                    <a:pt x="3037363" y="1253343"/>
                  </a:cubicBezTo>
                  <a:cubicBezTo>
                    <a:pt x="3039992" y="1253775"/>
                    <a:pt x="3041745" y="1255096"/>
                    <a:pt x="3044583" y="1255096"/>
                  </a:cubicBezTo>
                  <a:lnTo>
                    <a:pt x="3065386" y="1255096"/>
                  </a:lnTo>
                  <a:lnTo>
                    <a:pt x="3065386" y="1241945"/>
                  </a:lnTo>
                  <a:cubicBezTo>
                    <a:pt x="3066681" y="1241736"/>
                    <a:pt x="3068650" y="1240656"/>
                    <a:pt x="3069755" y="1240205"/>
                  </a:cubicBezTo>
                  <a:cubicBezTo>
                    <a:pt x="3072383" y="1239107"/>
                    <a:pt x="3074371" y="1237583"/>
                    <a:pt x="3076740" y="1235836"/>
                  </a:cubicBezTo>
                  <a:cubicBezTo>
                    <a:pt x="3078264" y="1234700"/>
                    <a:pt x="3078733" y="1233189"/>
                    <a:pt x="3080264" y="1232331"/>
                  </a:cubicBezTo>
                  <a:cubicBezTo>
                    <a:pt x="3081343" y="1231690"/>
                    <a:pt x="3083096" y="1233189"/>
                    <a:pt x="3083744" y="1232331"/>
                  </a:cubicBezTo>
                  <a:cubicBezTo>
                    <a:pt x="3084423" y="1231436"/>
                    <a:pt x="3084182" y="1229931"/>
                    <a:pt x="3084626" y="1228826"/>
                  </a:cubicBezTo>
                  <a:cubicBezTo>
                    <a:pt x="3085503" y="1226400"/>
                    <a:pt x="3085503" y="1224210"/>
                    <a:pt x="3086385" y="1221828"/>
                  </a:cubicBezTo>
                  <a:cubicBezTo>
                    <a:pt x="3086595" y="1220743"/>
                    <a:pt x="3086595" y="1219200"/>
                    <a:pt x="3087268" y="1218304"/>
                  </a:cubicBezTo>
                  <a:cubicBezTo>
                    <a:pt x="3088354" y="1216983"/>
                    <a:pt x="3089236" y="1216564"/>
                    <a:pt x="3090754" y="1215694"/>
                  </a:cubicBezTo>
                  <a:cubicBezTo>
                    <a:pt x="3091891" y="1215250"/>
                    <a:pt x="3093148" y="1215910"/>
                    <a:pt x="3094278" y="1215694"/>
                  </a:cubicBezTo>
                  <a:cubicBezTo>
                    <a:pt x="3096679" y="1215021"/>
                    <a:pt x="3098012" y="1213929"/>
                    <a:pt x="3100387" y="1213078"/>
                  </a:cubicBezTo>
                  <a:cubicBezTo>
                    <a:pt x="3100387" y="1211757"/>
                    <a:pt x="3101282" y="1210862"/>
                    <a:pt x="3101282" y="1209541"/>
                  </a:cubicBezTo>
                  <a:cubicBezTo>
                    <a:pt x="3101282" y="1208239"/>
                    <a:pt x="3100387" y="1207357"/>
                    <a:pt x="3100387" y="1206023"/>
                  </a:cubicBezTo>
                  <a:lnTo>
                    <a:pt x="3100387" y="1202105"/>
                  </a:lnTo>
                  <a:cubicBezTo>
                    <a:pt x="3098647" y="1202105"/>
                    <a:pt x="3097771" y="1202562"/>
                    <a:pt x="3096025" y="1202562"/>
                  </a:cubicBezTo>
                  <a:lnTo>
                    <a:pt x="3089014" y="1202562"/>
                  </a:lnTo>
                  <a:cubicBezTo>
                    <a:pt x="3087693" y="1202562"/>
                    <a:pt x="3086823" y="1202105"/>
                    <a:pt x="3085503" y="1202105"/>
                  </a:cubicBezTo>
                  <a:lnTo>
                    <a:pt x="3085503" y="1198194"/>
                  </a:lnTo>
                  <a:cubicBezTo>
                    <a:pt x="3085744" y="1196193"/>
                    <a:pt x="3086169" y="1194911"/>
                    <a:pt x="3086385" y="1192904"/>
                  </a:cubicBezTo>
                  <a:lnTo>
                    <a:pt x="3100203" y="1192904"/>
                  </a:lnTo>
                  <a:cubicBezTo>
                    <a:pt x="3103251" y="1192904"/>
                    <a:pt x="3104540" y="1194447"/>
                    <a:pt x="3107410" y="1195527"/>
                  </a:cubicBezTo>
                  <a:cubicBezTo>
                    <a:pt x="3108731" y="1195978"/>
                    <a:pt x="3109798" y="1196651"/>
                    <a:pt x="3110890" y="1197324"/>
                  </a:cubicBezTo>
                  <a:cubicBezTo>
                    <a:pt x="3112427" y="1198194"/>
                    <a:pt x="3112427" y="1200791"/>
                    <a:pt x="3114401" y="1200791"/>
                  </a:cubicBezTo>
                  <a:cubicBezTo>
                    <a:pt x="3115919" y="1200791"/>
                    <a:pt x="3116376" y="1199051"/>
                    <a:pt x="3117919" y="1199051"/>
                  </a:cubicBezTo>
                  <a:cubicBezTo>
                    <a:pt x="3115919" y="1195120"/>
                    <a:pt x="3114186" y="1192701"/>
                    <a:pt x="3113519" y="1188548"/>
                  </a:cubicBezTo>
                  <a:cubicBezTo>
                    <a:pt x="3113309" y="1186129"/>
                    <a:pt x="3113519" y="1184160"/>
                    <a:pt x="3113519" y="1181557"/>
                  </a:cubicBezTo>
                  <a:cubicBezTo>
                    <a:pt x="3111569" y="1181334"/>
                    <a:pt x="3110033" y="1180903"/>
                    <a:pt x="3108293" y="1180661"/>
                  </a:cubicBezTo>
                  <a:cubicBezTo>
                    <a:pt x="3107156" y="1180458"/>
                    <a:pt x="3105854" y="1180903"/>
                    <a:pt x="3104794" y="1180661"/>
                  </a:cubicBezTo>
                  <a:cubicBezTo>
                    <a:pt x="3103251" y="1180458"/>
                    <a:pt x="3102794" y="1178712"/>
                    <a:pt x="3101282" y="1178020"/>
                  </a:cubicBezTo>
                  <a:cubicBezTo>
                    <a:pt x="3099771" y="1177366"/>
                    <a:pt x="3099079" y="1176527"/>
                    <a:pt x="3097771" y="1175423"/>
                  </a:cubicBezTo>
                  <a:cubicBezTo>
                    <a:pt x="3096469" y="1174311"/>
                    <a:pt x="3095796" y="1172787"/>
                    <a:pt x="3094278" y="1171924"/>
                  </a:cubicBezTo>
                  <a:cubicBezTo>
                    <a:pt x="3093148" y="1171257"/>
                    <a:pt x="3091891" y="1171676"/>
                    <a:pt x="3090754" y="1171047"/>
                  </a:cubicBezTo>
                  <a:cubicBezTo>
                    <a:pt x="3089236" y="1170171"/>
                    <a:pt x="3088798" y="1168177"/>
                    <a:pt x="3087268" y="1167542"/>
                  </a:cubicBezTo>
                  <a:cubicBezTo>
                    <a:pt x="3086169" y="1167104"/>
                    <a:pt x="3084626" y="1168177"/>
                    <a:pt x="3083744" y="1167542"/>
                  </a:cubicBezTo>
                  <a:cubicBezTo>
                    <a:pt x="3082455" y="1166444"/>
                    <a:pt x="3082239" y="1165142"/>
                    <a:pt x="3081147" y="1164018"/>
                  </a:cubicBezTo>
                  <a:cubicBezTo>
                    <a:pt x="3080264" y="1163167"/>
                    <a:pt x="3081147" y="1160951"/>
                    <a:pt x="3080264" y="1160538"/>
                  </a:cubicBezTo>
                  <a:cubicBezTo>
                    <a:pt x="3079375" y="1160081"/>
                    <a:pt x="3077864" y="1160735"/>
                    <a:pt x="3076740" y="1160538"/>
                  </a:cubicBezTo>
                  <a:cubicBezTo>
                    <a:pt x="3075660" y="1160291"/>
                    <a:pt x="3074371" y="1160735"/>
                    <a:pt x="3073241" y="1160538"/>
                  </a:cubicBezTo>
                  <a:cubicBezTo>
                    <a:pt x="3071933" y="1160291"/>
                    <a:pt x="3071069" y="1159217"/>
                    <a:pt x="3069755" y="1158786"/>
                  </a:cubicBezTo>
                  <a:cubicBezTo>
                    <a:pt x="3068650" y="1158341"/>
                    <a:pt x="3067132" y="1158570"/>
                    <a:pt x="3066249" y="1157909"/>
                  </a:cubicBezTo>
                  <a:cubicBezTo>
                    <a:pt x="3065145" y="1157223"/>
                    <a:pt x="3065583" y="1155045"/>
                    <a:pt x="3064503" y="1154372"/>
                  </a:cubicBezTo>
                  <a:cubicBezTo>
                    <a:pt x="3063214" y="1153515"/>
                    <a:pt x="3062528" y="1152417"/>
                    <a:pt x="3060998" y="1151750"/>
                  </a:cubicBezTo>
                  <a:cubicBezTo>
                    <a:pt x="3059918" y="1151299"/>
                    <a:pt x="3058610" y="1151991"/>
                    <a:pt x="3057486" y="1151750"/>
                  </a:cubicBezTo>
                  <a:cubicBezTo>
                    <a:pt x="3056166" y="1151578"/>
                    <a:pt x="3055315" y="1150213"/>
                    <a:pt x="3054032" y="1150023"/>
                  </a:cubicBezTo>
                  <a:cubicBezTo>
                    <a:pt x="3052902" y="1149769"/>
                    <a:pt x="3051809" y="1150213"/>
                    <a:pt x="3050489" y="1150023"/>
                  </a:cubicBezTo>
                  <a:cubicBezTo>
                    <a:pt x="3050692" y="1148911"/>
                    <a:pt x="3050285" y="1147603"/>
                    <a:pt x="3050489" y="1146524"/>
                  </a:cubicBezTo>
                  <a:cubicBezTo>
                    <a:pt x="3050914" y="1144987"/>
                    <a:pt x="3053130" y="1144752"/>
                    <a:pt x="3053130" y="1143019"/>
                  </a:cubicBezTo>
                  <a:cubicBezTo>
                    <a:pt x="3053130" y="1141679"/>
                    <a:pt x="3052235" y="1140809"/>
                    <a:pt x="3052235" y="1139507"/>
                  </a:cubicBezTo>
                  <a:cubicBezTo>
                    <a:pt x="3052025" y="1137539"/>
                    <a:pt x="3051168" y="1136243"/>
                    <a:pt x="3049606" y="1135138"/>
                  </a:cubicBezTo>
                  <a:cubicBezTo>
                    <a:pt x="3048304" y="1134243"/>
                    <a:pt x="3047676" y="1132935"/>
                    <a:pt x="3046114" y="1132497"/>
                  </a:cubicBezTo>
                  <a:cubicBezTo>
                    <a:pt x="3042183" y="1131189"/>
                    <a:pt x="3039116" y="1131189"/>
                    <a:pt x="3035623" y="1128998"/>
                  </a:cubicBezTo>
                  <a:cubicBezTo>
                    <a:pt x="3034512" y="1128350"/>
                    <a:pt x="3034950" y="1126343"/>
                    <a:pt x="3033858" y="1125499"/>
                  </a:cubicBezTo>
                  <a:cubicBezTo>
                    <a:pt x="3032950" y="1124858"/>
                    <a:pt x="3031007" y="1126343"/>
                    <a:pt x="3030353" y="1125499"/>
                  </a:cubicBezTo>
                  <a:cubicBezTo>
                    <a:pt x="3029712" y="1124629"/>
                    <a:pt x="3029712" y="1123080"/>
                    <a:pt x="3029470" y="1122000"/>
                  </a:cubicBezTo>
                  <a:cubicBezTo>
                    <a:pt x="3028797" y="1119149"/>
                    <a:pt x="3029470" y="1117168"/>
                    <a:pt x="3029470" y="1114101"/>
                  </a:cubicBezTo>
                  <a:cubicBezTo>
                    <a:pt x="3026409" y="1113910"/>
                    <a:pt x="3024682" y="1113231"/>
                    <a:pt x="3021577" y="1113231"/>
                  </a:cubicBezTo>
                  <a:cubicBezTo>
                    <a:pt x="3018523" y="1113231"/>
                    <a:pt x="3016764" y="1113472"/>
                    <a:pt x="3013741" y="1113682"/>
                  </a:cubicBezTo>
                  <a:lnTo>
                    <a:pt x="3013741" y="1104487"/>
                  </a:lnTo>
                  <a:lnTo>
                    <a:pt x="3017227" y="1100969"/>
                  </a:lnTo>
                  <a:cubicBezTo>
                    <a:pt x="3018326" y="1099896"/>
                    <a:pt x="3020739" y="1100105"/>
                    <a:pt x="3020739" y="1098378"/>
                  </a:cubicBezTo>
                  <a:lnTo>
                    <a:pt x="3020739" y="1096600"/>
                  </a:lnTo>
                  <a:cubicBezTo>
                    <a:pt x="3020739" y="1095311"/>
                    <a:pt x="3020269" y="1094187"/>
                    <a:pt x="3019844" y="1093089"/>
                  </a:cubicBezTo>
                  <a:cubicBezTo>
                    <a:pt x="3019190" y="1091361"/>
                    <a:pt x="3016383" y="1091584"/>
                    <a:pt x="3016383" y="1089621"/>
                  </a:cubicBezTo>
                  <a:cubicBezTo>
                    <a:pt x="3016383" y="1087412"/>
                    <a:pt x="3017418" y="1085653"/>
                    <a:pt x="3018967" y="1084345"/>
                  </a:cubicBezTo>
                  <a:cubicBezTo>
                    <a:pt x="3020269" y="1083252"/>
                    <a:pt x="3022257" y="1083468"/>
                    <a:pt x="3024244" y="1083468"/>
                  </a:cubicBezTo>
                  <a:cubicBezTo>
                    <a:pt x="3026175" y="1083468"/>
                    <a:pt x="3027927" y="1083468"/>
                    <a:pt x="3029470" y="1084345"/>
                  </a:cubicBezTo>
                  <a:cubicBezTo>
                    <a:pt x="3030778" y="1085214"/>
                    <a:pt x="3032086" y="1085653"/>
                    <a:pt x="3032950" y="1086954"/>
                  </a:cubicBezTo>
                  <a:cubicBezTo>
                    <a:pt x="3033858" y="1088269"/>
                    <a:pt x="3032950" y="1090021"/>
                    <a:pt x="3033858" y="1091361"/>
                  </a:cubicBezTo>
                  <a:cubicBezTo>
                    <a:pt x="3034512" y="1092428"/>
                    <a:pt x="3034512" y="1093997"/>
                    <a:pt x="3035623" y="1094854"/>
                  </a:cubicBezTo>
                  <a:cubicBezTo>
                    <a:pt x="3036487" y="1095527"/>
                    <a:pt x="3038005" y="1094397"/>
                    <a:pt x="3039116" y="1094854"/>
                  </a:cubicBezTo>
                  <a:cubicBezTo>
                    <a:pt x="3040195" y="1095311"/>
                    <a:pt x="3041516" y="1095311"/>
                    <a:pt x="3042602" y="1095730"/>
                  </a:cubicBezTo>
                  <a:cubicBezTo>
                    <a:pt x="3044145" y="1096390"/>
                    <a:pt x="3044793" y="1097476"/>
                    <a:pt x="3046114" y="1098378"/>
                  </a:cubicBezTo>
                  <a:cubicBezTo>
                    <a:pt x="3047434" y="1099223"/>
                    <a:pt x="3047434" y="1100969"/>
                    <a:pt x="3048723" y="1101852"/>
                  </a:cubicBezTo>
                  <a:cubicBezTo>
                    <a:pt x="3049822" y="1102525"/>
                    <a:pt x="3050914" y="1103166"/>
                    <a:pt x="3052235" y="1103604"/>
                  </a:cubicBezTo>
                  <a:cubicBezTo>
                    <a:pt x="3053314" y="1104036"/>
                    <a:pt x="3054648" y="1103395"/>
                    <a:pt x="3055759" y="1103604"/>
                  </a:cubicBezTo>
                  <a:cubicBezTo>
                    <a:pt x="3057290" y="1104036"/>
                    <a:pt x="3057918" y="1105376"/>
                    <a:pt x="3059258" y="1106252"/>
                  </a:cubicBezTo>
                  <a:cubicBezTo>
                    <a:pt x="3060788" y="1107338"/>
                    <a:pt x="3061417" y="1108881"/>
                    <a:pt x="3061881" y="1110602"/>
                  </a:cubicBezTo>
                  <a:cubicBezTo>
                    <a:pt x="3062719" y="1113472"/>
                    <a:pt x="3062325" y="1116514"/>
                    <a:pt x="3064503" y="1118482"/>
                  </a:cubicBezTo>
                  <a:cubicBezTo>
                    <a:pt x="3065386" y="1119149"/>
                    <a:pt x="3066903" y="1118050"/>
                    <a:pt x="3068002" y="1118482"/>
                  </a:cubicBezTo>
                  <a:cubicBezTo>
                    <a:pt x="3071069" y="1120006"/>
                    <a:pt x="3072383" y="1122000"/>
                    <a:pt x="3075025" y="1123734"/>
                  </a:cubicBezTo>
                  <a:cubicBezTo>
                    <a:pt x="3076105" y="1124375"/>
                    <a:pt x="3077413" y="1124858"/>
                    <a:pt x="3078505" y="1125499"/>
                  </a:cubicBezTo>
                  <a:cubicBezTo>
                    <a:pt x="3079851" y="1126343"/>
                    <a:pt x="3079851" y="1127899"/>
                    <a:pt x="3081147" y="1128998"/>
                  </a:cubicBezTo>
                  <a:cubicBezTo>
                    <a:pt x="3083528" y="1130973"/>
                    <a:pt x="3085744" y="1132312"/>
                    <a:pt x="3089014" y="1132497"/>
                  </a:cubicBezTo>
                  <a:cubicBezTo>
                    <a:pt x="3091649" y="1132719"/>
                    <a:pt x="3094024" y="1131855"/>
                    <a:pt x="3096025" y="1133379"/>
                  </a:cubicBezTo>
                  <a:cubicBezTo>
                    <a:pt x="3096875" y="1134033"/>
                    <a:pt x="3096253" y="1136021"/>
                    <a:pt x="3096875" y="1136859"/>
                  </a:cubicBezTo>
                  <a:cubicBezTo>
                    <a:pt x="3098012" y="1138186"/>
                    <a:pt x="3098438" y="1139507"/>
                    <a:pt x="3099504" y="1140364"/>
                  </a:cubicBezTo>
                  <a:cubicBezTo>
                    <a:pt x="3100609" y="1141272"/>
                    <a:pt x="3101708" y="1141463"/>
                    <a:pt x="3103010" y="1142123"/>
                  </a:cubicBezTo>
                  <a:cubicBezTo>
                    <a:pt x="3105670" y="1143692"/>
                    <a:pt x="3107410" y="1144320"/>
                    <a:pt x="3110033" y="1145660"/>
                  </a:cubicBezTo>
                  <a:cubicBezTo>
                    <a:pt x="3114636" y="1148048"/>
                    <a:pt x="3115735" y="1152626"/>
                    <a:pt x="3120561" y="1154372"/>
                  </a:cubicBezTo>
                  <a:cubicBezTo>
                    <a:pt x="3122949" y="1155268"/>
                    <a:pt x="3125336" y="1154836"/>
                    <a:pt x="3127546" y="1156157"/>
                  </a:cubicBezTo>
                  <a:cubicBezTo>
                    <a:pt x="3128835" y="1156798"/>
                    <a:pt x="3129946" y="1157465"/>
                    <a:pt x="3131057" y="1158786"/>
                  </a:cubicBezTo>
                  <a:cubicBezTo>
                    <a:pt x="3131686" y="1159662"/>
                    <a:pt x="3131483" y="1161192"/>
                    <a:pt x="3131921" y="1162272"/>
                  </a:cubicBezTo>
                  <a:cubicBezTo>
                    <a:pt x="3132575" y="1163802"/>
                    <a:pt x="3134537" y="1164018"/>
                    <a:pt x="3134537" y="1165790"/>
                  </a:cubicBezTo>
                  <a:cubicBezTo>
                    <a:pt x="3134537" y="1167320"/>
                    <a:pt x="3133248" y="1167968"/>
                    <a:pt x="3132804" y="1169282"/>
                  </a:cubicBezTo>
                  <a:cubicBezTo>
                    <a:pt x="3132359" y="1170812"/>
                    <a:pt x="3129946" y="1170362"/>
                    <a:pt x="3129267" y="1171924"/>
                  </a:cubicBezTo>
                  <a:cubicBezTo>
                    <a:pt x="3128835" y="1173003"/>
                    <a:pt x="3129521" y="1174311"/>
                    <a:pt x="3129267" y="1175423"/>
                  </a:cubicBezTo>
                  <a:cubicBezTo>
                    <a:pt x="3128835" y="1177169"/>
                    <a:pt x="3128410" y="1178712"/>
                    <a:pt x="3128410" y="1180661"/>
                  </a:cubicBezTo>
                  <a:cubicBezTo>
                    <a:pt x="3128410" y="1182662"/>
                    <a:pt x="3128410" y="1184395"/>
                    <a:pt x="3129267" y="1185919"/>
                  </a:cubicBezTo>
                  <a:cubicBezTo>
                    <a:pt x="3130816" y="1188548"/>
                    <a:pt x="3135420" y="1188764"/>
                    <a:pt x="3135420" y="1192047"/>
                  </a:cubicBezTo>
                  <a:cubicBezTo>
                    <a:pt x="3135420" y="1194676"/>
                    <a:pt x="3134125" y="1196651"/>
                    <a:pt x="3134537" y="1199051"/>
                  </a:cubicBezTo>
                  <a:cubicBezTo>
                    <a:pt x="3135198" y="1201870"/>
                    <a:pt x="3137179" y="1203883"/>
                    <a:pt x="3138931" y="1206023"/>
                  </a:cubicBezTo>
                  <a:cubicBezTo>
                    <a:pt x="3139782" y="1207154"/>
                    <a:pt x="3139592" y="1208893"/>
                    <a:pt x="3140652" y="1209541"/>
                  </a:cubicBezTo>
                  <a:cubicBezTo>
                    <a:pt x="3141783" y="1210240"/>
                    <a:pt x="3143084" y="1209344"/>
                    <a:pt x="3144189" y="1209541"/>
                  </a:cubicBezTo>
                  <a:cubicBezTo>
                    <a:pt x="3145269" y="1209782"/>
                    <a:pt x="3146361" y="1209541"/>
                    <a:pt x="3147656" y="1209541"/>
                  </a:cubicBezTo>
                  <a:cubicBezTo>
                    <a:pt x="3150298" y="1209782"/>
                    <a:pt x="3152305" y="1210862"/>
                    <a:pt x="3154686" y="1211332"/>
                  </a:cubicBezTo>
                  <a:lnTo>
                    <a:pt x="3154686" y="1225315"/>
                  </a:lnTo>
                  <a:lnTo>
                    <a:pt x="3145923" y="1225315"/>
                  </a:lnTo>
                  <a:cubicBezTo>
                    <a:pt x="3145497" y="1224210"/>
                    <a:pt x="3147034" y="1222051"/>
                    <a:pt x="3145923" y="1221828"/>
                  </a:cubicBezTo>
                  <a:cubicBezTo>
                    <a:pt x="3144818" y="1221587"/>
                    <a:pt x="3143738" y="1220927"/>
                    <a:pt x="3142430" y="1220927"/>
                  </a:cubicBezTo>
                  <a:cubicBezTo>
                    <a:pt x="3140887" y="1220927"/>
                    <a:pt x="3140252" y="1222476"/>
                    <a:pt x="3138931" y="1222692"/>
                  </a:cubicBezTo>
                  <a:cubicBezTo>
                    <a:pt x="3139357" y="1223810"/>
                    <a:pt x="3139357" y="1225092"/>
                    <a:pt x="3139782" y="1226216"/>
                  </a:cubicBezTo>
                  <a:cubicBezTo>
                    <a:pt x="3140462" y="1227702"/>
                    <a:pt x="3141783" y="1228375"/>
                    <a:pt x="3142430" y="1229702"/>
                  </a:cubicBezTo>
                  <a:cubicBezTo>
                    <a:pt x="3144189" y="1232554"/>
                    <a:pt x="3145066" y="1234516"/>
                    <a:pt x="3147656" y="1236694"/>
                  </a:cubicBezTo>
                  <a:cubicBezTo>
                    <a:pt x="3148761" y="1237583"/>
                    <a:pt x="3150069" y="1237583"/>
                    <a:pt x="3151149" y="1238465"/>
                  </a:cubicBezTo>
                  <a:cubicBezTo>
                    <a:pt x="3152705" y="1239519"/>
                    <a:pt x="3153365" y="1240656"/>
                    <a:pt x="3154686" y="1241945"/>
                  </a:cubicBezTo>
                  <a:cubicBezTo>
                    <a:pt x="3155772" y="1240656"/>
                    <a:pt x="3157308" y="1240656"/>
                    <a:pt x="3158204" y="1239323"/>
                  </a:cubicBezTo>
                  <a:cubicBezTo>
                    <a:pt x="3158623" y="1238465"/>
                    <a:pt x="3158623" y="1236694"/>
                    <a:pt x="3159067" y="1235836"/>
                  </a:cubicBezTo>
                  <a:cubicBezTo>
                    <a:pt x="3159950" y="1234516"/>
                    <a:pt x="3161461" y="1234516"/>
                    <a:pt x="3162579" y="1233189"/>
                  </a:cubicBezTo>
                  <a:cubicBezTo>
                    <a:pt x="3162776" y="1234287"/>
                    <a:pt x="3162992" y="1235608"/>
                    <a:pt x="3163462" y="1236694"/>
                  </a:cubicBezTo>
                  <a:cubicBezTo>
                    <a:pt x="3163887" y="1237786"/>
                    <a:pt x="3163690" y="1239323"/>
                    <a:pt x="3164312" y="1240205"/>
                  </a:cubicBezTo>
                  <a:cubicBezTo>
                    <a:pt x="3166046" y="1242599"/>
                    <a:pt x="3170008" y="1241945"/>
                    <a:pt x="3171342" y="1244568"/>
                  </a:cubicBezTo>
                  <a:cubicBezTo>
                    <a:pt x="3172637" y="1247235"/>
                    <a:pt x="3170237" y="1249400"/>
                    <a:pt x="3170434" y="1252467"/>
                  </a:cubicBezTo>
                  <a:cubicBezTo>
                    <a:pt x="3170434" y="1253775"/>
                    <a:pt x="3170237" y="1254880"/>
                    <a:pt x="3170434" y="1255953"/>
                  </a:cubicBezTo>
                  <a:cubicBezTo>
                    <a:pt x="3170904" y="1257934"/>
                    <a:pt x="3173069" y="1258125"/>
                    <a:pt x="3174834" y="1259471"/>
                  </a:cubicBezTo>
                  <a:lnTo>
                    <a:pt x="3182702" y="1259471"/>
                  </a:lnTo>
                  <a:cubicBezTo>
                    <a:pt x="3184023" y="1259471"/>
                    <a:pt x="3185115" y="1259700"/>
                    <a:pt x="3186226" y="1259471"/>
                  </a:cubicBezTo>
                  <a:cubicBezTo>
                    <a:pt x="3187287" y="1259268"/>
                    <a:pt x="3188614" y="1259268"/>
                    <a:pt x="3189725" y="1258582"/>
                  </a:cubicBezTo>
                  <a:cubicBezTo>
                    <a:pt x="3190798" y="1257934"/>
                    <a:pt x="3190582" y="1256176"/>
                    <a:pt x="3191452" y="1255096"/>
                  </a:cubicBezTo>
                  <a:cubicBezTo>
                    <a:pt x="3192570" y="1253775"/>
                    <a:pt x="3194304" y="1253985"/>
                    <a:pt x="3194958" y="1252467"/>
                  </a:cubicBezTo>
                  <a:cubicBezTo>
                    <a:pt x="3195383" y="1251375"/>
                    <a:pt x="3194958" y="1250276"/>
                    <a:pt x="3194958" y="1248962"/>
                  </a:cubicBezTo>
                  <a:lnTo>
                    <a:pt x="3194958" y="1245463"/>
                  </a:lnTo>
                  <a:cubicBezTo>
                    <a:pt x="3194958" y="1243933"/>
                    <a:pt x="3193205" y="1243469"/>
                    <a:pt x="3193205" y="1241945"/>
                  </a:cubicBezTo>
                  <a:cubicBezTo>
                    <a:pt x="3193205" y="1240205"/>
                    <a:pt x="3194735" y="1239323"/>
                    <a:pt x="3195847" y="1238465"/>
                  </a:cubicBezTo>
                  <a:cubicBezTo>
                    <a:pt x="3196913" y="1237583"/>
                    <a:pt x="3197809" y="1236694"/>
                    <a:pt x="3199333" y="1236694"/>
                  </a:cubicBezTo>
                  <a:cubicBezTo>
                    <a:pt x="3200660" y="1236694"/>
                    <a:pt x="3201758" y="1237354"/>
                    <a:pt x="3202838" y="1237583"/>
                  </a:cubicBezTo>
                  <a:cubicBezTo>
                    <a:pt x="3204571" y="1238015"/>
                    <a:pt x="3204571" y="1240859"/>
                    <a:pt x="3206349" y="1241082"/>
                  </a:cubicBezTo>
                  <a:cubicBezTo>
                    <a:pt x="3207639" y="1241291"/>
                    <a:pt x="3208540" y="1241082"/>
                    <a:pt x="3210052" y="1241082"/>
                  </a:cubicBezTo>
                  <a:lnTo>
                    <a:pt x="3213360" y="1241082"/>
                  </a:lnTo>
                  <a:cubicBezTo>
                    <a:pt x="3215100" y="1241082"/>
                    <a:pt x="3215957" y="1240428"/>
                    <a:pt x="3217710" y="1240205"/>
                  </a:cubicBezTo>
                  <a:cubicBezTo>
                    <a:pt x="3217710" y="1237157"/>
                    <a:pt x="3217519" y="1235373"/>
                    <a:pt x="3217710" y="1232331"/>
                  </a:cubicBezTo>
                  <a:cubicBezTo>
                    <a:pt x="3217710" y="1231010"/>
                    <a:pt x="3218586" y="1230128"/>
                    <a:pt x="3218586" y="1228826"/>
                  </a:cubicBezTo>
                  <a:cubicBezTo>
                    <a:pt x="3218586" y="1228153"/>
                    <a:pt x="3218160" y="1227702"/>
                    <a:pt x="3218160" y="1227080"/>
                  </a:cubicBezTo>
                  <a:cubicBezTo>
                    <a:pt x="3221024" y="1227080"/>
                    <a:pt x="3222771" y="1227277"/>
                    <a:pt x="3225596" y="1227080"/>
                  </a:cubicBezTo>
                  <a:cubicBezTo>
                    <a:pt x="3226936" y="1227080"/>
                    <a:pt x="3227800" y="1226400"/>
                    <a:pt x="3229108" y="1226216"/>
                  </a:cubicBezTo>
                  <a:cubicBezTo>
                    <a:pt x="3228238" y="1224654"/>
                    <a:pt x="3227584" y="1223149"/>
                    <a:pt x="3226504" y="1221828"/>
                  </a:cubicBezTo>
                  <a:cubicBezTo>
                    <a:pt x="3225387" y="1220495"/>
                    <a:pt x="3224295" y="1220304"/>
                    <a:pt x="3223018" y="1219200"/>
                  </a:cubicBezTo>
                  <a:cubicBezTo>
                    <a:pt x="3221672" y="1218101"/>
                    <a:pt x="3221208" y="1216323"/>
                    <a:pt x="3219475" y="1215694"/>
                  </a:cubicBezTo>
                  <a:cubicBezTo>
                    <a:pt x="3217945" y="1215021"/>
                    <a:pt x="3216852" y="1215694"/>
                    <a:pt x="3215100" y="1215694"/>
                  </a:cubicBezTo>
                  <a:cubicBezTo>
                    <a:pt x="3215532" y="1218304"/>
                    <a:pt x="3215957" y="1220050"/>
                    <a:pt x="3215957" y="1222692"/>
                  </a:cubicBezTo>
                  <a:cubicBezTo>
                    <a:pt x="3215957" y="1224000"/>
                    <a:pt x="3215322" y="1224876"/>
                    <a:pt x="3215100" y="1226216"/>
                  </a:cubicBezTo>
                  <a:cubicBezTo>
                    <a:pt x="3213360" y="1226216"/>
                    <a:pt x="3212223" y="1226839"/>
                    <a:pt x="3210718" y="1226216"/>
                  </a:cubicBezTo>
                  <a:cubicBezTo>
                    <a:pt x="3209639" y="1225791"/>
                    <a:pt x="3208299" y="1225791"/>
                    <a:pt x="3207213" y="1225315"/>
                  </a:cubicBezTo>
                  <a:cubicBezTo>
                    <a:pt x="3205492" y="1224654"/>
                    <a:pt x="3205676" y="1222476"/>
                    <a:pt x="3204571" y="1220927"/>
                  </a:cubicBezTo>
                  <a:cubicBezTo>
                    <a:pt x="3203708" y="1219625"/>
                    <a:pt x="3201542" y="1219841"/>
                    <a:pt x="3201098" y="1218304"/>
                  </a:cubicBezTo>
                  <a:cubicBezTo>
                    <a:pt x="3200850" y="1217256"/>
                    <a:pt x="3201320" y="1215910"/>
                    <a:pt x="3201098" y="1214818"/>
                  </a:cubicBezTo>
                  <a:cubicBezTo>
                    <a:pt x="3200850" y="1213700"/>
                    <a:pt x="3200450" y="1212392"/>
                    <a:pt x="3200253" y="1211332"/>
                  </a:cubicBezTo>
                  <a:cubicBezTo>
                    <a:pt x="3199999" y="1210240"/>
                    <a:pt x="3199758" y="1208893"/>
                    <a:pt x="3199333" y="1207827"/>
                  </a:cubicBezTo>
                  <a:cubicBezTo>
                    <a:pt x="3198685" y="1206506"/>
                    <a:pt x="3198685" y="1205185"/>
                    <a:pt x="3197612" y="1204290"/>
                  </a:cubicBezTo>
                  <a:cubicBezTo>
                    <a:pt x="3196729" y="1203667"/>
                    <a:pt x="3195186" y="1203883"/>
                    <a:pt x="3194088" y="1203426"/>
                  </a:cubicBezTo>
                  <a:cubicBezTo>
                    <a:pt x="3193008" y="1203001"/>
                    <a:pt x="3191694" y="1203667"/>
                    <a:pt x="3190582" y="1203426"/>
                  </a:cubicBezTo>
                  <a:cubicBezTo>
                    <a:pt x="3188849" y="1203001"/>
                    <a:pt x="3188182" y="1201273"/>
                    <a:pt x="3187090" y="1199959"/>
                  </a:cubicBezTo>
                  <a:cubicBezTo>
                    <a:pt x="3185966" y="1198638"/>
                    <a:pt x="3183813" y="1198835"/>
                    <a:pt x="3183585" y="1197324"/>
                  </a:cubicBezTo>
                  <a:cubicBezTo>
                    <a:pt x="3183350" y="1196193"/>
                    <a:pt x="3183585" y="1195120"/>
                    <a:pt x="3183585" y="1193800"/>
                  </a:cubicBezTo>
                  <a:lnTo>
                    <a:pt x="3183585" y="1190294"/>
                  </a:lnTo>
                  <a:cubicBezTo>
                    <a:pt x="3183813" y="1188764"/>
                    <a:pt x="3185528" y="1188332"/>
                    <a:pt x="3186226" y="1186827"/>
                  </a:cubicBezTo>
                  <a:lnTo>
                    <a:pt x="3189725" y="1188548"/>
                  </a:lnTo>
                  <a:cubicBezTo>
                    <a:pt x="3191021" y="1189221"/>
                    <a:pt x="3191859" y="1190542"/>
                    <a:pt x="3193205" y="1191171"/>
                  </a:cubicBezTo>
                  <a:cubicBezTo>
                    <a:pt x="3194513" y="1191844"/>
                    <a:pt x="3195186" y="1193571"/>
                    <a:pt x="3196729" y="1193800"/>
                  </a:cubicBezTo>
                  <a:cubicBezTo>
                    <a:pt x="3199117" y="1194231"/>
                    <a:pt x="3201098" y="1193800"/>
                    <a:pt x="3203708" y="1193800"/>
                  </a:cubicBezTo>
                  <a:lnTo>
                    <a:pt x="3207213" y="1193800"/>
                  </a:lnTo>
                  <a:lnTo>
                    <a:pt x="3210718" y="1193800"/>
                  </a:lnTo>
                  <a:cubicBezTo>
                    <a:pt x="3212223" y="1193571"/>
                    <a:pt x="3212693" y="1191844"/>
                    <a:pt x="3214211" y="1191171"/>
                  </a:cubicBezTo>
                  <a:cubicBezTo>
                    <a:pt x="3212903" y="1190059"/>
                    <a:pt x="3212903" y="1188548"/>
                    <a:pt x="3211601" y="1187665"/>
                  </a:cubicBezTo>
                  <a:cubicBezTo>
                    <a:pt x="3210718" y="1187253"/>
                    <a:pt x="3209169" y="1187253"/>
                    <a:pt x="3208089" y="1186827"/>
                  </a:cubicBezTo>
                  <a:cubicBezTo>
                    <a:pt x="3208972" y="1185506"/>
                    <a:pt x="3209639" y="1184605"/>
                    <a:pt x="3210718" y="1183309"/>
                  </a:cubicBezTo>
                  <a:cubicBezTo>
                    <a:pt x="3211798" y="1181989"/>
                    <a:pt x="3212490" y="1179995"/>
                    <a:pt x="3214211" y="1179772"/>
                  </a:cubicBezTo>
                  <a:cubicBezTo>
                    <a:pt x="3217094" y="1179156"/>
                    <a:pt x="3219037" y="1179772"/>
                    <a:pt x="3222123" y="1179772"/>
                  </a:cubicBezTo>
                  <a:cubicBezTo>
                    <a:pt x="3225171" y="1179772"/>
                    <a:pt x="3227120" y="1179341"/>
                    <a:pt x="3229984" y="1179772"/>
                  </a:cubicBezTo>
                  <a:cubicBezTo>
                    <a:pt x="3231083" y="1179772"/>
                    <a:pt x="3232384" y="1180458"/>
                    <a:pt x="3233496" y="1180661"/>
                  </a:cubicBezTo>
                  <a:cubicBezTo>
                    <a:pt x="3234816" y="1180903"/>
                    <a:pt x="3235686" y="1181747"/>
                    <a:pt x="3236988" y="1182414"/>
                  </a:cubicBezTo>
                  <a:cubicBezTo>
                    <a:pt x="3238538" y="1183062"/>
                    <a:pt x="3238728" y="1185506"/>
                    <a:pt x="3240481" y="1185919"/>
                  </a:cubicBezTo>
                  <a:cubicBezTo>
                    <a:pt x="3241560" y="1186129"/>
                    <a:pt x="3242900" y="1185506"/>
                    <a:pt x="3243973" y="1185919"/>
                  </a:cubicBezTo>
                  <a:cubicBezTo>
                    <a:pt x="3245091" y="1186345"/>
                    <a:pt x="3246608" y="1185919"/>
                    <a:pt x="3247497" y="1186827"/>
                  </a:cubicBezTo>
                  <a:cubicBezTo>
                    <a:pt x="3248393" y="1187665"/>
                    <a:pt x="3247923" y="1189221"/>
                    <a:pt x="3248393" y="1190294"/>
                  </a:cubicBezTo>
                  <a:cubicBezTo>
                    <a:pt x="3248825" y="1191380"/>
                    <a:pt x="3247720" y="1192904"/>
                    <a:pt x="3248393" y="1193800"/>
                  </a:cubicBezTo>
                  <a:cubicBezTo>
                    <a:pt x="3249002" y="1194676"/>
                    <a:pt x="3251015" y="1194009"/>
                    <a:pt x="3251860" y="1194676"/>
                  </a:cubicBezTo>
                  <a:cubicBezTo>
                    <a:pt x="3253187" y="1195527"/>
                    <a:pt x="3254057" y="1196651"/>
                    <a:pt x="3255359" y="1197324"/>
                  </a:cubicBezTo>
                  <a:lnTo>
                    <a:pt x="3254482" y="1200791"/>
                  </a:lnTo>
                  <a:cubicBezTo>
                    <a:pt x="3253390" y="1201273"/>
                    <a:pt x="3252082" y="1201026"/>
                    <a:pt x="3251015" y="1201686"/>
                  </a:cubicBezTo>
                  <a:cubicBezTo>
                    <a:pt x="3249441" y="1202562"/>
                    <a:pt x="3247497" y="1203210"/>
                    <a:pt x="3247497" y="1205185"/>
                  </a:cubicBezTo>
                  <a:cubicBezTo>
                    <a:pt x="3247497" y="1208893"/>
                    <a:pt x="3248393" y="1211522"/>
                    <a:pt x="3251015" y="1213929"/>
                  </a:cubicBezTo>
                  <a:cubicBezTo>
                    <a:pt x="3253187" y="1215910"/>
                    <a:pt x="3255600" y="1215694"/>
                    <a:pt x="3257994" y="1217441"/>
                  </a:cubicBezTo>
                  <a:cubicBezTo>
                    <a:pt x="3261067" y="1219625"/>
                    <a:pt x="3260642" y="1223346"/>
                    <a:pt x="3260642" y="1227277"/>
                  </a:cubicBezTo>
                  <a:cubicBezTo>
                    <a:pt x="3260642" y="1227937"/>
                    <a:pt x="3259766" y="1228153"/>
                    <a:pt x="3259766" y="1228826"/>
                  </a:cubicBezTo>
                  <a:cubicBezTo>
                    <a:pt x="3259766" y="1230128"/>
                    <a:pt x="3260642" y="1231010"/>
                    <a:pt x="3260642" y="1232331"/>
                  </a:cubicBezTo>
                  <a:cubicBezTo>
                    <a:pt x="3260642" y="1233639"/>
                    <a:pt x="3259766" y="1234516"/>
                    <a:pt x="3259766" y="1235836"/>
                  </a:cubicBezTo>
                  <a:lnTo>
                    <a:pt x="3259766" y="1238783"/>
                  </a:lnTo>
                  <a:cubicBezTo>
                    <a:pt x="3259766" y="1240339"/>
                    <a:pt x="3260509" y="1241082"/>
                    <a:pt x="3261067" y="1242390"/>
                  </a:cubicBezTo>
                  <a:cubicBezTo>
                    <a:pt x="3261734" y="1243933"/>
                    <a:pt x="3262814" y="1244479"/>
                    <a:pt x="3263671" y="1245882"/>
                  </a:cubicBezTo>
                  <a:cubicBezTo>
                    <a:pt x="3264134" y="1246657"/>
                    <a:pt x="3264484" y="1247419"/>
                    <a:pt x="3265004" y="1248092"/>
                  </a:cubicBezTo>
                  <a:cubicBezTo>
                    <a:pt x="3265551" y="1248740"/>
                    <a:pt x="3265665" y="1249305"/>
                    <a:pt x="3266306" y="1249851"/>
                  </a:cubicBezTo>
                  <a:cubicBezTo>
                    <a:pt x="3266859" y="1250276"/>
                    <a:pt x="3267494" y="1250276"/>
                    <a:pt x="3268084" y="1250708"/>
                  </a:cubicBezTo>
                  <a:cubicBezTo>
                    <a:pt x="3268738" y="1251254"/>
                    <a:pt x="3268827" y="1252042"/>
                    <a:pt x="3269373" y="1252467"/>
                  </a:cubicBezTo>
                  <a:cubicBezTo>
                    <a:pt x="3270135" y="1253121"/>
                    <a:pt x="3270694" y="1253559"/>
                    <a:pt x="3271558" y="1254188"/>
                  </a:cubicBezTo>
                  <a:cubicBezTo>
                    <a:pt x="3272237" y="1254639"/>
                    <a:pt x="3272777" y="1254880"/>
                    <a:pt x="3273323" y="1255521"/>
                  </a:cubicBezTo>
                  <a:cubicBezTo>
                    <a:pt x="3274085" y="1256404"/>
                    <a:pt x="3275101" y="1256938"/>
                    <a:pt x="3275101" y="1258125"/>
                  </a:cubicBezTo>
                  <a:cubicBezTo>
                    <a:pt x="3275101" y="1259351"/>
                    <a:pt x="3274949" y="1260106"/>
                    <a:pt x="3274644" y="1261205"/>
                  </a:cubicBezTo>
                  <a:cubicBezTo>
                    <a:pt x="3274301" y="1262087"/>
                    <a:pt x="3273418" y="1262176"/>
                    <a:pt x="3272885" y="1262964"/>
                  </a:cubicBezTo>
                  <a:cubicBezTo>
                    <a:pt x="3272548" y="1263522"/>
                    <a:pt x="3272237" y="1264075"/>
                    <a:pt x="3272028" y="1264710"/>
                  </a:cubicBezTo>
                  <a:cubicBezTo>
                    <a:pt x="3271659" y="1265516"/>
                    <a:pt x="3271227" y="1266024"/>
                    <a:pt x="3271164" y="1266926"/>
                  </a:cubicBezTo>
                  <a:cubicBezTo>
                    <a:pt x="3271056" y="1268215"/>
                    <a:pt x="3271164" y="1268869"/>
                    <a:pt x="3271164" y="1270209"/>
                  </a:cubicBezTo>
                  <a:cubicBezTo>
                    <a:pt x="3271164" y="1272152"/>
                    <a:pt x="3271164" y="1273390"/>
                    <a:pt x="3271558" y="1275219"/>
                  </a:cubicBezTo>
                  <a:cubicBezTo>
                    <a:pt x="3271659" y="1275886"/>
                    <a:pt x="3272123" y="1276318"/>
                    <a:pt x="3272459" y="1276991"/>
                  </a:cubicBezTo>
                  <a:cubicBezTo>
                    <a:pt x="3272777" y="1277734"/>
                    <a:pt x="3273418" y="1278407"/>
                    <a:pt x="3274206" y="1278743"/>
                  </a:cubicBezTo>
                  <a:cubicBezTo>
                    <a:pt x="3274949" y="1279055"/>
                    <a:pt x="3275101" y="1280045"/>
                    <a:pt x="3275965" y="1280045"/>
                  </a:cubicBezTo>
                  <a:cubicBezTo>
                    <a:pt x="3278022" y="1280045"/>
                    <a:pt x="3278790" y="1277975"/>
                    <a:pt x="3279457" y="1276102"/>
                  </a:cubicBezTo>
                  <a:cubicBezTo>
                    <a:pt x="3279565" y="1275581"/>
                    <a:pt x="3279794" y="1274883"/>
                    <a:pt x="3279889" y="1274349"/>
                  </a:cubicBezTo>
                  <a:cubicBezTo>
                    <a:pt x="3280130" y="1273390"/>
                    <a:pt x="3280537" y="1272705"/>
                    <a:pt x="3280759" y="1271720"/>
                  </a:cubicBezTo>
                  <a:cubicBezTo>
                    <a:pt x="3280886" y="1271162"/>
                    <a:pt x="3281191" y="1270641"/>
                    <a:pt x="3281191" y="1269949"/>
                  </a:cubicBezTo>
                  <a:cubicBezTo>
                    <a:pt x="3281337" y="1267898"/>
                    <a:pt x="3281337" y="1266786"/>
                    <a:pt x="3281191" y="1264710"/>
                  </a:cubicBezTo>
                  <a:cubicBezTo>
                    <a:pt x="3281191" y="1264075"/>
                    <a:pt x="3280759" y="1263618"/>
                    <a:pt x="3280759" y="1262964"/>
                  </a:cubicBezTo>
                  <a:cubicBezTo>
                    <a:pt x="3280759" y="1260887"/>
                    <a:pt x="3281095" y="1259795"/>
                    <a:pt x="3281191" y="1257693"/>
                  </a:cubicBezTo>
                  <a:lnTo>
                    <a:pt x="3284270" y="1257693"/>
                  </a:lnTo>
                  <a:cubicBezTo>
                    <a:pt x="3284804" y="1257934"/>
                    <a:pt x="3285591" y="1257934"/>
                    <a:pt x="3286004" y="1258125"/>
                  </a:cubicBezTo>
                  <a:cubicBezTo>
                    <a:pt x="3286702" y="1258582"/>
                    <a:pt x="3287109" y="1259046"/>
                    <a:pt x="3287782" y="1259471"/>
                  </a:cubicBezTo>
                  <a:cubicBezTo>
                    <a:pt x="3288417" y="1259941"/>
                    <a:pt x="3288525" y="1260703"/>
                    <a:pt x="3289115" y="1261205"/>
                  </a:cubicBezTo>
                  <a:cubicBezTo>
                    <a:pt x="3289630" y="1261744"/>
                    <a:pt x="3290169" y="1261973"/>
                    <a:pt x="3290843" y="1262538"/>
                  </a:cubicBezTo>
                  <a:cubicBezTo>
                    <a:pt x="3292348" y="1263872"/>
                    <a:pt x="3293332" y="1264602"/>
                    <a:pt x="3294773" y="1266024"/>
                  </a:cubicBezTo>
                  <a:cubicBezTo>
                    <a:pt x="3295446" y="1266691"/>
                    <a:pt x="3295967" y="1267123"/>
                    <a:pt x="3296539" y="1267790"/>
                  </a:cubicBezTo>
                  <a:cubicBezTo>
                    <a:pt x="3297167" y="1268526"/>
                    <a:pt x="3297637" y="1269218"/>
                    <a:pt x="3298304" y="1269949"/>
                  </a:cubicBezTo>
                  <a:cubicBezTo>
                    <a:pt x="3298729" y="1270527"/>
                    <a:pt x="3298818" y="1271403"/>
                    <a:pt x="3299593" y="1271720"/>
                  </a:cubicBezTo>
                  <a:cubicBezTo>
                    <a:pt x="3300234" y="1272057"/>
                    <a:pt x="3300672" y="1272406"/>
                    <a:pt x="3301365" y="1272578"/>
                  </a:cubicBezTo>
                  <a:cubicBezTo>
                    <a:pt x="3301898" y="1272705"/>
                    <a:pt x="3302406" y="1272578"/>
                    <a:pt x="3303098" y="1272578"/>
                  </a:cubicBezTo>
                  <a:cubicBezTo>
                    <a:pt x="3304419" y="1272705"/>
                    <a:pt x="3305276" y="1272578"/>
                    <a:pt x="3306597" y="1272578"/>
                  </a:cubicBezTo>
                  <a:cubicBezTo>
                    <a:pt x="3307905" y="1272578"/>
                    <a:pt x="3308870" y="1272578"/>
                    <a:pt x="3310077" y="1273016"/>
                  </a:cubicBezTo>
                  <a:cubicBezTo>
                    <a:pt x="3310877" y="1273244"/>
                    <a:pt x="3311099" y="1274152"/>
                    <a:pt x="3311836" y="1274349"/>
                  </a:cubicBezTo>
                  <a:cubicBezTo>
                    <a:pt x="3313137" y="1274800"/>
                    <a:pt x="3314141" y="1274800"/>
                    <a:pt x="3315569" y="1274800"/>
                  </a:cubicBezTo>
                  <a:cubicBezTo>
                    <a:pt x="3316331" y="1274800"/>
                    <a:pt x="3316871" y="1274883"/>
                    <a:pt x="3317538" y="1274800"/>
                  </a:cubicBezTo>
                  <a:cubicBezTo>
                    <a:pt x="3318192" y="1274686"/>
                    <a:pt x="3318732" y="1274241"/>
                    <a:pt x="3319291" y="1273879"/>
                  </a:cubicBezTo>
                  <a:cubicBezTo>
                    <a:pt x="3319926" y="1273473"/>
                    <a:pt x="3320700" y="1273390"/>
                    <a:pt x="3321024" y="1272578"/>
                  </a:cubicBezTo>
                  <a:cubicBezTo>
                    <a:pt x="3321278" y="1272057"/>
                    <a:pt x="3320611" y="1271625"/>
                    <a:pt x="3320611" y="1270952"/>
                  </a:cubicBezTo>
                  <a:cubicBezTo>
                    <a:pt x="3320611" y="1270209"/>
                    <a:pt x="3321024" y="1269853"/>
                    <a:pt x="3321024" y="1269110"/>
                  </a:cubicBezTo>
                  <a:cubicBezTo>
                    <a:pt x="3321024" y="1267123"/>
                    <a:pt x="3320167" y="1266164"/>
                    <a:pt x="3320167" y="1264189"/>
                  </a:cubicBezTo>
                  <a:cubicBezTo>
                    <a:pt x="3320167" y="1263186"/>
                    <a:pt x="3320288" y="1262538"/>
                    <a:pt x="3320611" y="1261668"/>
                  </a:cubicBezTo>
                  <a:cubicBezTo>
                    <a:pt x="3320929" y="1260773"/>
                    <a:pt x="3321805" y="1260703"/>
                    <a:pt x="3322339" y="1259941"/>
                  </a:cubicBezTo>
                  <a:cubicBezTo>
                    <a:pt x="3322675" y="1259351"/>
                    <a:pt x="3322904" y="1258811"/>
                    <a:pt x="3323240" y="1258125"/>
                  </a:cubicBezTo>
                  <a:cubicBezTo>
                    <a:pt x="3323888" y="1257801"/>
                    <a:pt x="3325088" y="1256741"/>
                    <a:pt x="3325850" y="1256404"/>
                  </a:cubicBezTo>
                  <a:cubicBezTo>
                    <a:pt x="3327368" y="1255623"/>
                    <a:pt x="3328714" y="1255953"/>
                    <a:pt x="3330448" y="1255953"/>
                  </a:cubicBezTo>
                  <a:cubicBezTo>
                    <a:pt x="3332410" y="1255953"/>
                    <a:pt x="3333953" y="1255750"/>
                    <a:pt x="3335464" y="1256830"/>
                  </a:cubicBezTo>
                  <a:cubicBezTo>
                    <a:pt x="3336156" y="1257274"/>
                    <a:pt x="3336690" y="1257598"/>
                    <a:pt x="3337267" y="1258125"/>
                  </a:cubicBezTo>
                  <a:cubicBezTo>
                    <a:pt x="3338449" y="1259351"/>
                    <a:pt x="3338995" y="1260532"/>
                    <a:pt x="3340328" y="1261668"/>
                  </a:cubicBezTo>
                  <a:cubicBezTo>
                    <a:pt x="3340957" y="1262176"/>
                    <a:pt x="3341382" y="1262443"/>
                    <a:pt x="3342068" y="1262964"/>
                  </a:cubicBezTo>
                  <a:cubicBezTo>
                    <a:pt x="3343376" y="1264075"/>
                    <a:pt x="3344113" y="1265040"/>
                    <a:pt x="3345554" y="1266024"/>
                  </a:cubicBezTo>
                  <a:cubicBezTo>
                    <a:pt x="3346532" y="1266691"/>
                    <a:pt x="3347294" y="1267021"/>
                    <a:pt x="3348183" y="1267790"/>
                  </a:cubicBezTo>
                  <a:cubicBezTo>
                    <a:pt x="3348742" y="1268215"/>
                    <a:pt x="3348850" y="1269110"/>
                    <a:pt x="3349498" y="1269511"/>
                  </a:cubicBezTo>
                  <a:cubicBezTo>
                    <a:pt x="3350183" y="1269949"/>
                    <a:pt x="3350596" y="1270527"/>
                    <a:pt x="3351250" y="1270838"/>
                  </a:cubicBezTo>
                  <a:cubicBezTo>
                    <a:pt x="3351815" y="1271073"/>
                    <a:pt x="3352463" y="1271073"/>
                    <a:pt x="3352996" y="1271269"/>
                  </a:cubicBezTo>
                  <a:cubicBezTo>
                    <a:pt x="3353847" y="1271625"/>
                    <a:pt x="3354330" y="1272152"/>
                    <a:pt x="3355308" y="1272152"/>
                  </a:cubicBezTo>
                  <a:lnTo>
                    <a:pt x="3379057" y="1272152"/>
                  </a:lnTo>
                  <a:cubicBezTo>
                    <a:pt x="3378930" y="1269765"/>
                    <a:pt x="3378841" y="1268444"/>
                    <a:pt x="3378841" y="1266024"/>
                  </a:cubicBezTo>
                  <a:lnTo>
                    <a:pt x="3378841" y="1263872"/>
                  </a:lnTo>
                  <a:cubicBezTo>
                    <a:pt x="3378841" y="1262868"/>
                    <a:pt x="3378384" y="1262176"/>
                    <a:pt x="3378384" y="1261205"/>
                  </a:cubicBezTo>
                  <a:cubicBezTo>
                    <a:pt x="3378384" y="1259566"/>
                    <a:pt x="3378841" y="1258582"/>
                    <a:pt x="3379057" y="1256938"/>
                  </a:cubicBezTo>
                  <a:cubicBezTo>
                    <a:pt x="3380162" y="1257179"/>
                    <a:pt x="3380816" y="1257693"/>
                    <a:pt x="3381908" y="1257693"/>
                  </a:cubicBezTo>
                  <a:cubicBezTo>
                    <a:pt x="3382549" y="1257693"/>
                    <a:pt x="3382987" y="1257274"/>
                    <a:pt x="3383654" y="1257274"/>
                  </a:cubicBezTo>
                  <a:cubicBezTo>
                    <a:pt x="3384321" y="1257274"/>
                    <a:pt x="3384721" y="1256938"/>
                    <a:pt x="3385413" y="1256830"/>
                  </a:cubicBezTo>
                  <a:cubicBezTo>
                    <a:pt x="3386378" y="1256741"/>
                    <a:pt x="3387045" y="1256830"/>
                    <a:pt x="3388010" y="1256830"/>
                  </a:cubicBezTo>
                  <a:cubicBezTo>
                    <a:pt x="3390442" y="1256830"/>
                    <a:pt x="3392087" y="1256938"/>
                    <a:pt x="3394151" y="1258125"/>
                  </a:cubicBezTo>
                  <a:cubicBezTo>
                    <a:pt x="3395579" y="1258925"/>
                    <a:pt x="3395338" y="1260887"/>
                    <a:pt x="3396780" y="1261668"/>
                  </a:cubicBezTo>
                  <a:cubicBezTo>
                    <a:pt x="3397453" y="1261973"/>
                    <a:pt x="3397872" y="1262329"/>
                    <a:pt x="3398526" y="1262538"/>
                  </a:cubicBezTo>
                  <a:cubicBezTo>
                    <a:pt x="3399758" y="1262964"/>
                    <a:pt x="3400825" y="1262964"/>
                    <a:pt x="3402279" y="1262964"/>
                  </a:cubicBezTo>
                  <a:cubicBezTo>
                    <a:pt x="3403003" y="1262964"/>
                    <a:pt x="3403593" y="1263186"/>
                    <a:pt x="3404203" y="1262964"/>
                  </a:cubicBezTo>
                  <a:cubicBezTo>
                    <a:pt x="3404895" y="1262760"/>
                    <a:pt x="3405416" y="1262443"/>
                    <a:pt x="3405987" y="1262087"/>
                  </a:cubicBezTo>
                  <a:cubicBezTo>
                    <a:pt x="3406540" y="1261744"/>
                    <a:pt x="3406413" y="1260887"/>
                    <a:pt x="3406876" y="1260347"/>
                  </a:cubicBezTo>
                  <a:cubicBezTo>
                    <a:pt x="3407308" y="1259795"/>
                    <a:pt x="3408038" y="1259566"/>
                    <a:pt x="3408616" y="1259046"/>
                  </a:cubicBezTo>
                  <a:cubicBezTo>
                    <a:pt x="3409175" y="1259351"/>
                    <a:pt x="3410121" y="1259046"/>
                    <a:pt x="3410362" y="1259471"/>
                  </a:cubicBezTo>
                  <a:cubicBezTo>
                    <a:pt x="3410978" y="1260532"/>
                    <a:pt x="3410978" y="1261878"/>
                    <a:pt x="3411664" y="1262964"/>
                  </a:cubicBezTo>
                  <a:cubicBezTo>
                    <a:pt x="3411994" y="1263522"/>
                    <a:pt x="3413099" y="1263186"/>
                    <a:pt x="3413404" y="1263872"/>
                  </a:cubicBezTo>
                  <a:cubicBezTo>
                    <a:pt x="3413645" y="1264380"/>
                    <a:pt x="3413721" y="1265040"/>
                    <a:pt x="3413855" y="1265605"/>
                  </a:cubicBezTo>
                  <a:cubicBezTo>
                    <a:pt x="3414160" y="1266786"/>
                    <a:pt x="3413855" y="1267790"/>
                    <a:pt x="3413855" y="1269110"/>
                  </a:cubicBezTo>
                  <a:cubicBezTo>
                    <a:pt x="3413855" y="1271269"/>
                    <a:pt x="3413982" y="1272705"/>
                    <a:pt x="3413404" y="1274800"/>
                  </a:cubicBezTo>
                  <a:cubicBezTo>
                    <a:pt x="3413194" y="1275651"/>
                    <a:pt x="3412432" y="1276191"/>
                    <a:pt x="3412096" y="1276991"/>
                  </a:cubicBezTo>
                  <a:cubicBezTo>
                    <a:pt x="3411232" y="1278743"/>
                    <a:pt x="3410673" y="1279842"/>
                    <a:pt x="3409899" y="1281817"/>
                  </a:cubicBezTo>
                  <a:cubicBezTo>
                    <a:pt x="3409810" y="1284522"/>
                    <a:pt x="3409029" y="1285951"/>
                    <a:pt x="3409029" y="1288694"/>
                  </a:cubicBezTo>
                  <a:cubicBezTo>
                    <a:pt x="3409029" y="1289881"/>
                    <a:pt x="3408933" y="1290656"/>
                    <a:pt x="3409029" y="1291875"/>
                  </a:cubicBezTo>
                  <a:cubicBezTo>
                    <a:pt x="3409175" y="1292955"/>
                    <a:pt x="3409600" y="1293514"/>
                    <a:pt x="3409899" y="1294510"/>
                  </a:cubicBezTo>
                  <a:cubicBezTo>
                    <a:pt x="3410121" y="1295158"/>
                    <a:pt x="3410584" y="1295590"/>
                    <a:pt x="3410788" y="1296257"/>
                  </a:cubicBezTo>
                  <a:cubicBezTo>
                    <a:pt x="3410908" y="1296790"/>
                    <a:pt x="3410978" y="1297451"/>
                    <a:pt x="3411232" y="1297990"/>
                  </a:cubicBezTo>
                  <a:cubicBezTo>
                    <a:pt x="3411664" y="1299089"/>
                    <a:pt x="3412521" y="1299521"/>
                    <a:pt x="3412978" y="1300619"/>
                  </a:cubicBezTo>
                  <a:cubicBezTo>
                    <a:pt x="3413290" y="1301489"/>
                    <a:pt x="3413404" y="1302251"/>
                    <a:pt x="3413404" y="1303229"/>
                  </a:cubicBezTo>
                  <a:cubicBezTo>
                    <a:pt x="3413404" y="1304474"/>
                    <a:pt x="3413290" y="1305217"/>
                    <a:pt x="3412978" y="1306296"/>
                  </a:cubicBezTo>
                  <a:cubicBezTo>
                    <a:pt x="3412674" y="1307160"/>
                    <a:pt x="3411886" y="1307401"/>
                    <a:pt x="3411232" y="1308074"/>
                  </a:cubicBezTo>
                  <a:cubicBezTo>
                    <a:pt x="3410673" y="1308607"/>
                    <a:pt x="3409810" y="1308607"/>
                    <a:pt x="3409499" y="1309389"/>
                  </a:cubicBezTo>
                  <a:cubicBezTo>
                    <a:pt x="3409175" y="1310036"/>
                    <a:pt x="3408711" y="1310493"/>
                    <a:pt x="3408616" y="1311141"/>
                  </a:cubicBezTo>
                  <a:cubicBezTo>
                    <a:pt x="3408178" y="1312544"/>
                    <a:pt x="3408616" y="1313560"/>
                    <a:pt x="3408616" y="1315072"/>
                  </a:cubicBezTo>
                  <a:cubicBezTo>
                    <a:pt x="3408254" y="1315726"/>
                    <a:pt x="3408038" y="1316602"/>
                    <a:pt x="3407733" y="1317256"/>
                  </a:cubicBezTo>
                  <a:cubicBezTo>
                    <a:pt x="3407403" y="1317891"/>
                    <a:pt x="3406876" y="1318348"/>
                    <a:pt x="3406413" y="1319021"/>
                  </a:cubicBezTo>
                  <a:cubicBezTo>
                    <a:pt x="3405327" y="1320628"/>
                    <a:pt x="3404120" y="1321504"/>
                    <a:pt x="3403352" y="1323352"/>
                  </a:cubicBezTo>
                  <a:cubicBezTo>
                    <a:pt x="3402939" y="1324667"/>
                    <a:pt x="3402679" y="1325676"/>
                    <a:pt x="3402012" y="1326883"/>
                  </a:cubicBezTo>
                  <a:cubicBezTo>
                    <a:pt x="3401269" y="1328419"/>
                    <a:pt x="3399758" y="1328750"/>
                    <a:pt x="3398088" y="1329518"/>
                  </a:cubicBezTo>
                  <a:cubicBezTo>
                    <a:pt x="3397211" y="1329956"/>
                    <a:pt x="3396653" y="1330407"/>
                    <a:pt x="3395910" y="1330820"/>
                  </a:cubicBezTo>
                  <a:cubicBezTo>
                    <a:pt x="3395268" y="1331245"/>
                    <a:pt x="3394824" y="1331601"/>
                    <a:pt x="3394151" y="1332128"/>
                  </a:cubicBezTo>
                  <a:cubicBezTo>
                    <a:pt x="3393484" y="1332706"/>
                    <a:pt x="3392703" y="1333011"/>
                    <a:pt x="3392398" y="1333887"/>
                  </a:cubicBezTo>
                  <a:cubicBezTo>
                    <a:pt x="3392176" y="1334427"/>
                    <a:pt x="3392087" y="1335081"/>
                    <a:pt x="3391992" y="1335633"/>
                  </a:cubicBezTo>
                  <a:cubicBezTo>
                    <a:pt x="3391642" y="1336821"/>
                    <a:pt x="3391642" y="1337798"/>
                    <a:pt x="3391541" y="1339145"/>
                  </a:cubicBezTo>
                  <a:cubicBezTo>
                    <a:pt x="3391204" y="1342548"/>
                    <a:pt x="3389687" y="1344288"/>
                    <a:pt x="3388467" y="1347438"/>
                  </a:cubicBezTo>
                  <a:cubicBezTo>
                    <a:pt x="3387801" y="1349317"/>
                    <a:pt x="3387801" y="1350505"/>
                    <a:pt x="3387134" y="1352289"/>
                  </a:cubicBezTo>
                  <a:cubicBezTo>
                    <a:pt x="3386499" y="1354131"/>
                    <a:pt x="3385508" y="1355229"/>
                    <a:pt x="3384099" y="1356664"/>
                  </a:cubicBezTo>
                  <a:cubicBezTo>
                    <a:pt x="3383533" y="1357185"/>
                    <a:pt x="3382987" y="1357426"/>
                    <a:pt x="3382333" y="1357966"/>
                  </a:cubicBezTo>
                  <a:cubicBezTo>
                    <a:pt x="3381667" y="1358506"/>
                    <a:pt x="3381349" y="1359274"/>
                    <a:pt x="3380587" y="1359731"/>
                  </a:cubicBezTo>
                  <a:cubicBezTo>
                    <a:pt x="3379933" y="1360068"/>
                    <a:pt x="3379590" y="1360912"/>
                    <a:pt x="3378841" y="1361027"/>
                  </a:cubicBezTo>
                  <a:lnTo>
                    <a:pt x="3377063" y="1361027"/>
                  </a:lnTo>
                  <a:cubicBezTo>
                    <a:pt x="3375552" y="1361128"/>
                    <a:pt x="3374574" y="1360811"/>
                    <a:pt x="3373100" y="1361027"/>
                  </a:cubicBezTo>
                  <a:cubicBezTo>
                    <a:pt x="3371805" y="1361249"/>
                    <a:pt x="3370948" y="1362119"/>
                    <a:pt x="3369633" y="1362348"/>
                  </a:cubicBezTo>
                  <a:cubicBezTo>
                    <a:pt x="3369075" y="1362436"/>
                    <a:pt x="3368452" y="1362773"/>
                    <a:pt x="3367881" y="1362773"/>
                  </a:cubicBezTo>
                  <a:cubicBezTo>
                    <a:pt x="3367131" y="1362900"/>
                    <a:pt x="3366465" y="1362659"/>
                    <a:pt x="3365703" y="1362773"/>
                  </a:cubicBezTo>
                  <a:cubicBezTo>
                    <a:pt x="3365157" y="1362773"/>
                    <a:pt x="3364477" y="1363122"/>
                    <a:pt x="3363950" y="1363211"/>
                  </a:cubicBezTo>
                  <a:cubicBezTo>
                    <a:pt x="3363290" y="1363332"/>
                    <a:pt x="3362852" y="1363757"/>
                    <a:pt x="3362210" y="1364094"/>
                  </a:cubicBezTo>
                  <a:cubicBezTo>
                    <a:pt x="3361308" y="1364526"/>
                    <a:pt x="3361105" y="1365821"/>
                    <a:pt x="3360000" y="1365821"/>
                  </a:cubicBezTo>
                  <a:cubicBezTo>
                    <a:pt x="3358800" y="1365821"/>
                    <a:pt x="3358051" y="1365732"/>
                    <a:pt x="3356940" y="1365402"/>
                  </a:cubicBezTo>
                  <a:cubicBezTo>
                    <a:pt x="3356165" y="1365192"/>
                    <a:pt x="3355841" y="1364640"/>
                    <a:pt x="3355200" y="1364094"/>
                  </a:cubicBezTo>
                  <a:cubicBezTo>
                    <a:pt x="3353771" y="1362900"/>
                    <a:pt x="3353212" y="1361249"/>
                    <a:pt x="3351250" y="1361027"/>
                  </a:cubicBezTo>
                  <a:lnTo>
                    <a:pt x="3349498" y="1361027"/>
                  </a:lnTo>
                  <a:cubicBezTo>
                    <a:pt x="3348501" y="1360912"/>
                    <a:pt x="3347866" y="1361027"/>
                    <a:pt x="3346850" y="1361027"/>
                  </a:cubicBezTo>
                  <a:cubicBezTo>
                    <a:pt x="3345668" y="1361027"/>
                    <a:pt x="3345021" y="1360709"/>
                    <a:pt x="3343795" y="1360595"/>
                  </a:cubicBezTo>
                  <a:cubicBezTo>
                    <a:pt x="3342817" y="1360500"/>
                    <a:pt x="3342157" y="1360169"/>
                    <a:pt x="3341198" y="1360169"/>
                  </a:cubicBezTo>
                  <a:cubicBezTo>
                    <a:pt x="3339414" y="1360068"/>
                    <a:pt x="3338449" y="1360068"/>
                    <a:pt x="3336804" y="1359731"/>
                  </a:cubicBezTo>
                  <a:cubicBezTo>
                    <a:pt x="3336042" y="1359592"/>
                    <a:pt x="3335464" y="1358874"/>
                    <a:pt x="3334613" y="1358874"/>
                  </a:cubicBezTo>
                  <a:lnTo>
                    <a:pt x="3332645" y="1358874"/>
                  </a:lnTo>
                  <a:cubicBezTo>
                    <a:pt x="3331870" y="1358874"/>
                    <a:pt x="3331425" y="1358760"/>
                    <a:pt x="3330676" y="1358874"/>
                  </a:cubicBezTo>
                  <a:cubicBezTo>
                    <a:pt x="3329685" y="1358938"/>
                    <a:pt x="3329254" y="1359731"/>
                    <a:pt x="3328479" y="1360169"/>
                  </a:cubicBezTo>
                  <a:cubicBezTo>
                    <a:pt x="3330009" y="1360912"/>
                    <a:pt x="3330994" y="1361357"/>
                    <a:pt x="3332410" y="1361909"/>
                  </a:cubicBezTo>
                  <a:cubicBezTo>
                    <a:pt x="3334518" y="1362773"/>
                    <a:pt x="3335934" y="1363541"/>
                    <a:pt x="3338118" y="1364094"/>
                  </a:cubicBezTo>
                  <a:cubicBezTo>
                    <a:pt x="3340201" y="1364640"/>
                    <a:pt x="3341624" y="1364748"/>
                    <a:pt x="3343795" y="1364957"/>
                  </a:cubicBezTo>
                  <a:cubicBezTo>
                    <a:pt x="3345116" y="1365065"/>
                    <a:pt x="3345986" y="1365300"/>
                    <a:pt x="3347294" y="1365402"/>
                  </a:cubicBezTo>
                  <a:lnTo>
                    <a:pt x="3347294" y="1368907"/>
                  </a:lnTo>
                  <a:lnTo>
                    <a:pt x="3347294" y="1371117"/>
                  </a:lnTo>
                  <a:cubicBezTo>
                    <a:pt x="3347294" y="1372647"/>
                    <a:pt x="3349047" y="1373060"/>
                    <a:pt x="3349917" y="1374152"/>
                  </a:cubicBezTo>
                  <a:cubicBezTo>
                    <a:pt x="3350380" y="1374717"/>
                    <a:pt x="3350507" y="1375238"/>
                    <a:pt x="3350799" y="1375905"/>
                  </a:cubicBezTo>
                  <a:cubicBezTo>
                    <a:pt x="3351250" y="1376895"/>
                    <a:pt x="3351250" y="1377753"/>
                    <a:pt x="3351250" y="1378985"/>
                  </a:cubicBezTo>
                  <a:cubicBezTo>
                    <a:pt x="3351250" y="1379766"/>
                    <a:pt x="3351028" y="1380083"/>
                    <a:pt x="3351028" y="1380826"/>
                  </a:cubicBezTo>
                  <a:cubicBezTo>
                    <a:pt x="3351028" y="1381493"/>
                    <a:pt x="3351250" y="1381817"/>
                    <a:pt x="3351250" y="1382496"/>
                  </a:cubicBezTo>
                  <a:cubicBezTo>
                    <a:pt x="3351250" y="1383353"/>
                    <a:pt x="3350799" y="1383791"/>
                    <a:pt x="3350799" y="1384680"/>
                  </a:cubicBezTo>
                  <a:cubicBezTo>
                    <a:pt x="3350736" y="1387443"/>
                    <a:pt x="3350799" y="1388948"/>
                    <a:pt x="3350799" y="1391672"/>
                  </a:cubicBezTo>
                  <a:cubicBezTo>
                    <a:pt x="3351028" y="1391672"/>
                    <a:pt x="3352330" y="1394078"/>
                    <a:pt x="3353428" y="1395171"/>
                  </a:cubicBezTo>
                  <a:cubicBezTo>
                    <a:pt x="3355638" y="1397374"/>
                    <a:pt x="3357822" y="1398657"/>
                    <a:pt x="3359569" y="1401305"/>
                  </a:cubicBezTo>
                  <a:cubicBezTo>
                    <a:pt x="3360229" y="1402416"/>
                    <a:pt x="3360648" y="1403483"/>
                    <a:pt x="3361308" y="1404791"/>
                  </a:cubicBezTo>
                  <a:lnTo>
                    <a:pt x="3363080" y="1408328"/>
                  </a:lnTo>
                  <a:cubicBezTo>
                    <a:pt x="3363709" y="1409839"/>
                    <a:pt x="3364814" y="1410512"/>
                    <a:pt x="3365703" y="1411827"/>
                  </a:cubicBezTo>
                  <a:cubicBezTo>
                    <a:pt x="3366573" y="1413116"/>
                    <a:pt x="3367214" y="1414005"/>
                    <a:pt x="3368332" y="1415307"/>
                  </a:cubicBezTo>
                  <a:cubicBezTo>
                    <a:pt x="3369424" y="1416596"/>
                    <a:pt x="3370097" y="1418183"/>
                    <a:pt x="3371805" y="1418850"/>
                  </a:cubicBezTo>
                  <a:cubicBezTo>
                    <a:pt x="3373100" y="1419275"/>
                    <a:pt x="3373805" y="1420583"/>
                    <a:pt x="3375336" y="1420583"/>
                  </a:cubicBezTo>
                  <a:lnTo>
                    <a:pt x="3379266" y="1420583"/>
                  </a:lnTo>
                  <a:cubicBezTo>
                    <a:pt x="3380816" y="1420583"/>
                    <a:pt x="3381908" y="1421002"/>
                    <a:pt x="3383229" y="1420583"/>
                  </a:cubicBezTo>
                  <a:cubicBezTo>
                    <a:pt x="3384721" y="1419929"/>
                    <a:pt x="3385826" y="1419040"/>
                    <a:pt x="3386708" y="1417954"/>
                  </a:cubicBezTo>
                  <a:cubicBezTo>
                    <a:pt x="3387388" y="1417053"/>
                    <a:pt x="3386258" y="1415554"/>
                    <a:pt x="3386708" y="1414437"/>
                  </a:cubicBezTo>
                  <a:cubicBezTo>
                    <a:pt x="3387388" y="1412925"/>
                    <a:pt x="3388899" y="1412271"/>
                    <a:pt x="3390201" y="1410950"/>
                  </a:cubicBezTo>
                  <a:lnTo>
                    <a:pt x="3391992" y="1414437"/>
                  </a:lnTo>
                  <a:cubicBezTo>
                    <a:pt x="3394360" y="1418589"/>
                    <a:pt x="3397002" y="1421002"/>
                    <a:pt x="3399853" y="1424965"/>
                  </a:cubicBezTo>
                  <a:cubicBezTo>
                    <a:pt x="3400494" y="1426032"/>
                    <a:pt x="3400710" y="1427365"/>
                    <a:pt x="3401606" y="1428451"/>
                  </a:cubicBezTo>
                  <a:cubicBezTo>
                    <a:pt x="3402456" y="1429569"/>
                    <a:pt x="3403790" y="1429962"/>
                    <a:pt x="3405092" y="1431042"/>
                  </a:cubicBezTo>
                  <a:cubicBezTo>
                    <a:pt x="3406190" y="1431963"/>
                    <a:pt x="3407511" y="1432172"/>
                    <a:pt x="3408616" y="1432813"/>
                  </a:cubicBezTo>
                  <a:cubicBezTo>
                    <a:pt x="3409899" y="1433728"/>
                    <a:pt x="3410584" y="1434807"/>
                    <a:pt x="3411232" y="1436350"/>
                  </a:cubicBezTo>
                  <a:cubicBezTo>
                    <a:pt x="3412521" y="1438954"/>
                    <a:pt x="3411442" y="1441380"/>
                    <a:pt x="3412096" y="1444193"/>
                  </a:cubicBezTo>
                  <a:cubicBezTo>
                    <a:pt x="3412324" y="1445291"/>
                    <a:pt x="3412763" y="1446612"/>
                    <a:pt x="3412978" y="1447698"/>
                  </a:cubicBezTo>
                  <a:cubicBezTo>
                    <a:pt x="3413404" y="1449247"/>
                    <a:pt x="3414947" y="1449901"/>
                    <a:pt x="3415607" y="1451222"/>
                  </a:cubicBezTo>
                  <a:cubicBezTo>
                    <a:pt x="3417550" y="1454499"/>
                    <a:pt x="3419309" y="1456264"/>
                    <a:pt x="3421729" y="1459077"/>
                  </a:cubicBezTo>
                  <a:cubicBezTo>
                    <a:pt x="3422821" y="1460385"/>
                    <a:pt x="3424593" y="1460817"/>
                    <a:pt x="3425215" y="1462601"/>
                  </a:cubicBezTo>
                  <a:cubicBezTo>
                    <a:pt x="3426129" y="1464786"/>
                    <a:pt x="3426129" y="1466316"/>
                    <a:pt x="3426129" y="1468716"/>
                  </a:cubicBezTo>
                  <a:lnTo>
                    <a:pt x="3426129" y="1470463"/>
                  </a:lnTo>
                  <a:cubicBezTo>
                    <a:pt x="3426129" y="1471771"/>
                    <a:pt x="3425215" y="1472666"/>
                    <a:pt x="3425215" y="1473987"/>
                  </a:cubicBezTo>
                  <a:cubicBezTo>
                    <a:pt x="3425031" y="1478343"/>
                    <a:pt x="3424789" y="1481848"/>
                    <a:pt x="3426980" y="1485372"/>
                  </a:cubicBezTo>
                  <a:cubicBezTo>
                    <a:pt x="3428079" y="1487106"/>
                    <a:pt x="3430257" y="1487106"/>
                    <a:pt x="3432263" y="1488001"/>
                  </a:cubicBezTo>
                  <a:cubicBezTo>
                    <a:pt x="3433597" y="1488427"/>
                    <a:pt x="3434429" y="1489303"/>
                    <a:pt x="3435730" y="1489729"/>
                  </a:cubicBezTo>
                  <a:cubicBezTo>
                    <a:pt x="3436848" y="1490160"/>
                    <a:pt x="3438182" y="1489938"/>
                    <a:pt x="3439236" y="1490624"/>
                  </a:cubicBezTo>
                  <a:cubicBezTo>
                    <a:pt x="3440556" y="1491278"/>
                    <a:pt x="3441852" y="1492148"/>
                    <a:pt x="3442754" y="1493227"/>
                  </a:cubicBezTo>
                  <a:cubicBezTo>
                    <a:pt x="3443624" y="1494351"/>
                    <a:pt x="3443820" y="1495640"/>
                    <a:pt x="3444513" y="1496720"/>
                  </a:cubicBezTo>
                  <a:cubicBezTo>
                    <a:pt x="3445154" y="1497844"/>
                    <a:pt x="3445592" y="1499146"/>
                    <a:pt x="3446233" y="1500251"/>
                  </a:cubicBezTo>
                  <a:cubicBezTo>
                    <a:pt x="3448450" y="1503762"/>
                    <a:pt x="3451301" y="1504600"/>
                    <a:pt x="3453231" y="1508105"/>
                  </a:cubicBezTo>
                  <a:cubicBezTo>
                    <a:pt x="3454806" y="1510747"/>
                    <a:pt x="3455466" y="1512493"/>
                    <a:pt x="3456755" y="1515129"/>
                  </a:cubicBezTo>
                  <a:lnTo>
                    <a:pt x="3460261" y="1522133"/>
                  </a:lnTo>
                  <a:cubicBezTo>
                    <a:pt x="3461994" y="1525873"/>
                    <a:pt x="3463772" y="1528711"/>
                    <a:pt x="3463772" y="1533080"/>
                  </a:cubicBezTo>
                  <a:cubicBezTo>
                    <a:pt x="3463772" y="1534604"/>
                    <a:pt x="3464013" y="1535677"/>
                    <a:pt x="3463772" y="1536998"/>
                  </a:cubicBezTo>
                  <a:cubicBezTo>
                    <a:pt x="3463537" y="1538535"/>
                    <a:pt x="3461359" y="1538992"/>
                    <a:pt x="3461130" y="1540535"/>
                  </a:cubicBezTo>
                  <a:cubicBezTo>
                    <a:pt x="3460940" y="1541602"/>
                    <a:pt x="3461130" y="1542738"/>
                    <a:pt x="3461130" y="1544027"/>
                  </a:cubicBezTo>
                  <a:cubicBezTo>
                    <a:pt x="3461130" y="1546669"/>
                    <a:pt x="3461359" y="1549057"/>
                    <a:pt x="3462908" y="1551044"/>
                  </a:cubicBezTo>
                  <a:cubicBezTo>
                    <a:pt x="3463772" y="1552333"/>
                    <a:pt x="3465061" y="1552555"/>
                    <a:pt x="3466376" y="1553654"/>
                  </a:cubicBezTo>
                  <a:cubicBezTo>
                    <a:pt x="3467512" y="1554543"/>
                    <a:pt x="3468801" y="1554765"/>
                    <a:pt x="3469900" y="1555407"/>
                  </a:cubicBezTo>
                  <a:cubicBezTo>
                    <a:pt x="3471437" y="1556270"/>
                    <a:pt x="3472078" y="1557794"/>
                    <a:pt x="3473399" y="1558912"/>
                  </a:cubicBezTo>
                  <a:cubicBezTo>
                    <a:pt x="3476009" y="1561083"/>
                    <a:pt x="3478002" y="1562620"/>
                    <a:pt x="3480428" y="1565040"/>
                  </a:cubicBezTo>
                  <a:cubicBezTo>
                    <a:pt x="3481495" y="1566119"/>
                    <a:pt x="3482797" y="1566367"/>
                    <a:pt x="3483895" y="1567675"/>
                  </a:cubicBezTo>
                  <a:cubicBezTo>
                    <a:pt x="3484784" y="1568748"/>
                    <a:pt x="3484784" y="1570075"/>
                    <a:pt x="3485654" y="1571148"/>
                  </a:cubicBezTo>
                  <a:cubicBezTo>
                    <a:pt x="3486746" y="1572685"/>
                    <a:pt x="3488054" y="1573149"/>
                    <a:pt x="3489147" y="1574660"/>
                  </a:cubicBezTo>
                  <a:cubicBezTo>
                    <a:pt x="3491134" y="1577301"/>
                    <a:pt x="3491331" y="1579702"/>
                    <a:pt x="3492639" y="1582534"/>
                  </a:cubicBezTo>
                  <a:cubicBezTo>
                    <a:pt x="3493528" y="1584286"/>
                    <a:pt x="3494201" y="1585588"/>
                    <a:pt x="3495281" y="1586909"/>
                  </a:cubicBezTo>
                  <a:cubicBezTo>
                    <a:pt x="3496608" y="1588446"/>
                    <a:pt x="3498557" y="1588903"/>
                    <a:pt x="3499650" y="1590420"/>
                  </a:cubicBezTo>
                  <a:cubicBezTo>
                    <a:pt x="3502488" y="1594154"/>
                    <a:pt x="3504025" y="1597196"/>
                    <a:pt x="3506666" y="1600911"/>
                  </a:cubicBezTo>
                  <a:cubicBezTo>
                    <a:pt x="3509943" y="1605299"/>
                    <a:pt x="3513912" y="1607077"/>
                    <a:pt x="3517176" y="1611452"/>
                  </a:cubicBezTo>
                  <a:cubicBezTo>
                    <a:pt x="3517811" y="1612531"/>
                    <a:pt x="3518287" y="1613630"/>
                    <a:pt x="3518935" y="1614951"/>
                  </a:cubicBezTo>
                  <a:cubicBezTo>
                    <a:pt x="3519576" y="1616462"/>
                    <a:pt x="3520884" y="1617560"/>
                    <a:pt x="3521532" y="1619307"/>
                  </a:cubicBezTo>
                  <a:cubicBezTo>
                    <a:pt x="3521983" y="1620621"/>
                    <a:pt x="3523297" y="1621269"/>
                    <a:pt x="3523297" y="1622831"/>
                  </a:cubicBezTo>
                  <a:cubicBezTo>
                    <a:pt x="3523519" y="1625422"/>
                    <a:pt x="3523094" y="1627193"/>
                    <a:pt x="3523297" y="1629803"/>
                  </a:cubicBezTo>
                  <a:cubicBezTo>
                    <a:pt x="3523297" y="1631124"/>
                    <a:pt x="3523094" y="1632216"/>
                    <a:pt x="3523297" y="1633327"/>
                  </a:cubicBezTo>
                  <a:cubicBezTo>
                    <a:pt x="3523519" y="1634648"/>
                    <a:pt x="3524618" y="1635518"/>
                    <a:pt x="3525056" y="1636814"/>
                  </a:cubicBezTo>
                  <a:cubicBezTo>
                    <a:pt x="3526370" y="1639671"/>
                    <a:pt x="3529425" y="1640782"/>
                    <a:pt x="3529425" y="1644072"/>
                  </a:cubicBezTo>
                  <a:lnTo>
                    <a:pt x="3529425" y="1674260"/>
                  </a:lnTo>
                  <a:cubicBezTo>
                    <a:pt x="3529425" y="1679079"/>
                    <a:pt x="3534683" y="1680178"/>
                    <a:pt x="3538175" y="1683245"/>
                  </a:cubicBezTo>
                  <a:cubicBezTo>
                    <a:pt x="3540798" y="1685404"/>
                    <a:pt x="3541693" y="1688083"/>
                    <a:pt x="3545179" y="1688471"/>
                  </a:cubicBezTo>
                  <a:cubicBezTo>
                    <a:pt x="3547833" y="1688738"/>
                    <a:pt x="3549561" y="1688471"/>
                    <a:pt x="3552202" y="1688471"/>
                  </a:cubicBezTo>
                  <a:cubicBezTo>
                    <a:pt x="3556380" y="1688471"/>
                    <a:pt x="3558978" y="1688922"/>
                    <a:pt x="3562730" y="1687620"/>
                  </a:cubicBezTo>
                  <a:cubicBezTo>
                    <a:pt x="3564470" y="1686953"/>
                    <a:pt x="3565353" y="1685613"/>
                    <a:pt x="3566204" y="1684108"/>
                  </a:cubicBezTo>
                  <a:cubicBezTo>
                    <a:pt x="3567741" y="1681721"/>
                    <a:pt x="3568617" y="1679079"/>
                    <a:pt x="3570579" y="1677130"/>
                  </a:cubicBezTo>
                  <a:cubicBezTo>
                    <a:pt x="3572554" y="1675117"/>
                    <a:pt x="3574935" y="1673828"/>
                    <a:pt x="3577602" y="1672748"/>
                  </a:cubicBezTo>
                  <a:cubicBezTo>
                    <a:pt x="3578879" y="1672297"/>
                    <a:pt x="3579780" y="1671859"/>
                    <a:pt x="3581330" y="1671859"/>
                  </a:cubicBezTo>
                  <a:lnTo>
                    <a:pt x="3602729" y="1671859"/>
                  </a:lnTo>
                  <a:cubicBezTo>
                    <a:pt x="3604520" y="1671859"/>
                    <a:pt x="3604958" y="1674044"/>
                    <a:pt x="3606476" y="1674482"/>
                  </a:cubicBezTo>
                  <a:cubicBezTo>
                    <a:pt x="3607587" y="1674710"/>
                    <a:pt x="3608889" y="1674260"/>
                    <a:pt x="3609987" y="1674482"/>
                  </a:cubicBezTo>
                  <a:lnTo>
                    <a:pt x="3613511" y="1667471"/>
                  </a:lnTo>
                  <a:cubicBezTo>
                    <a:pt x="3614115" y="1665935"/>
                    <a:pt x="3615029" y="1665300"/>
                    <a:pt x="3616121" y="1663992"/>
                  </a:cubicBezTo>
                  <a:cubicBezTo>
                    <a:pt x="3617201" y="1662658"/>
                    <a:pt x="3618960" y="1662410"/>
                    <a:pt x="3620503" y="1661363"/>
                  </a:cubicBezTo>
                  <a:cubicBezTo>
                    <a:pt x="3622020" y="1660264"/>
                    <a:pt x="3622224" y="1658480"/>
                    <a:pt x="3624002" y="1657845"/>
                  </a:cubicBezTo>
                  <a:cubicBezTo>
                    <a:pt x="3627716" y="1656530"/>
                    <a:pt x="3630574" y="1657432"/>
                    <a:pt x="3634479" y="1656105"/>
                  </a:cubicBezTo>
                  <a:cubicBezTo>
                    <a:pt x="3636041" y="1655641"/>
                    <a:pt x="3636467" y="1653914"/>
                    <a:pt x="3637991" y="1653419"/>
                  </a:cubicBezTo>
                  <a:cubicBezTo>
                    <a:pt x="3640385" y="1652816"/>
                    <a:pt x="3642588" y="1653914"/>
                    <a:pt x="3645033" y="1653419"/>
                  </a:cubicBezTo>
                  <a:cubicBezTo>
                    <a:pt x="3646551" y="1653247"/>
                    <a:pt x="3646982" y="1651038"/>
                    <a:pt x="3648494" y="1650822"/>
                  </a:cubicBezTo>
                  <a:cubicBezTo>
                    <a:pt x="3649618" y="1650599"/>
                    <a:pt x="3650907" y="1650822"/>
                    <a:pt x="3652012" y="1650822"/>
                  </a:cubicBezTo>
                  <a:cubicBezTo>
                    <a:pt x="3654418" y="1650599"/>
                    <a:pt x="3656628" y="1650822"/>
                    <a:pt x="3659003" y="1649964"/>
                  </a:cubicBezTo>
                  <a:cubicBezTo>
                    <a:pt x="3660736" y="1649310"/>
                    <a:pt x="3661213" y="1647761"/>
                    <a:pt x="3662521" y="1646459"/>
                  </a:cubicBezTo>
                  <a:lnTo>
                    <a:pt x="3666032" y="1642960"/>
                  </a:lnTo>
                  <a:cubicBezTo>
                    <a:pt x="3667366" y="1641640"/>
                    <a:pt x="3667766" y="1639906"/>
                    <a:pt x="3669537" y="1639455"/>
                  </a:cubicBezTo>
                  <a:cubicBezTo>
                    <a:pt x="3670630" y="1639271"/>
                    <a:pt x="3671912" y="1639455"/>
                    <a:pt x="3673005" y="1639455"/>
                  </a:cubicBezTo>
                  <a:cubicBezTo>
                    <a:pt x="3676973" y="1638788"/>
                    <a:pt x="3679355" y="1639455"/>
                    <a:pt x="3683539" y="1639455"/>
                  </a:cubicBezTo>
                  <a:cubicBezTo>
                    <a:pt x="3683539" y="1637068"/>
                    <a:pt x="3683311" y="1635702"/>
                    <a:pt x="3683539" y="1633327"/>
                  </a:cubicBezTo>
                  <a:cubicBezTo>
                    <a:pt x="3683539" y="1632013"/>
                    <a:pt x="3682873" y="1630692"/>
                    <a:pt x="3683539" y="1629803"/>
                  </a:cubicBezTo>
                  <a:cubicBezTo>
                    <a:pt x="3684619" y="1628489"/>
                    <a:pt x="3684828" y="1627441"/>
                    <a:pt x="3686136" y="1626336"/>
                  </a:cubicBezTo>
                  <a:cubicBezTo>
                    <a:pt x="3687032" y="1625650"/>
                    <a:pt x="3688581" y="1626762"/>
                    <a:pt x="3689661" y="1626336"/>
                  </a:cubicBezTo>
                  <a:cubicBezTo>
                    <a:pt x="3691178" y="1625650"/>
                    <a:pt x="3691616" y="1624120"/>
                    <a:pt x="3693172" y="1623694"/>
                  </a:cubicBezTo>
                  <a:cubicBezTo>
                    <a:pt x="3694233" y="1623250"/>
                    <a:pt x="3695566" y="1623040"/>
                    <a:pt x="3696658" y="1622831"/>
                  </a:cubicBezTo>
                  <a:cubicBezTo>
                    <a:pt x="3697979" y="1622374"/>
                    <a:pt x="3698862" y="1621269"/>
                    <a:pt x="3700164" y="1621110"/>
                  </a:cubicBezTo>
                  <a:cubicBezTo>
                    <a:pt x="3701287" y="1620824"/>
                    <a:pt x="3702589" y="1621110"/>
                    <a:pt x="3703675" y="1621110"/>
                  </a:cubicBezTo>
                  <a:cubicBezTo>
                    <a:pt x="3704767" y="1621110"/>
                    <a:pt x="3705872" y="1620392"/>
                    <a:pt x="3707180" y="1620189"/>
                  </a:cubicBezTo>
                  <a:lnTo>
                    <a:pt x="3731704" y="1621110"/>
                  </a:lnTo>
                  <a:cubicBezTo>
                    <a:pt x="3731704" y="1619091"/>
                    <a:pt x="3731450" y="1617751"/>
                    <a:pt x="3731704" y="1615814"/>
                  </a:cubicBezTo>
                  <a:cubicBezTo>
                    <a:pt x="3731704" y="1614493"/>
                    <a:pt x="3732580" y="1613427"/>
                    <a:pt x="3732580" y="1612315"/>
                  </a:cubicBezTo>
                  <a:cubicBezTo>
                    <a:pt x="3732580" y="1611223"/>
                    <a:pt x="3732333" y="1609890"/>
                    <a:pt x="3732580" y="1608848"/>
                  </a:cubicBezTo>
                  <a:cubicBezTo>
                    <a:pt x="3733450" y="1605991"/>
                    <a:pt x="3735400" y="1604238"/>
                    <a:pt x="3736943" y="1601787"/>
                  </a:cubicBezTo>
                  <a:lnTo>
                    <a:pt x="3754481" y="1601787"/>
                  </a:lnTo>
                  <a:cubicBezTo>
                    <a:pt x="3754666" y="1600727"/>
                    <a:pt x="3755116" y="1599406"/>
                    <a:pt x="3755320" y="1598301"/>
                  </a:cubicBezTo>
                  <a:cubicBezTo>
                    <a:pt x="3755783" y="1596999"/>
                    <a:pt x="3756640" y="1596123"/>
                    <a:pt x="3757091" y="1594808"/>
                  </a:cubicBezTo>
                  <a:cubicBezTo>
                    <a:pt x="3757961" y="1592192"/>
                    <a:pt x="3757961" y="1589785"/>
                    <a:pt x="3759707" y="1587779"/>
                  </a:cubicBezTo>
                  <a:cubicBezTo>
                    <a:pt x="3760603" y="1586706"/>
                    <a:pt x="3761663" y="1585391"/>
                    <a:pt x="3763200" y="1584737"/>
                  </a:cubicBezTo>
                  <a:cubicBezTo>
                    <a:pt x="3764299" y="1584286"/>
                    <a:pt x="3765391" y="1585163"/>
                    <a:pt x="3766693" y="1585163"/>
                  </a:cubicBezTo>
                  <a:lnTo>
                    <a:pt x="3770210" y="1585163"/>
                  </a:lnTo>
                  <a:cubicBezTo>
                    <a:pt x="3771569" y="1585163"/>
                    <a:pt x="3772427" y="1584737"/>
                    <a:pt x="3773716" y="1584737"/>
                  </a:cubicBezTo>
                  <a:lnTo>
                    <a:pt x="3775475" y="1578140"/>
                  </a:lnTo>
                  <a:cubicBezTo>
                    <a:pt x="3775684" y="1576889"/>
                    <a:pt x="3776802" y="1575955"/>
                    <a:pt x="3777214" y="1574660"/>
                  </a:cubicBezTo>
                  <a:cubicBezTo>
                    <a:pt x="3777443" y="1573568"/>
                    <a:pt x="3776802" y="1572247"/>
                    <a:pt x="3777214" y="1571148"/>
                  </a:cubicBezTo>
                  <a:cubicBezTo>
                    <a:pt x="3777653" y="1569605"/>
                    <a:pt x="3779177" y="1569173"/>
                    <a:pt x="3779837" y="1567675"/>
                  </a:cubicBezTo>
                  <a:cubicBezTo>
                    <a:pt x="3780504" y="1566367"/>
                    <a:pt x="3780739" y="1565249"/>
                    <a:pt x="3781596" y="1564170"/>
                  </a:cubicBezTo>
                  <a:cubicBezTo>
                    <a:pt x="3782904" y="1562620"/>
                    <a:pt x="3784657" y="1561515"/>
                    <a:pt x="3786866" y="1561515"/>
                  </a:cubicBezTo>
                  <a:lnTo>
                    <a:pt x="3788600" y="1561515"/>
                  </a:lnTo>
                  <a:cubicBezTo>
                    <a:pt x="3790124" y="1561966"/>
                    <a:pt x="3789921" y="1564170"/>
                    <a:pt x="3791204" y="1565040"/>
                  </a:cubicBezTo>
                  <a:cubicBezTo>
                    <a:pt x="3792112" y="1565675"/>
                    <a:pt x="3793642" y="1565503"/>
                    <a:pt x="3794721" y="1565909"/>
                  </a:cubicBezTo>
                  <a:cubicBezTo>
                    <a:pt x="3794721" y="1561763"/>
                    <a:pt x="3794296" y="1559547"/>
                    <a:pt x="3794721" y="1555407"/>
                  </a:cubicBezTo>
                  <a:cubicBezTo>
                    <a:pt x="3795191" y="1550809"/>
                    <a:pt x="3796455" y="1548383"/>
                    <a:pt x="3797376" y="1544027"/>
                  </a:cubicBezTo>
                  <a:cubicBezTo>
                    <a:pt x="3797579" y="1542472"/>
                    <a:pt x="3797814" y="1541170"/>
                    <a:pt x="3798252" y="1539659"/>
                  </a:cubicBezTo>
                  <a:cubicBezTo>
                    <a:pt x="3798430" y="1538535"/>
                    <a:pt x="3798252" y="1536998"/>
                    <a:pt x="3799122" y="1536166"/>
                  </a:cubicBezTo>
                  <a:cubicBezTo>
                    <a:pt x="3799992" y="1535245"/>
                    <a:pt x="3801510" y="1535506"/>
                    <a:pt x="3802614" y="1535245"/>
                  </a:cubicBezTo>
                  <a:cubicBezTo>
                    <a:pt x="3803707" y="1535042"/>
                    <a:pt x="3805021" y="1535506"/>
                    <a:pt x="3806113" y="1535245"/>
                  </a:cubicBezTo>
                  <a:cubicBezTo>
                    <a:pt x="3808736" y="1534826"/>
                    <a:pt x="3810514" y="1533753"/>
                    <a:pt x="3813124" y="1532642"/>
                  </a:cubicBezTo>
                  <a:cubicBezTo>
                    <a:pt x="3812673" y="1529791"/>
                    <a:pt x="3812444" y="1527606"/>
                    <a:pt x="3811365" y="1524781"/>
                  </a:cubicBezTo>
                  <a:cubicBezTo>
                    <a:pt x="3810723" y="1523003"/>
                    <a:pt x="3809612" y="1521910"/>
                    <a:pt x="3807872" y="1521269"/>
                  </a:cubicBezTo>
                  <a:cubicBezTo>
                    <a:pt x="3806774" y="1521053"/>
                    <a:pt x="3805485" y="1521694"/>
                    <a:pt x="3804348" y="1521269"/>
                  </a:cubicBezTo>
                  <a:cubicBezTo>
                    <a:pt x="3803040" y="1520831"/>
                    <a:pt x="3802170" y="1520151"/>
                    <a:pt x="3800875" y="1519491"/>
                  </a:cubicBezTo>
                  <a:cubicBezTo>
                    <a:pt x="3799554" y="1518869"/>
                    <a:pt x="3797998" y="1518869"/>
                    <a:pt x="3797376" y="1517745"/>
                  </a:cubicBezTo>
                  <a:cubicBezTo>
                    <a:pt x="3796906" y="1516907"/>
                    <a:pt x="3797579" y="1515344"/>
                    <a:pt x="3797376" y="1514265"/>
                  </a:cubicBezTo>
                  <a:cubicBezTo>
                    <a:pt x="3796906" y="1512722"/>
                    <a:pt x="3796696" y="1511420"/>
                    <a:pt x="3796455" y="1509845"/>
                  </a:cubicBezTo>
                  <a:cubicBezTo>
                    <a:pt x="3796271" y="1508550"/>
                    <a:pt x="3795388" y="1507674"/>
                    <a:pt x="3794721" y="1506353"/>
                  </a:cubicBezTo>
                  <a:cubicBezTo>
                    <a:pt x="3793858" y="1504600"/>
                    <a:pt x="3792778" y="1503533"/>
                    <a:pt x="3791204" y="1502879"/>
                  </a:cubicBezTo>
                  <a:cubicBezTo>
                    <a:pt x="3788829" y="1501559"/>
                    <a:pt x="3786866" y="1500911"/>
                    <a:pt x="3784225" y="1500251"/>
                  </a:cubicBezTo>
                  <a:cubicBezTo>
                    <a:pt x="3783139" y="1500028"/>
                    <a:pt x="3781825" y="1500251"/>
                    <a:pt x="3780739" y="1500251"/>
                  </a:cubicBezTo>
                  <a:cubicBezTo>
                    <a:pt x="3779405" y="1500028"/>
                    <a:pt x="3778523" y="1498949"/>
                    <a:pt x="3777214" y="1498504"/>
                  </a:cubicBezTo>
                  <a:cubicBezTo>
                    <a:pt x="3777443" y="1497183"/>
                    <a:pt x="3777018" y="1496098"/>
                    <a:pt x="3777214" y="1494961"/>
                  </a:cubicBezTo>
                  <a:cubicBezTo>
                    <a:pt x="3777907" y="1492370"/>
                    <a:pt x="3779837" y="1490833"/>
                    <a:pt x="3779837" y="1488001"/>
                  </a:cubicBezTo>
                  <a:cubicBezTo>
                    <a:pt x="3779837" y="1486681"/>
                    <a:pt x="3779405" y="1485372"/>
                    <a:pt x="3778948" y="1484490"/>
                  </a:cubicBezTo>
                  <a:cubicBezTo>
                    <a:pt x="3778319" y="1483398"/>
                    <a:pt x="3776548" y="1483398"/>
                    <a:pt x="3775475" y="1482750"/>
                  </a:cubicBezTo>
                  <a:cubicBezTo>
                    <a:pt x="3774389" y="1482077"/>
                    <a:pt x="3773309" y="1481004"/>
                    <a:pt x="3771753" y="1481004"/>
                  </a:cubicBezTo>
                  <a:lnTo>
                    <a:pt x="3764959" y="1481004"/>
                  </a:lnTo>
                  <a:cubicBezTo>
                    <a:pt x="3764959" y="1484026"/>
                    <a:pt x="3765842" y="1486007"/>
                    <a:pt x="3764959" y="1488890"/>
                  </a:cubicBezTo>
                  <a:cubicBezTo>
                    <a:pt x="3764095" y="1491710"/>
                    <a:pt x="3761892" y="1492802"/>
                    <a:pt x="3759707" y="1494961"/>
                  </a:cubicBezTo>
                  <a:cubicBezTo>
                    <a:pt x="3759053" y="1492148"/>
                    <a:pt x="3758584" y="1489938"/>
                    <a:pt x="3757961" y="1487106"/>
                  </a:cubicBezTo>
                  <a:cubicBezTo>
                    <a:pt x="3757720" y="1486007"/>
                    <a:pt x="3758412" y="1484699"/>
                    <a:pt x="3757961" y="1483594"/>
                  </a:cubicBezTo>
                  <a:cubicBezTo>
                    <a:pt x="3757275" y="1482274"/>
                    <a:pt x="3755320" y="1482985"/>
                    <a:pt x="3754481" y="1481848"/>
                  </a:cubicBezTo>
                  <a:cubicBezTo>
                    <a:pt x="3753573" y="1480762"/>
                    <a:pt x="3752932" y="1479448"/>
                    <a:pt x="3751840" y="1478343"/>
                  </a:cubicBezTo>
                  <a:lnTo>
                    <a:pt x="3751840" y="1460817"/>
                  </a:lnTo>
                  <a:cubicBezTo>
                    <a:pt x="3750970" y="1459731"/>
                    <a:pt x="3750278" y="1458448"/>
                    <a:pt x="3749211" y="1457331"/>
                  </a:cubicBezTo>
                  <a:cubicBezTo>
                    <a:pt x="3748106" y="1456264"/>
                    <a:pt x="3746785" y="1455597"/>
                    <a:pt x="3745706" y="1454715"/>
                  </a:cubicBezTo>
                  <a:cubicBezTo>
                    <a:pt x="3744810" y="1455813"/>
                    <a:pt x="3745039" y="1457572"/>
                    <a:pt x="3743915" y="1458239"/>
                  </a:cubicBezTo>
                  <a:cubicBezTo>
                    <a:pt x="3742867" y="1458874"/>
                    <a:pt x="3741547" y="1459299"/>
                    <a:pt x="3740435" y="1459960"/>
                  </a:cubicBezTo>
                  <a:cubicBezTo>
                    <a:pt x="3739343" y="1460646"/>
                    <a:pt x="3738022" y="1461052"/>
                    <a:pt x="3736943" y="1461725"/>
                  </a:cubicBezTo>
                  <a:cubicBezTo>
                    <a:pt x="3734511" y="1463033"/>
                    <a:pt x="3733209" y="1465884"/>
                    <a:pt x="3732580" y="1468716"/>
                  </a:cubicBezTo>
                  <a:cubicBezTo>
                    <a:pt x="3731704" y="1472666"/>
                    <a:pt x="3732771" y="1475085"/>
                    <a:pt x="3732580" y="1479257"/>
                  </a:cubicBezTo>
                  <a:cubicBezTo>
                    <a:pt x="3732333" y="1481848"/>
                    <a:pt x="3731914" y="1483594"/>
                    <a:pt x="3731704" y="1486223"/>
                  </a:cubicBezTo>
                  <a:cubicBezTo>
                    <a:pt x="3729062" y="1486007"/>
                    <a:pt x="3727278" y="1485372"/>
                    <a:pt x="3724687" y="1485372"/>
                  </a:cubicBezTo>
                  <a:cubicBezTo>
                    <a:pt x="3721620" y="1485372"/>
                    <a:pt x="3719849" y="1485576"/>
                    <a:pt x="3716820" y="1485372"/>
                  </a:cubicBezTo>
                  <a:lnTo>
                    <a:pt x="3713327" y="1485372"/>
                  </a:lnTo>
                  <a:cubicBezTo>
                    <a:pt x="3711555" y="1485372"/>
                    <a:pt x="3710444" y="1484026"/>
                    <a:pt x="3708927" y="1483594"/>
                  </a:cubicBezTo>
                  <a:cubicBezTo>
                    <a:pt x="3706514" y="1482985"/>
                    <a:pt x="3705021" y="1481848"/>
                    <a:pt x="3702367" y="1481848"/>
                  </a:cubicBezTo>
                  <a:cubicBezTo>
                    <a:pt x="3701446" y="1481848"/>
                    <a:pt x="3700824" y="1481658"/>
                    <a:pt x="3700164" y="1481848"/>
                  </a:cubicBezTo>
                  <a:cubicBezTo>
                    <a:pt x="3698646" y="1482534"/>
                    <a:pt x="3698208" y="1483823"/>
                    <a:pt x="3696658" y="1484490"/>
                  </a:cubicBezTo>
                  <a:cubicBezTo>
                    <a:pt x="3695350" y="1485131"/>
                    <a:pt x="3694233" y="1485576"/>
                    <a:pt x="3693172" y="1486223"/>
                  </a:cubicBezTo>
                  <a:cubicBezTo>
                    <a:pt x="3691616" y="1487106"/>
                    <a:pt x="3690994" y="1488427"/>
                    <a:pt x="3689661" y="1489729"/>
                  </a:cubicBezTo>
                  <a:cubicBezTo>
                    <a:pt x="3688353" y="1491049"/>
                    <a:pt x="3688124" y="1493227"/>
                    <a:pt x="3686136" y="1493227"/>
                  </a:cubicBezTo>
                  <a:cubicBezTo>
                    <a:pt x="3683311" y="1493227"/>
                    <a:pt x="3681558" y="1491932"/>
                    <a:pt x="3679189" y="1490624"/>
                  </a:cubicBezTo>
                  <a:cubicBezTo>
                    <a:pt x="3677627" y="1489938"/>
                    <a:pt x="3676973" y="1488427"/>
                    <a:pt x="3675621" y="1487106"/>
                  </a:cubicBezTo>
                  <a:cubicBezTo>
                    <a:pt x="3674338" y="1485798"/>
                    <a:pt x="3672598" y="1485372"/>
                    <a:pt x="3672154" y="1483594"/>
                  </a:cubicBezTo>
                  <a:cubicBezTo>
                    <a:pt x="3671912" y="1482534"/>
                    <a:pt x="3672154" y="1481423"/>
                    <a:pt x="3672154" y="1480115"/>
                  </a:cubicBezTo>
                  <a:cubicBezTo>
                    <a:pt x="3672154" y="1478781"/>
                    <a:pt x="3671709" y="1477486"/>
                    <a:pt x="3672154" y="1476628"/>
                  </a:cubicBezTo>
                  <a:cubicBezTo>
                    <a:pt x="3672598" y="1475714"/>
                    <a:pt x="3674764" y="1476406"/>
                    <a:pt x="3675621" y="1475714"/>
                  </a:cubicBezTo>
                  <a:cubicBezTo>
                    <a:pt x="3678497" y="1473765"/>
                    <a:pt x="3680669" y="1472247"/>
                    <a:pt x="3684416" y="1472247"/>
                  </a:cubicBezTo>
                  <a:lnTo>
                    <a:pt x="3686136" y="1472247"/>
                  </a:lnTo>
                  <a:cubicBezTo>
                    <a:pt x="3688353" y="1472444"/>
                    <a:pt x="3689432" y="1474419"/>
                    <a:pt x="3691407" y="1474876"/>
                  </a:cubicBezTo>
                  <a:cubicBezTo>
                    <a:pt x="3693369" y="1475295"/>
                    <a:pt x="3694912" y="1474876"/>
                    <a:pt x="3697103" y="1474876"/>
                  </a:cubicBezTo>
                  <a:cubicBezTo>
                    <a:pt x="3699281" y="1474876"/>
                    <a:pt x="3700595" y="1475085"/>
                    <a:pt x="3702786" y="1474876"/>
                  </a:cubicBezTo>
                  <a:cubicBezTo>
                    <a:pt x="3704323" y="1474876"/>
                    <a:pt x="3705021" y="1473314"/>
                    <a:pt x="3706317" y="1473098"/>
                  </a:cubicBezTo>
                  <a:cubicBezTo>
                    <a:pt x="3706056" y="1472012"/>
                    <a:pt x="3707180" y="1470266"/>
                    <a:pt x="3706317" y="1469605"/>
                  </a:cubicBezTo>
                  <a:cubicBezTo>
                    <a:pt x="3705021" y="1468526"/>
                    <a:pt x="3704526" y="1466964"/>
                    <a:pt x="3702786" y="1466964"/>
                  </a:cubicBezTo>
                  <a:lnTo>
                    <a:pt x="3699281" y="1466964"/>
                  </a:lnTo>
                  <a:cubicBezTo>
                    <a:pt x="3696658" y="1466964"/>
                    <a:pt x="3695128" y="1467840"/>
                    <a:pt x="3692499" y="1467840"/>
                  </a:cubicBezTo>
                  <a:lnTo>
                    <a:pt x="3688778" y="1467840"/>
                  </a:lnTo>
                  <a:cubicBezTo>
                    <a:pt x="3687470" y="1467840"/>
                    <a:pt x="3686575" y="1466964"/>
                    <a:pt x="3685266" y="1466964"/>
                  </a:cubicBezTo>
                  <a:cubicBezTo>
                    <a:pt x="3683977" y="1466964"/>
                    <a:pt x="3682873" y="1467199"/>
                    <a:pt x="3681780" y="1466964"/>
                  </a:cubicBezTo>
                  <a:cubicBezTo>
                    <a:pt x="3678256" y="1466316"/>
                    <a:pt x="3676738" y="1463687"/>
                    <a:pt x="3673005" y="1463490"/>
                  </a:cubicBezTo>
                  <a:cubicBezTo>
                    <a:pt x="3668668" y="1463217"/>
                    <a:pt x="3666032" y="1463687"/>
                    <a:pt x="3661644" y="1463490"/>
                  </a:cubicBezTo>
                  <a:cubicBezTo>
                    <a:pt x="3660311" y="1463490"/>
                    <a:pt x="3659454" y="1462601"/>
                    <a:pt x="3658152" y="1462601"/>
                  </a:cubicBezTo>
                  <a:lnTo>
                    <a:pt x="3653764" y="1462601"/>
                  </a:lnTo>
                  <a:lnTo>
                    <a:pt x="3653764" y="1445088"/>
                  </a:lnTo>
                  <a:cubicBezTo>
                    <a:pt x="3652431" y="1443989"/>
                    <a:pt x="3652431" y="1442440"/>
                    <a:pt x="3651135" y="1441589"/>
                  </a:cubicBezTo>
                  <a:cubicBezTo>
                    <a:pt x="3650043" y="1440929"/>
                    <a:pt x="3648773" y="1441380"/>
                    <a:pt x="3647643" y="1440694"/>
                  </a:cubicBezTo>
                  <a:cubicBezTo>
                    <a:pt x="3646081" y="1439849"/>
                    <a:pt x="3645877" y="1437843"/>
                    <a:pt x="3644118" y="1437208"/>
                  </a:cubicBezTo>
                  <a:cubicBezTo>
                    <a:pt x="3643026" y="1436966"/>
                    <a:pt x="3641705" y="1436535"/>
                    <a:pt x="3640626" y="1436350"/>
                  </a:cubicBezTo>
                  <a:cubicBezTo>
                    <a:pt x="3639527" y="1436122"/>
                    <a:pt x="3638207" y="1436350"/>
                    <a:pt x="3637133" y="1436350"/>
                  </a:cubicBezTo>
                  <a:cubicBezTo>
                    <a:pt x="3635813" y="1436122"/>
                    <a:pt x="3634924" y="1435030"/>
                    <a:pt x="3633616" y="1434566"/>
                  </a:cubicBezTo>
                  <a:cubicBezTo>
                    <a:pt x="3631653" y="1433887"/>
                    <a:pt x="3629025" y="1434807"/>
                    <a:pt x="3628383" y="1432813"/>
                  </a:cubicBezTo>
                  <a:cubicBezTo>
                    <a:pt x="3627958" y="1431315"/>
                    <a:pt x="3628593" y="1429962"/>
                    <a:pt x="3628383" y="1428451"/>
                  </a:cubicBezTo>
                  <a:cubicBezTo>
                    <a:pt x="3627958" y="1426032"/>
                    <a:pt x="3629025" y="1423828"/>
                    <a:pt x="3628383" y="1421441"/>
                  </a:cubicBezTo>
                  <a:cubicBezTo>
                    <a:pt x="3627716" y="1418589"/>
                    <a:pt x="3625748" y="1416862"/>
                    <a:pt x="3624002" y="1414437"/>
                  </a:cubicBezTo>
                  <a:cubicBezTo>
                    <a:pt x="3622916" y="1412925"/>
                    <a:pt x="3620935" y="1412684"/>
                    <a:pt x="3620503" y="1410950"/>
                  </a:cubicBezTo>
                  <a:cubicBezTo>
                    <a:pt x="3620281" y="1409839"/>
                    <a:pt x="3620731" y="1408550"/>
                    <a:pt x="3620503" y="1407433"/>
                  </a:cubicBezTo>
                  <a:cubicBezTo>
                    <a:pt x="3620281" y="1406347"/>
                    <a:pt x="3620503" y="1405235"/>
                    <a:pt x="3620503" y="1403940"/>
                  </a:cubicBezTo>
                  <a:cubicBezTo>
                    <a:pt x="3620503" y="1402194"/>
                    <a:pt x="3618960" y="1401305"/>
                    <a:pt x="3618757" y="1399565"/>
                  </a:cubicBezTo>
                  <a:cubicBezTo>
                    <a:pt x="3618509" y="1397374"/>
                    <a:pt x="3618757" y="1396053"/>
                    <a:pt x="3618757" y="1393856"/>
                  </a:cubicBezTo>
                  <a:cubicBezTo>
                    <a:pt x="3618757" y="1391672"/>
                    <a:pt x="3618509" y="1390364"/>
                    <a:pt x="3618757" y="1388173"/>
                  </a:cubicBezTo>
                  <a:cubicBezTo>
                    <a:pt x="3618757" y="1386655"/>
                    <a:pt x="3619836" y="1386001"/>
                    <a:pt x="3620503" y="1384680"/>
                  </a:cubicBezTo>
                  <a:cubicBezTo>
                    <a:pt x="3621360" y="1382934"/>
                    <a:pt x="3622224" y="1381817"/>
                    <a:pt x="3624002" y="1381175"/>
                  </a:cubicBezTo>
                  <a:cubicBezTo>
                    <a:pt x="3625748" y="1380509"/>
                    <a:pt x="3627291" y="1381175"/>
                    <a:pt x="3629253" y="1381175"/>
                  </a:cubicBezTo>
                  <a:cubicBezTo>
                    <a:pt x="3632733" y="1381175"/>
                    <a:pt x="3634727" y="1381372"/>
                    <a:pt x="3637991" y="1382039"/>
                  </a:cubicBezTo>
                  <a:cubicBezTo>
                    <a:pt x="3642810" y="1383137"/>
                    <a:pt x="3644118" y="1387284"/>
                    <a:pt x="3647643" y="1390789"/>
                  </a:cubicBezTo>
                  <a:cubicBezTo>
                    <a:pt x="3648773" y="1391894"/>
                    <a:pt x="3650043" y="1392542"/>
                    <a:pt x="3651135" y="1393424"/>
                  </a:cubicBezTo>
                  <a:cubicBezTo>
                    <a:pt x="3653548" y="1395660"/>
                    <a:pt x="3655072" y="1397806"/>
                    <a:pt x="3657276" y="1400409"/>
                  </a:cubicBezTo>
                  <a:cubicBezTo>
                    <a:pt x="3658362" y="1401711"/>
                    <a:pt x="3659879" y="1402416"/>
                    <a:pt x="3660736" y="1403940"/>
                  </a:cubicBezTo>
                  <a:cubicBezTo>
                    <a:pt x="3662953" y="1407655"/>
                    <a:pt x="3663816" y="1410696"/>
                    <a:pt x="3666032" y="1414437"/>
                  </a:cubicBezTo>
                  <a:cubicBezTo>
                    <a:pt x="3666896" y="1415999"/>
                    <a:pt x="3667963" y="1417053"/>
                    <a:pt x="3669537" y="1417954"/>
                  </a:cubicBezTo>
                  <a:cubicBezTo>
                    <a:pt x="3673259" y="1420139"/>
                    <a:pt x="3676084" y="1421002"/>
                    <a:pt x="3680053" y="1423212"/>
                  </a:cubicBezTo>
                  <a:cubicBezTo>
                    <a:pt x="3683114" y="1424724"/>
                    <a:pt x="3684416" y="1427130"/>
                    <a:pt x="3687032" y="1429315"/>
                  </a:cubicBezTo>
                  <a:cubicBezTo>
                    <a:pt x="3689661" y="1431518"/>
                    <a:pt x="3691178" y="1432813"/>
                    <a:pt x="3694029" y="1434566"/>
                  </a:cubicBezTo>
                  <a:cubicBezTo>
                    <a:pt x="3696462" y="1436122"/>
                    <a:pt x="3698208" y="1438313"/>
                    <a:pt x="3701033" y="1438954"/>
                  </a:cubicBezTo>
                  <a:cubicBezTo>
                    <a:pt x="3703910" y="1439627"/>
                    <a:pt x="3705872" y="1438738"/>
                    <a:pt x="3708927" y="1438954"/>
                  </a:cubicBezTo>
                  <a:cubicBezTo>
                    <a:pt x="3710247" y="1438954"/>
                    <a:pt x="3711327" y="1439849"/>
                    <a:pt x="3712406" y="1439849"/>
                  </a:cubicBezTo>
                  <a:cubicBezTo>
                    <a:pt x="3717467" y="1440694"/>
                    <a:pt x="3720725" y="1441589"/>
                    <a:pt x="3725983" y="1441589"/>
                  </a:cubicBezTo>
                  <a:lnTo>
                    <a:pt x="3728167" y="1441589"/>
                  </a:lnTo>
                  <a:lnTo>
                    <a:pt x="3731704" y="1441589"/>
                  </a:lnTo>
                  <a:cubicBezTo>
                    <a:pt x="3733006" y="1441380"/>
                    <a:pt x="3733876" y="1440052"/>
                    <a:pt x="3735197" y="1439849"/>
                  </a:cubicBezTo>
                  <a:cubicBezTo>
                    <a:pt x="3737597" y="1439627"/>
                    <a:pt x="3739781" y="1440052"/>
                    <a:pt x="3742181" y="1439849"/>
                  </a:cubicBezTo>
                  <a:cubicBezTo>
                    <a:pt x="3743502" y="1439627"/>
                    <a:pt x="3744385" y="1438313"/>
                    <a:pt x="3745706" y="1438084"/>
                  </a:cubicBezTo>
                  <a:lnTo>
                    <a:pt x="3749211" y="1438084"/>
                  </a:lnTo>
                  <a:cubicBezTo>
                    <a:pt x="3751840" y="1438084"/>
                    <a:pt x="3753808" y="1438313"/>
                    <a:pt x="3756196" y="1438954"/>
                  </a:cubicBezTo>
                  <a:cubicBezTo>
                    <a:pt x="3757720" y="1439379"/>
                    <a:pt x="3758412" y="1440694"/>
                    <a:pt x="3759707" y="1441589"/>
                  </a:cubicBezTo>
                  <a:cubicBezTo>
                    <a:pt x="3762133" y="1443316"/>
                    <a:pt x="3763879" y="1444866"/>
                    <a:pt x="3764959" y="1447698"/>
                  </a:cubicBezTo>
                  <a:cubicBezTo>
                    <a:pt x="3765200" y="1448835"/>
                    <a:pt x="3764743" y="1450117"/>
                    <a:pt x="3764959" y="1451222"/>
                  </a:cubicBezTo>
                  <a:cubicBezTo>
                    <a:pt x="3765200" y="1452302"/>
                    <a:pt x="3765391" y="1453641"/>
                    <a:pt x="3765842" y="1454715"/>
                  </a:cubicBezTo>
                  <a:cubicBezTo>
                    <a:pt x="3766254" y="1456023"/>
                    <a:pt x="3766515" y="1457331"/>
                    <a:pt x="3767581" y="1458239"/>
                  </a:cubicBezTo>
                  <a:cubicBezTo>
                    <a:pt x="3768693" y="1459077"/>
                    <a:pt x="3769772" y="1459299"/>
                    <a:pt x="3771093" y="1459960"/>
                  </a:cubicBezTo>
                  <a:cubicBezTo>
                    <a:pt x="3772427" y="1460646"/>
                    <a:pt x="3773931" y="1460817"/>
                    <a:pt x="3775684" y="1460817"/>
                  </a:cubicBezTo>
                  <a:lnTo>
                    <a:pt x="3793642" y="1460817"/>
                  </a:lnTo>
                  <a:cubicBezTo>
                    <a:pt x="3795191" y="1460817"/>
                    <a:pt x="3795845" y="1459960"/>
                    <a:pt x="3797376" y="1459960"/>
                  </a:cubicBezTo>
                  <a:cubicBezTo>
                    <a:pt x="3799122" y="1459960"/>
                    <a:pt x="3800201" y="1459541"/>
                    <a:pt x="3801751" y="1459960"/>
                  </a:cubicBezTo>
                  <a:cubicBezTo>
                    <a:pt x="3803243" y="1460385"/>
                    <a:pt x="3803910" y="1461725"/>
                    <a:pt x="3805224" y="1462601"/>
                  </a:cubicBezTo>
                  <a:cubicBezTo>
                    <a:pt x="3806355" y="1463217"/>
                    <a:pt x="3806113" y="1465002"/>
                    <a:pt x="3806990" y="1466100"/>
                  </a:cubicBezTo>
                  <a:cubicBezTo>
                    <a:pt x="3807872" y="1467199"/>
                    <a:pt x="3809390" y="1467199"/>
                    <a:pt x="3810514" y="1467840"/>
                  </a:cubicBezTo>
                  <a:cubicBezTo>
                    <a:pt x="3812031" y="1468716"/>
                    <a:pt x="3813124" y="1469605"/>
                    <a:pt x="3815099" y="1469605"/>
                  </a:cubicBezTo>
                  <a:lnTo>
                    <a:pt x="3833050" y="1469605"/>
                  </a:lnTo>
                  <a:cubicBezTo>
                    <a:pt x="3836111" y="1469605"/>
                    <a:pt x="3837400" y="1472247"/>
                    <a:pt x="3840486" y="1472247"/>
                  </a:cubicBezTo>
                  <a:lnTo>
                    <a:pt x="3870032" y="1472247"/>
                  </a:lnTo>
                  <a:lnTo>
                    <a:pt x="3891902" y="1468716"/>
                  </a:lnTo>
                  <a:lnTo>
                    <a:pt x="3911841" y="1468716"/>
                  </a:lnTo>
                  <a:cubicBezTo>
                    <a:pt x="3915346" y="1468716"/>
                    <a:pt x="3916445" y="1471771"/>
                    <a:pt x="3919099" y="1473987"/>
                  </a:cubicBezTo>
                  <a:cubicBezTo>
                    <a:pt x="3920388" y="1475085"/>
                    <a:pt x="3921486" y="1475714"/>
                    <a:pt x="3922553" y="1476628"/>
                  </a:cubicBezTo>
                  <a:cubicBezTo>
                    <a:pt x="3923671" y="1477486"/>
                    <a:pt x="3925176" y="1477937"/>
                    <a:pt x="3926078" y="1479257"/>
                  </a:cubicBezTo>
                  <a:cubicBezTo>
                    <a:pt x="3927817" y="1481658"/>
                    <a:pt x="3928256" y="1484287"/>
                    <a:pt x="3930459" y="1486223"/>
                  </a:cubicBezTo>
                  <a:cubicBezTo>
                    <a:pt x="3931539" y="1487106"/>
                    <a:pt x="3932618" y="1488217"/>
                    <a:pt x="3933964" y="1488890"/>
                  </a:cubicBezTo>
                  <a:cubicBezTo>
                    <a:pt x="3935025" y="1489532"/>
                    <a:pt x="3936555" y="1489303"/>
                    <a:pt x="3937469" y="1489729"/>
                  </a:cubicBezTo>
                  <a:cubicBezTo>
                    <a:pt x="3938765" y="1490624"/>
                    <a:pt x="3939857" y="1491049"/>
                    <a:pt x="3940975" y="1492370"/>
                  </a:cubicBezTo>
                  <a:cubicBezTo>
                    <a:pt x="3941832" y="1493469"/>
                    <a:pt x="3942283" y="1494535"/>
                    <a:pt x="3942708" y="1495882"/>
                  </a:cubicBezTo>
                  <a:cubicBezTo>
                    <a:pt x="3943584" y="1498250"/>
                    <a:pt x="3943350" y="1500251"/>
                    <a:pt x="3943584" y="1502879"/>
                  </a:cubicBezTo>
                  <a:cubicBezTo>
                    <a:pt x="3945108" y="1503318"/>
                    <a:pt x="3948633" y="1502454"/>
                    <a:pt x="3949700" y="1503762"/>
                  </a:cubicBezTo>
                  <a:cubicBezTo>
                    <a:pt x="3950582" y="1504873"/>
                    <a:pt x="3950366" y="1506353"/>
                    <a:pt x="3951452" y="1507242"/>
                  </a:cubicBezTo>
                  <a:cubicBezTo>
                    <a:pt x="3952563" y="1508105"/>
                    <a:pt x="3952773" y="1510106"/>
                    <a:pt x="3954100" y="1510747"/>
                  </a:cubicBezTo>
                  <a:cubicBezTo>
                    <a:pt x="3955180" y="1511420"/>
                    <a:pt x="3956469" y="1510747"/>
                    <a:pt x="3957593" y="1510747"/>
                  </a:cubicBezTo>
                  <a:lnTo>
                    <a:pt x="3961072" y="1510747"/>
                  </a:lnTo>
                  <a:cubicBezTo>
                    <a:pt x="3963695" y="1510747"/>
                    <a:pt x="3965689" y="1510957"/>
                    <a:pt x="3968095" y="1511623"/>
                  </a:cubicBezTo>
                  <a:cubicBezTo>
                    <a:pt x="3969410" y="1511852"/>
                    <a:pt x="3970261" y="1512925"/>
                    <a:pt x="3971607" y="1513389"/>
                  </a:cubicBezTo>
                  <a:cubicBezTo>
                    <a:pt x="3972699" y="1513598"/>
                    <a:pt x="3974007" y="1513833"/>
                    <a:pt x="3975087" y="1514265"/>
                  </a:cubicBezTo>
                  <a:cubicBezTo>
                    <a:pt x="3977957" y="1515344"/>
                    <a:pt x="3979691" y="1517116"/>
                    <a:pt x="3983005" y="1517745"/>
                  </a:cubicBezTo>
                  <a:cubicBezTo>
                    <a:pt x="3978833" y="1517745"/>
                    <a:pt x="3976636" y="1517326"/>
                    <a:pt x="3972464" y="1517745"/>
                  </a:cubicBezTo>
                  <a:cubicBezTo>
                    <a:pt x="3969848" y="1517973"/>
                    <a:pt x="3967848" y="1518869"/>
                    <a:pt x="3965454" y="1519491"/>
                  </a:cubicBezTo>
                  <a:cubicBezTo>
                    <a:pt x="3964152" y="1519726"/>
                    <a:pt x="3963301" y="1520831"/>
                    <a:pt x="3961968" y="1521269"/>
                  </a:cubicBezTo>
                  <a:cubicBezTo>
                    <a:pt x="3962190" y="1522545"/>
                    <a:pt x="3961314" y="1523657"/>
                    <a:pt x="3961968" y="1524781"/>
                  </a:cubicBezTo>
                  <a:cubicBezTo>
                    <a:pt x="3962615" y="1525873"/>
                    <a:pt x="3962615" y="1527371"/>
                    <a:pt x="3963695" y="1528279"/>
                  </a:cubicBezTo>
                  <a:cubicBezTo>
                    <a:pt x="3964609" y="1528895"/>
                    <a:pt x="3966127" y="1528711"/>
                    <a:pt x="3967238" y="1529149"/>
                  </a:cubicBezTo>
                  <a:cubicBezTo>
                    <a:pt x="3968318" y="1529587"/>
                    <a:pt x="3969632" y="1529587"/>
                    <a:pt x="3970718" y="1530013"/>
                  </a:cubicBezTo>
                  <a:cubicBezTo>
                    <a:pt x="3972274" y="1530667"/>
                    <a:pt x="3972274" y="1532432"/>
                    <a:pt x="3973341" y="1533531"/>
                  </a:cubicBezTo>
                  <a:cubicBezTo>
                    <a:pt x="3974445" y="1534604"/>
                    <a:pt x="3974890" y="1535677"/>
                    <a:pt x="3975969" y="1536998"/>
                  </a:cubicBezTo>
                  <a:cubicBezTo>
                    <a:pt x="3978167" y="1539659"/>
                    <a:pt x="3980154" y="1541411"/>
                    <a:pt x="3983005" y="1543151"/>
                  </a:cubicBezTo>
                  <a:cubicBezTo>
                    <a:pt x="3984498" y="1544027"/>
                    <a:pt x="3985812" y="1544675"/>
                    <a:pt x="3987361" y="1545767"/>
                  </a:cubicBezTo>
                  <a:cubicBezTo>
                    <a:pt x="3988892" y="1546898"/>
                    <a:pt x="3989114" y="1548834"/>
                    <a:pt x="3990873" y="1549273"/>
                  </a:cubicBezTo>
                  <a:cubicBezTo>
                    <a:pt x="3991965" y="1549495"/>
                    <a:pt x="3993064" y="1549273"/>
                    <a:pt x="3994365" y="1549273"/>
                  </a:cubicBezTo>
                  <a:cubicBezTo>
                    <a:pt x="3995674" y="1549273"/>
                    <a:pt x="3996778" y="1549698"/>
                    <a:pt x="3997864" y="1549273"/>
                  </a:cubicBezTo>
                  <a:cubicBezTo>
                    <a:pt x="3999382" y="1548631"/>
                    <a:pt x="4000049" y="1547545"/>
                    <a:pt x="4001369" y="1546669"/>
                  </a:cubicBezTo>
                  <a:cubicBezTo>
                    <a:pt x="4002652" y="1545767"/>
                    <a:pt x="4002652" y="1543805"/>
                    <a:pt x="4004024" y="1543151"/>
                  </a:cubicBezTo>
                  <a:cubicBezTo>
                    <a:pt x="4006195" y="1541856"/>
                    <a:pt x="4008837" y="1542472"/>
                    <a:pt x="4010983" y="1541411"/>
                  </a:cubicBezTo>
                  <a:cubicBezTo>
                    <a:pt x="4012558" y="1540738"/>
                    <a:pt x="4012558" y="1538535"/>
                    <a:pt x="4013619" y="1536998"/>
                  </a:cubicBezTo>
                  <a:cubicBezTo>
                    <a:pt x="4014717" y="1535506"/>
                    <a:pt x="4015162" y="1533531"/>
                    <a:pt x="4017117" y="1533531"/>
                  </a:cubicBezTo>
                  <a:cubicBezTo>
                    <a:pt x="4020851" y="1533531"/>
                    <a:pt x="4023029" y="1534826"/>
                    <a:pt x="4025880" y="1536998"/>
                  </a:cubicBezTo>
                  <a:cubicBezTo>
                    <a:pt x="4026985" y="1537684"/>
                    <a:pt x="4026985" y="1539424"/>
                    <a:pt x="4027627" y="1540535"/>
                  </a:cubicBezTo>
                  <a:cubicBezTo>
                    <a:pt x="4029386" y="1543342"/>
                    <a:pt x="4029386" y="1545767"/>
                    <a:pt x="4029386" y="1549273"/>
                  </a:cubicBezTo>
                  <a:cubicBezTo>
                    <a:pt x="4029386" y="1551901"/>
                    <a:pt x="4029837" y="1553864"/>
                    <a:pt x="4030268" y="1556270"/>
                  </a:cubicBezTo>
                  <a:cubicBezTo>
                    <a:pt x="4030929" y="1559337"/>
                    <a:pt x="4033094" y="1561083"/>
                    <a:pt x="4033780" y="1564170"/>
                  </a:cubicBezTo>
                  <a:cubicBezTo>
                    <a:pt x="4033977" y="1565249"/>
                    <a:pt x="4034637" y="1566570"/>
                    <a:pt x="4034637" y="1567675"/>
                  </a:cubicBezTo>
                  <a:cubicBezTo>
                    <a:pt x="4034840" y="1570297"/>
                    <a:pt x="4034637" y="1572247"/>
                    <a:pt x="4034637" y="1575073"/>
                  </a:cubicBezTo>
                  <a:lnTo>
                    <a:pt x="4034637" y="1582534"/>
                  </a:lnTo>
                  <a:cubicBezTo>
                    <a:pt x="4034637" y="1584286"/>
                    <a:pt x="4033780" y="1585163"/>
                    <a:pt x="4033780" y="1586909"/>
                  </a:cubicBezTo>
                  <a:cubicBezTo>
                    <a:pt x="4033545" y="1591741"/>
                    <a:pt x="4033545" y="1594364"/>
                    <a:pt x="4033780" y="1599171"/>
                  </a:cubicBezTo>
                  <a:cubicBezTo>
                    <a:pt x="4033780" y="1600498"/>
                    <a:pt x="4033545" y="1601596"/>
                    <a:pt x="4033780" y="1602676"/>
                  </a:cubicBezTo>
                  <a:cubicBezTo>
                    <a:pt x="4034199" y="1605299"/>
                    <a:pt x="4035729" y="1607077"/>
                    <a:pt x="4036371" y="1609705"/>
                  </a:cubicBezTo>
                  <a:cubicBezTo>
                    <a:pt x="4036618" y="1610804"/>
                    <a:pt x="4037279" y="1611877"/>
                    <a:pt x="4037279" y="1613198"/>
                  </a:cubicBezTo>
                  <a:cubicBezTo>
                    <a:pt x="4037691" y="1617560"/>
                    <a:pt x="4036847" y="1620189"/>
                    <a:pt x="4037279" y="1624577"/>
                  </a:cubicBezTo>
                  <a:cubicBezTo>
                    <a:pt x="4037495" y="1628076"/>
                    <a:pt x="4040314" y="1628946"/>
                    <a:pt x="4042517" y="1631575"/>
                  </a:cubicBezTo>
                  <a:cubicBezTo>
                    <a:pt x="4043597" y="1632877"/>
                    <a:pt x="4044054" y="1633759"/>
                    <a:pt x="4045172" y="1635074"/>
                  </a:cubicBezTo>
                  <a:cubicBezTo>
                    <a:pt x="4046251" y="1636407"/>
                    <a:pt x="4047763" y="1637068"/>
                    <a:pt x="4048639" y="1638560"/>
                  </a:cubicBezTo>
                  <a:cubicBezTo>
                    <a:pt x="4049299" y="1639906"/>
                    <a:pt x="4051052" y="1640573"/>
                    <a:pt x="4051280" y="1642040"/>
                  </a:cubicBezTo>
                  <a:cubicBezTo>
                    <a:pt x="4051477" y="1643176"/>
                    <a:pt x="4051052" y="1644503"/>
                    <a:pt x="4051280" y="1645589"/>
                  </a:cubicBezTo>
                  <a:cubicBezTo>
                    <a:pt x="4051947" y="1648447"/>
                    <a:pt x="4052163" y="1650599"/>
                    <a:pt x="4053027" y="1653419"/>
                  </a:cubicBezTo>
                  <a:cubicBezTo>
                    <a:pt x="4053230" y="1654549"/>
                    <a:pt x="4053693" y="1655876"/>
                    <a:pt x="4053890" y="1656956"/>
                  </a:cubicBezTo>
                  <a:cubicBezTo>
                    <a:pt x="4054322" y="1658480"/>
                    <a:pt x="4055872" y="1658924"/>
                    <a:pt x="4056519" y="1660480"/>
                  </a:cubicBezTo>
                  <a:cubicBezTo>
                    <a:pt x="4057205" y="1661985"/>
                    <a:pt x="4058056" y="1663325"/>
                    <a:pt x="4058285" y="1664836"/>
                  </a:cubicBezTo>
                  <a:cubicBezTo>
                    <a:pt x="4058507" y="1665935"/>
                    <a:pt x="4058056" y="1667255"/>
                    <a:pt x="4058285" y="1668367"/>
                  </a:cubicBezTo>
                  <a:cubicBezTo>
                    <a:pt x="4058507" y="1669681"/>
                    <a:pt x="4059618" y="1670551"/>
                    <a:pt x="4060024" y="1671859"/>
                  </a:cubicBezTo>
                  <a:cubicBezTo>
                    <a:pt x="4060469" y="1673180"/>
                    <a:pt x="4061110" y="1674260"/>
                    <a:pt x="4061771" y="1675358"/>
                  </a:cubicBezTo>
                  <a:cubicBezTo>
                    <a:pt x="4062666" y="1676869"/>
                    <a:pt x="4064196" y="1677333"/>
                    <a:pt x="4065257" y="1678857"/>
                  </a:cubicBezTo>
                  <a:cubicBezTo>
                    <a:pt x="4065968" y="1679981"/>
                    <a:pt x="4066374" y="1681283"/>
                    <a:pt x="4067022" y="1682381"/>
                  </a:cubicBezTo>
                  <a:cubicBezTo>
                    <a:pt x="4068133" y="1683886"/>
                    <a:pt x="4069873" y="1684108"/>
                    <a:pt x="4070534" y="1685855"/>
                  </a:cubicBezTo>
                  <a:cubicBezTo>
                    <a:pt x="4071442" y="1688249"/>
                    <a:pt x="4071442" y="1690211"/>
                    <a:pt x="4071442" y="1692852"/>
                  </a:cubicBezTo>
                  <a:lnTo>
                    <a:pt x="4071442" y="1696351"/>
                  </a:lnTo>
                  <a:cubicBezTo>
                    <a:pt x="4071175" y="1699018"/>
                    <a:pt x="4070534" y="1700771"/>
                    <a:pt x="4070534" y="1703400"/>
                  </a:cubicBezTo>
                  <a:cubicBezTo>
                    <a:pt x="4070534" y="1708429"/>
                    <a:pt x="4071175" y="1711445"/>
                    <a:pt x="4074058" y="1715642"/>
                  </a:cubicBezTo>
                  <a:cubicBezTo>
                    <a:pt x="4074922" y="1717154"/>
                    <a:pt x="4076668" y="1717598"/>
                    <a:pt x="4077538" y="1719141"/>
                  </a:cubicBezTo>
                  <a:cubicBezTo>
                    <a:pt x="4078198" y="1720246"/>
                    <a:pt x="4078630" y="1721326"/>
                    <a:pt x="4079284" y="1722634"/>
                  </a:cubicBezTo>
                  <a:cubicBezTo>
                    <a:pt x="4079938" y="1723967"/>
                    <a:pt x="4081259" y="1724825"/>
                    <a:pt x="4081913" y="1726133"/>
                  </a:cubicBezTo>
                  <a:cubicBezTo>
                    <a:pt x="4085418" y="1731835"/>
                    <a:pt x="4086948" y="1735982"/>
                    <a:pt x="4089800" y="1741874"/>
                  </a:cubicBezTo>
                  <a:cubicBezTo>
                    <a:pt x="4091781" y="1745837"/>
                    <a:pt x="4093521" y="1748243"/>
                    <a:pt x="4095045" y="1752415"/>
                  </a:cubicBezTo>
                  <a:cubicBezTo>
                    <a:pt x="4095502" y="1753476"/>
                    <a:pt x="4095502" y="1754809"/>
                    <a:pt x="4095927" y="1755921"/>
                  </a:cubicBezTo>
                  <a:lnTo>
                    <a:pt x="4097674" y="1759394"/>
                  </a:lnTo>
                  <a:cubicBezTo>
                    <a:pt x="4098340" y="1760708"/>
                    <a:pt x="4099902" y="1760956"/>
                    <a:pt x="4101166" y="1762036"/>
                  </a:cubicBezTo>
                  <a:cubicBezTo>
                    <a:pt x="4102944" y="1763560"/>
                    <a:pt x="4104036" y="1765553"/>
                    <a:pt x="4106437" y="1765553"/>
                  </a:cubicBezTo>
                  <a:cubicBezTo>
                    <a:pt x="4108392" y="1765553"/>
                    <a:pt x="4110170" y="1765553"/>
                    <a:pt x="4111701" y="1764677"/>
                  </a:cubicBezTo>
                  <a:cubicBezTo>
                    <a:pt x="4113022" y="1763998"/>
                    <a:pt x="4114114" y="1763344"/>
                    <a:pt x="4115200" y="1762036"/>
                  </a:cubicBezTo>
                  <a:cubicBezTo>
                    <a:pt x="4115847" y="1761159"/>
                    <a:pt x="4115625" y="1759629"/>
                    <a:pt x="4116057" y="1758530"/>
                  </a:cubicBezTo>
                  <a:cubicBezTo>
                    <a:pt x="4116717" y="1757222"/>
                    <a:pt x="4117378" y="1756333"/>
                    <a:pt x="4117784" y="1755025"/>
                  </a:cubicBezTo>
                  <a:cubicBezTo>
                    <a:pt x="4119556" y="1750860"/>
                    <a:pt x="4121315" y="1748002"/>
                    <a:pt x="4123937" y="1744503"/>
                  </a:cubicBezTo>
                  <a:cubicBezTo>
                    <a:pt x="4124845" y="1743405"/>
                    <a:pt x="4124585" y="1741684"/>
                    <a:pt x="4125702" y="1741011"/>
                  </a:cubicBezTo>
                  <a:cubicBezTo>
                    <a:pt x="4126579" y="1740585"/>
                    <a:pt x="4128115" y="1741468"/>
                    <a:pt x="4129195" y="1741011"/>
                  </a:cubicBezTo>
                  <a:cubicBezTo>
                    <a:pt x="4130300" y="1740585"/>
                    <a:pt x="4131621" y="1740363"/>
                    <a:pt x="4132675" y="1740128"/>
                  </a:cubicBezTo>
                  <a:cubicBezTo>
                    <a:pt x="4134440" y="1739474"/>
                    <a:pt x="4135126" y="1737956"/>
                    <a:pt x="4136237" y="1736636"/>
                  </a:cubicBezTo>
                  <a:cubicBezTo>
                    <a:pt x="4137088" y="1735543"/>
                    <a:pt x="4139050" y="1735543"/>
                    <a:pt x="4139730" y="1733994"/>
                  </a:cubicBezTo>
                  <a:cubicBezTo>
                    <a:pt x="4140155" y="1732953"/>
                    <a:pt x="4140155" y="1731625"/>
                    <a:pt x="4140600" y="1730527"/>
                  </a:cubicBezTo>
                  <a:cubicBezTo>
                    <a:pt x="4141222" y="1729206"/>
                    <a:pt x="4141895" y="1728342"/>
                    <a:pt x="4142320" y="1727047"/>
                  </a:cubicBezTo>
                  <a:cubicBezTo>
                    <a:pt x="4143197" y="1724825"/>
                    <a:pt x="4145826" y="1723472"/>
                    <a:pt x="4145826" y="1720888"/>
                  </a:cubicBezTo>
                  <a:cubicBezTo>
                    <a:pt x="4145826" y="1717382"/>
                    <a:pt x="4144086" y="1715401"/>
                    <a:pt x="4144956" y="1712125"/>
                  </a:cubicBezTo>
                  <a:cubicBezTo>
                    <a:pt x="4145394" y="1710588"/>
                    <a:pt x="4146950" y="1710150"/>
                    <a:pt x="4147597" y="1708619"/>
                  </a:cubicBezTo>
                  <a:cubicBezTo>
                    <a:pt x="4148677" y="1706200"/>
                    <a:pt x="4149547" y="1704257"/>
                    <a:pt x="4150201" y="1701628"/>
                  </a:cubicBezTo>
                  <a:cubicBezTo>
                    <a:pt x="4150855" y="1699202"/>
                    <a:pt x="4151737" y="1697240"/>
                    <a:pt x="4151972" y="1694624"/>
                  </a:cubicBezTo>
                  <a:cubicBezTo>
                    <a:pt x="4152188" y="1691982"/>
                    <a:pt x="4152188" y="1690211"/>
                    <a:pt x="4151972" y="1687620"/>
                  </a:cubicBezTo>
                  <a:cubicBezTo>
                    <a:pt x="4151737" y="1684991"/>
                    <a:pt x="4151109" y="1683245"/>
                    <a:pt x="4151109" y="1680610"/>
                  </a:cubicBezTo>
                  <a:cubicBezTo>
                    <a:pt x="4151109" y="1679295"/>
                    <a:pt x="4151972" y="1678641"/>
                    <a:pt x="4151972" y="1677333"/>
                  </a:cubicBezTo>
                  <a:lnTo>
                    <a:pt x="4151972" y="1657845"/>
                  </a:lnTo>
                  <a:cubicBezTo>
                    <a:pt x="4151972" y="1652352"/>
                    <a:pt x="4151109" y="1648180"/>
                    <a:pt x="4151109" y="1642757"/>
                  </a:cubicBezTo>
                  <a:cubicBezTo>
                    <a:pt x="4151109" y="1641208"/>
                    <a:pt x="4152188" y="1640573"/>
                    <a:pt x="4152855" y="1639455"/>
                  </a:cubicBezTo>
                  <a:cubicBezTo>
                    <a:pt x="4153522" y="1638369"/>
                    <a:pt x="4153522" y="1636642"/>
                    <a:pt x="4154576" y="1635963"/>
                  </a:cubicBezTo>
                  <a:cubicBezTo>
                    <a:pt x="4157859" y="1633556"/>
                    <a:pt x="4160932" y="1635074"/>
                    <a:pt x="4165079" y="1635074"/>
                  </a:cubicBezTo>
                  <a:cubicBezTo>
                    <a:pt x="4169270" y="1635074"/>
                    <a:pt x="4172737" y="1635963"/>
                    <a:pt x="4175613" y="1633327"/>
                  </a:cubicBezTo>
                  <a:cubicBezTo>
                    <a:pt x="4177557" y="1631575"/>
                    <a:pt x="4177379" y="1628946"/>
                    <a:pt x="4178223" y="1626336"/>
                  </a:cubicBezTo>
                  <a:cubicBezTo>
                    <a:pt x="4178680" y="1625015"/>
                    <a:pt x="4179322" y="1624120"/>
                    <a:pt x="4179976" y="1622831"/>
                  </a:cubicBezTo>
                  <a:cubicBezTo>
                    <a:pt x="4180636" y="1621269"/>
                    <a:pt x="4181722" y="1619980"/>
                    <a:pt x="4183462" y="1619307"/>
                  </a:cubicBezTo>
                  <a:cubicBezTo>
                    <a:pt x="4184586" y="1618881"/>
                    <a:pt x="4185907" y="1618881"/>
                    <a:pt x="4186999" y="1618424"/>
                  </a:cubicBezTo>
                  <a:cubicBezTo>
                    <a:pt x="4188098" y="1618024"/>
                    <a:pt x="4189399" y="1618024"/>
                    <a:pt x="4190498" y="1617560"/>
                  </a:cubicBezTo>
                  <a:cubicBezTo>
                    <a:pt x="4192028" y="1616906"/>
                    <a:pt x="4192695" y="1615814"/>
                    <a:pt x="4194003" y="1614951"/>
                  </a:cubicBezTo>
                  <a:cubicBezTo>
                    <a:pt x="4195337" y="1614074"/>
                    <a:pt x="4195337" y="1612315"/>
                    <a:pt x="4196632" y="1611452"/>
                  </a:cubicBezTo>
                  <a:cubicBezTo>
                    <a:pt x="4197737" y="1610804"/>
                    <a:pt x="4199058" y="1610315"/>
                    <a:pt x="4200099" y="1609705"/>
                  </a:cubicBezTo>
                  <a:cubicBezTo>
                    <a:pt x="4201217" y="1609026"/>
                    <a:pt x="4202766" y="1609496"/>
                    <a:pt x="4203630" y="1608848"/>
                  </a:cubicBezTo>
                  <a:cubicBezTo>
                    <a:pt x="4204931" y="1607959"/>
                    <a:pt x="4205382" y="1606645"/>
                    <a:pt x="4206227" y="1605299"/>
                  </a:cubicBezTo>
                  <a:cubicBezTo>
                    <a:pt x="4208005" y="1602892"/>
                    <a:pt x="4208430" y="1600727"/>
                    <a:pt x="4209738" y="1598301"/>
                  </a:cubicBezTo>
                  <a:cubicBezTo>
                    <a:pt x="4210615" y="1596796"/>
                    <a:pt x="4212164" y="1596123"/>
                    <a:pt x="4213244" y="1594808"/>
                  </a:cubicBezTo>
                  <a:cubicBezTo>
                    <a:pt x="4214355" y="1593507"/>
                    <a:pt x="4215015" y="1592408"/>
                    <a:pt x="4215872" y="1591309"/>
                  </a:cubicBezTo>
                  <a:cubicBezTo>
                    <a:pt x="4216768" y="1590192"/>
                    <a:pt x="4217174" y="1588662"/>
                    <a:pt x="4218508" y="1587779"/>
                  </a:cubicBezTo>
                  <a:cubicBezTo>
                    <a:pt x="4220914" y="1586261"/>
                    <a:pt x="4223327" y="1586261"/>
                    <a:pt x="4225505" y="1584286"/>
                  </a:cubicBezTo>
                  <a:cubicBezTo>
                    <a:pt x="4226629" y="1583435"/>
                    <a:pt x="4227258" y="1582121"/>
                    <a:pt x="4228128" y="1580819"/>
                  </a:cubicBezTo>
                  <a:cubicBezTo>
                    <a:pt x="4228776" y="1579702"/>
                    <a:pt x="4229246" y="1578394"/>
                    <a:pt x="4229900" y="1577301"/>
                  </a:cubicBezTo>
                  <a:cubicBezTo>
                    <a:pt x="4230554" y="1576216"/>
                    <a:pt x="4230554" y="1574476"/>
                    <a:pt x="4231639" y="1573777"/>
                  </a:cubicBezTo>
                  <a:cubicBezTo>
                    <a:pt x="4232713" y="1573149"/>
                    <a:pt x="4234059" y="1574037"/>
                    <a:pt x="4235126" y="1573777"/>
                  </a:cubicBezTo>
                  <a:cubicBezTo>
                    <a:pt x="4236224" y="1573568"/>
                    <a:pt x="4237551" y="1574209"/>
                    <a:pt x="4238650" y="1573777"/>
                  </a:cubicBezTo>
                  <a:cubicBezTo>
                    <a:pt x="4240168" y="1573149"/>
                    <a:pt x="4241050" y="1572456"/>
                    <a:pt x="4242155" y="1571148"/>
                  </a:cubicBezTo>
                  <a:cubicBezTo>
                    <a:pt x="4242777" y="1570297"/>
                    <a:pt x="4241457" y="1568748"/>
                    <a:pt x="4242155" y="1567675"/>
                  </a:cubicBezTo>
                  <a:cubicBezTo>
                    <a:pt x="4243679" y="1565249"/>
                    <a:pt x="4245444" y="1563255"/>
                    <a:pt x="4248277" y="1562404"/>
                  </a:cubicBezTo>
                  <a:cubicBezTo>
                    <a:pt x="4249381" y="1562207"/>
                    <a:pt x="4250461" y="1562404"/>
                    <a:pt x="4251763" y="1562404"/>
                  </a:cubicBezTo>
                  <a:cubicBezTo>
                    <a:pt x="4254436" y="1562207"/>
                    <a:pt x="4256805" y="1562823"/>
                    <a:pt x="4258792" y="1561515"/>
                  </a:cubicBezTo>
                  <a:cubicBezTo>
                    <a:pt x="4260075" y="1560645"/>
                    <a:pt x="4260538" y="1559337"/>
                    <a:pt x="4261383" y="1558016"/>
                  </a:cubicBezTo>
                  <a:cubicBezTo>
                    <a:pt x="4264475" y="1553654"/>
                    <a:pt x="4263612" y="1549495"/>
                    <a:pt x="4264037" y="1544027"/>
                  </a:cubicBezTo>
                  <a:cubicBezTo>
                    <a:pt x="4264279" y="1541411"/>
                    <a:pt x="4264698" y="1539659"/>
                    <a:pt x="4264901" y="1536998"/>
                  </a:cubicBezTo>
                  <a:lnTo>
                    <a:pt x="4281322" y="1536998"/>
                  </a:lnTo>
                  <a:cubicBezTo>
                    <a:pt x="4282878" y="1536998"/>
                    <a:pt x="4283741" y="1538535"/>
                    <a:pt x="4285043" y="1538776"/>
                  </a:cubicBezTo>
                  <a:cubicBezTo>
                    <a:pt x="4286802" y="1539176"/>
                    <a:pt x="4288345" y="1539659"/>
                    <a:pt x="4290307" y="1539659"/>
                  </a:cubicBezTo>
                  <a:lnTo>
                    <a:pt x="4292047" y="1539659"/>
                  </a:lnTo>
                  <a:cubicBezTo>
                    <a:pt x="4293596" y="1539424"/>
                    <a:pt x="4294028" y="1537684"/>
                    <a:pt x="4295559" y="1536998"/>
                  </a:cubicBezTo>
                  <a:cubicBezTo>
                    <a:pt x="4296670" y="1536573"/>
                    <a:pt x="4297972" y="1537461"/>
                    <a:pt x="4299057" y="1536998"/>
                  </a:cubicBezTo>
                  <a:cubicBezTo>
                    <a:pt x="4300785" y="1536363"/>
                    <a:pt x="4301039" y="1534204"/>
                    <a:pt x="4302556" y="1533531"/>
                  </a:cubicBezTo>
                  <a:cubicBezTo>
                    <a:pt x="4303655" y="1533080"/>
                    <a:pt x="4305198" y="1533080"/>
                    <a:pt x="4306093" y="1532642"/>
                  </a:cubicBezTo>
                  <a:cubicBezTo>
                    <a:pt x="4307382" y="1531746"/>
                    <a:pt x="4308259" y="1530908"/>
                    <a:pt x="4309573" y="1530013"/>
                  </a:cubicBezTo>
                  <a:cubicBezTo>
                    <a:pt x="4310640" y="1529353"/>
                    <a:pt x="4310640" y="1527606"/>
                    <a:pt x="4311345" y="1526495"/>
                  </a:cubicBezTo>
                  <a:lnTo>
                    <a:pt x="4328826" y="1526495"/>
                  </a:lnTo>
                  <a:lnTo>
                    <a:pt x="4328826" y="1515986"/>
                  </a:lnTo>
                  <a:cubicBezTo>
                    <a:pt x="4331258" y="1516221"/>
                    <a:pt x="4332789" y="1516449"/>
                    <a:pt x="4334967" y="1516907"/>
                  </a:cubicBezTo>
                  <a:cubicBezTo>
                    <a:pt x="4336059" y="1517116"/>
                    <a:pt x="4337831" y="1515986"/>
                    <a:pt x="4338459" y="1516907"/>
                  </a:cubicBezTo>
                  <a:cubicBezTo>
                    <a:pt x="4339348" y="1517973"/>
                    <a:pt x="4340218" y="1519053"/>
                    <a:pt x="4341069" y="1520361"/>
                  </a:cubicBezTo>
                  <a:cubicBezTo>
                    <a:pt x="4341514" y="1521269"/>
                    <a:pt x="4341514" y="1522799"/>
                    <a:pt x="4341926" y="1523879"/>
                  </a:cubicBezTo>
                  <a:cubicBezTo>
                    <a:pt x="4342644" y="1525219"/>
                    <a:pt x="4343069" y="1526292"/>
                    <a:pt x="4343711" y="1527371"/>
                  </a:cubicBezTo>
                  <a:cubicBezTo>
                    <a:pt x="4344346" y="1528470"/>
                    <a:pt x="4346124" y="1528038"/>
                    <a:pt x="4347235" y="1529149"/>
                  </a:cubicBezTo>
                  <a:cubicBezTo>
                    <a:pt x="4348308" y="1530216"/>
                    <a:pt x="4348308" y="1531537"/>
                    <a:pt x="4348949" y="1532642"/>
                  </a:cubicBezTo>
                  <a:cubicBezTo>
                    <a:pt x="4350499" y="1535042"/>
                    <a:pt x="4350721" y="1537684"/>
                    <a:pt x="4351578" y="1540535"/>
                  </a:cubicBezTo>
                  <a:cubicBezTo>
                    <a:pt x="4351578" y="1543151"/>
                    <a:pt x="4350721" y="1544675"/>
                    <a:pt x="4350721" y="1547310"/>
                  </a:cubicBezTo>
                  <a:cubicBezTo>
                    <a:pt x="4350721" y="1548834"/>
                    <a:pt x="4351807" y="1549952"/>
                    <a:pt x="4352455" y="1551044"/>
                  </a:cubicBezTo>
                  <a:cubicBezTo>
                    <a:pt x="4353147" y="1552130"/>
                    <a:pt x="4353572" y="1553451"/>
                    <a:pt x="4354233" y="1554543"/>
                  </a:cubicBezTo>
                  <a:cubicBezTo>
                    <a:pt x="4354874" y="1555597"/>
                    <a:pt x="4356855" y="1555184"/>
                    <a:pt x="4357725" y="1556270"/>
                  </a:cubicBezTo>
                  <a:cubicBezTo>
                    <a:pt x="4358373" y="1557134"/>
                    <a:pt x="4357941" y="1558912"/>
                    <a:pt x="4358620" y="1559782"/>
                  </a:cubicBezTo>
                  <a:cubicBezTo>
                    <a:pt x="4360595" y="1562404"/>
                    <a:pt x="4362964" y="1562823"/>
                    <a:pt x="4365593" y="1565040"/>
                  </a:cubicBezTo>
                  <a:cubicBezTo>
                    <a:pt x="4366901" y="1566119"/>
                    <a:pt x="4368037" y="1566570"/>
                    <a:pt x="4369111" y="1567675"/>
                  </a:cubicBezTo>
                  <a:cubicBezTo>
                    <a:pt x="4370197" y="1568748"/>
                    <a:pt x="4370857" y="1569846"/>
                    <a:pt x="4371752" y="1571148"/>
                  </a:cubicBezTo>
                  <a:cubicBezTo>
                    <a:pt x="4372648" y="1572456"/>
                    <a:pt x="4374356" y="1572920"/>
                    <a:pt x="4374356" y="1574660"/>
                  </a:cubicBezTo>
                  <a:lnTo>
                    <a:pt x="4374356" y="1578140"/>
                  </a:lnTo>
                  <a:cubicBezTo>
                    <a:pt x="4374356" y="1579479"/>
                    <a:pt x="4373486" y="1580356"/>
                    <a:pt x="4373486" y="1581664"/>
                  </a:cubicBezTo>
                  <a:cubicBezTo>
                    <a:pt x="4373245" y="1584737"/>
                    <a:pt x="4373486" y="1586477"/>
                    <a:pt x="4373486" y="1589525"/>
                  </a:cubicBezTo>
                  <a:cubicBezTo>
                    <a:pt x="4373689" y="1589525"/>
                    <a:pt x="4373060" y="1588662"/>
                    <a:pt x="4373486" y="1588662"/>
                  </a:cubicBezTo>
                  <a:cubicBezTo>
                    <a:pt x="4376115" y="1588020"/>
                    <a:pt x="4377874" y="1587779"/>
                    <a:pt x="4380503" y="1587779"/>
                  </a:cubicBezTo>
                  <a:cubicBezTo>
                    <a:pt x="4382020" y="1587779"/>
                    <a:pt x="4382903" y="1588903"/>
                    <a:pt x="4383982" y="1589525"/>
                  </a:cubicBezTo>
                  <a:cubicBezTo>
                    <a:pt x="4385094" y="1590192"/>
                    <a:pt x="4386846" y="1589525"/>
                    <a:pt x="4387500" y="1590420"/>
                  </a:cubicBezTo>
                  <a:cubicBezTo>
                    <a:pt x="4388154" y="1591309"/>
                    <a:pt x="4387500" y="1592611"/>
                    <a:pt x="4387500" y="1593932"/>
                  </a:cubicBezTo>
                  <a:cubicBezTo>
                    <a:pt x="4387500" y="1596548"/>
                    <a:pt x="4387284" y="1598536"/>
                    <a:pt x="4386624" y="1600911"/>
                  </a:cubicBezTo>
                  <a:cubicBezTo>
                    <a:pt x="4386408" y="1602231"/>
                    <a:pt x="4385290" y="1603140"/>
                    <a:pt x="4384878" y="1604429"/>
                  </a:cubicBezTo>
                  <a:cubicBezTo>
                    <a:pt x="4383570" y="1608137"/>
                    <a:pt x="4383982" y="1610804"/>
                    <a:pt x="4383982" y="1614951"/>
                  </a:cubicBezTo>
                  <a:cubicBezTo>
                    <a:pt x="4383982" y="1620392"/>
                    <a:pt x="4383779" y="1625238"/>
                    <a:pt x="4387500" y="1628946"/>
                  </a:cubicBezTo>
                  <a:cubicBezTo>
                    <a:pt x="4388592" y="1630083"/>
                    <a:pt x="4389678" y="1630692"/>
                    <a:pt x="4391005" y="1631575"/>
                  </a:cubicBezTo>
                  <a:cubicBezTo>
                    <a:pt x="4392301" y="1632438"/>
                    <a:pt x="4392987" y="1633981"/>
                    <a:pt x="4394517" y="1634216"/>
                  </a:cubicBezTo>
                  <a:cubicBezTo>
                    <a:pt x="4396905" y="1634648"/>
                    <a:pt x="4398886" y="1634216"/>
                    <a:pt x="4401515" y="1634216"/>
                  </a:cubicBezTo>
                  <a:lnTo>
                    <a:pt x="4404982" y="1634216"/>
                  </a:lnTo>
                  <a:cubicBezTo>
                    <a:pt x="4406093" y="1634216"/>
                    <a:pt x="4407408" y="1634648"/>
                    <a:pt x="4408519" y="1634216"/>
                  </a:cubicBezTo>
                  <a:cubicBezTo>
                    <a:pt x="4409820" y="1633759"/>
                    <a:pt x="4408957" y="1631365"/>
                    <a:pt x="4410246" y="1630692"/>
                  </a:cubicBezTo>
                  <a:cubicBezTo>
                    <a:pt x="4411357" y="1630083"/>
                    <a:pt x="4412634" y="1630267"/>
                    <a:pt x="4413783" y="1629803"/>
                  </a:cubicBezTo>
                  <a:cubicBezTo>
                    <a:pt x="4415104" y="1629371"/>
                    <a:pt x="4415974" y="1628292"/>
                    <a:pt x="4417282" y="1628076"/>
                  </a:cubicBezTo>
                  <a:cubicBezTo>
                    <a:pt x="4420120" y="1627193"/>
                    <a:pt x="4422305" y="1626984"/>
                    <a:pt x="4425175" y="1626336"/>
                  </a:cubicBezTo>
                  <a:lnTo>
                    <a:pt x="4425175" y="1622831"/>
                  </a:lnTo>
                  <a:lnTo>
                    <a:pt x="4425175" y="1619307"/>
                  </a:lnTo>
                  <a:cubicBezTo>
                    <a:pt x="4425346" y="1617751"/>
                    <a:pt x="4427137" y="1617344"/>
                    <a:pt x="4427785" y="1615814"/>
                  </a:cubicBezTo>
                  <a:cubicBezTo>
                    <a:pt x="4431918" y="1616690"/>
                    <a:pt x="4435424" y="1617135"/>
                    <a:pt x="4438307" y="1620189"/>
                  </a:cubicBezTo>
                  <a:cubicBezTo>
                    <a:pt x="4439183" y="1621269"/>
                    <a:pt x="4439373" y="1622374"/>
                    <a:pt x="4440040" y="1623694"/>
                  </a:cubicBezTo>
                  <a:cubicBezTo>
                    <a:pt x="4440694" y="1625015"/>
                    <a:pt x="4441316" y="1625853"/>
                    <a:pt x="4441786" y="1627193"/>
                  </a:cubicBezTo>
                  <a:cubicBezTo>
                    <a:pt x="4442879" y="1629613"/>
                    <a:pt x="4443749" y="1631575"/>
                    <a:pt x="4444415" y="1634216"/>
                  </a:cubicBezTo>
                  <a:cubicBezTo>
                    <a:pt x="4445533" y="1638560"/>
                    <a:pt x="4445704" y="1641208"/>
                    <a:pt x="4447051" y="1645589"/>
                  </a:cubicBezTo>
                  <a:cubicBezTo>
                    <a:pt x="4447266" y="1646669"/>
                    <a:pt x="4447470" y="1648021"/>
                    <a:pt x="4447908" y="1649075"/>
                  </a:cubicBezTo>
                  <a:cubicBezTo>
                    <a:pt x="4448562" y="1650396"/>
                    <a:pt x="4449667" y="1651298"/>
                    <a:pt x="4450530" y="1652593"/>
                  </a:cubicBezTo>
                  <a:cubicBezTo>
                    <a:pt x="4451413" y="1653692"/>
                    <a:pt x="4453369" y="1653025"/>
                    <a:pt x="4454042" y="1654340"/>
                  </a:cubicBezTo>
                  <a:cubicBezTo>
                    <a:pt x="4454690" y="1655425"/>
                    <a:pt x="4454925" y="1656530"/>
                    <a:pt x="4454925" y="1657845"/>
                  </a:cubicBezTo>
                  <a:cubicBezTo>
                    <a:pt x="4454925" y="1663096"/>
                    <a:pt x="4448771" y="1664836"/>
                    <a:pt x="4448771" y="1670088"/>
                  </a:cubicBezTo>
                  <a:cubicBezTo>
                    <a:pt x="4448771" y="1671631"/>
                    <a:pt x="4450111" y="1672297"/>
                    <a:pt x="4450530" y="1673605"/>
                  </a:cubicBezTo>
                  <a:cubicBezTo>
                    <a:pt x="4450988" y="1674926"/>
                    <a:pt x="4451629" y="1676031"/>
                    <a:pt x="4452283" y="1677130"/>
                  </a:cubicBezTo>
                  <a:cubicBezTo>
                    <a:pt x="4453185" y="1678400"/>
                    <a:pt x="4454925" y="1678641"/>
                    <a:pt x="4455775" y="1679740"/>
                  </a:cubicBezTo>
                  <a:cubicBezTo>
                    <a:pt x="4457960" y="1682108"/>
                    <a:pt x="4458652" y="1684318"/>
                    <a:pt x="4461065" y="1686744"/>
                  </a:cubicBezTo>
                  <a:cubicBezTo>
                    <a:pt x="4462132" y="1687817"/>
                    <a:pt x="4463681" y="1688083"/>
                    <a:pt x="4464577" y="1689373"/>
                  </a:cubicBezTo>
                  <a:cubicBezTo>
                    <a:pt x="4465643" y="1690903"/>
                    <a:pt x="4466304" y="1692408"/>
                    <a:pt x="4466304" y="1694624"/>
                  </a:cubicBezTo>
                  <a:cubicBezTo>
                    <a:pt x="4466304" y="1697240"/>
                    <a:pt x="4464577" y="1699018"/>
                    <a:pt x="4464577" y="1701628"/>
                  </a:cubicBezTo>
                  <a:cubicBezTo>
                    <a:pt x="4464577" y="1704479"/>
                    <a:pt x="4467148" y="1705794"/>
                    <a:pt x="4467148" y="1708619"/>
                  </a:cubicBezTo>
                  <a:cubicBezTo>
                    <a:pt x="4467148" y="1712328"/>
                    <a:pt x="4464996" y="1714531"/>
                    <a:pt x="4461935" y="1716512"/>
                  </a:cubicBezTo>
                  <a:cubicBezTo>
                    <a:pt x="4460824" y="1717154"/>
                    <a:pt x="4459732" y="1717598"/>
                    <a:pt x="4458417" y="1718246"/>
                  </a:cubicBezTo>
                  <a:cubicBezTo>
                    <a:pt x="4457331" y="1718659"/>
                    <a:pt x="4455775" y="1718475"/>
                    <a:pt x="4454925" y="1719141"/>
                  </a:cubicBezTo>
                  <a:cubicBezTo>
                    <a:pt x="4453845" y="1719980"/>
                    <a:pt x="4453604" y="1721326"/>
                    <a:pt x="4453185" y="1722634"/>
                  </a:cubicBezTo>
                  <a:cubicBezTo>
                    <a:pt x="4452708" y="1723732"/>
                    <a:pt x="4452283" y="1725028"/>
                    <a:pt x="4452283" y="1726133"/>
                  </a:cubicBezTo>
                  <a:cubicBezTo>
                    <a:pt x="4451629" y="1730063"/>
                    <a:pt x="4452283" y="1732483"/>
                    <a:pt x="4452283" y="1736636"/>
                  </a:cubicBezTo>
                  <a:lnTo>
                    <a:pt x="4452283" y="1740128"/>
                  </a:lnTo>
                  <a:cubicBezTo>
                    <a:pt x="4452067" y="1742770"/>
                    <a:pt x="4450759" y="1744503"/>
                    <a:pt x="4450530" y="1747145"/>
                  </a:cubicBezTo>
                  <a:cubicBezTo>
                    <a:pt x="4450295" y="1749323"/>
                    <a:pt x="4450530" y="1750669"/>
                    <a:pt x="4450530" y="1752866"/>
                  </a:cubicBezTo>
                  <a:cubicBezTo>
                    <a:pt x="4450530" y="1756333"/>
                    <a:pt x="4449895" y="1758950"/>
                    <a:pt x="4451413" y="1762036"/>
                  </a:cubicBezTo>
                  <a:cubicBezTo>
                    <a:pt x="4452067" y="1763560"/>
                    <a:pt x="4452708" y="1764455"/>
                    <a:pt x="4454042" y="1765553"/>
                  </a:cubicBezTo>
                  <a:cubicBezTo>
                    <a:pt x="4455166" y="1766411"/>
                    <a:pt x="4456233" y="1766658"/>
                    <a:pt x="4457547" y="1767306"/>
                  </a:cubicBezTo>
                  <a:cubicBezTo>
                    <a:pt x="4458652" y="1767922"/>
                    <a:pt x="4459954" y="1767700"/>
                    <a:pt x="4461065" y="1768170"/>
                  </a:cubicBezTo>
                  <a:cubicBezTo>
                    <a:pt x="4464094" y="1769706"/>
                    <a:pt x="4464996" y="1772545"/>
                    <a:pt x="4467148" y="1775186"/>
                  </a:cubicBezTo>
                  <a:cubicBezTo>
                    <a:pt x="4469377" y="1777796"/>
                    <a:pt x="4471327" y="1779752"/>
                    <a:pt x="4474178" y="1781282"/>
                  </a:cubicBezTo>
                  <a:cubicBezTo>
                    <a:pt x="4475257" y="1781949"/>
                    <a:pt x="4476578" y="1781543"/>
                    <a:pt x="4477683" y="1782159"/>
                  </a:cubicBezTo>
                  <a:cubicBezTo>
                    <a:pt x="4479004" y="1782832"/>
                    <a:pt x="4479461" y="1784362"/>
                    <a:pt x="4480312" y="1785658"/>
                  </a:cubicBezTo>
                  <a:cubicBezTo>
                    <a:pt x="4481195" y="1786991"/>
                    <a:pt x="4482699" y="1787397"/>
                    <a:pt x="4482928" y="1789182"/>
                  </a:cubicBezTo>
                  <a:cubicBezTo>
                    <a:pt x="4483366" y="1792224"/>
                    <a:pt x="4482699" y="1793970"/>
                    <a:pt x="4482928" y="1797088"/>
                  </a:cubicBezTo>
                  <a:cubicBezTo>
                    <a:pt x="4483182" y="1799678"/>
                    <a:pt x="4483804" y="1801882"/>
                    <a:pt x="4484687" y="1804054"/>
                  </a:cubicBezTo>
                  <a:cubicBezTo>
                    <a:pt x="4485779" y="1806689"/>
                    <a:pt x="4487964" y="1808435"/>
                    <a:pt x="4489068" y="1811058"/>
                  </a:cubicBezTo>
                  <a:cubicBezTo>
                    <a:pt x="4489723" y="1812582"/>
                    <a:pt x="4489272" y="1813940"/>
                    <a:pt x="4489938" y="1815439"/>
                  </a:cubicBezTo>
                  <a:cubicBezTo>
                    <a:pt x="4490580" y="1817204"/>
                    <a:pt x="4492561" y="1817204"/>
                    <a:pt x="4493431" y="1818938"/>
                  </a:cubicBezTo>
                  <a:cubicBezTo>
                    <a:pt x="4494739" y="1821808"/>
                    <a:pt x="4496060" y="1823783"/>
                    <a:pt x="4496060" y="1827060"/>
                  </a:cubicBezTo>
                  <a:lnTo>
                    <a:pt x="4496060" y="1845894"/>
                  </a:lnTo>
                  <a:cubicBezTo>
                    <a:pt x="4496060" y="1847399"/>
                    <a:pt x="4497622" y="1848275"/>
                    <a:pt x="4497806" y="1849589"/>
                  </a:cubicBezTo>
                  <a:cubicBezTo>
                    <a:pt x="4498251" y="1851145"/>
                    <a:pt x="4498251" y="1852441"/>
                    <a:pt x="4498701" y="1853952"/>
                  </a:cubicBezTo>
                  <a:cubicBezTo>
                    <a:pt x="4499152" y="1855489"/>
                    <a:pt x="4500219" y="1856181"/>
                    <a:pt x="4501318" y="1857463"/>
                  </a:cubicBezTo>
                  <a:cubicBezTo>
                    <a:pt x="4502423" y="1858784"/>
                    <a:pt x="4503299" y="1860105"/>
                    <a:pt x="4504823" y="1860994"/>
                  </a:cubicBezTo>
                  <a:cubicBezTo>
                    <a:pt x="4505915" y="1861642"/>
                    <a:pt x="4507033" y="1862074"/>
                    <a:pt x="4508347" y="1862721"/>
                  </a:cubicBezTo>
                  <a:cubicBezTo>
                    <a:pt x="4512703" y="1865350"/>
                    <a:pt x="4514900" y="1867992"/>
                    <a:pt x="4519701" y="1869732"/>
                  </a:cubicBezTo>
                  <a:cubicBezTo>
                    <a:pt x="4522330" y="1870602"/>
                    <a:pt x="4524502" y="1870602"/>
                    <a:pt x="4526718" y="1872354"/>
                  </a:cubicBezTo>
                  <a:cubicBezTo>
                    <a:pt x="4528902" y="1874119"/>
                    <a:pt x="4529569" y="1876977"/>
                    <a:pt x="4531118" y="1879358"/>
                  </a:cubicBezTo>
                  <a:cubicBezTo>
                    <a:pt x="4531728" y="1880450"/>
                    <a:pt x="4531728" y="1882006"/>
                    <a:pt x="4532845" y="1882844"/>
                  </a:cubicBezTo>
                  <a:cubicBezTo>
                    <a:pt x="4533715" y="1883511"/>
                    <a:pt x="4535220" y="1883295"/>
                    <a:pt x="4536357" y="1883752"/>
                  </a:cubicBezTo>
                  <a:cubicBezTo>
                    <a:pt x="4537436" y="1884165"/>
                    <a:pt x="4538745" y="1884406"/>
                    <a:pt x="4539856" y="1884622"/>
                  </a:cubicBezTo>
                  <a:cubicBezTo>
                    <a:pt x="4541373" y="1885048"/>
                    <a:pt x="4542675" y="1885937"/>
                    <a:pt x="4544237" y="1886369"/>
                  </a:cubicBezTo>
                  <a:cubicBezTo>
                    <a:pt x="4546415" y="1887016"/>
                    <a:pt x="4547946" y="1888115"/>
                    <a:pt x="4550346" y="1888115"/>
                  </a:cubicBezTo>
                  <a:lnTo>
                    <a:pt x="4552092" y="1888115"/>
                  </a:lnTo>
                  <a:cubicBezTo>
                    <a:pt x="4553858" y="1888115"/>
                    <a:pt x="4554321" y="1886127"/>
                    <a:pt x="4555623" y="1885511"/>
                  </a:cubicBezTo>
                  <a:cubicBezTo>
                    <a:pt x="4554067" y="1882844"/>
                    <a:pt x="4553000" y="1880908"/>
                    <a:pt x="4551210" y="1878444"/>
                  </a:cubicBezTo>
                  <a:cubicBezTo>
                    <a:pt x="4550556" y="1877409"/>
                    <a:pt x="4550346" y="1875853"/>
                    <a:pt x="4549476" y="1874964"/>
                  </a:cubicBezTo>
                  <a:cubicBezTo>
                    <a:pt x="4548593" y="1874119"/>
                    <a:pt x="4546834" y="1874964"/>
                    <a:pt x="4545971" y="1874119"/>
                  </a:cubicBezTo>
                  <a:cubicBezTo>
                    <a:pt x="4544009" y="1872106"/>
                    <a:pt x="4542250" y="1869947"/>
                    <a:pt x="4541608" y="1867134"/>
                  </a:cubicBezTo>
                  <a:cubicBezTo>
                    <a:pt x="4540942" y="1864252"/>
                    <a:pt x="4541786" y="1862258"/>
                    <a:pt x="4541608" y="1859216"/>
                  </a:cubicBezTo>
                  <a:cubicBezTo>
                    <a:pt x="4541608" y="1857921"/>
                    <a:pt x="4540713" y="1857038"/>
                    <a:pt x="4540713" y="1855717"/>
                  </a:cubicBezTo>
                  <a:cubicBezTo>
                    <a:pt x="4540504" y="1851571"/>
                    <a:pt x="4541373" y="1849126"/>
                    <a:pt x="4540713" y="1845259"/>
                  </a:cubicBezTo>
                  <a:cubicBezTo>
                    <a:pt x="4540713" y="1844147"/>
                    <a:pt x="4540078" y="1842782"/>
                    <a:pt x="4539856" y="1841709"/>
                  </a:cubicBezTo>
                  <a:cubicBezTo>
                    <a:pt x="4539653" y="1840407"/>
                    <a:pt x="4538745" y="1839525"/>
                    <a:pt x="4538091" y="1838178"/>
                  </a:cubicBezTo>
                  <a:cubicBezTo>
                    <a:pt x="4537436" y="1836693"/>
                    <a:pt x="4535036" y="1836451"/>
                    <a:pt x="4534592" y="1834680"/>
                  </a:cubicBezTo>
                  <a:cubicBezTo>
                    <a:pt x="4533715" y="1830768"/>
                    <a:pt x="4534592" y="1828380"/>
                    <a:pt x="4534592" y="1824177"/>
                  </a:cubicBezTo>
                  <a:lnTo>
                    <a:pt x="4534592" y="1820710"/>
                  </a:lnTo>
                  <a:cubicBezTo>
                    <a:pt x="4534592" y="1819389"/>
                    <a:pt x="4533715" y="1818538"/>
                    <a:pt x="4533715" y="1817204"/>
                  </a:cubicBezTo>
                  <a:lnTo>
                    <a:pt x="4533715" y="1813699"/>
                  </a:lnTo>
                  <a:cubicBezTo>
                    <a:pt x="4533715" y="1811908"/>
                    <a:pt x="4532845" y="1811058"/>
                    <a:pt x="4532845" y="1809324"/>
                  </a:cubicBezTo>
                  <a:lnTo>
                    <a:pt x="4532845" y="1802320"/>
                  </a:lnTo>
                  <a:cubicBezTo>
                    <a:pt x="4528654" y="1802320"/>
                    <a:pt x="4525632" y="1803622"/>
                    <a:pt x="4522330" y="1801425"/>
                  </a:cubicBezTo>
                  <a:cubicBezTo>
                    <a:pt x="4521015" y="1800586"/>
                    <a:pt x="4519930" y="1799678"/>
                    <a:pt x="4518837" y="1798815"/>
                  </a:cubicBezTo>
                  <a:cubicBezTo>
                    <a:pt x="4517701" y="1797951"/>
                    <a:pt x="4517275" y="1796192"/>
                    <a:pt x="4516208" y="1795316"/>
                  </a:cubicBezTo>
                  <a:cubicBezTo>
                    <a:pt x="4515110" y="1794452"/>
                    <a:pt x="4513776" y="1794452"/>
                    <a:pt x="4512703" y="1793563"/>
                  </a:cubicBezTo>
                  <a:cubicBezTo>
                    <a:pt x="4511186" y="1792465"/>
                    <a:pt x="4510741" y="1790725"/>
                    <a:pt x="4509204" y="1790039"/>
                  </a:cubicBezTo>
                  <a:cubicBezTo>
                    <a:pt x="4506791" y="1788718"/>
                    <a:pt x="4504823" y="1787880"/>
                    <a:pt x="4502194" y="1787397"/>
                  </a:cubicBezTo>
                  <a:cubicBezTo>
                    <a:pt x="4500664" y="1787220"/>
                    <a:pt x="4499356" y="1787880"/>
                    <a:pt x="4497806" y="1787397"/>
                  </a:cubicBezTo>
                  <a:cubicBezTo>
                    <a:pt x="4494949" y="1786547"/>
                    <a:pt x="4493431" y="1784584"/>
                    <a:pt x="4491704" y="1782159"/>
                  </a:cubicBezTo>
                  <a:cubicBezTo>
                    <a:pt x="4490834" y="1780857"/>
                    <a:pt x="4489500" y="1780158"/>
                    <a:pt x="4489068" y="1778660"/>
                  </a:cubicBezTo>
                  <a:cubicBezTo>
                    <a:pt x="4488846" y="1777587"/>
                    <a:pt x="4488421" y="1776253"/>
                    <a:pt x="4488180" y="1775186"/>
                  </a:cubicBezTo>
                  <a:cubicBezTo>
                    <a:pt x="4487760" y="1772761"/>
                    <a:pt x="4488180" y="1770773"/>
                    <a:pt x="4488180" y="1768170"/>
                  </a:cubicBezTo>
                  <a:cubicBezTo>
                    <a:pt x="4488180" y="1766843"/>
                    <a:pt x="4488421" y="1765776"/>
                    <a:pt x="4488180" y="1764677"/>
                  </a:cubicBezTo>
                  <a:cubicBezTo>
                    <a:pt x="4487964" y="1763560"/>
                    <a:pt x="4487964" y="1762036"/>
                    <a:pt x="4487310" y="1761159"/>
                  </a:cubicBezTo>
                  <a:cubicBezTo>
                    <a:pt x="4486643" y="1760054"/>
                    <a:pt x="4484922" y="1760251"/>
                    <a:pt x="4483804" y="1759394"/>
                  </a:cubicBezTo>
                  <a:cubicBezTo>
                    <a:pt x="4482699" y="1758530"/>
                    <a:pt x="4480979" y="1758753"/>
                    <a:pt x="4480312" y="1757654"/>
                  </a:cubicBezTo>
                  <a:cubicBezTo>
                    <a:pt x="4478775" y="1755667"/>
                    <a:pt x="4479461" y="1753311"/>
                    <a:pt x="4479461" y="1750669"/>
                  </a:cubicBezTo>
                  <a:lnTo>
                    <a:pt x="4479461" y="1747145"/>
                  </a:lnTo>
                  <a:cubicBezTo>
                    <a:pt x="4479461" y="1746065"/>
                    <a:pt x="4480096" y="1744503"/>
                    <a:pt x="4479461" y="1743640"/>
                  </a:cubicBezTo>
                  <a:cubicBezTo>
                    <a:pt x="4478775" y="1742770"/>
                    <a:pt x="4477029" y="1743405"/>
                    <a:pt x="4475924" y="1742770"/>
                  </a:cubicBezTo>
                  <a:cubicBezTo>
                    <a:pt x="4474845" y="1742116"/>
                    <a:pt x="4473733" y="1741468"/>
                    <a:pt x="4472438" y="1741011"/>
                  </a:cubicBezTo>
                  <a:lnTo>
                    <a:pt x="4469803" y="1740128"/>
                  </a:lnTo>
                  <a:lnTo>
                    <a:pt x="4469803" y="1722393"/>
                  </a:lnTo>
                  <a:cubicBezTo>
                    <a:pt x="4469803" y="1717382"/>
                    <a:pt x="4474406" y="1715642"/>
                    <a:pt x="4476807" y="1711248"/>
                  </a:cubicBezTo>
                  <a:cubicBezTo>
                    <a:pt x="4479004" y="1707299"/>
                    <a:pt x="4480312" y="1704886"/>
                    <a:pt x="4482045" y="1700771"/>
                  </a:cubicBezTo>
                  <a:cubicBezTo>
                    <a:pt x="4482928" y="1698764"/>
                    <a:pt x="4483804" y="1697628"/>
                    <a:pt x="4483804" y="1695488"/>
                  </a:cubicBezTo>
                  <a:cubicBezTo>
                    <a:pt x="4483804" y="1692852"/>
                    <a:pt x="4482045" y="1691100"/>
                    <a:pt x="4482045" y="1688471"/>
                  </a:cubicBezTo>
                  <a:cubicBezTo>
                    <a:pt x="4482045" y="1686502"/>
                    <a:pt x="4482287" y="1684991"/>
                    <a:pt x="4482928" y="1683245"/>
                  </a:cubicBezTo>
                  <a:cubicBezTo>
                    <a:pt x="4483601" y="1681721"/>
                    <a:pt x="4485538" y="1681924"/>
                    <a:pt x="4486440" y="1680610"/>
                  </a:cubicBezTo>
                  <a:cubicBezTo>
                    <a:pt x="4487513" y="1679079"/>
                    <a:pt x="4488180" y="1677777"/>
                    <a:pt x="4489068" y="1676228"/>
                  </a:cubicBezTo>
                  <a:cubicBezTo>
                    <a:pt x="4490148" y="1676673"/>
                    <a:pt x="4491704" y="1676438"/>
                    <a:pt x="4492561" y="1677130"/>
                  </a:cubicBezTo>
                  <a:cubicBezTo>
                    <a:pt x="4493895" y="1677974"/>
                    <a:pt x="4494949" y="1678857"/>
                    <a:pt x="4496060" y="1679740"/>
                  </a:cubicBezTo>
                  <a:cubicBezTo>
                    <a:pt x="4497165" y="1680610"/>
                    <a:pt x="4496930" y="1682108"/>
                    <a:pt x="4497806" y="1683245"/>
                  </a:cubicBezTo>
                  <a:cubicBezTo>
                    <a:pt x="4498701" y="1684527"/>
                    <a:pt x="4500664" y="1684527"/>
                    <a:pt x="4501318" y="1685855"/>
                  </a:cubicBezTo>
                  <a:cubicBezTo>
                    <a:pt x="4502423" y="1688083"/>
                    <a:pt x="4502194" y="1690693"/>
                    <a:pt x="4503083" y="1692852"/>
                  </a:cubicBezTo>
                  <a:cubicBezTo>
                    <a:pt x="4503743" y="1694408"/>
                    <a:pt x="4505261" y="1694624"/>
                    <a:pt x="4506563" y="1695488"/>
                  </a:cubicBezTo>
                  <a:cubicBezTo>
                    <a:pt x="4508106" y="1696580"/>
                    <a:pt x="4509636" y="1697240"/>
                    <a:pt x="4511814" y="1697240"/>
                  </a:cubicBezTo>
                  <a:lnTo>
                    <a:pt x="4513592" y="1697240"/>
                  </a:lnTo>
                  <a:cubicBezTo>
                    <a:pt x="4514900" y="1697031"/>
                    <a:pt x="4515783" y="1695703"/>
                    <a:pt x="4517104" y="1695488"/>
                  </a:cubicBezTo>
                  <a:cubicBezTo>
                    <a:pt x="4518412" y="1695291"/>
                    <a:pt x="4519072" y="1693697"/>
                    <a:pt x="4520564" y="1693697"/>
                  </a:cubicBezTo>
                  <a:cubicBezTo>
                    <a:pt x="4523651" y="1693697"/>
                    <a:pt x="4524070" y="1697443"/>
                    <a:pt x="4525822" y="1699882"/>
                  </a:cubicBezTo>
                  <a:cubicBezTo>
                    <a:pt x="4527797" y="1702504"/>
                    <a:pt x="4529772" y="1703793"/>
                    <a:pt x="4531118" y="1706860"/>
                  </a:cubicBezTo>
                  <a:cubicBezTo>
                    <a:pt x="4532191" y="1709508"/>
                    <a:pt x="4532623" y="1711915"/>
                    <a:pt x="4533715" y="1714747"/>
                  </a:cubicBezTo>
                  <a:cubicBezTo>
                    <a:pt x="4534795" y="1717598"/>
                    <a:pt x="4535887" y="1719141"/>
                    <a:pt x="4537214" y="1721738"/>
                  </a:cubicBezTo>
                  <a:cubicBezTo>
                    <a:pt x="4538535" y="1724380"/>
                    <a:pt x="4539856" y="1726323"/>
                    <a:pt x="4541608" y="1728774"/>
                  </a:cubicBezTo>
                  <a:cubicBezTo>
                    <a:pt x="4543367" y="1731187"/>
                    <a:pt x="4544885" y="1733569"/>
                    <a:pt x="4547717" y="1734877"/>
                  </a:cubicBezTo>
                  <a:cubicBezTo>
                    <a:pt x="4548841" y="1735334"/>
                    <a:pt x="4550130" y="1734699"/>
                    <a:pt x="4551210" y="1734877"/>
                  </a:cubicBezTo>
                  <a:cubicBezTo>
                    <a:pt x="4552334" y="1735118"/>
                    <a:pt x="4553623" y="1735543"/>
                    <a:pt x="4554728" y="1735785"/>
                  </a:cubicBezTo>
                  <a:cubicBezTo>
                    <a:pt x="4555807" y="1735982"/>
                    <a:pt x="4557121" y="1736439"/>
                    <a:pt x="4558258" y="1736636"/>
                  </a:cubicBezTo>
                  <a:cubicBezTo>
                    <a:pt x="4559331" y="1736864"/>
                    <a:pt x="4560868" y="1736864"/>
                    <a:pt x="4561725" y="1737518"/>
                  </a:cubicBezTo>
                  <a:cubicBezTo>
                    <a:pt x="4562836" y="1738395"/>
                    <a:pt x="4564386" y="1739271"/>
                    <a:pt x="4564386" y="1741011"/>
                  </a:cubicBezTo>
                  <a:cubicBezTo>
                    <a:pt x="4564386" y="1744078"/>
                    <a:pt x="4561725" y="1745195"/>
                    <a:pt x="4560868" y="1748002"/>
                  </a:cubicBezTo>
                  <a:cubicBezTo>
                    <a:pt x="4560201" y="1750428"/>
                    <a:pt x="4559979" y="1752415"/>
                    <a:pt x="4559979" y="1755025"/>
                  </a:cubicBezTo>
                  <a:cubicBezTo>
                    <a:pt x="4559979" y="1761159"/>
                    <a:pt x="4562182" y="1764677"/>
                    <a:pt x="4565243" y="1769916"/>
                  </a:cubicBezTo>
                  <a:cubicBezTo>
                    <a:pt x="4566119" y="1768614"/>
                    <a:pt x="4566989" y="1767700"/>
                    <a:pt x="4567866" y="1766411"/>
                  </a:cubicBezTo>
                  <a:cubicBezTo>
                    <a:pt x="4569828" y="1763782"/>
                    <a:pt x="4571358" y="1761591"/>
                    <a:pt x="4573974" y="1759394"/>
                  </a:cubicBezTo>
                  <a:cubicBezTo>
                    <a:pt x="4575308" y="1758289"/>
                    <a:pt x="4576171" y="1757883"/>
                    <a:pt x="4577505" y="1756784"/>
                  </a:cubicBezTo>
                  <a:cubicBezTo>
                    <a:pt x="4578826" y="1755667"/>
                    <a:pt x="4579677" y="1754358"/>
                    <a:pt x="4581010" y="1753311"/>
                  </a:cubicBezTo>
                  <a:cubicBezTo>
                    <a:pt x="4582521" y="1751990"/>
                    <a:pt x="4583830" y="1751076"/>
                    <a:pt x="4585373" y="1749774"/>
                  </a:cubicBezTo>
                  <a:cubicBezTo>
                    <a:pt x="4586465" y="1748923"/>
                    <a:pt x="4587989" y="1748472"/>
                    <a:pt x="4588852" y="1747145"/>
                  </a:cubicBezTo>
                  <a:cubicBezTo>
                    <a:pt x="4589551" y="1746065"/>
                    <a:pt x="4589976" y="1744726"/>
                    <a:pt x="4590630" y="1743640"/>
                  </a:cubicBezTo>
                  <a:cubicBezTo>
                    <a:pt x="4591304" y="1742338"/>
                    <a:pt x="4592599" y="1741684"/>
                    <a:pt x="4593253" y="1740128"/>
                  </a:cubicBezTo>
                  <a:cubicBezTo>
                    <a:pt x="4593723" y="1739042"/>
                    <a:pt x="4593723" y="1737721"/>
                    <a:pt x="4594136" y="1736636"/>
                  </a:cubicBezTo>
                  <a:cubicBezTo>
                    <a:pt x="4594593" y="1735543"/>
                    <a:pt x="4594593" y="1734235"/>
                    <a:pt x="4595018" y="1733130"/>
                  </a:cubicBezTo>
                  <a:cubicBezTo>
                    <a:pt x="4595685" y="1731371"/>
                    <a:pt x="4596758" y="1730063"/>
                    <a:pt x="4598511" y="1729625"/>
                  </a:cubicBezTo>
                  <a:cubicBezTo>
                    <a:pt x="4600270" y="1729206"/>
                    <a:pt x="4601775" y="1730527"/>
                    <a:pt x="4603775" y="1730527"/>
                  </a:cubicBezTo>
                  <a:cubicBezTo>
                    <a:pt x="4606378" y="1730711"/>
                    <a:pt x="4608353" y="1730711"/>
                    <a:pt x="4610766" y="1730527"/>
                  </a:cubicBezTo>
                  <a:cubicBezTo>
                    <a:pt x="4612525" y="1730273"/>
                    <a:pt x="4613636" y="1728965"/>
                    <a:pt x="4615122" y="1727904"/>
                  </a:cubicBezTo>
                  <a:cubicBezTo>
                    <a:pt x="4618621" y="1725250"/>
                    <a:pt x="4619726" y="1722850"/>
                    <a:pt x="4623034" y="1719980"/>
                  </a:cubicBezTo>
                  <a:cubicBezTo>
                    <a:pt x="4624558" y="1718659"/>
                    <a:pt x="4625676" y="1717382"/>
                    <a:pt x="4627410" y="1716512"/>
                  </a:cubicBezTo>
                  <a:cubicBezTo>
                    <a:pt x="4628495" y="1716036"/>
                    <a:pt x="4630051" y="1716309"/>
                    <a:pt x="4630921" y="1715642"/>
                  </a:cubicBezTo>
                  <a:cubicBezTo>
                    <a:pt x="4632217" y="1714531"/>
                    <a:pt x="4633537" y="1714296"/>
                    <a:pt x="4634407" y="1713007"/>
                  </a:cubicBezTo>
                  <a:cubicBezTo>
                    <a:pt x="4635049" y="1712125"/>
                    <a:pt x="4635049" y="1710588"/>
                    <a:pt x="4635290" y="1709508"/>
                  </a:cubicBezTo>
                  <a:cubicBezTo>
                    <a:pt x="4635925" y="1707108"/>
                    <a:pt x="4636166" y="1705121"/>
                    <a:pt x="4636166" y="1702504"/>
                  </a:cubicBezTo>
                  <a:cubicBezTo>
                    <a:pt x="4636369" y="1695913"/>
                    <a:pt x="4636166" y="1691982"/>
                    <a:pt x="4636166" y="1685404"/>
                  </a:cubicBezTo>
                  <a:lnTo>
                    <a:pt x="4636166" y="1672748"/>
                  </a:lnTo>
                  <a:cubicBezTo>
                    <a:pt x="4636166" y="1669681"/>
                    <a:pt x="4636833" y="1667713"/>
                    <a:pt x="4636166" y="1664836"/>
                  </a:cubicBezTo>
                  <a:cubicBezTo>
                    <a:pt x="4635049" y="1660264"/>
                    <a:pt x="4631994" y="1658048"/>
                    <a:pt x="4630921" y="1653419"/>
                  </a:cubicBezTo>
                  <a:cubicBezTo>
                    <a:pt x="4630261" y="1650599"/>
                    <a:pt x="4629353" y="1648663"/>
                    <a:pt x="4629124" y="1645589"/>
                  </a:cubicBezTo>
                  <a:cubicBezTo>
                    <a:pt x="4628940" y="1642529"/>
                    <a:pt x="4629124" y="1640782"/>
                    <a:pt x="4629124" y="1637709"/>
                  </a:cubicBezTo>
                  <a:cubicBezTo>
                    <a:pt x="4625676" y="1637709"/>
                    <a:pt x="4623676" y="1638560"/>
                    <a:pt x="4620418" y="1637709"/>
                  </a:cubicBezTo>
                  <a:cubicBezTo>
                    <a:pt x="4619085" y="1637468"/>
                    <a:pt x="4618202" y="1636642"/>
                    <a:pt x="4616900" y="1635963"/>
                  </a:cubicBezTo>
                  <a:cubicBezTo>
                    <a:pt x="4615364" y="1635302"/>
                    <a:pt x="4615364" y="1633556"/>
                    <a:pt x="4614252" y="1632438"/>
                  </a:cubicBezTo>
                  <a:cubicBezTo>
                    <a:pt x="4611674" y="1629803"/>
                    <a:pt x="4610354" y="1627847"/>
                    <a:pt x="4609033" y="1624577"/>
                  </a:cubicBezTo>
                  <a:cubicBezTo>
                    <a:pt x="4608595" y="1623491"/>
                    <a:pt x="4609661" y="1621942"/>
                    <a:pt x="4609033" y="1621110"/>
                  </a:cubicBezTo>
                  <a:cubicBezTo>
                    <a:pt x="4608353" y="1620189"/>
                    <a:pt x="4606378" y="1620824"/>
                    <a:pt x="4605508" y="1620189"/>
                  </a:cubicBezTo>
                  <a:cubicBezTo>
                    <a:pt x="4604213" y="1619307"/>
                    <a:pt x="4603356" y="1618202"/>
                    <a:pt x="4602010" y="1617560"/>
                  </a:cubicBezTo>
                  <a:cubicBezTo>
                    <a:pt x="4599171" y="1615814"/>
                    <a:pt x="4597838" y="1614074"/>
                    <a:pt x="4595018" y="1612315"/>
                  </a:cubicBezTo>
                  <a:cubicBezTo>
                    <a:pt x="4593469" y="1611452"/>
                    <a:pt x="4591748" y="1610988"/>
                    <a:pt x="4590630" y="1609705"/>
                  </a:cubicBezTo>
                  <a:cubicBezTo>
                    <a:pt x="4589735" y="1608581"/>
                    <a:pt x="4589735" y="1607292"/>
                    <a:pt x="4588852" y="1606219"/>
                  </a:cubicBezTo>
                  <a:cubicBezTo>
                    <a:pt x="4587830" y="1604860"/>
                    <a:pt x="4586027" y="1605083"/>
                    <a:pt x="4585373" y="1603546"/>
                  </a:cubicBezTo>
                  <a:cubicBezTo>
                    <a:pt x="4584306" y="1601387"/>
                    <a:pt x="4584934" y="1598961"/>
                    <a:pt x="4584477" y="1596548"/>
                  </a:cubicBezTo>
                  <a:cubicBezTo>
                    <a:pt x="4584306" y="1595418"/>
                    <a:pt x="4584706" y="1594154"/>
                    <a:pt x="4584477" y="1593049"/>
                  </a:cubicBezTo>
                  <a:cubicBezTo>
                    <a:pt x="4584306" y="1591506"/>
                    <a:pt x="4581664" y="1591925"/>
                    <a:pt x="4581010" y="1590420"/>
                  </a:cubicBezTo>
                  <a:cubicBezTo>
                    <a:pt x="4580134" y="1588446"/>
                    <a:pt x="4581010" y="1586909"/>
                    <a:pt x="4581010" y="1584737"/>
                  </a:cubicBezTo>
                  <a:cubicBezTo>
                    <a:pt x="4581010" y="1582534"/>
                    <a:pt x="4580553" y="1581023"/>
                    <a:pt x="4581010" y="1579035"/>
                  </a:cubicBezTo>
                  <a:cubicBezTo>
                    <a:pt x="4581226" y="1577517"/>
                    <a:pt x="4581436" y="1576216"/>
                    <a:pt x="4581867" y="1574660"/>
                  </a:cubicBezTo>
                  <a:cubicBezTo>
                    <a:pt x="4582318" y="1573149"/>
                    <a:pt x="4584306" y="1572920"/>
                    <a:pt x="4585373" y="1572031"/>
                  </a:cubicBezTo>
                  <a:cubicBezTo>
                    <a:pt x="4586465" y="1571148"/>
                    <a:pt x="4587830" y="1570532"/>
                    <a:pt x="4588852" y="1569434"/>
                  </a:cubicBezTo>
                  <a:cubicBezTo>
                    <a:pt x="4589976" y="1568316"/>
                    <a:pt x="4591748" y="1568977"/>
                    <a:pt x="4592377" y="1567675"/>
                  </a:cubicBezTo>
                  <a:cubicBezTo>
                    <a:pt x="4593050" y="1566367"/>
                    <a:pt x="4591939" y="1564849"/>
                    <a:pt x="4592377" y="1563255"/>
                  </a:cubicBezTo>
                  <a:cubicBezTo>
                    <a:pt x="4592802" y="1561763"/>
                    <a:pt x="4593050" y="1560442"/>
                    <a:pt x="4593253" y="1558912"/>
                  </a:cubicBezTo>
                  <a:cubicBezTo>
                    <a:pt x="4593469" y="1556931"/>
                    <a:pt x="4594593" y="1555597"/>
                    <a:pt x="4595018" y="1553654"/>
                  </a:cubicBezTo>
                  <a:cubicBezTo>
                    <a:pt x="4595215" y="1552130"/>
                    <a:pt x="4595456" y="1550809"/>
                    <a:pt x="4595888" y="1549273"/>
                  </a:cubicBezTo>
                  <a:cubicBezTo>
                    <a:pt x="4596536" y="1547545"/>
                    <a:pt x="4596758" y="1545551"/>
                    <a:pt x="4598511" y="1544885"/>
                  </a:cubicBezTo>
                  <a:cubicBezTo>
                    <a:pt x="4599635" y="1544472"/>
                    <a:pt x="4600936" y="1544472"/>
                    <a:pt x="4602010" y="1544027"/>
                  </a:cubicBezTo>
                  <a:cubicBezTo>
                    <a:pt x="4603540" y="1543342"/>
                    <a:pt x="4604645" y="1544262"/>
                    <a:pt x="4606378" y="1544027"/>
                  </a:cubicBezTo>
                  <a:cubicBezTo>
                    <a:pt x="4609661" y="1543602"/>
                    <a:pt x="4611204" y="1541602"/>
                    <a:pt x="4614252" y="1540535"/>
                  </a:cubicBezTo>
                  <a:cubicBezTo>
                    <a:pt x="4615364" y="1540097"/>
                    <a:pt x="4616672" y="1540967"/>
                    <a:pt x="4617764" y="1540535"/>
                  </a:cubicBezTo>
                  <a:cubicBezTo>
                    <a:pt x="4619313" y="1539849"/>
                    <a:pt x="4618869" y="1537461"/>
                    <a:pt x="4620418" y="1536998"/>
                  </a:cubicBezTo>
                  <a:cubicBezTo>
                    <a:pt x="4621485" y="1536788"/>
                    <a:pt x="4622806" y="1536998"/>
                    <a:pt x="4623898" y="1536998"/>
                  </a:cubicBezTo>
                  <a:cubicBezTo>
                    <a:pt x="4626540" y="1536573"/>
                    <a:pt x="4628286" y="1536998"/>
                    <a:pt x="4631112" y="1536998"/>
                  </a:cubicBezTo>
                  <a:cubicBezTo>
                    <a:pt x="4632432" y="1536998"/>
                    <a:pt x="4633067" y="1537893"/>
                    <a:pt x="4634407" y="1537893"/>
                  </a:cubicBezTo>
                  <a:cubicBezTo>
                    <a:pt x="4638579" y="1537893"/>
                    <a:pt x="4640770" y="1537246"/>
                    <a:pt x="4644923" y="1537246"/>
                  </a:cubicBezTo>
                  <a:lnTo>
                    <a:pt x="4644923" y="1541411"/>
                  </a:lnTo>
                  <a:cubicBezTo>
                    <a:pt x="4644923" y="1542738"/>
                    <a:pt x="4644066" y="1543602"/>
                    <a:pt x="4644066" y="1544885"/>
                  </a:cubicBezTo>
                  <a:lnTo>
                    <a:pt x="4644066" y="1564170"/>
                  </a:lnTo>
                  <a:cubicBezTo>
                    <a:pt x="4642967" y="1565249"/>
                    <a:pt x="4642967" y="1567002"/>
                    <a:pt x="4641418" y="1567675"/>
                  </a:cubicBezTo>
                  <a:cubicBezTo>
                    <a:pt x="4640084" y="1568316"/>
                    <a:pt x="4639221" y="1568977"/>
                    <a:pt x="4637912" y="1569434"/>
                  </a:cubicBezTo>
                  <a:cubicBezTo>
                    <a:pt x="4636833" y="1569846"/>
                    <a:pt x="4635500" y="1568977"/>
                    <a:pt x="4634407" y="1569434"/>
                  </a:cubicBezTo>
                  <a:cubicBezTo>
                    <a:pt x="4632890" y="1570075"/>
                    <a:pt x="4632217" y="1571148"/>
                    <a:pt x="4630921" y="1572031"/>
                  </a:cubicBezTo>
                  <a:cubicBezTo>
                    <a:pt x="4629600" y="1572920"/>
                    <a:pt x="4629124" y="1574209"/>
                    <a:pt x="4628286" y="1575536"/>
                  </a:cubicBezTo>
                  <a:cubicBezTo>
                    <a:pt x="4626978" y="1577301"/>
                    <a:pt x="4624781" y="1578394"/>
                    <a:pt x="4624781" y="1580819"/>
                  </a:cubicBezTo>
                  <a:cubicBezTo>
                    <a:pt x="4624781" y="1582775"/>
                    <a:pt x="4625219" y="1584286"/>
                    <a:pt x="4625676" y="1586052"/>
                  </a:cubicBezTo>
                  <a:cubicBezTo>
                    <a:pt x="4626102" y="1587582"/>
                    <a:pt x="4625854" y="1588903"/>
                    <a:pt x="4626540" y="1590420"/>
                  </a:cubicBezTo>
                  <a:cubicBezTo>
                    <a:pt x="4626978" y="1591741"/>
                    <a:pt x="4628940" y="1591087"/>
                    <a:pt x="4630051" y="1592192"/>
                  </a:cubicBezTo>
                  <a:lnTo>
                    <a:pt x="4658036" y="1592192"/>
                  </a:lnTo>
                  <a:cubicBezTo>
                    <a:pt x="4658702" y="1587366"/>
                    <a:pt x="4658474" y="1584496"/>
                    <a:pt x="4659807" y="1579924"/>
                  </a:cubicBezTo>
                  <a:cubicBezTo>
                    <a:pt x="4660017" y="1578819"/>
                    <a:pt x="4660449" y="1577517"/>
                    <a:pt x="4660677" y="1576412"/>
                  </a:cubicBezTo>
                  <a:cubicBezTo>
                    <a:pt x="4661115" y="1574888"/>
                    <a:pt x="4663090" y="1574476"/>
                    <a:pt x="4663306" y="1572920"/>
                  </a:cubicBezTo>
                  <a:cubicBezTo>
                    <a:pt x="4663547" y="1571599"/>
                    <a:pt x="4663306" y="1570532"/>
                    <a:pt x="4663306" y="1568977"/>
                  </a:cubicBezTo>
                  <a:cubicBezTo>
                    <a:pt x="4663306" y="1567440"/>
                    <a:pt x="4663954" y="1566119"/>
                    <a:pt x="4663306" y="1565040"/>
                  </a:cubicBezTo>
                  <a:cubicBezTo>
                    <a:pt x="4661985" y="1562823"/>
                    <a:pt x="4659147" y="1563255"/>
                    <a:pt x="4656728" y="1562404"/>
                  </a:cubicBezTo>
                  <a:lnTo>
                    <a:pt x="4656728" y="1541411"/>
                  </a:lnTo>
                  <a:cubicBezTo>
                    <a:pt x="4659610" y="1541411"/>
                    <a:pt x="4661338" y="1541602"/>
                    <a:pt x="4664182" y="1541411"/>
                  </a:cubicBezTo>
                  <a:lnTo>
                    <a:pt x="4667688" y="1541411"/>
                  </a:lnTo>
                  <a:cubicBezTo>
                    <a:pt x="4669212" y="1541411"/>
                    <a:pt x="4669872" y="1540281"/>
                    <a:pt x="4671193" y="1539659"/>
                  </a:cubicBezTo>
                  <a:cubicBezTo>
                    <a:pt x="4672952" y="1538776"/>
                    <a:pt x="4673149" y="1536998"/>
                    <a:pt x="4674692" y="1536166"/>
                  </a:cubicBezTo>
                  <a:cubicBezTo>
                    <a:pt x="4676000" y="1535245"/>
                    <a:pt x="4676648" y="1533937"/>
                    <a:pt x="4678197" y="1533531"/>
                  </a:cubicBezTo>
                  <a:cubicBezTo>
                    <a:pt x="4680597" y="1532642"/>
                    <a:pt x="4682782" y="1532216"/>
                    <a:pt x="4685169" y="1531746"/>
                  </a:cubicBezTo>
                  <a:cubicBezTo>
                    <a:pt x="4687798" y="1531334"/>
                    <a:pt x="4689786" y="1530908"/>
                    <a:pt x="4692611" y="1530908"/>
                  </a:cubicBezTo>
                  <a:lnTo>
                    <a:pt x="4696599" y="1530908"/>
                  </a:lnTo>
                  <a:cubicBezTo>
                    <a:pt x="4697895" y="1530908"/>
                    <a:pt x="4698987" y="1531746"/>
                    <a:pt x="4700104" y="1531746"/>
                  </a:cubicBezTo>
                  <a:cubicBezTo>
                    <a:pt x="4702492" y="1531988"/>
                    <a:pt x="4704467" y="1532642"/>
                    <a:pt x="4707058" y="1532642"/>
                  </a:cubicBezTo>
                  <a:cubicBezTo>
                    <a:pt x="4708398" y="1532642"/>
                    <a:pt x="4709509" y="1532858"/>
                    <a:pt x="4710576" y="1532642"/>
                  </a:cubicBezTo>
                  <a:cubicBezTo>
                    <a:pt x="4711915" y="1532216"/>
                    <a:pt x="4712785" y="1531537"/>
                    <a:pt x="4714093" y="1530908"/>
                  </a:cubicBezTo>
                  <a:cubicBezTo>
                    <a:pt x="4715598" y="1530216"/>
                    <a:pt x="4715598" y="1528470"/>
                    <a:pt x="4716710" y="1527371"/>
                  </a:cubicBezTo>
                  <a:cubicBezTo>
                    <a:pt x="4717376" y="1526292"/>
                    <a:pt x="4717376" y="1525219"/>
                    <a:pt x="4718462" y="1524781"/>
                  </a:cubicBezTo>
                  <a:cubicBezTo>
                    <a:pt x="4720653" y="1523879"/>
                    <a:pt x="4723028" y="1524298"/>
                    <a:pt x="4725454" y="1523879"/>
                  </a:cubicBezTo>
                  <a:cubicBezTo>
                    <a:pt x="4726787" y="1523657"/>
                    <a:pt x="4727657" y="1522342"/>
                    <a:pt x="4728952" y="1522133"/>
                  </a:cubicBezTo>
                  <a:cubicBezTo>
                    <a:pt x="4731410" y="1521910"/>
                    <a:pt x="4733340" y="1522342"/>
                    <a:pt x="4735976" y="1522133"/>
                  </a:cubicBezTo>
                  <a:cubicBezTo>
                    <a:pt x="4737309" y="1522133"/>
                    <a:pt x="4738376" y="1521479"/>
                    <a:pt x="4739481" y="1521269"/>
                  </a:cubicBezTo>
                  <a:cubicBezTo>
                    <a:pt x="4740567" y="1521053"/>
                    <a:pt x="4741868" y="1521694"/>
                    <a:pt x="4742980" y="1521269"/>
                  </a:cubicBezTo>
                  <a:cubicBezTo>
                    <a:pt x="4744542" y="1520615"/>
                    <a:pt x="4744313" y="1518627"/>
                    <a:pt x="4745615" y="1517745"/>
                  </a:cubicBezTo>
                  <a:cubicBezTo>
                    <a:pt x="4746923" y="1516907"/>
                    <a:pt x="4747780" y="1515795"/>
                    <a:pt x="4749114" y="1515129"/>
                  </a:cubicBezTo>
                  <a:cubicBezTo>
                    <a:pt x="4750212" y="1514475"/>
                    <a:pt x="4751501" y="1514703"/>
                    <a:pt x="4752606" y="1514265"/>
                  </a:cubicBezTo>
                  <a:cubicBezTo>
                    <a:pt x="4754149" y="1513598"/>
                    <a:pt x="4754816" y="1512493"/>
                    <a:pt x="4756111" y="1511623"/>
                  </a:cubicBezTo>
                  <a:cubicBezTo>
                    <a:pt x="4757210" y="1510957"/>
                    <a:pt x="4758740" y="1510747"/>
                    <a:pt x="4759591" y="1509845"/>
                  </a:cubicBezTo>
                  <a:cubicBezTo>
                    <a:pt x="4760499" y="1508988"/>
                    <a:pt x="4760499" y="1507483"/>
                    <a:pt x="4761382" y="1506353"/>
                  </a:cubicBezTo>
                  <a:cubicBezTo>
                    <a:pt x="4762474" y="1505064"/>
                    <a:pt x="4763115" y="1504187"/>
                    <a:pt x="4764017" y="1502879"/>
                  </a:cubicBezTo>
                  <a:cubicBezTo>
                    <a:pt x="4764874" y="1501559"/>
                    <a:pt x="4766163" y="1501114"/>
                    <a:pt x="4767516" y="1500251"/>
                  </a:cubicBezTo>
                  <a:cubicBezTo>
                    <a:pt x="4768805" y="1499381"/>
                    <a:pt x="4769472" y="1497844"/>
                    <a:pt x="4770983" y="1497641"/>
                  </a:cubicBezTo>
                  <a:cubicBezTo>
                    <a:pt x="4772126" y="1497641"/>
                    <a:pt x="4773422" y="1497844"/>
                    <a:pt x="4774501" y="1497641"/>
                  </a:cubicBezTo>
                  <a:cubicBezTo>
                    <a:pt x="4775606" y="1497418"/>
                    <a:pt x="4776908" y="1497844"/>
                    <a:pt x="4778006" y="1497641"/>
                  </a:cubicBezTo>
                  <a:cubicBezTo>
                    <a:pt x="4780851" y="1496993"/>
                    <a:pt x="4782832" y="1495209"/>
                    <a:pt x="4785010" y="1493227"/>
                  </a:cubicBezTo>
                  <a:cubicBezTo>
                    <a:pt x="4786102" y="1492370"/>
                    <a:pt x="4785893" y="1490833"/>
                    <a:pt x="4786769" y="1489729"/>
                  </a:cubicBezTo>
                  <a:cubicBezTo>
                    <a:pt x="4787620" y="1488624"/>
                    <a:pt x="4789150" y="1488890"/>
                    <a:pt x="4790274" y="1488001"/>
                  </a:cubicBezTo>
                  <a:cubicBezTo>
                    <a:pt x="4791583" y="1486903"/>
                    <a:pt x="4792675" y="1485798"/>
                    <a:pt x="4793754" y="1484490"/>
                  </a:cubicBezTo>
                  <a:cubicBezTo>
                    <a:pt x="4794853" y="1483156"/>
                    <a:pt x="4795729" y="1482274"/>
                    <a:pt x="4796396" y="1481004"/>
                  </a:cubicBezTo>
                  <a:cubicBezTo>
                    <a:pt x="4797063" y="1479664"/>
                    <a:pt x="4798364" y="1479016"/>
                    <a:pt x="4799012" y="1477486"/>
                  </a:cubicBezTo>
                  <a:cubicBezTo>
                    <a:pt x="4799450" y="1476406"/>
                    <a:pt x="4799450" y="1475085"/>
                    <a:pt x="4799888" y="1473987"/>
                  </a:cubicBezTo>
                  <a:cubicBezTo>
                    <a:pt x="4800326" y="1472666"/>
                    <a:pt x="4800974" y="1471771"/>
                    <a:pt x="4801647" y="1470463"/>
                  </a:cubicBezTo>
                  <a:cubicBezTo>
                    <a:pt x="4803406" y="1467199"/>
                    <a:pt x="4806676" y="1466742"/>
                    <a:pt x="4808639" y="1463490"/>
                  </a:cubicBezTo>
                  <a:cubicBezTo>
                    <a:pt x="4810836" y="1459731"/>
                    <a:pt x="4811915" y="1456918"/>
                    <a:pt x="4813909" y="1452975"/>
                  </a:cubicBezTo>
                  <a:cubicBezTo>
                    <a:pt x="4814347" y="1451870"/>
                    <a:pt x="4814347" y="1450568"/>
                    <a:pt x="4814779" y="1449470"/>
                  </a:cubicBezTo>
                  <a:cubicBezTo>
                    <a:pt x="4815649" y="1447698"/>
                    <a:pt x="4817154" y="1447266"/>
                    <a:pt x="4818278" y="1445926"/>
                  </a:cubicBezTo>
                  <a:cubicBezTo>
                    <a:pt x="4819383" y="1444637"/>
                    <a:pt x="4819821" y="1443558"/>
                    <a:pt x="4820888" y="1442440"/>
                  </a:cubicBezTo>
                  <a:cubicBezTo>
                    <a:pt x="4822424" y="1440929"/>
                    <a:pt x="4823517" y="1440052"/>
                    <a:pt x="4825307" y="1438954"/>
                  </a:cubicBezTo>
                  <a:cubicBezTo>
                    <a:pt x="4826812" y="1438084"/>
                    <a:pt x="4828330" y="1437411"/>
                    <a:pt x="4829663" y="1436350"/>
                  </a:cubicBezTo>
                  <a:cubicBezTo>
                    <a:pt x="4830984" y="1435233"/>
                    <a:pt x="4831638" y="1434376"/>
                    <a:pt x="4832292" y="1432813"/>
                  </a:cubicBezTo>
                  <a:cubicBezTo>
                    <a:pt x="4832946" y="1431315"/>
                    <a:pt x="4832737" y="1429962"/>
                    <a:pt x="4833175" y="1428451"/>
                  </a:cubicBezTo>
                  <a:cubicBezTo>
                    <a:pt x="4833600" y="1426921"/>
                    <a:pt x="4834718" y="1425606"/>
                    <a:pt x="4834889" y="1424070"/>
                  </a:cubicBezTo>
                  <a:cubicBezTo>
                    <a:pt x="4834889" y="1422965"/>
                    <a:pt x="4834718" y="1421669"/>
                    <a:pt x="4834889" y="1420583"/>
                  </a:cubicBezTo>
                  <a:cubicBezTo>
                    <a:pt x="4835124" y="1419472"/>
                    <a:pt x="4835601" y="1418183"/>
                    <a:pt x="4835785" y="1417053"/>
                  </a:cubicBezTo>
                  <a:cubicBezTo>
                    <a:pt x="4836039" y="1415999"/>
                    <a:pt x="4836210" y="1414646"/>
                    <a:pt x="4836687" y="1413579"/>
                  </a:cubicBezTo>
                  <a:cubicBezTo>
                    <a:pt x="4837334" y="1412036"/>
                    <a:pt x="4839519" y="1411827"/>
                    <a:pt x="4841043" y="1410950"/>
                  </a:cubicBezTo>
                  <a:cubicBezTo>
                    <a:pt x="4843894" y="1409191"/>
                    <a:pt x="4845399" y="1406778"/>
                    <a:pt x="4847164" y="1403940"/>
                  </a:cubicBezTo>
                  <a:cubicBezTo>
                    <a:pt x="4849348" y="1400632"/>
                    <a:pt x="4851558" y="1398454"/>
                    <a:pt x="4851558" y="1394313"/>
                  </a:cubicBezTo>
                  <a:cubicBezTo>
                    <a:pt x="4851558" y="1392110"/>
                    <a:pt x="4850891" y="1390592"/>
                    <a:pt x="4849787" y="1389062"/>
                  </a:cubicBezTo>
                  <a:cubicBezTo>
                    <a:pt x="4848923" y="1387748"/>
                    <a:pt x="4848479" y="1386211"/>
                    <a:pt x="4847164" y="1385544"/>
                  </a:cubicBezTo>
                  <a:cubicBezTo>
                    <a:pt x="4846104" y="1384884"/>
                    <a:pt x="4844764" y="1385747"/>
                    <a:pt x="4843665" y="1385544"/>
                  </a:cubicBezTo>
                  <a:cubicBezTo>
                    <a:pt x="4841043" y="1384884"/>
                    <a:pt x="4839093" y="1384884"/>
                    <a:pt x="4836210" y="1384680"/>
                  </a:cubicBezTo>
                  <a:cubicBezTo>
                    <a:pt x="4836210" y="1382039"/>
                    <a:pt x="4835785" y="1380286"/>
                    <a:pt x="4835785" y="1377664"/>
                  </a:cubicBezTo>
                  <a:cubicBezTo>
                    <a:pt x="4835785" y="1376343"/>
                    <a:pt x="4836687" y="1375473"/>
                    <a:pt x="4836687" y="1374152"/>
                  </a:cubicBezTo>
                  <a:cubicBezTo>
                    <a:pt x="4836687" y="1372838"/>
                    <a:pt x="4836210" y="1371987"/>
                    <a:pt x="4836210" y="1370685"/>
                  </a:cubicBezTo>
                  <a:lnTo>
                    <a:pt x="4842789" y="1370685"/>
                  </a:lnTo>
                  <a:cubicBezTo>
                    <a:pt x="4842598" y="1369555"/>
                    <a:pt x="4843018" y="1368253"/>
                    <a:pt x="4842789" y="1367142"/>
                  </a:cubicBezTo>
                  <a:cubicBezTo>
                    <a:pt x="4842376" y="1365637"/>
                    <a:pt x="4840389" y="1365192"/>
                    <a:pt x="4840185" y="1363668"/>
                  </a:cubicBezTo>
                  <a:cubicBezTo>
                    <a:pt x="4839296" y="1359731"/>
                    <a:pt x="4840827" y="1357102"/>
                    <a:pt x="4840185" y="1353159"/>
                  </a:cubicBezTo>
                  <a:cubicBezTo>
                    <a:pt x="4840185" y="1352029"/>
                    <a:pt x="4840389" y="1350746"/>
                    <a:pt x="4840185" y="1349654"/>
                  </a:cubicBezTo>
                  <a:cubicBezTo>
                    <a:pt x="4839735" y="1347889"/>
                    <a:pt x="4837779" y="1347438"/>
                    <a:pt x="4836687" y="1346149"/>
                  </a:cubicBezTo>
                  <a:cubicBezTo>
                    <a:pt x="4835601" y="1344853"/>
                    <a:pt x="4833385" y="1345050"/>
                    <a:pt x="4833175" y="1343513"/>
                  </a:cubicBezTo>
                  <a:cubicBezTo>
                    <a:pt x="4832508" y="1339576"/>
                    <a:pt x="4834045" y="1337157"/>
                    <a:pt x="4834045" y="1333011"/>
                  </a:cubicBezTo>
                  <a:cubicBezTo>
                    <a:pt x="4834045" y="1328845"/>
                    <a:pt x="4833175" y="1326235"/>
                    <a:pt x="4831429" y="1322495"/>
                  </a:cubicBezTo>
                  <a:cubicBezTo>
                    <a:pt x="4829860" y="1319434"/>
                    <a:pt x="4827924" y="1318348"/>
                    <a:pt x="4826146" y="1315491"/>
                  </a:cubicBezTo>
                  <a:cubicBezTo>
                    <a:pt x="4823987" y="1312221"/>
                    <a:pt x="4822666" y="1309389"/>
                    <a:pt x="4819154" y="1307636"/>
                  </a:cubicBezTo>
                  <a:cubicBezTo>
                    <a:pt x="4817618" y="1306976"/>
                    <a:pt x="4817154" y="1305420"/>
                    <a:pt x="4815649" y="1304994"/>
                  </a:cubicBezTo>
                  <a:cubicBezTo>
                    <a:pt x="4814119" y="1304569"/>
                    <a:pt x="4812588" y="1305661"/>
                    <a:pt x="4811280" y="1304994"/>
                  </a:cubicBezTo>
                  <a:cubicBezTo>
                    <a:pt x="4809959" y="1304340"/>
                    <a:pt x="4808639" y="1303686"/>
                    <a:pt x="4807769" y="1302346"/>
                  </a:cubicBezTo>
                  <a:cubicBezTo>
                    <a:pt x="4807356" y="1301489"/>
                    <a:pt x="4807769" y="1300194"/>
                    <a:pt x="4807769" y="1298848"/>
                  </a:cubicBezTo>
                  <a:lnTo>
                    <a:pt x="4807769" y="1295349"/>
                  </a:lnTo>
                  <a:cubicBezTo>
                    <a:pt x="4807769" y="1293850"/>
                    <a:pt x="4808867" y="1293196"/>
                    <a:pt x="4809502" y="1291875"/>
                  </a:cubicBezTo>
                  <a:cubicBezTo>
                    <a:pt x="4810385" y="1290129"/>
                    <a:pt x="4811915" y="1289697"/>
                    <a:pt x="4813020" y="1288370"/>
                  </a:cubicBezTo>
                  <a:cubicBezTo>
                    <a:pt x="4814119" y="1287037"/>
                    <a:pt x="4816297" y="1287271"/>
                    <a:pt x="4816532" y="1285735"/>
                  </a:cubicBezTo>
                  <a:cubicBezTo>
                    <a:pt x="4816957" y="1283341"/>
                    <a:pt x="4816532" y="1281353"/>
                    <a:pt x="4816532" y="1278743"/>
                  </a:cubicBezTo>
                  <a:lnTo>
                    <a:pt x="4816532" y="1271720"/>
                  </a:lnTo>
                  <a:lnTo>
                    <a:pt x="4826146" y="1271720"/>
                  </a:lnTo>
                  <a:cubicBezTo>
                    <a:pt x="4827263" y="1270838"/>
                    <a:pt x="4828813" y="1270431"/>
                    <a:pt x="4829663" y="1269110"/>
                  </a:cubicBezTo>
                  <a:cubicBezTo>
                    <a:pt x="4830546" y="1267790"/>
                    <a:pt x="4831429" y="1266691"/>
                    <a:pt x="4832292" y="1265605"/>
                  </a:cubicBezTo>
                  <a:cubicBezTo>
                    <a:pt x="4833175" y="1264507"/>
                    <a:pt x="4832946" y="1262760"/>
                    <a:pt x="4834045" y="1262087"/>
                  </a:cubicBezTo>
                  <a:cubicBezTo>
                    <a:pt x="4835124" y="1261446"/>
                    <a:pt x="4836458" y="1262329"/>
                    <a:pt x="4837531" y="1262087"/>
                  </a:cubicBezTo>
                  <a:cubicBezTo>
                    <a:pt x="4838649" y="1261878"/>
                    <a:pt x="4839957" y="1262087"/>
                    <a:pt x="4841043" y="1262087"/>
                  </a:cubicBezTo>
                  <a:cubicBezTo>
                    <a:pt x="4842376" y="1261878"/>
                    <a:pt x="4843240" y="1260532"/>
                    <a:pt x="4844535" y="1260347"/>
                  </a:cubicBezTo>
                  <a:lnTo>
                    <a:pt x="4848053" y="1260347"/>
                  </a:lnTo>
                  <a:cubicBezTo>
                    <a:pt x="4852187" y="1260106"/>
                    <a:pt x="4854403" y="1260347"/>
                    <a:pt x="4858562" y="1260347"/>
                  </a:cubicBezTo>
                  <a:cubicBezTo>
                    <a:pt x="4859000" y="1256830"/>
                    <a:pt x="4859445" y="1255096"/>
                    <a:pt x="4859445" y="1251591"/>
                  </a:cubicBezTo>
                  <a:cubicBezTo>
                    <a:pt x="4859445" y="1250480"/>
                    <a:pt x="4858772" y="1249610"/>
                    <a:pt x="4858562" y="1248536"/>
                  </a:cubicBezTo>
                  <a:lnTo>
                    <a:pt x="4841043" y="1248536"/>
                  </a:lnTo>
                  <a:cubicBezTo>
                    <a:pt x="4840389" y="1247419"/>
                    <a:pt x="4839957" y="1246568"/>
                    <a:pt x="4839296" y="1245463"/>
                  </a:cubicBezTo>
                  <a:cubicBezTo>
                    <a:pt x="4837531" y="1242599"/>
                    <a:pt x="4836039" y="1241082"/>
                    <a:pt x="4834045" y="1238465"/>
                  </a:cubicBezTo>
                  <a:lnTo>
                    <a:pt x="4820888" y="1238465"/>
                  </a:lnTo>
                  <a:cubicBezTo>
                    <a:pt x="4820691" y="1241082"/>
                    <a:pt x="4820272" y="1242815"/>
                    <a:pt x="4820031" y="1245463"/>
                  </a:cubicBezTo>
                  <a:cubicBezTo>
                    <a:pt x="4820031" y="1246752"/>
                    <a:pt x="4820272" y="1247882"/>
                    <a:pt x="4820031" y="1248962"/>
                  </a:cubicBezTo>
                  <a:cubicBezTo>
                    <a:pt x="4819821" y="1250054"/>
                    <a:pt x="4818475" y="1250911"/>
                    <a:pt x="4818278" y="1252042"/>
                  </a:cubicBezTo>
                  <a:cubicBezTo>
                    <a:pt x="4816957" y="1252042"/>
                    <a:pt x="4816113" y="1252467"/>
                    <a:pt x="4814779" y="1252467"/>
                  </a:cubicBezTo>
                  <a:cubicBezTo>
                    <a:pt x="4813458" y="1252467"/>
                    <a:pt x="4812588" y="1251591"/>
                    <a:pt x="4811280" y="1251591"/>
                  </a:cubicBezTo>
                  <a:cubicBezTo>
                    <a:pt x="4809756" y="1251591"/>
                    <a:pt x="4808867" y="1252042"/>
                    <a:pt x="4807356" y="1252042"/>
                  </a:cubicBezTo>
                  <a:lnTo>
                    <a:pt x="4807356" y="1232331"/>
                  </a:lnTo>
                  <a:lnTo>
                    <a:pt x="4785220" y="1232331"/>
                  </a:lnTo>
                  <a:cubicBezTo>
                    <a:pt x="4781511" y="1232331"/>
                    <a:pt x="4778870" y="1228597"/>
                    <a:pt x="4778870" y="1224876"/>
                  </a:cubicBezTo>
                  <a:cubicBezTo>
                    <a:pt x="4778870" y="1222692"/>
                    <a:pt x="4779073" y="1221168"/>
                    <a:pt x="4779765" y="1219200"/>
                  </a:cubicBezTo>
                  <a:cubicBezTo>
                    <a:pt x="4780178" y="1217663"/>
                    <a:pt x="4781511" y="1216983"/>
                    <a:pt x="4782369" y="1215694"/>
                  </a:cubicBezTo>
                  <a:cubicBezTo>
                    <a:pt x="4783264" y="1214170"/>
                    <a:pt x="4784128" y="1212824"/>
                    <a:pt x="4785893" y="1212170"/>
                  </a:cubicBezTo>
                  <a:cubicBezTo>
                    <a:pt x="4786979" y="1211960"/>
                    <a:pt x="4788274" y="1211522"/>
                    <a:pt x="4789392" y="1211332"/>
                  </a:cubicBezTo>
                  <a:cubicBezTo>
                    <a:pt x="4793335" y="1210436"/>
                    <a:pt x="4795729" y="1211332"/>
                    <a:pt x="4799888" y="1211332"/>
                  </a:cubicBezTo>
                  <a:cubicBezTo>
                    <a:pt x="4801203" y="1211332"/>
                    <a:pt x="4802308" y="1211522"/>
                    <a:pt x="4803406" y="1211332"/>
                  </a:cubicBezTo>
                  <a:cubicBezTo>
                    <a:pt x="4804473" y="1211091"/>
                    <a:pt x="4806035" y="1211091"/>
                    <a:pt x="4806911" y="1210436"/>
                  </a:cubicBezTo>
                  <a:cubicBezTo>
                    <a:pt x="4807769" y="1209782"/>
                    <a:pt x="4806467" y="1208030"/>
                    <a:pt x="4806911" y="1206919"/>
                  </a:cubicBezTo>
                  <a:cubicBezTo>
                    <a:pt x="4807527" y="1205395"/>
                    <a:pt x="4808639" y="1204747"/>
                    <a:pt x="4809502" y="1203426"/>
                  </a:cubicBezTo>
                  <a:cubicBezTo>
                    <a:pt x="4810385" y="1202105"/>
                    <a:pt x="4810607" y="1200600"/>
                    <a:pt x="4812125" y="1199959"/>
                  </a:cubicBezTo>
                  <a:cubicBezTo>
                    <a:pt x="4813693" y="1199280"/>
                    <a:pt x="4814982" y="1199495"/>
                    <a:pt x="4816532" y="1199051"/>
                  </a:cubicBezTo>
                  <a:cubicBezTo>
                    <a:pt x="4817852" y="1198638"/>
                    <a:pt x="4818729" y="1197508"/>
                    <a:pt x="4820031" y="1197324"/>
                  </a:cubicBezTo>
                  <a:cubicBezTo>
                    <a:pt x="4822424" y="1196841"/>
                    <a:pt x="4824641" y="1197508"/>
                    <a:pt x="4827054" y="1197324"/>
                  </a:cubicBezTo>
                  <a:cubicBezTo>
                    <a:pt x="4828146" y="1197324"/>
                    <a:pt x="4829454" y="1197508"/>
                    <a:pt x="4830546" y="1197324"/>
                  </a:cubicBezTo>
                  <a:cubicBezTo>
                    <a:pt x="4832083" y="1197076"/>
                    <a:pt x="4831867" y="1194911"/>
                    <a:pt x="4833175" y="1193800"/>
                  </a:cubicBezTo>
                  <a:cubicBezTo>
                    <a:pt x="4834464" y="1192701"/>
                    <a:pt x="4835601" y="1191615"/>
                    <a:pt x="4836687" y="1190294"/>
                  </a:cubicBezTo>
                  <a:cubicBezTo>
                    <a:pt x="4837779" y="1188973"/>
                    <a:pt x="4838185" y="1187913"/>
                    <a:pt x="4839296" y="1186827"/>
                  </a:cubicBezTo>
                  <a:cubicBezTo>
                    <a:pt x="4840827" y="1185265"/>
                    <a:pt x="4842160" y="1184395"/>
                    <a:pt x="4843665" y="1183309"/>
                  </a:cubicBezTo>
                  <a:cubicBezTo>
                    <a:pt x="4845196" y="1182192"/>
                    <a:pt x="4845843" y="1179772"/>
                    <a:pt x="4848053" y="1179772"/>
                  </a:cubicBezTo>
                  <a:lnTo>
                    <a:pt x="4849787" y="1179772"/>
                  </a:lnTo>
                  <a:cubicBezTo>
                    <a:pt x="4851349" y="1179563"/>
                    <a:pt x="4852003" y="1181093"/>
                    <a:pt x="4853324" y="1181557"/>
                  </a:cubicBezTo>
                  <a:lnTo>
                    <a:pt x="4854187" y="1185049"/>
                  </a:lnTo>
                  <a:cubicBezTo>
                    <a:pt x="4853324" y="1186129"/>
                    <a:pt x="4852650" y="1187253"/>
                    <a:pt x="4851558" y="1188548"/>
                  </a:cubicBezTo>
                  <a:cubicBezTo>
                    <a:pt x="4850460" y="1189869"/>
                    <a:pt x="4848720" y="1189869"/>
                    <a:pt x="4848053" y="1191171"/>
                  </a:cubicBezTo>
                  <a:cubicBezTo>
                    <a:pt x="4846948" y="1193368"/>
                    <a:pt x="4847615" y="1195787"/>
                    <a:pt x="4847164" y="1198194"/>
                  </a:cubicBezTo>
                  <a:cubicBezTo>
                    <a:pt x="4846510" y="1201445"/>
                    <a:pt x="4843240" y="1202785"/>
                    <a:pt x="4841043" y="1205185"/>
                  </a:cubicBezTo>
                  <a:cubicBezTo>
                    <a:pt x="4840185" y="1206284"/>
                    <a:pt x="4839519" y="1207357"/>
                    <a:pt x="4838414" y="1208671"/>
                  </a:cubicBezTo>
                  <a:cubicBezTo>
                    <a:pt x="4837334" y="1209973"/>
                    <a:pt x="4836039" y="1209973"/>
                    <a:pt x="4834889" y="1211332"/>
                  </a:cubicBezTo>
                  <a:cubicBezTo>
                    <a:pt x="4834242" y="1212170"/>
                    <a:pt x="4834464" y="1213700"/>
                    <a:pt x="4834045" y="1214818"/>
                  </a:cubicBezTo>
                  <a:lnTo>
                    <a:pt x="4834889" y="1218304"/>
                  </a:lnTo>
                  <a:cubicBezTo>
                    <a:pt x="4836039" y="1217663"/>
                    <a:pt x="4837334" y="1217441"/>
                    <a:pt x="4838414" y="1216564"/>
                  </a:cubicBezTo>
                  <a:cubicBezTo>
                    <a:pt x="4839735" y="1215485"/>
                    <a:pt x="4839957" y="1214170"/>
                    <a:pt x="4841043" y="1213078"/>
                  </a:cubicBezTo>
                  <a:lnTo>
                    <a:pt x="4858334" y="1213078"/>
                  </a:lnTo>
                  <a:cubicBezTo>
                    <a:pt x="4860309" y="1213078"/>
                    <a:pt x="4861375" y="1211522"/>
                    <a:pt x="4862931" y="1210436"/>
                  </a:cubicBezTo>
                  <a:cubicBezTo>
                    <a:pt x="4865363" y="1208671"/>
                    <a:pt x="4866874" y="1206506"/>
                    <a:pt x="4869053" y="1204290"/>
                  </a:cubicBezTo>
                  <a:cubicBezTo>
                    <a:pt x="4870138" y="1203210"/>
                    <a:pt x="4870138" y="1201445"/>
                    <a:pt x="4871681" y="1200791"/>
                  </a:cubicBezTo>
                  <a:cubicBezTo>
                    <a:pt x="4872774" y="1200372"/>
                    <a:pt x="4874082" y="1200150"/>
                    <a:pt x="4875174" y="1199959"/>
                  </a:cubicBezTo>
                  <a:cubicBezTo>
                    <a:pt x="4876507" y="1199495"/>
                    <a:pt x="4877168" y="1198194"/>
                    <a:pt x="4878698" y="1198194"/>
                  </a:cubicBezTo>
                  <a:cubicBezTo>
                    <a:pt x="4883086" y="1198194"/>
                    <a:pt x="4885055" y="1201026"/>
                    <a:pt x="4889207" y="1201686"/>
                  </a:cubicBezTo>
                  <a:cubicBezTo>
                    <a:pt x="4890325" y="1201870"/>
                    <a:pt x="4891620" y="1201445"/>
                    <a:pt x="4892700" y="1201686"/>
                  </a:cubicBezTo>
                  <a:cubicBezTo>
                    <a:pt x="4895367" y="1202105"/>
                    <a:pt x="4897310" y="1203001"/>
                    <a:pt x="4899710" y="1204290"/>
                  </a:cubicBezTo>
                  <a:cubicBezTo>
                    <a:pt x="4901018" y="1204956"/>
                    <a:pt x="4902339" y="1204956"/>
                    <a:pt x="4903209" y="1206023"/>
                  </a:cubicBezTo>
                  <a:cubicBezTo>
                    <a:pt x="4904955" y="1208030"/>
                    <a:pt x="4904955" y="1210436"/>
                    <a:pt x="4904955" y="1213078"/>
                  </a:cubicBezTo>
                  <a:lnTo>
                    <a:pt x="4904955" y="1216564"/>
                  </a:lnTo>
                  <a:cubicBezTo>
                    <a:pt x="4904955" y="1218101"/>
                    <a:pt x="4903857" y="1218742"/>
                    <a:pt x="4903209" y="1220050"/>
                  </a:cubicBezTo>
                  <a:cubicBezTo>
                    <a:pt x="4902339" y="1221828"/>
                    <a:pt x="4900593" y="1221828"/>
                    <a:pt x="4899710" y="1223594"/>
                  </a:cubicBezTo>
                  <a:cubicBezTo>
                    <a:pt x="4899285" y="1224654"/>
                    <a:pt x="4900142" y="1225975"/>
                    <a:pt x="4899710" y="1227080"/>
                  </a:cubicBezTo>
                  <a:cubicBezTo>
                    <a:pt x="4898834" y="1229264"/>
                    <a:pt x="4896218" y="1229931"/>
                    <a:pt x="4896218" y="1232331"/>
                  </a:cubicBezTo>
                  <a:cubicBezTo>
                    <a:pt x="4896218" y="1235373"/>
                    <a:pt x="4896859" y="1237157"/>
                    <a:pt x="4897100" y="1240205"/>
                  </a:cubicBezTo>
                  <a:lnTo>
                    <a:pt x="4904105" y="1240205"/>
                  </a:lnTo>
                  <a:lnTo>
                    <a:pt x="4907597" y="1238465"/>
                  </a:lnTo>
                  <a:cubicBezTo>
                    <a:pt x="4909102" y="1237786"/>
                    <a:pt x="4909978" y="1235836"/>
                    <a:pt x="4911966" y="1235836"/>
                  </a:cubicBezTo>
                  <a:cubicBezTo>
                    <a:pt x="4913261" y="1235836"/>
                    <a:pt x="4914379" y="1236497"/>
                    <a:pt x="4915465" y="1236694"/>
                  </a:cubicBezTo>
                  <a:cubicBezTo>
                    <a:pt x="4918538" y="1237786"/>
                    <a:pt x="4920056" y="1239970"/>
                    <a:pt x="4921624" y="1242815"/>
                  </a:cubicBezTo>
                  <a:cubicBezTo>
                    <a:pt x="4922062" y="1243933"/>
                    <a:pt x="4922234" y="1245241"/>
                    <a:pt x="4922475" y="1246308"/>
                  </a:cubicBezTo>
                  <a:cubicBezTo>
                    <a:pt x="4923129" y="1248740"/>
                    <a:pt x="4923567" y="1250911"/>
                    <a:pt x="4924240" y="1253343"/>
                  </a:cubicBezTo>
                  <a:cubicBezTo>
                    <a:pt x="4924450" y="1254448"/>
                    <a:pt x="4924863" y="1255750"/>
                    <a:pt x="4925110" y="1256830"/>
                  </a:cubicBezTo>
                  <a:cubicBezTo>
                    <a:pt x="4925320" y="1258125"/>
                    <a:pt x="4926183" y="1259046"/>
                    <a:pt x="4926850" y="1260347"/>
                  </a:cubicBezTo>
                  <a:cubicBezTo>
                    <a:pt x="4927707" y="1262087"/>
                    <a:pt x="4930362" y="1262760"/>
                    <a:pt x="4930362" y="1264939"/>
                  </a:cubicBezTo>
                  <a:lnTo>
                    <a:pt x="4930362" y="1283792"/>
                  </a:lnTo>
                  <a:cubicBezTo>
                    <a:pt x="4930362" y="1285951"/>
                    <a:pt x="4927974" y="1286814"/>
                    <a:pt x="4926850" y="1288370"/>
                  </a:cubicBezTo>
                  <a:cubicBezTo>
                    <a:pt x="4925758" y="1289697"/>
                    <a:pt x="4924012" y="1289430"/>
                    <a:pt x="4923351" y="1290980"/>
                  </a:cubicBezTo>
                  <a:cubicBezTo>
                    <a:pt x="4922913" y="1292059"/>
                    <a:pt x="4922913" y="1293380"/>
                    <a:pt x="4922475" y="1294510"/>
                  </a:cubicBezTo>
                  <a:cubicBezTo>
                    <a:pt x="4922062" y="1295793"/>
                    <a:pt x="4921624" y="1296689"/>
                    <a:pt x="4921624" y="1298206"/>
                  </a:cubicBezTo>
                  <a:lnTo>
                    <a:pt x="4921624" y="1308480"/>
                  </a:lnTo>
                  <a:lnTo>
                    <a:pt x="4940655" y="1308480"/>
                  </a:lnTo>
                  <a:cubicBezTo>
                    <a:pt x="4945462" y="1308480"/>
                    <a:pt x="4947202" y="1304753"/>
                    <a:pt x="4951374" y="1302346"/>
                  </a:cubicBezTo>
                  <a:lnTo>
                    <a:pt x="4954879" y="1300619"/>
                  </a:lnTo>
                  <a:cubicBezTo>
                    <a:pt x="4956397" y="1299756"/>
                    <a:pt x="4957705" y="1298848"/>
                    <a:pt x="4959248" y="1297990"/>
                  </a:cubicBezTo>
                  <a:cubicBezTo>
                    <a:pt x="4961001" y="1296904"/>
                    <a:pt x="4961635" y="1295349"/>
                    <a:pt x="4963617" y="1294510"/>
                  </a:cubicBezTo>
                  <a:cubicBezTo>
                    <a:pt x="4964709" y="1294047"/>
                    <a:pt x="4966011" y="1294047"/>
                    <a:pt x="4967122" y="1293621"/>
                  </a:cubicBezTo>
                  <a:cubicBezTo>
                    <a:pt x="4968430" y="1292955"/>
                    <a:pt x="4969319" y="1292307"/>
                    <a:pt x="4970640" y="1291875"/>
                  </a:cubicBezTo>
                  <a:cubicBezTo>
                    <a:pt x="4972151" y="1291196"/>
                    <a:pt x="4972602" y="1289697"/>
                    <a:pt x="4974145" y="1289234"/>
                  </a:cubicBezTo>
                  <a:cubicBezTo>
                    <a:pt x="4975650" y="1288783"/>
                    <a:pt x="4977212" y="1289881"/>
                    <a:pt x="4978514" y="1289234"/>
                  </a:cubicBezTo>
                  <a:cubicBezTo>
                    <a:pt x="4979816" y="1288573"/>
                    <a:pt x="4981149" y="1287913"/>
                    <a:pt x="4982025" y="1286605"/>
                  </a:cubicBezTo>
                  <a:cubicBezTo>
                    <a:pt x="4982457" y="1285735"/>
                    <a:pt x="4982025" y="1284185"/>
                    <a:pt x="4982025" y="1283106"/>
                  </a:cubicBezTo>
                  <a:cubicBezTo>
                    <a:pt x="4982241" y="1280718"/>
                    <a:pt x="4981816" y="1278743"/>
                    <a:pt x="4982025" y="1276102"/>
                  </a:cubicBezTo>
                  <a:cubicBezTo>
                    <a:pt x="4982025" y="1274349"/>
                    <a:pt x="4982654" y="1273244"/>
                    <a:pt x="4982895" y="1271720"/>
                  </a:cubicBezTo>
                  <a:cubicBezTo>
                    <a:pt x="4982895" y="1270641"/>
                    <a:pt x="4983778" y="1269765"/>
                    <a:pt x="4983778" y="1268444"/>
                  </a:cubicBezTo>
                  <a:lnTo>
                    <a:pt x="4983778" y="1257693"/>
                  </a:lnTo>
                  <a:cubicBezTo>
                    <a:pt x="4980241" y="1257693"/>
                    <a:pt x="4977612" y="1257934"/>
                    <a:pt x="4975002" y="1255953"/>
                  </a:cubicBezTo>
                  <a:cubicBezTo>
                    <a:pt x="4973453" y="1254880"/>
                    <a:pt x="4972602" y="1253559"/>
                    <a:pt x="4972373" y="1251591"/>
                  </a:cubicBezTo>
                  <a:cubicBezTo>
                    <a:pt x="4971929" y="1248536"/>
                    <a:pt x="4972837" y="1246568"/>
                    <a:pt x="4972373" y="1243710"/>
                  </a:cubicBezTo>
                  <a:cubicBezTo>
                    <a:pt x="4972373" y="1242599"/>
                    <a:pt x="4973021" y="1241291"/>
                    <a:pt x="4972373" y="1240205"/>
                  </a:cubicBezTo>
                  <a:cubicBezTo>
                    <a:pt x="4971732" y="1239107"/>
                    <a:pt x="4969986" y="1239323"/>
                    <a:pt x="4968894" y="1238465"/>
                  </a:cubicBezTo>
                  <a:cubicBezTo>
                    <a:pt x="4967789" y="1237583"/>
                    <a:pt x="4966677" y="1236694"/>
                    <a:pt x="4965369" y="1235836"/>
                  </a:cubicBezTo>
                  <a:cubicBezTo>
                    <a:pt x="4964042" y="1234941"/>
                    <a:pt x="4964042" y="1233189"/>
                    <a:pt x="4962728" y="1232331"/>
                  </a:cubicBezTo>
                  <a:cubicBezTo>
                    <a:pt x="4961635" y="1231436"/>
                    <a:pt x="4960346" y="1231436"/>
                    <a:pt x="4959248" y="1230585"/>
                  </a:cubicBezTo>
                  <a:cubicBezTo>
                    <a:pt x="4958168" y="1229702"/>
                    <a:pt x="4956848" y="1229264"/>
                    <a:pt x="4955749" y="1227937"/>
                  </a:cubicBezTo>
                  <a:cubicBezTo>
                    <a:pt x="4955101" y="1227080"/>
                    <a:pt x="4955527" y="1225530"/>
                    <a:pt x="4954879" y="1224470"/>
                  </a:cubicBezTo>
                  <a:cubicBezTo>
                    <a:pt x="4954231" y="1223149"/>
                    <a:pt x="4952676" y="1222476"/>
                    <a:pt x="4952237" y="1220927"/>
                  </a:cubicBezTo>
                  <a:cubicBezTo>
                    <a:pt x="4951583" y="1219200"/>
                    <a:pt x="4952237" y="1217663"/>
                    <a:pt x="4952237" y="1215694"/>
                  </a:cubicBezTo>
                  <a:cubicBezTo>
                    <a:pt x="4952237" y="1211960"/>
                    <a:pt x="4952009" y="1209344"/>
                    <a:pt x="4953120" y="1206023"/>
                  </a:cubicBezTo>
                  <a:cubicBezTo>
                    <a:pt x="4953546" y="1204544"/>
                    <a:pt x="4955101" y="1204099"/>
                    <a:pt x="4955749" y="1202562"/>
                  </a:cubicBezTo>
                  <a:cubicBezTo>
                    <a:pt x="4956397" y="1201273"/>
                    <a:pt x="4956848" y="1200150"/>
                    <a:pt x="4957476" y="1199051"/>
                  </a:cubicBezTo>
                  <a:cubicBezTo>
                    <a:pt x="4958168" y="1197933"/>
                    <a:pt x="4957476" y="1196193"/>
                    <a:pt x="4958372" y="1195527"/>
                  </a:cubicBezTo>
                  <a:cubicBezTo>
                    <a:pt x="4959248" y="1194911"/>
                    <a:pt x="4960785" y="1195787"/>
                    <a:pt x="4961870" y="1195527"/>
                  </a:cubicBezTo>
                  <a:cubicBezTo>
                    <a:pt x="4964709" y="1194676"/>
                    <a:pt x="4966900" y="1194231"/>
                    <a:pt x="4969757" y="1193800"/>
                  </a:cubicBezTo>
                  <a:lnTo>
                    <a:pt x="4973275" y="1193800"/>
                  </a:lnTo>
                  <a:cubicBezTo>
                    <a:pt x="4975885" y="1193571"/>
                    <a:pt x="4977612" y="1193145"/>
                    <a:pt x="4980241" y="1192904"/>
                  </a:cubicBezTo>
                  <a:lnTo>
                    <a:pt x="4980241" y="1162075"/>
                  </a:lnTo>
                  <a:cubicBezTo>
                    <a:pt x="4980241" y="1160735"/>
                    <a:pt x="4980920" y="1159871"/>
                    <a:pt x="4981149" y="1158786"/>
                  </a:cubicBezTo>
                  <a:cubicBezTo>
                    <a:pt x="4981365" y="1157649"/>
                    <a:pt x="4981365" y="1156347"/>
                    <a:pt x="4982025" y="1155268"/>
                  </a:cubicBezTo>
                  <a:cubicBezTo>
                    <a:pt x="4982654" y="1153941"/>
                    <a:pt x="4983314" y="1152626"/>
                    <a:pt x="4984654" y="1151750"/>
                  </a:cubicBezTo>
                  <a:cubicBezTo>
                    <a:pt x="4985537" y="1151299"/>
                    <a:pt x="4987042" y="1152220"/>
                    <a:pt x="4988159" y="1151750"/>
                  </a:cubicBezTo>
                  <a:cubicBezTo>
                    <a:pt x="4989468" y="1151299"/>
                    <a:pt x="4990337" y="1150664"/>
                    <a:pt x="4991627" y="1150023"/>
                  </a:cubicBezTo>
                  <a:cubicBezTo>
                    <a:pt x="4995354" y="1148048"/>
                    <a:pt x="4996243" y="1145419"/>
                    <a:pt x="4998669" y="1142123"/>
                  </a:cubicBezTo>
                  <a:cubicBezTo>
                    <a:pt x="4999539" y="1140809"/>
                    <a:pt x="5000174" y="1139952"/>
                    <a:pt x="5001291" y="1138631"/>
                  </a:cubicBezTo>
                  <a:cubicBezTo>
                    <a:pt x="5003253" y="1136243"/>
                    <a:pt x="5004562" y="1133589"/>
                    <a:pt x="5007375" y="1132497"/>
                  </a:cubicBezTo>
                  <a:cubicBezTo>
                    <a:pt x="5008511" y="1132077"/>
                    <a:pt x="5009591" y="1132497"/>
                    <a:pt x="5010880" y="1132497"/>
                  </a:cubicBezTo>
                  <a:cubicBezTo>
                    <a:pt x="5012226" y="1132497"/>
                    <a:pt x="5013312" y="1132312"/>
                    <a:pt x="5014448" y="1132497"/>
                  </a:cubicBezTo>
                  <a:cubicBezTo>
                    <a:pt x="5020316" y="1134033"/>
                    <a:pt x="5022538" y="1139304"/>
                    <a:pt x="5028418" y="1141272"/>
                  </a:cubicBezTo>
                  <a:cubicBezTo>
                    <a:pt x="5029517" y="1141463"/>
                    <a:pt x="5030597" y="1142123"/>
                    <a:pt x="5031898" y="1142123"/>
                  </a:cubicBezTo>
                  <a:cubicBezTo>
                    <a:pt x="5034756" y="1142123"/>
                    <a:pt x="5036508" y="1140809"/>
                    <a:pt x="5038953" y="1139507"/>
                  </a:cubicBezTo>
                  <a:cubicBezTo>
                    <a:pt x="5040255" y="1138872"/>
                    <a:pt x="5041328" y="1138427"/>
                    <a:pt x="5042420" y="1137748"/>
                  </a:cubicBezTo>
                  <a:cubicBezTo>
                    <a:pt x="5043754" y="1136859"/>
                    <a:pt x="5043754" y="1135138"/>
                    <a:pt x="5045036" y="1134243"/>
                  </a:cubicBezTo>
                  <a:cubicBezTo>
                    <a:pt x="5046357" y="1133379"/>
                    <a:pt x="5047246" y="1132312"/>
                    <a:pt x="5048542" y="1131633"/>
                  </a:cubicBezTo>
                  <a:cubicBezTo>
                    <a:pt x="5049647" y="1130973"/>
                    <a:pt x="5050955" y="1132077"/>
                    <a:pt x="5052079" y="1131633"/>
                  </a:cubicBezTo>
                  <a:cubicBezTo>
                    <a:pt x="5053596" y="1130973"/>
                    <a:pt x="5053164" y="1128566"/>
                    <a:pt x="5054688" y="1128147"/>
                  </a:cubicBezTo>
                  <a:cubicBezTo>
                    <a:pt x="5057095" y="1127245"/>
                    <a:pt x="5059299" y="1128566"/>
                    <a:pt x="5061692" y="1128147"/>
                  </a:cubicBezTo>
                  <a:cubicBezTo>
                    <a:pt x="5062994" y="1127899"/>
                    <a:pt x="5063890" y="1126820"/>
                    <a:pt x="5065198" y="1126343"/>
                  </a:cubicBezTo>
                  <a:cubicBezTo>
                    <a:pt x="5066264" y="1126159"/>
                    <a:pt x="5067833" y="1125924"/>
                    <a:pt x="5068709" y="1125499"/>
                  </a:cubicBezTo>
                  <a:cubicBezTo>
                    <a:pt x="5069986" y="1124629"/>
                    <a:pt x="5071135" y="1123734"/>
                    <a:pt x="5072195" y="1122895"/>
                  </a:cubicBezTo>
                  <a:cubicBezTo>
                    <a:pt x="5073078" y="1122229"/>
                    <a:pt x="5071986" y="1120470"/>
                    <a:pt x="5072195" y="1119371"/>
                  </a:cubicBezTo>
                  <a:cubicBezTo>
                    <a:pt x="5074183" y="1116736"/>
                    <a:pt x="5078342" y="1114532"/>
                    <a:pt x="5080958" y="1112348"/>
                  </a:cubicBezTo>
                  <a:cubicBezTo>
                    <a:pt x="5082038" y="1111491"/>
                    <a:pt x="5083594" y="1111726"/>
                    <a:pt x="5084445" y="1110602"/>
                  </a:cubicBezTo>
                  <a:cubicBezTo>
                    <a:pt x="5085321" y="1109522"/>
                    <a:pt x="5085321" y="1108202"/>
                    <a:pt x="5086184" y="1107103"/>
                  </a:cubicBezTo>
                  <a:cubicBezTo>
                    <a:pt x="5087092" y="1105998"/>
                    <a:pt x="5088826" y="1105573"/>
                    <a:pt x="5089702" y="1104487"/>
                  </a:cubicBezTo>
                  <a:cubicBezTo>
                    <a:pt x="5093436" y="1100321"/>
                    <a:pt x="5094954" y="1096829"/>
                    <a:pt x="5099323" y="1093089"/>
                  </a:cubicBezTo>
                  <a:cubicBezTo>
                    <a:pt x="5100656" y="1092009"/>
                    <a:pt x="5101532" y="1091584"/>
                    <a:pt x="5102828" y="1090466"/>
                  </a:cubicBezTo>
                  <a:cubicBezTo>
                    <a:pt x="5105482" y="1088269"/>
                    <a:pt x="5106790" y="1086516"/>
                    <a:pt x="5108111" y="1083468"/>
                  </a:cubicBezTo>
                  <a:cubicBezTo>
                    <a:pt x="5108543" y="1082382"/>
                    <a:pt x="5108543" y="1081062"/>
                    <a:pt x="5108962" y="1079982"/>
                  </a:cubicBezTo>
                  <a:cubicBezTo>
                    <a:pt x="5109629" y="1078420"/>
                    <a:pt x="5110949" y="1077995"/>
                    <a:pt x="5111584" y="1076464"/>
                  </a:cubicBezTo>
                  <a:cubicBezTo>
                    <a:pt x="5112042" y="1075385"/>
                    <a:pt x="5112042" y="1074064"/>
                    <a:pt x="5112467" y="1072972"/>
                  </a:cubicBezTo>
                  <a:cubicBezTo>
                    <a:pt x="5113572" y="1070317"/>
                    <a:pt x="5114004" y="1068590"/>
                    <a:pt x="5115090" y="1065968"/>
                  </a:cubicBezTo>
                  <a:cubicBezTo>
                    <a:pt x="5115775" y="1064425"/>
                    <a:pt x="5117071" y="1063783"/>
                    <a:pt x="5117744" y="1062456"/>
                  </a:cubicBezTo>
                  <a:cubicBezTo>
                    <a:pt x="5119693" y="1059179"/>
                    <a:pt x="5121675" y="1057852"/>
                    <a:pt x="5124723" y="1055446"/>
                  </a:cubicBezTo>
                  <a:cubicBezTo>
                    <a:pt x="5125834" y="1054785"/>
                    <a:pt x="5127148" y="1054341"/>
                    <a:pt x="5128247" y="1053725"/>
                  </a:cubicBezTo>
                  <a:cubicBezTo>
                    <a:pt x="5129326" y="1053020"/>
                    <a:pt x="5128882" y="1050861"/>
                    <a:pt x="5129987" y="1050213"/>
                  </a:cubicBezTo>
                  <a:cubicBezTo>
                    <a:pt x="5131060" y="1049540"/>
                    <a:pt x="5132393" y="1050632"/>
                    <a:pt x="5133498" y="1050213"/>
                  </a:cubicBezTo>
                  <a:cubicBezTo>
                    <a:pt x="5136534" y="1048677"/>
                    <a:pt x="5137416" y="1045806"/>
                    <a:pt x="5139632" y="1043197"/>
                  </a:cubicBezTo>
                  <a:cubicBezTo>
                    <a:pt x="5140737" y="1041901"/>
                    <a:pt x="5142033" y="1041901"/>
                    <a:pt x="5143118" y="1040561"/>
                  </a:cubicBezTo>
                  <a:cubicBezTo>
                    <a:pt x="5143988" y="1039475"/>
                    <a:pt x="5143988" y="1038167"/>
                    <a:pt x="5144858" y="1037062"/>
                  </a:cubicBezTo>
                  <a:cubicBezTo>
                    <a:pt x="5145976" y="1035557"/>
                    <a:pt x="5147075" y="1034884"/>
                    <a:pt x="5148351" y="1033557"/>
                  </a:cubicBezTo>
                  <a:cubicBezTo>
                    <a:pt x="5149659" y="1032243"/>
                    <a:pt x="5150764" y="1031392"/>
                    <a:pt x="5151843" y="1030046"/>
                  </a:cubicBezTo>
                  <a:cubicBezTo>
                    <a:pt x="5152961" y="1028750"/>
                    <a:pt x="5155152" y="1028992"/>
                    <a:pt x="5155374" y="1027449"/>
                  </a:cubicBezTo>
                  <a:cubicBezTo>
                    <a:pt x="5155818" y="1025029"/>
                    <a:pt x="5155152" y="1023048"/>
                    <a:pt x="5155374" y="1020432"/>
                  </a:cubicBezTo>
                  <a:cubicBezTo>
                    <a:pt x="5155374" y="1019105"/>
                    <a:pt x="5156263" y="1018228"/>
                    <a:pt x="5156263" y="1016939"/>
                  </a:cubicBezTo>
                  <a:cubicBezTo>
                    <a:pt x="5156460" y="1014298"/>
                    <a:pt x="5156034" y="1012570"/>
                    <a:pt x="5156263" y="1009910"/>
                  </a:cubicBezTo>
                  <a:lnTo>
                    <a:pt x="5156263" y="1006405"/>
                  </a:lnTo>
                  <a:cubicBezTo>
                    <a:pt x="5156460" y="1004900"/>
                    <a:pt x="5158212" y="1004474"/>
                    <a:pt x="5158873" y="1002925"/>
                  </a:cubicBezTo>
                  <a:cubicBezTo>
                    <a:pt x="5159533" y="1001375"/>
                    <a:pt x="5160854" y="1000950"/>
                    <a:pt x="5161495" y="999420"/>
                  </a:cubicBezTo>
                  <a:cubicBezTo>
                    <a:pt x="5163070" y="996124"/>
                    <a:pt x="5162384" y="993527"/>
                    <a:pt x="5162384" y="989787"/>
                  </a:cubicBezTo>
                  <a:lnTo>
                    <a:pt x="5162384" y="983672"/>
                  </a:lnTo>
                  <a:cubicBezTo>
                    <a:pt x="5162384" y="982325"/>
                    <a:pt x="5161495" y="981449"/>
                    <a:pt x="5161495" y="980147"/>
                  </a:cubicBezTo>
                  <a:lnTo>
                    <a:pt x="5161495" y="976655"/>
                  </a:lnTo>
                  <a:cubicBezTo>
                    <a:pt x="5161495" y="975334"/>
                    <a:pt x="5161286" y="974236"/>
                    <a:pt x="5161495" y="973188"/>
                  </a:cubicBezTo>
                  <a:cubicBezTo>
                    <a:pt x="5161724" y="971626"/>
                    <a:pt x="5163686" y="971168"/>
                    <a:pt x="5164099" y="969657"/>
                  </a:cubicBezTo>
                  <a:cubicBezTo>
                    <a:pt x="5164378" y="968559"/>
                    <a:pt x="5163927" y="967238"/>
                    <a:pt x="5164099" y="966133"/>
                  </a:cubicBezTo>
                  <a:cubicBezTo>
                    <a:pt x="5164550" y="963764"/>
                    <a:pt x="5165026" y="961529"/>
                    <a:pt x="5165871" y="959116"/>
                  </a:cubicBezTo>
                  <a:cubicBezTo>
                    <a:pt x="5166556" y="957395"/>
                    <a:pt x="5168525" y="957179"/>
                    <a:pt x="5169408" y="955636"/>
                  </a:cubicBezTo>
                  <a:cubicBezTo>
                    <a:pt x="5170036" y="954544"/>
                    <a:pt x="5170455" y="953465"/>
                    <a:pt x="5171154" y="952144"/>
                  </a:cubicBezTo>
                  <a:cubicBezTo>
                    <a:pt x="5171770" y="950823"/>
                    <a:pt x="5172887" y="949940"/>
                    <a:pt x="5173770" y="948639"/>
                  </a:cubicBezTo>
                  <a:cubicBezTo>
                    <a:pt x="5174856" y="949293"/>
                    <a:pt x="5176412" y="948861"/>
                    <a:pt x="5177256" y="949515"/>
                  </a:cubicBezTo>
                  <a:cubicBezTo>
                    <a:pt x="5178355" y="950391"/>
                    <a:pt x="5177910" y="952366"/>
                    <a:pt x="5179034" y="953007"/>
                  </a:cubicBezTo>
                  <a:cubicBezTo>
                    <a:pt x="5179898" y="953465"/>
                    <a:pt x="5181650" y="953242"/>
                    <a:pt x="5182508" y="953890"/>
                  </a:cubicBezTo>
                  <a:cubicBezTo>
                    <a:pt x="5183835" y="954754"/>
                    <a:pt x="5184927" y="955179"/>
                    <a:pt x="5186032" y="956519"/>
                  </a:cubicBezTo>
                  <a:cubicBezTo>
                    <a:pt x="5187111" y="957827"/>
                    <a:pt x="5188629" y="958272"/>
                    <a:pt x="5188629" y="960024"/>
                  </a:cubicBezTo>
                  <a:cubicBezTo>
                    <a:pt x="5188629" y="961345"/>
                    <a:pt x="5187797" y="962202"/>
                    <a:pt x="5187797" y="963517"/>
                  </a:cubicBezTo>
                  <a:cubicBezTo>
                    <a:pt x="5187797" y="965053"/>
                    <a:pt x="5186476" y="965707"/>
                    <a:pt x="5186032" y="967028"/>
                  </a:cubicBezTo>
                  <a:cubicBezTo>
                    <a:pt x="5185581" y="968775"/>
                    <a:pt x="5185143" y="970337"/>
                    <a:pt x="5185143" y="972273"/>
                  </a:cubicBezTo>
                  <a:cubicBezTo>
                    <a:pt x="5185143" y="975772"/>
                    <a:pt x="5187327" y="977760"/>
                    <a:pt x="5187797" y="981043"/>
                  </a:cubicBezTo>
                  <a:cubicBezTo>
                    <a:pt x="5188629" y="986739"/>
                    <a:pt x="5187797" y="990441"/>
                    <a:pt x="5187797" y="996378"/>
                  </a:cubicBezTo>
                  <a:cubicBezTo>
                    <a:pt x="5187797" y="1000950"/>
                    <a:pt x="5188210" y="1003579"/>
                    <a:pt x="5187797" y="1008151"/>
                  </a:cubicBezTo>
                  <a:cubicBezTo>
                    <a:pt x="5187797" y="1009503"/>
                    <a:pt x="5188210" y="1010583"/>
                    <a:pt x="5187797" y="1011669"/>
                  </a:cubicBezTo>
                  <a:cubicBezTo>
                    <a:pt x="5187111" y="1013199"/>
                    <a:pt x="5186032" y="1013860"/>
                    <a:pt x="5185143" y="1015161"/>
                  </a:cubicBezTo>
                  <a:cubicBezTo>
                    <a:pt x="5184273" y="1016501"/>
                    <a:pt x="5182508" y="1016501"/>
                    <a:pt x="5181650" y="1017790"/>
                  </a:cubicBezTo>
                  <a:cubicBezTo>
                    <a:pt x="5180755" y="1019352"/>
                    <a:pt x="5181650" y="1021079"/>
                    <a:pt x="5181650" y="1023048"/>
                  </a:cubicBezTo>
                  <a:cubicBezTo>
                    <a:pt x="5181650" y="1025029"/>
                    <a:pt x="5181422" y="1026547"/>
                    <a:pt x="5181650" y="1028325"/>
                  </a:cubicBezTo>
                  <a:cubicBezTo>
                    <a:pt x="5182298" y="1032497"/>
                    <a:pt x="5183835" y="1034884"/>
                    <a:pt x="5185143" y="1038815"/>
                  </a:cubicBezTo>
                  <a:cubicBezTo>
                    <a:pt x="5186248" y="1042117"/>
                    <a:pt x="5187797" y="1044060"/>
                    <a:pt x="5187797" y="1047572"/>
                  </a:cubicBezTo>
                  <a:cubicBezTo>
                    <a:pt x="5187797" y="1049540"/>
                    <a:pt x="5187556" y="1051090"/>
                    <a:pt x="5186914" y="1052849"/>
                  </a:cubicBezTo>
                  <a:cubicBezTo>
                    <a:pt x="5186248" y="1054341"/>
                    <a:pt x="5184457" y="1054341"/>
                    <a:pt x="5183409" y="1055446"/>
                  </a:cubicBezTo>
                  <a:cubicBezTo>
                    <a:pt x="5182298" y="1056532"/>
                    <a:pt x="5180342" y="1056532"/>
                    <a:pt x="5179898" y="1058087"/>
                  </a:cubicBezTo>
                  <a:cubicBezTo>
                    <a:pt x="5179225" y="1060075"/>
                    <a:pt x="5180342" y="1061364"/>
                    <a:pt x="5180342" y="1063561"/>
                  </a:cubicBezTo>
                  <a:cubicBezTo>
                    <a:pt x="5180342" y="1065529"/>
                    <a:pt x="5179898" y="1066628"/>
                    <a:pt x="5179898" y="1068590"/>
                  </a:cubicBezTo>
                  <a:cubicBezTo>
                    <a:pt x="5179898" y="1070317"/>
                    <a:pt x="5180755" y="1071200"/>
                    <a:pt x="5180755" y="1072972"/>
                  </a:cubicBezTo>
                  <a:cubicBezTo>
                    <a:pt x="5180755" y="1074273"/>
                    <a:pt x="5180342" y="1075143"/>
                    <a:pt x="5180342" y="1076464"/>
                  </a:cubicBezTo>
                  <a:lnTo>
                    <a:pt x="5186914" y="1076464"/>
                  </a:lnTo>
                  <a:cubicBezTo>
                    <a:pt x="5187981" y="1075613"/>
                    <a:pt x="5189740" y="1076032"/>
                    <a:pt x="5190394" y="1074705"/>
                  </a:cubicBezTo>
                  <a:cubicBezTo>
                    <a:pt x="5190839" y="1073632"/>
                    <a:pt x="5190839" y="1072318"/>
                    <a:pt x="5191277" y="1071200"/>
                  </a:cubicBezTo>
                  <a:lnTo>
                    <a:pt x="5193023" y="1067708"/>
                  </a:lnTo>
                  <a:cubicBezTo>
                    <a:pt x="5193671" y="1066171"/>
                    <a:pt x="5194992" y="1065529"/>
                    <a:pt x="5195665" y="1064234"/>
                  </a:cubicBezTo>
                  <a:cubicBezTo>
                    <a:pt x="5196300" y="1063142"/>
                    <a:pt x="5196732" y="1062024"/>
                    <a:pt x="5197379" y="1060684"/>
                  </a:cubicBezTo>
                  <a:cubicBezTo>
                    <a:pt x="5198306" y="1061567"/>
                    <a:pt x="5200688" y="1061116"/>
                    <a:pt x="5200942" y="1062456"/>
                  </a:cubicBezTo>
                  <a:cubicBezTo>
                    <a:pt x="5201583" y="1064882"/>
                    <a:pt x="5199614" y="1067250"/>
                    <a:pt x="5200942" y="1069460"/>
                  </a:cubicBezTo>
                  <a:cubicBezTo>
                    <a:pt x="5201583" y="1070775"/>
                    <a:pt x="5203094" y="1071200"/>
                    <a:pt x="5204396" y="1072076"/>
                  </a:cubicBezTo>
                  <a:cubicBezTo>
                    <a:pt x="5207692" y="1074489"/>
                    <a:pt x="5210759" y="1074489"/>
                    <a:pt x="5214905" y="1074705"/>
                  </a:cubicBezTo>
                  <a:cubicBezTo>
                    <a:pt x="5214708" y="1073391"/>
                    <a:pt x="5215153" y="1072318"/>
                    <a:pt x="5214905" y="1071200"/>
                  </a:cubicBezTo>
                  <a:cubicBezTo>
                    <a:pt x="5214708" y="1069886"/>
                    <a:pt x="5213597" y="1069022"/>
                    <a:pt x="5213146" y="1067708"/>
                  </a:cubicBezTo>
                  <a:cubicBezTo>
                    <a:pt x="5212930" y="1066628"/>
                    <a:pt x="5212740" y="1065288"/>
                    <a:pt x="5212276" y="1064234"/>
                  </a:cubicBezTo>
                  <a:cubicBezTo>
                    <a:pt x="5211667" y="1062678"/>
                    <a:pt x="5210549" y="1062024"/>
                    <a:pt x="5209679" y="1060684"/>
                  </a:cubicBezTo>
                  <a:cubicBezTo>
                    <a:pt x="5208587" y="1059179"/>
                    <a:pt x="5206377" y="1059389"/>
                    <a:pt x="5205285" y="1058087"/>
                  </a:cubicBezTo>
                  <a:cubicBezTo>
                    <a:pt x="5204396" y="1056995"/>
                    <a:pt x="5204396" y="1055662"/>
                    <a:pt x="5203526" y="1054582"/>
                  </a:cubicBezTo>
                  <a:cubicBezTo>
                    <a:pt x="5202662" y="1053280"/>
                    <a:pt x="5200688" y="1053484"/>
                    <a:pt x="5200021" y="1051934"/>
                  </a:cubicBezTo>
                  <a:cubicBezTo>
                    <a:pt x="5198713" y="1049337"/>
                    <a:pt x="5199386" y="1046702"/>
                    <a:pt x="5198306" y="1044060"/>
                  </a:cubicBezTo>
                  <a:cubicBezTo>
                    <a:pt x="5197608" y="1042542"/>
                    <a:pt x="5196300" y="1042117"/>
                    <a:pt x="5195665" y="1040561"/>
                  </a:cubicBezTo>
                  <a:cubicBezTo>
                    <a:pt x="5194554" y="1038167"/>
                    <a:pt x="5193023" y="1036408"/>
                    <a:pt x="5193023" y="1033557"/>
                  </a:cubicBezTo>
                  <a:cubicBezTo>
                    <a:pt x="5193023" y="1030046"/>
                    <a:pt x="5197608" y="1029411"/>
                    <a:pt x="5199157" y="1026547"/>
                  </a:cubicBezTo>
                  <a:cubicBezTo>
                    <a:pt x="5199811" y="1025245"/>
                    <a:pt x="5201583" y="1024788"/>
                    <a:pt x="5201780" y="1023048"/>
                  </a:cubicBezTo>
                  <a:cubicBezTo>
                    <a:pt x="5202008" y="1021295"/>
                    <a:pt x="5201342" y="1020216"/>
                    <a:pt x="5201780" y="1018679"/>
                  </a:cubicBezTo>
                  <a:cubicBezTo>
                    <a:pt x="5202008" y="1017587"/>
                    <a:pt x="5201342" y="1016285"/>
                    <a:pt x="5201780" y="1015161"/>
                  </a:cubicBezTo>
                  <a:cubicBezTo>
                    <a:pt x="5202224" y="1013860"/>
                    <a:pt x="5204625" y="1014514"/>
                    <a:pt x="5205285" y="1013440"/>
                  </a:cubicBezTo>
                  <a:cubicBezTo>
                    <a:pt x="5205945" y="1012336"/>
                    <a:pt x="5205945" y="1010805"/>
                    <a:pt x="5207025" y="1009910"/>
                  </a:cubicBezTo>
                  <a:cubicBezTo>
                    <a:pt x="5208117" y="1009053"/>
                    <a:pt x="5207908" y="1006405"/>
                    <a:pt x="5209679" y="1006405"/>
                  </a:cubicBezTo>
                  <a:cubicBezTo>
                    <a:pt x="5212518" y="1006405"/>
                    <a:pt x="5214283" y="1007706"/>
                    <a:pt x="5216658" y="1009053"/>
                  </a:cubicBezTo>
                  <a:cubicBezTo>
                    <a:pt x="5219731" y="1010583"/>
                    <a:pt x="5220169" y="1014298"/>
                    <a:pt x="5223668" y="1014298"/>
                  </a:cubicBezTo>
                  <a:cubicBezTo>
                    <a:pt x="5225421" y="1014298"/>
                    <a:pt x="5225649" y="1012139"/>
                    <a:pt x="5227173" y="1011669"/>
                  </a:cubicBezTo>
                  <a:cubicBezTo>
                    <a:pt x="5226964" y="1010367"/>
                    <a:pt x="5227396" y="1009262"/>
                    <a:pt x="5227173" y="1008151"/>
                  </a:cubicBezTo>
                  <a:cubicBezTo>
                    <a:pt x="5226964" y="1006875"/>
                    <a:pt x="5225649" y="1005979"/>
                    <a:pt x="5225421" y="1004684"/>
                  </a:cubicBezTo>
                  <a:cubicBezTo>
                    <a:pt x="5225199" y="1003579"/>
                    <a:pt x="5225649" y="1002264"/>
                    <a:pt x="5225421" y="1001172"/>
                  </a:cubicBezTo>
                  <a:cubicBezTo>
                    <a:pt x="5224773" y="998524"/>
                    <a:pt x="5223256" y="996784"/>
                    <a:pt x="5222786" y="994175"/>
                  </a:cubicBezTo>
                  <a:cubicBezTo>
                    <a:pt x="5222557" y="993095"/>
                    <a:pt x="5222786" y="991958"/>
                    <a:pt x="5222786" y="990669"/>
                  </a:cubicBezTo>
                  <a:cubicBezTo>
                    <a:pt x="5222786" y="988929"/>
                    <a:pt x="5222360" y="987799"/>
                    <a:pt x="5221935" y="986294"/>
                  </a:cubicBezTo>
                  <a:cubicBezTo>
                    <a:pt x="5221478" y="984751"/>
                    <a:pt x="5219509" y="984300"/>
                    <a:pt x="5219293" y="982789"/>
                  </a:cubicBezTo>
                  <a:cubicBezTo>
                    <a:pt x="5218639" y="978827"/>
                    <a:pt x="5219293" y="976414"/>
                    <a:pt x="5219293" y="972273"/>
                  </a:cubicBezTo>
                  <a:cubicBezTo>
                    <a:pt x="5219064" y="971168"/>
                    <a:pt x="5219731" y="969879"/>
                    <a:pt x="5219293" y="968775"/>
                  </a:cubicBezTo>
                  <a:cubicBezTo>
                    <a:pt x="5218639" y="967238"/>
                    <a:pt x="5217318" y="966825"/>
                    <a:pt x="5216658" y="965269"/>
                  </a:cubicBezTo>
                  <a:cubicBezTo>
                    <a:pt x="5215997" y="963949"/>
                    <a:pt x="5215604" y="962856"/>
                    <a:pt x="5214905" y="961802"/>
                  </a:cubicBezTo>
                  <a:cubicBezTo>
                    <a:pt x="5213146" y="958926"/>
                    <a:pt x="5209889" y="958037"/>
                    <a:pt x="5208784" y="954754"/>
                  </a:cubicBezTo>
                  <a:cubicBezTo>
                    <a:pt x="5208327" y="953465"/>
                    <a:pt x="5207266" y="952563"/>
                    <a:pt x="5207025" y="951242"/>
                  </a:cubicBezTo>
                  <a:cubicBezTo>
                    <a:pt x="5206828" y="950156"/>
                    <a:pt x="5207908" y="949293"/>
                    <a:pt x="5207908" y="947972"/>
                  </a:cubicBezTo>
                  <a:cubicBezTo>
                    <a:pt x="5207908" y="946467"/>
                    <a:pt x="5207025" y="945813"/>
                    <a:pt x="5207025" y="944283"/>
                  </a:cubicBezTo>
                  <a:cubicBezTo>
                    <a:pt x="5207025" y="942943"/>
                    <a:pt x="5207908" y="942054"/>
                    <a:pt x="5207908" y="940758"/>
                  </a:cubicBezTo>
                  <a:lnTo>
                    <a:pt x="5207908" y="937253"/>
                  </a:lnTo>
                  <a:cubicBezTo>
                    <a:pt x="5207908" y="935513"/>
                    <a:pt x="5208784" y="934612"/>
                    <a:pt x="5208784" y="932865"/>
                  </a:cubicBezTo>
                  <a:cubicBezTo>
                    <a:pt x="5208784" y="931341"/>
                    <a:pt x="5207908" y="930675"/>
                    <a:pt x="5207908" y="929138"/>
                  </a:cubicBezTo>
                  <a:cubicBezTo>
                    <a:pt x="5207908" y="927836"/>
                    <a:pt x="5208993" y="926953"/>
                    <a:pt x="5208784" y="925880"/>
                  </a:cubicBezTo>
                  <a:cubicBezTo>
                    <a:pt x="5208327" y="924559"/>
                    <a:pt x="5207692" y="923461"/>
                    <a:pt x="5207025" y="922381"/>
                  </a:cubicBezTo>
                  <a:cubicBezTo>
                    <a:pt x="5206377" y="921251"/>
                    <a:pt x="5204212" y="922559"/>
                    <a:pt x="5203526" y="921499"/>
                  </a:cubicBezTo>
                  <a:cubicBezTo>
                    <a:pt x="5202224" y="919308"/>
                    <a:pt x="5202866" y="916901"/>
                    <a:pt x="5202662" y="914501"/>
                  </a:cubicBezTo>
                  <a:cubicBezTo>
                    <a:pt x="5202447" y="912075"/>
                    <a:pt x="5201113" y="910132"/>
                    <a:pt x="5200942" y="907503"/>
                  </a:cubicBezTo>
                  <a:cubicBezTo>
                    <a:pt x="5200688" y="904417"/>
                    <a:pt x="5201113" y="902658"/>
                    <a:pt x="5200942" y="899610"/>
                  </a:cubicBezTo>
                  <a:cubicBezTo>
                    <a:pt x="5200942" y="896981"/>
                    <a:pt x="5200249" y="895235"/>
                    <a:pt x="5200021" y="892606"/>
                  </a:cubicBezTo>
                  <a:lnTo>
                    <a:pt x="5193023" y="892606"/>
                  </a:lnTo>
                  <a:lnTo>
                    <a:pt x="5193023" y="917987"/>
                  </a:lnTo>
                  <a:cubicBezTo>
                    <a:pt x="5190636" y="917987"/>
                    <a:pt x="5189327" y="917568"/>
                    <a:pt x="5186914" y="917987"/>
                  </a:cubicBezTo>
                  <a:cubicBezTo>
                    <a:pt x="5185365" y="918235"/>
                    <a:pt x="5184698" y="919092"/>
                    <a:pt x="5183409" y="919740"/>
                  </a:cubicBezTo>
                  <a:lnTo>
                    <a:pt x="5183409" y="923245"/>
                  </a:lnTo>
                  <a:cubicBezTo>
                    <a:pt x="5183409" y="924559"/>
                    <a:pt x="5184273" y="925664"/>
                    <a:pt x="5184273" y="926731"/>
                  </a:cubicBezTo>
                  <a:lnTo>
                    <a:pt x="5184273" y="930268"/>
                  </a:lnTo>
                  <a:cubicBezTo>
                    <a:pt x="5184457" y="931557"/>
                    <a:pt x="5185810" y="932446"/>
                    <a:pt x="5186032" y="933767"/>
                  </a:cubicBezTo>
                  <a:cubicBezTo>
                    <a:pt x="5186476" y="936148"/>
                    <a:pt x="5186032" y="938117"/>
                    <a:pt x="5186032" y="940758"/>
                  </a:cubicBezTo>
                  <a:lnTo>
                    <a:pt x="5179898" y="940758"/>
                  </a:lnTo>
                  <a:cubicBezTo>
                    <a:pt x="5178780" y="940117"/>
                    <a:pt x="5176837" y="941000"/>
                    <a:pt x="5176412" y="939863"/>
                  </a:cubicBezTo>
                  <a:cubicBezTo>
                    <a:pt x="5175738" y="938574"/>
                    <a:pt x="5174640" y="937907"/>
                    <a:pt x="5174640" y="936396"/>
                  </a:cubicBezTo>
                  <a:cubicBezTo>
                    <a:pt x="5174640" y="935088"/>
                    <a:pt x="5175529" y="934192"/>
                    <a:pt x="5175529" y="932865"/>
                  </a:cubicBezTo>
                  <a:cubicBezTo>
                    <a:pt x="5175529" y="931557"/>
                    <a:pt x="5176183" y="930478"/>
                    <a:pt x="5176412" y="929354"/>
                  </a:cubicBezTo>
                  <a:cubicBezTo>
                    <a:pt x="5176837" y="926953"/>
                    <a:pt x="5177256" y="924998"/>
                    <a:pt x="5177256" y="922381"/>
                  </a:cubicBezTo>
                  <a:lnTo>
                    <a:pt x="5177256" y="918876"/>
                  </a:lnTo>
                  <a:cubicBezTo>
                    <a:pt x="5177047" y="917320"/>
                    <a:pt x="5175275" y="916679"/>
                    <a:pt x="5174640" y="915358"/>
                  </a:cubicBezTo>
                  <a:cubicBezTo>
                    <a:pt x="5173770" y="913847"/>
                    <a:pt x="5172678" y="912723"/>
                    <a:pt x="5171154" y="911859"/>
                  </a:cubicBezTo>
                  <a:cubicBezTo>
                    <a:pt x="5169827" y="911212"/>
                    <a:pt x="5169166" y="909675"/>
                    <a:pt x="5167617" y="909250"/>
                  </a:cubicBezTo>
                  <a:cubicBezTo>
                    <a:pt x="5166556" y="909015"/>
                    <a:pt x="5165223" y="909434"/>
                    <a:pt x="5164099" y="909250"/>
                  </a:cubicBezTo>
                  <a:cubicBezTo>
                    <a:pt x="5162384" y="908792"/>
                    <a:pt x="5161070" y="907713"/>
                    <a:pt x="5159743" y="906621"/>
                  </a:cubicBezTo>
                  <a:cubicBezTo>
                    <a:pt x="5158644" y="905738"/>
                    <a:pt x="5159127" y="903782"/>
                    <a:pt x="5158003" y="903096"/>
                  </a:cubicBezTo>
                  <a:cubicBezTo>
                    <a:pt x="5157152" y="902474"/>
                    <a:pt x="5155590" y="902874"/>
                    <a:pt x="5154510" y="902220"/>
                  </a:cubicBezTo>
                  <a:cubicBezTo>
                    <a:pt x="5149913" y="899375"/>
                    <a:pt x="5147919" y="896543"/>
                    <a:pt x="5143988" y="892606"/>
                  </a:cubicBezTo>
                  <a:lnTo>
                    <a:pt x="5133498" y="892606"/>
                  </a:lnTo>
                  <a:lnTo>
                    <a:pt x="5133498" y="910132"/>
                  </a:lnTo>
                  <a:lnTo>
                    <a:pt x="5118614" y="910132"/>
                  </a:lnTo>
                  <a:cubicBezTo>
                    <a:pt x="5118373" y="908792"/>
                    <a:pt x="5118817" y="907929"/>
                    <a:pt x="5118614" y="906621"/>
                  </a:cubicBezTo>
                  <a:cubicBezTo>
                    <a:pt x="5118373" y="905084"/>
                    <a:pt x="5117293" y="904417"/>
                    <a:pt x="5116855" y="903096"/>
                  </a:cubicBezTo>
                  <a:cubicBezTo>
                    <a:pt x="5115331" y="898290"/>
                    <a:pt x="5112924" y="895857"/>
                    <a:pt x="5109851" y="891711"/>
                  </a:cubicBezTo>
                  <a:lnTo>
                    <a:pt x="5105482" y="892606"/>
                  </a:lnTo>
                  <a:cubicBezTo>
                    <a:pt x="5105692" y="893902"/>
                    <a:pt x="5106358" y="894797"/>
                    <a:pt x="5106358" y="896118"/>
                  </a:cubicBezTo>
                  <a:lnTo>
                    <a:pt x="5106358" y="903096"/>
                  </a:lnTo>
                  <a:cubicBezTo>
                    <a:pt x="5106358" y="904417"/>
                    <a:pt x="5105692" y="905275"/>
                    <a:pt x="5105482" y="906621"/>
                  </a:cubicBezTo>
                  <a:cubicBezTo>
                    <a:pt x="5103729" y="906373"/>
                    <a:pt x="5102828" y="906830"/>
                    <a:pt x="5101088" y="906621"/>
                  </a:cubicBezTo>
                  <a:cubicBezTo>
                    <a:pt x="5099545" y="906373"/>
                    <a:pt x="5098897" y="905084"/>
                    <a:pt x="5097576" y="904862"/>
                  </a:cubicBezTo>
                  <a:lnTo>
                    <a:pt x="5097576" y="901338"/>
                  </a:lnTo>
                  <a:cubicBezTo>
                    <a:pt x="5097576" y="900017"/>
                    <a:pt x="5098249" y="898944"/>
                    <a:pt x="5098465" y="897877"/>
                  </a:cubicBezTo>
                  <a:cubicBezTo>
                    <a:pt x="5098897" y="895857"/>
                    <a:pt x="5100199" y="894797"/>
                    <a:pt x="5100199" y="892606"/>
                  </a:cubicBezTo>
                  <a:cubicBezTo>
                    <a:pt x="5100199" y="888638"/>
                    <a:pt x="5096960" y="887139"/>
                    <a:pt x="5094077" y="884720"/>
                  </a:cubicBezTo>
                  <a:cubicBezTo>
                    <a:pt x="5092788" y="886028"/>
                    <a:pt x="5092331" y="887577"/>
                    <a:pt x="5090598" y="888218"/>
                  </a:cubicBezTo>
                  <a:cubicBezTo>
                    <a:pt x="5089251" y="888638"/>
                    <a:pt x="5088604" y="889952"/>
                    <a:pt x="5087092" y="889952"/>
                  </a:cubicBezTo>
                  <a:lnTo>
                    <a:pt x="5083143" y="889952"/>
                  </a:lnTo>
                  <a:lnTo>
                    <a:pt x="5079199" y="889952"/>
                  </a:lnTo>
                  <a:cubicBezTo>
                    <a:pt x="5077682" y="889952"/>
                    <a:pt x="5077021" y="888460"/>
                    <a:pt x="5075701" y="888218"/>
                  </a:cubicBezTo>
                  <a:cubicBezTo>
                    <a:pt x="5075929" y="885596"/>
                    <a:pt x="5075929" y="883615"/>
                    <a:pt x="5076558" y="881221"/>
                  </a:cubicBezTo>
                  <a:cubicBezTo>
                    <a:pt x="5077021" y="879671"/>
                    <a:pt x="5078107" y="879030"/>
                    <a:pt x="5079199" y="877722"/>
                  </a:cubicBezTo>
                  <a:cubicBezTo>
                    <a:pt x="5080292" y="876401"/>
                    <a:pt x="5080292" y="874610"/>
                    <a:pt x="5081854" y="874210"/>
                  </a:cubicBezTo>
                  <a:cubicBezTo>
                    <a:pt x="5082914" y="873791"/>
                    <a:pt x="5084241" y="874439"/>
                    <a:pt x="5085321" y="874210"/>
                  </a:cubicBezTo>
                  <a:cubicBezTo>
                    <a:pt x="5087943" y="873334"/>
                    <a:pt x="5089702" y="872470"/>
                    <a:pt x="5092331" y="871588"/>
                  </a:cubicBezTo>
                  <a:cubicBezTo>
                    <a:pt x="5093893" y="871150"/>
                    <a:pt x="5095398" y="870692"/>
                    <a:pt x="5096719" y="869854"/>
                  </a:cubicBezTo>
                  <a:cubicBezTo>
                    <a:pt x="5098040" y="868972"/>
                    <a:pt x="5098465" y="867644"/>
                    <a:pt x="5099323" y="866355"/>
                  </a:cubicBezTo>
                  <a:cubicBezTo>
                    <a:pt x="5100656" y="864628"/>
                    <a:pt x="5101532" y="863504"/>
                    <a:pt x="5102828" y="861948"/>
                  </a:cubicBezTo>
                  <a:cubicBezTo>
                    <a:pt x="5104371" y="860202"/>
                    <a:pt x="5105228" y="858475"/>
                    <a:pt x="5107209" y="857580"/>
                  </a:cubicBezTo>
                  <a:cubicBezTo>
                    <a:pt x="5108320" y="857135"/>
                    <a:pt x="5109629" y="856919"/>
                    <a:pt x="5110721" y="856697"/>
                  </a:cubicBezTo>
                  <a:cubicBezTo>
                    <a:pt x="5112042" y="856481"/>
                    <a:pt x="5112924" y="855167"/>
                    <a:pt x="5114220" y="854957"/>
                  </a:cubicBezTo>
                  <a:cubicBezTo>
                    <a:pt x="5116645" y="854532"/>
                    <a:pt x="5118614" y="854957"/>
                    <a:pt x="5121230" y="854957"/>
                  </a:cubicBezTo>
                  <a:cubicBezTo>
                    <a:pt x="5121230" y="849922"/>
                    <a:pt x="5120144" y="846416"/>
                    <a:pt x="5122087" y="841813"/>
                  </a:cubicBezTo>
                  <a:cubicBezTo>
                    <a:pt x="5122532" y="840524"/>
                    <a:pt x="5122995" y="839400"/>
                    <a:pt x="5123853" y="838295"/>
                  </a:cubicBezTo>
                  <a:cubicBezTo>
                    <a:pt x="5124938" y="836980"/>
                    <a:pt x="5126259" y="836574"/>
                    <a:pt x="5127377" y="835685"/>
                  </a:cubicBezTo>
                  <a:cubicBezTo>
                    <a:pt x="5128456" y="834796"/>
                    <a:pt x="5129764" y="834605"/>
                    <a:pt x="5130876" y="833932"/>
                  </a:cubicBezTo>
                  <a:cubicBezTo>
                    <a:pt x="5131955" y="833285"/>
                    <a:pt x="5131955" y="831519"/>
                    <a:pt x="5132597" y="830433"/>
                  </a:cubicBezTo>
                  <a:cubicBezTo>
                    <a:pt x="5133498" y="829125"/>
                    <a:pt x="5133054" y="826916"/>
                    <a:pt x="5134375" y="826065"/>
                  </a:cubicBezTo>
                  <a:cubicBezTo>
                    <a:pt x="5135454" y="825404"/>
                    <a:pt x="5136788" y="825188"/>
                    <a:pt x="5137867" y="824337"/>
                  </a:cubicBezTo>
                  <a:cubicBezTo>
                    <a:pt x="5138959" y="823417"/>
                    <a:pt x="5140280" y="823226"/>
                    <a:pt x="5141353" y="822559"/>
                  </a:cubicBezTo>
                  <a:cubicBezTo>
                    <a:pt x="5142687" y="821696"/>
                    <a:pt x="5142687" y="820140"/>
                    <a:pt x="5143988" y="819061"/>
                  </a:cubicBezTo>
                  <a:cubicBezTo>
                    <a:pt x="5145284" y="817956"/>
                    <a:pt x="5147075" y="817498"/>
                    <a:pt x="5148351" y="816425"/>
                  </a:cubicBezTo>
                  <a:cubicBezTo>
                    <a:pt x="5149468" y="815543"/>
                    <a:pt x="5148808" y="813600"/>
                    <a:pt x="5150097" y="812926"/>
                  </a:cubicBezTo>
                  <a:cubicBezTo>
                    <a:pt x="5151221" y="812266"/>
                    <a:pt x="5152542" y="812482"/>
                    <a:pt x="5153647" y="812038"/>
                  </a:cubicBezTo>
                  <a:cubicBezTo>
                    <a:pt x="5154714" y="811612"/>
                    <a:pt x="5156263" y="812482"/>
                    <a:pt x="5157152" y="812038"/>
                  </a:cubicBezTo>
                  <a:cubicBezTo>
                    <a:pt x="5158212" y="811390"/>
                    <a:pt x="5158212" y="809650"/>
                    <a:pt x="5158873" y="808539"/>
                  </a:cubicBezTo>
                  <a:cubicBezTo>
                    <a:pt x="5159533" y="807434"/>
                    <a:pt x="5160175" y="806367"/>
                    <a:pt x="5160645" y="805033"/>
                  </a:cubicBezTo>
                  <a:cubicBezTo>
                    <a:pt x="5161070" y="803929"/>
                    <a:pt x="5161070" y="802620"/>
                    <a:pt x="5161495" y="801535"/>
                  </a:cubicBezTo>
                  <a:cubicBezTo>
                    <a:pt x="5161953" y="800220"/>
                    <a:pt x="5162607" y="799357"/>
                    <a:pt x="5163229" y="798048"/>
                  </a:cubicBezTo>
                  <a:cubicBezTo>
                    <a:pt x="5163927" y="796512"/>
                    <a:pt x="5165026" y="795845"/>
                    <a:pt x="5165871" y="794575"/>
                  </a:cubicBezTo>
                  <a:cubicBezTo>
                    <a:pt x="5166556" y="793438"/>
                    <a:pt x="5166753" y="791933"/>
                    <a:pt x="5167617" y="791013"/>
                  </a:cubicBezTo>
                  <a:cubicBezTo>
                    <a:pt x="5169604" y="789057"/>
                    <a:pt x="5171770" y="787990"/>
                    <a:pt x="5174640" y="787546"/>
                  </a:cubicBezTo>
                  <a:cubicBezTo>
                    <a:pt x="5177504" y="787069"/>
                    <a:pt x="5179669" y="788187"/>
                    <a:pt x="5182508" y="787546"/>
                  </a:cubicBezTo>
                  <a:cubicBezTo>
                    <a:pt x="5185365" y="786866"/>
                    <a:pt x="5187111" y="784917"/>
                    <a:pt x="5189518" y="783132"/>
                  </a:cubicBezTo>
                  <a:cubicBezTo>
                    <a:pt x="5190839" y="782275"/>
                    <a:pt x="5191061" y="780961"/>
                    <a:pt x="5192141" y="779627"/>
                  </a:cubicBezTo>
                  <a:cubicBezTo>
                    <a:pt x="5193449" y="778103"/>
                    <a:pt x="5194369" y="776789"/>
                    <a:pt x="5195665" y="775303"/>
                  </a:cubicBezTo>
                  <a:cubicBezTo>
                    <a:pt x="5197379" y="773093"/>
                    <a:pt x="5199614" y="770889"/>
                    <a:pt x="5202662" y="770889"/>
                  </a:cubicBezTo>
                  <a:cubicBezTo>
                    <a:pt x="5206168" y="770889"/>
                    <a:pt x="5208117" y="772642"/>
                    <a:pt x="5211667" y="772642"/>
                  </a:cubicBezTo>
                  <a:cubicBezTo>
                    <a:pt x="5212276" y="772642"/>
                    <a:pt x="5212518" y="773531"/>
                    <a:pt x="5213146" y="773531"/>
                  </a:cubicBezTo>
                  <a:cubicBezTo>
                    <a:pt x="5216467" y="773531"/>
                    <a:pt x="5218423" y="771778"/>
                    <a:pt x="5221712" y="771778"/>
                  </a:cubicBezTo>
                  <a:lnTo>
                    <a:pt x="5223668" y="771778"/>
                  </a:lnTo>
                  <a:cubicBezTo>
                    <a:pt x="5225199" y="771778"/>
                    <a:pt x="5225853" y="773315"/>
                    <a:pt x="5227173" y="773531"/>
                  </a:cubicBezTo>
                  <a:lnTo>
                    <a:pt x="5230679" y="773531"/>
                  </a:lnTo>
                  <a:cubicBezTo>
                    <a:pt x="5231999" y="773531"/>
                    <a:pt x="5232863" y="773741"/>
                    <a:pt x="5234184" y="773531"/>
                  </a:cubicBezTo>
                  <a:cubicBezTo>
                    <a:pt x="5236375" y="773315"/>
                    <a:pt x="5237245" y="770889"/>
                    <a:pt x="5239416" y="770889"/>
                  </a:cubicBezTo>
                  <a:lnTo>
                    <a:pt x="5241175" y="770889"/>
                  </a:lnTo>
                  <a:cubicBezTo>
                    <a:pt x="5242706" y="770889"/>
                    <a:pt x="5243385" y="772191"/>
                    <a:pt x="5244668" y="772642"/>
                  </a:cubicBezTo>
                  <a:cubicBezTo>
                    <a:pt x="5247055" y="773531"/>
                    <a:pt x="5250814" y="776141"/>
                    <a:pt x="5253437" y="776141"/>
                  </a:cubicBezTo>
                  <a:close/>
                  <a:moveTo>
                    <a:pt x="2701143" y="792784"/>
                  </a:moveTo>
                  <a:cubicBezTo>
                    <a:pt x="2697860" y="793902"/>
                    <a:pt x="2696991" y="796289"/>
                    <a:pt x="2694146" y="798048"/>
                  </a:cubicBezTo>
                  <a:cubicBezTo>
                    <a:pt x="2693028" y="798709"/>
                    <a:pt x="2691745" y="798264"/>
                    <a:pt x="2690641" y="798912"/>
                  </a:cubicBezTo>
                  <a:cubicBezTo>
                    <a:pt x="2689548" y="799572"/>
                    <a:pt x="2689758" y="801325"/>
                    <a:pt x="2688901" y="802436"/>
                  </a:cubicBezTo>
                  <a:cubicBezTo>
                    <a:pt x="2686697" y="804824"/>
                    <a:pt x="2683846" y="806145"/>
                    <a:pt x="2682748" y="809396"/>
                  </a:cubicBezTo>
                  <a:cubicBezTo>
                    <a:pt x="2682532" y="810520"/>
                    <a:pt x="2682970" y="811841"/>
                    <a:pt x="2682748" y="812926"/>
                  </a:cubicBezTo>
                  <a:lnTo>
                    <a:pt x="2686265" y="814679"/>
                  </a:lnTo>
                  <a:cubicBezTo>
                    <a:pt x="2687332" y="814025"/>
                    <a:pt x="2688634" y="813809"/>
                    <a:pt x="2689758" y="812926"/>
                  </a:cubicBezTo>
                  <a:cubicBezTo>
                    <a:pt x="2691079" y="811841"/>
                    <a:pt x="2691288" y="810310"/>
                    <a:pt x="2692368" y="809396"/>
                  </a:cubicBezTo>
                  <a:cubicBezTo>
                    <a:pt x="2693479" y="808539"/>
                    <a:pt x="2693479" y="806367"/>
                    <a:pt x="2694984" y="805954"/>
                  </a:cubicBezTo>
                  <a:cubicBezTo>
                    <a:pt x="2696108" y="805707"/>
                    <a:pt x="2697429" y="806367"/>
                    <a:pt x="2698508" y="805954"/>
                  </a:cubicBezTo>
                  <a:cubicBezTo>
                    <a:pt x="2699626" y="805472"/>
                    <a:pt x="2701143" y="805707"/>
                    <a:pt x="2702026" y="805033"/>
                  </a:cubicBezTo>
                  <a:cubicBezTo>
                    <a:pt x="2702909" y="804411"/>
                    <a:pt x="2701556" y="802620"/>
                    <a:pt x="2702026" y="801535"/>
                  </a:cubicBezTo>
                  <a:cubicBezTo>
                    <a:pt x="2702655" y="800004"/>
                    <a:pt x="2704210" y="799572"/>
                    <a:pt x="2704642" y="798048"/>
                  </a:cubicBezTo>
                  <a:cubicBezTo>
                    <a:pt x="2705519" y="795648"/>
                    <a:pt x="2705950" y="793438"/>
                    <a:pt x="2706370" y="791013"/>
                  </a:cubicBezTo>
                  <a:cubicBezTo>
                    <a:pt x="2705290" y="791229"/>
                    <a:pt x="2702229" y="792575"/>
                    <a:pt x="2701143" y="792784"/>
                  </a:cubicBezTo>
                  <a:close/>
                  <a:moveTo>
                    <a:pt x="2719527" y="988929"/>
                  </a:moveTo>
                  <a:cubicBezTo>
                    <a:pt x="2720828" y="988929"/>
                    <a:pt x="2721705" y="988028"/>
                    <a:pt x="2723026" y="988028"/>
                  </a:cubicBezTo>
                  <a:cubicBezTo>
                    <a:pt x="2724334" y="988028"/>
                    <a:pt x="2725426" y="987374"/>
                    <a:pt x="2726563" y="987190"/>
                  </a:cubicBezTo>
                  <a:cubicBezTo>
                    <a:pt x="2727617" y="986936"/>
                    <a:pt x="2728937" y="986739"/>
                    <a:pt x="2730042" y="986294"/>
                  </a:cubicBezTo>
                  <a:lnTo>
                    <a:pt x="2733548" y="984516"/>
                  </a:lnTo>
                  <a:cubicBezTo>
                    <a:pt x="2734862" y="983868"/>
                    <a:pt x="2733751" y="981043"/>
                    <a:pt x="2735268" y="981043"/>
                  </a:cubicBezTo>
                  <a:cubicBezTo>
                    <a:pt x="2736615" y="981043"/>
                    <a:pt x="2737484" y="981881"/>
                    <a:pt x="2738805" y="981881"/>
                  </a:cubicBezTo>
                  <a:cubicBezTo>
                    <a:pt x="2740298" y="981881"/>
                    <a:pt x="2741002" y="983672"/>
                    <a:pt x="2742514" y="983672"/>
                  </a:cubicBezTo>
                  <a:lnTo>
                    <a:pt x="2752820" y="983672"/>
                  </a:lnTo>
                  <a:cubicBezTo>
                    <a:pt x="2752820" y="979931"/>
                    <a:pt x="2753004" y="977963"/>
                    <a:pt x="2753671" y="974236"/>
                  </a:cubicBezTo>
                  <a:cubicBezTo>
                    <a:pt x="2756300" y="974470"/>
                    <a:pt x="2758046" y="974902"/>
                    <a:pt x="2760675" y="974902"/>
                  </a:cubicBezTo>
                  <a:cubicBezTo>
                    <a:pt x="2762021" y="974902"/>
                    <a:pt x="2762637" y="974013"/>
                    <a:pt x="2763970" y="974013"/>
                  </a:cubicBezTo>
                  <a:cubicBezTo>
                    <a:pt x="2765501" y="974013"/>
                    <a:pt x="2766136" y="974902"/>
                    <a:pt x="2767685" y="974902"/>
                  </a:cubicBezTo>
                  <a:cubicBezTo>
                    <a:pt x="2770314" y="974902"/>
                    <a:pt x="2772048" y="975118"/>
                    <a:pt x="2774689" y="974902"/>
                  </a:cubicBezTo>
                  <a:cubicBezTo>
                    <a:pt x="2775991" y="974902"/>
                    <a:pt x="2777089" y="975334"/>
                    <a:pt x="2778207" y="974902"/>
                  </a:cubicBezTo>
                  <a:cubicBezTo>
                    <a:pt x="2779712" y="974236"/>
                    <a:pt x="2780379" y="973188"/>
                    <a:pt x="2781693" y="972273"/>
                  </a:cubicBezTo>
                  <a:cubicBezTo>
                    <a:pt x="2782995" y="971384"/>
                    <a:pt x="2782563" y="968775"/>
                    <a:pt x="2784328" y="968775"/>
                  </a:cubicBezTo>
                  <a:cubicBezTo>
                    <a:pt x="2786303" y="968775"/>
                    <a:pt x="2787834" y="969194"/>
                    <a:pt x="2789586" y="969657"/>
                  </a:cubicBezTo>
                  <a:cubicBezTo>
                    <a:pt x="2793288" y="970972"/>
                    <a:pt x="2794400" y="974902"/>
                    <a:pt x="2798317" y="974902"/>
                  </a:cubicBezTo>
                  <a:lnTo>
                    <a:pt x="2800089" y="974902"/>
                  </a:lnTo>
                  <a:cubicBezTo>
                    <a:pt x="2801397" y="974902"/>
                    <a:pt x="2802248" y="974013"/>
                    <a:pt x="2803582" y="974013"/>
                  </a:cubicBezTo>
                  <a:cubicBezTo>
                    <a:pt x="2806223" y="973804"/>
                    <a:pt x="2807957" y="974236"/>
                    <a:pt x="2810579" y="974013"/>
                  </a:cubicBezTo>
                  <a:cubicBezTo>
                    <a:pt x="2811900" y="974013"/>
                    <a:pt x="2812999" y="974470"/>
                    <a:pt x="2814104" y="974013"/>
                  </a:cubicBezTo>
                  <a:cubicBezTo>
                    <a:pt x="2815609" y="973347"/>
                    <a:pt x="2816250" y="972273"/>
                    <a:pt x="2817583" y="971384"/>
                  </a:cubicBezTo>
                  <a:cubicBezTo>
                    <a:pt x="2818669" y="970737"/>
                    <a:pt x="2818060" y="968559"/>
                    <a:pt x="2819342" y="967873"/>
                  </a:cubicBezTo>
                  <a:cubicBezTo>
                    <a:pt x="2820441" y="967441"/>
                    <a:pt x="2821730" y="968120"/>
                    <a:pt x="2822841" y="967873"/>
                  </a:cubicBezTo>
                  <a:cubicBezTo>
                    <a:pt x="2823959" y="967695"/>
                    <a:pt x="2825038" y="967873"/>
                    <a:pt x="2826334" y="967873"/>
                  </a:cubicBezTo>
                  <a:cubicBezTo>
                    <a:pt x="2827877" y="967873"/>
                    <a:pt x="2828544" y="966565"/>
                    <a:pt x="2829864" y="966133"/>
                  </a:cubicBezTo>
                  <a:lnTo>
                    <a:pt x="2830734" y="962628"/>
                  </a:lnTo>
                  <a:cubicBezTo>
                    <a:pt x="2829864" y="961345"/>
                    <a:pt x="2828759" y="960481"/>
                    <a:pt x="2828093" y="959116"/>
                  </a:cubicBezTo>
                  <a:cubicBezTo>
                    <a:pt x="2827223" y="957395"/>
                    <a:pt x="2825451" y="956049"/>
                    <a:pt x="2825451" y="953890"/>
                  </a:cubicBezTo>
                  <a:lnTo>
                    <a:pt x="2825451" y="952144"/>
                  </a:lnTo>
                  <a:cubicBezTo>
                    <a:pt x="2825451" y="950823"/>
                    <a:pt x="2825451" y="949293"/>
                    <a:pt x="2826334" y="948639"/>
                  </a:cubicBezTo>
                  <a:cubicBezTo>
                    <a:pt x="2827223" y="947972"/>
                    <a:pt x="2828759" y="948213"/>
                    <a:pt x="2829864" y="947775"/>
                  </a:cubicBezTo>
                  <a:cubicBezTo>
                    <a:pt x="2830944" y="947318"/>
                    <a:pt x="2832480" y="948410"/>
                    <a:pt x="2833344" y="947775"/>
                  </a:cubicBezTo>
                  <a:cubicBezTo>
                    <a:pt x="2834252" y="947077"/>
                    <a:pt x="2833801" y="945362"/>
                    <a:pt x="2834252" y="944283"/>
                  </a:cubicBezTo>
                  <a:cubicBezTo>
                    <a:pt x="2834665" y="943152"/>
                    <a:pt x="2834906" y="941851"/>
                    <a:pt x="2835097" y="940758"/>
                  </a:cubicBezTo>
                  <a:lnTo>
                    <a:pt x="2842107" y="940758"/>
                  </a:lnTo>
                  <a:lnTo>
                    <a:pt x="2842107" y="933767"/>
                  </a:lnTo>
                  <a:cubicBezTo>
                    <a:pt x="2840786" y="932865"/>
                    <a:pt x="2839694" y="932446"/>
                    <a:pt x="2838589" y="931144"/>
                  </a:cubicBezTo>
                  <a:cubicBezTo>
                    <a:pt x="2837548" y="929817"/>
                    <a:pt x="2836640" y="928496"/>
                    <a:pt x="2835986" y="926731"/>
                  </a:cubicBezTo>
                  <a:cubicBezTo>
                    <a:pt x="2835516" y="925664"/>
                    <a:pt x="2836640" y="924109"/>
                    <a:pt x="2835986" y="923245"/>
                  </a:cubicBezTo>
                  <a:cubicBezTo>
                    <a:pt x="2835332" y="922140"/>
                    <a:pt x="2833611" y="922381"/>
                    <a:pt x="2832480" y="921499"/>
                  </a:cubicBezTo>
                  <a:cubicBezTo>
                    <a:pt x="2831388" y="920648"/>
                    <a:pt x="2830277" y="919740"/>
                    <a:pt x="2828975" y="918876"/>
                  </a:cubicBezTo>
                  <a:lnTo>
                    <a:pt x="2825451" y="919740"/>
                  </a:lnTo>
                  <a:cubicBezTo>
                    <a:pt x="2825267" y="921061"/>
                    <a:pt x="2826785" y="922381"/>
                    <a:pt x="2826334" y="923245"/>
                  </a:cubicBezTo>
                  <a:cubicBezTo>
                    <a:pt x="2825451" y="924559"/>
                    <a:pt x="2823705" y="924559"/>
                    <a:pt x="2822841" y="925880"/>
                  </a:cubicBezTo>
                  <a:cubicBezTo>
                    <a:pt x="2821971" y="927176"/>
                    <a:pt x="2821108" y="928274"/>
                    <a:pt x="2820212" y="929354"/>
                  </a:cubicBezTo>
                  <a:cubicBezTo>
                    <a:pt x="2819146" y="928928"/>
                    <a:pt x="2817387" y="929354"/>
                    <a:pt x="2816720" y="928496"/>
                  </a:cubicBezTo>
                  <a:cubicBezTo>
                    <a:pt x="2815837" y="927176"/>
                    <a:pt x="2814745" y="926528"/>
                    <a:pt x="2814104" y="924998"/>
                  </a:cubicBezTo>
                  <a:cubicBezTo>
                    <a:pt x="2813665" y="923905"/>
                    <a:pt x="2814104" y="922807"/>
                    <a:pt x="2814104" y="921499"/>
                  </a:cubicBezTo>
                  <a:cubicBezTo>
                    <a:pt x="2813850" y="918876"/>
                    <a:pt x="2814300" y="917130"/>
                    <a:pt x="2814104" y="914501"/>
                  </a:cubicBezTo>
                  <a:cubicBezTo>
                    <a:pt x="2814104" y="912501"/>
                    <a:pt x="2813437" y="911212"/>
                    <a:pt x="2813208" y="909250"/>
                  </a:cubicBezTo>
                  <a:lnTo>
                    <a:pt x="2802712" y="909250"/>
                  </a:lnTo>
                  <a:cubicBezTo>
                    <a:pt x="2803131" y="905516"/>
                    <a:pt x="2804261" y="903096"/>
                    <a:pt x="2803582" y="899610"/>
                  </a:cubicBezTo>
                  <a:cubicBezTo>
                    <a:pt x="2803582" y="898544"/>
                    <a:pt x="2804039" y="897197"/>
                    <a:pt x="2803582" y="896118"/>
                  </a:cubicBezTo>
                  <a:cubicBezTo>
                    <a:pt x="2802489" y="893260"/>
                    <a:pt x="2800089" y="891711"/>
                    <a:pt x="2797460" y="889952"/>
                  </a:cubicBezTo>
                  <a:cubicBezTo>
                    <a:pt x="2796355" y="889336"/>
                    <a:pt x="2795047" y="890631"/>
                    <a:pt x="2793955" y="889952"/>
                  </a:cubicBezTo>
                  <a:cubicBezTo>
                    <a:pt x="2792647" y="889336"/>
                    <a:pt x="2793288" y="887342"/>
                    <a:pt x="2792241" y="886466"/>
                  </a:cubicBezTo>
                  <a:cubicBezTo>
                    <a:pt x="2791326" y="885837"/>
                    <a:pt x="2789110" y="886466"/>
                    <a:pt x="2788704" y="885596"/>
                  </a:cubicBezTo>
                  <a:cubicBezTo>
                    <a:pt x="2788278" y="884720"/>
                    <a:pt x="2789110" y="883189"/>
                    <a:pt x="2788704" y="882078"/>
                  </a:cubicBezTo>
                  <a:cubicBezTo>
                    <a:pt x="2788050" y="880567"/>
                    <a:pt x="2786913" y="879900"/>
                    <a:pt x="2786075" y="878579"/>
                  </a:cubicBezTo>
                  <a:cubicBezTo>
                    <a:pt x="2784970" y="877068"/>
                    <a:pt x="2782341" y="877481"/>
                    <a:pt x="2781693" y="875944"/>
                  </a:cubicBezTo>
                  <a:cubicBezTo>
                    <a:pt x="2781249" y="874871"/>
                    <a:pt x="2782144" y="873518"/>
                    <a:pt x="2781693" y="872470"/>
                  </a:cubicBezTo>
                  <a:cubicBezTo>
                    <a:pt x="2781020" y="870934"/>
                    <a:pt x="2779712" y="870508"/>
                    <a:pt x="2779083" y="868972"/>
                  </a:cubicBezTo>
                  <a:cubicBezTo>
                    <a:pt x="2778391" y="867644"/>
                    <a:pt x="2777985" y="866540"/>
                    <a:pt x="2777312" y="865441"/>
                  </a:cubicBezTo>
                  <a:cubicBezTo>
                    <a:pt x="2776429" y="863936"/>
                    <a:pt x="2775584" y="862812"/>
                    <a:pt x="2773787" y="861948"/>
                  </a:cubicBezTo>
                  <a:cubicBezTo>
                    <a:pt x="2772498" y="861307"/>
                    <a:pt x="2771844" y="860202"/>
                    <a:pt x="2770314" y="860202"/>
                  </a:cubicBezTo>
                  <a:cubicBezTo>
                    <a:pt x="2767685" y="859986"/>
                    <a:pt x="2765964" y="860418"/>
                    <a:pt x="2763316" y="860202"/>
                  </a:cubicBezTo>
                  <a:cubicBezTo>
                    <a:pt x="2760675" y="859986"/>
                    <a:pt x="2758484" y="859339"/>
                    <a:pt x="2756300" y="858475"/>
                  </a:cubicBezTo>
                  <a:cubicBezTo>
                    <a:pt x="2754750" y="857783"/>
                    <a:pt x="2754979" y="856049"/>
                    <a:pt x="2753671" y="854957"/>
                  </a:cubicBezTo>
                  <a:cubicBezTo>
                    <a:pt x="2754325" y="853827"/>
                    <a:pt x="2754750" y="852557"/>
                    <a:pt x="2755449" y="851458"/>
                  </a:cubicBezTo>
                  <a:cubicBezTo>
                    <a:pt x="2756300" y="850106"/>
                    <a:pt x="2757817" y="850106"/>
                    <a:pt x="2758928" y="848817"/>
                  </a:cubicBezTo>
                  <a:cubicBezTo>
                    <a:pt x="2759595" y="847953"/>
                    <a:pt x="2758725" y="845959"/>
                    <a:pt x="2759773" y="845318"/>
                  </a:cubicBezTo>
                  <a:cubicBezTo>
                    <a:pt x="2760897" y="844670"/>
                    <a:pt x="2762230" y="845534"/>
                    <a:pt x="2763316" y="845318"/>
                  </a:cubicBezTo>
                  <a:cubicBezTo>
                    <a:pt x="2764389" y="845108"/>
                    <a:pt x="2765501" y="844670"/>
                    <a:pt x="2766822" y="844454"/>
                  </a:cubicBezTo>
                  <a:lnTo>
                    <a:pt x="2766822" y="840955"/>
                  </a:lnTo>
                  <a:cubicBezTo>
                    <a:pt x="2766822" y="839863"/>
                    <a:pt x="2766377" y="838542"/>
                    <a:pt x="2766822" y="837438"/>
                  </a:cubicBezTo>
                  <a:cubicBezTo>
                    <a:pt x="2767469" y="835920"/>
                    <a:pt x="2768549" y="835234"/>
                    <a:pt x="2769463" y="833932"/>
                  </a:cubicBezTo>
                  <a:cubicBezTo>
                    <a:pt x="2770314" y="832827"/>
                    <a:pt x="2771844" y="833050"/>
                    <a:pt x="2772943" y="832186"/>
                  </a:cubicBezTo>
                  <a:cubicBezTo>
                    <a:pt x="2774029" y="831297"/>
                    <a:pt x="2774689" y="830433"/>
                    <a:pt x="2774689" y="828897"/>
                  </a:cubicBezTo>
                  <a:lnTo>
                    <a:pt x="2774689" y="814679"/>
                  </a:lnTo>
                  <a:lnTo>
                    <a:pt x="2740552" y="814679"/>
                  </a:lnTo>
                  <a:cubicBezTo>
                    <a:pt x="2741193" y="813600"/>
                    <a:pt x="2741644" y="812266"/>
                    <a:pt x="2742279" y="811180"/>
                  </a:cubicBezTo>
                  <a:cubicBezTo>
                    <a:pt x="2743149" y="809878"/>
                    <a:pt x="2745155" y="810050"/>
                    <a:pt x="2745790" y="808539"/>
                  </a:cubicBezTo>
                  <a:cubicBezTo>
                    <a:pt x="2746222" y="807434"/>
                    <a:pt x="2745606" y="806145"/>
                    <a:pt x="2745790" y="805033"/>
                  </a:cubicBezTo>
                  <a:cubicBezTo>
                    <a:pt x="2746019" y="803929"/>
                    <a:pt x="2745352" y="802620"/>
                    <a:pt x="2745790" y="801535"/>
                  </a:cubicBezTo>
                  <a:cubicBezTo>
                    <a:pt x="2746457" y="800004"/>
                    <a:pt x="2748419" y="800004"/>
                    <a:pt x="2749296" y="798912"/>
                  </a:cubicBezTo>
                  <a:cubicBezTo>
                    <a:pt x="2750178" y="797833"/>
                    <a:pt x="2750826" y="796289"/>
                    <a:pt x="2751937" y="795401"/>
                  </a:cubicBezTo>
                  <a:cubicBezTo>
                    <a:pt x="2753004" y="794575"/>
                    <a:pt x="2754325" y="794321"/>
                    <a:pt x="2755449" y="793654"/>
                  </a:cubicBezTo>
                  <a:cubicBezTo>
                    <a:pt x="2754115" y="792340"/>
                    <a:pt x="2753671" y="790797"/>
                    <a:pt x="2751937" y="790155"/>
                  </a:cubicBezTo>
                  <a:cubicBezTo>
                    <a:pt x="2749950" y="789508"/>
                    <a:pt x="2748641" y="790155"/>
                    <a:pt x="2746457" y="790155"/>
                  </a:cubicBezTo>
                  <a:lnTo>
                    <a:pt x="2741434" y="790155"/>
                  </a:lnTo>
                  <a:cubicBezTo>
                    <a:pt x="2740113" y="790155"/>
                    <a:pt x="2739218" y="791013"/>
                    <a:pt x="2737910" y="791013"/>
                  </a:cubicBezTo>
                  <a:cubicBezTo>
                    <a:pt x="2732455" y="791483"/>
                    <a:pt x="2729388" y="791013"/>
                    <a:pt x="2723896" y="790371"/>
                  </a:cubicBezTo>
                  <a:cubicBezTo>
                    <a:pt x="2723896" y="793007"/>
                    <a:pt x="2724137" y="794575"/>
                    <a:pt x="2723896" y="797153"/>
                  </a:cubicBezTo>
                  <a:cubicBezTo>
                    <a:pt x="2723896" y="798468"/>
                    <a:pt x="2723483" y="799572"/>
                    <a:pt x="2723026" y="800658"/>
                  </a:cubicBezTo>
                  <a:cubicBezTo>
                    <a:pt x="2722175" y="802436"/>
                    <a:pt x="2719952" y="803065"/>
                    <a:pt x="2719952" y="805033"/>
                  </a:cubicBezTo>
                  <a:cubicBezTo>
                    <a:pt x="2719952" y="805707"/>
                    <a:pt x="2719527" y="806145"/>
                    <a:pt x="2719527" y="806786"/>
                  </a:cubicBezTo>
                  <a:cubicBezTo>
                    <a:pt x="2719304" y="809396"/>
                    <a:pt x="2720403" y="811180"/>
                    <a:pt x="2720403" y="813809"/>
                  </a:cubicBezTo>
                  <a:cubicBezTo>
                    <a:pt x="2720403" y="815124"/>
                    <a:pt x="2719952" y="815994"/>
                    <a:pt x="2719952" y="817308"/>
                  </a:cubicBezTo>
                  <a:cubicBezTo>
                    <a:pt x="2716904" y="817498"/>
                    <a:pt x="2714948" y="818191"/>
                    <a:pt x="2711850" y="818191"/>
                  </a:cubicBezTo>
                  <a:cubicBezTo>
                    <a:pt x="2710357" y="818191"/>
                    <a:pt x="2709456" y="817956"/>
                    <a:pt x="2708135" y="817308"/>
                  </a:cubicBezTo>
                  <a:cubicBezTo>
                    <a:pt x="2706370" y="816425"/>
                    <a:pt x="2705950" y="813809"/>
                    <a:pt x="2703760" y="813809"/>
                  </a:cubicBezTo>
                  <a:cubicBezTo>
                    <a:pt x="2701556" y="813809"/>
                    <a:pt x="2699391" y="814679"/>
                    <a:pt x="2698508" y="816425"/>
                  </a:cubicBezTo>
                  <a:cubicBezTo>
                    <a:pt x="2698083" y="817498"/>
                    <a:pt x="2698508" y="818610"/>
                    <a:pt x="2698508" y="819911"/>
                  </a:cubicBezTo>
                  <a:cubicBezTo>
                    <a:pt x="2698508" y="822559"/>
                    <a:pt x="2697860" y="824972"/>
                    <a:pt x="2699391" y="826916"/>
                  </a:cubicBezTo>
                  <a:cubicBezTo>
                    <a:pt x="2700267" y="827995"/>
                    <a:pt x="2701556" y="827995"/>
                    <a:pt x="2702909" y="828694"/>
                  </a:cubicBezTo>
                  <a:cubicBezTo>
                    <a:pt x="2705068" y="829786"/>
                    <a:pt x="2707493" y="830002"/>
                    <a:pt x="2709881" y="830433"/>
                  </a:cubicBezTo>
                  <a:cubicBezTo>
                    <a:pt x="2709456" y="831761"/>
                    <a:pt x="2708389" y="832624"/>
                    <a:pt x="2708135" y="833932"/>
                  </a:cubicBezTo>
                  <a:lnTo>
                    <a:pt x="2708135" y="837438"/>
                  </a:lnTo>
                  <a:cubicBezTo>
                    <a:pt x="2708135" y="838752"/>
                    <a:pt x="2707284" y="839616"/>
                    <a:pt x="2707284" y="840955"/>
                  </a:cubicBezTo>
                  <a:cubicBezTo>
                    <a:pt x="2707284" y="842467"/>
                    <a:pt x="2709011" y="842905"/>
                    <a:pt x="2709011" y="844454"/>
                  </a:cubicBezTo>
                  <a:cubicBezTo>
                    <a:pt x="2709011" y="845959"/>
                    <a:pt x="2708135" y="846855"/>
                    <a:pt x="2707284" y="847953"/>
                  </a:cubicBezTo>
                  <a:cubicBezTo>
                    <a:pt x="2706624" y="848817"/>
                    <a:pt x="2704877" y="848379"/>
                    <a:pt x="2703760" y="848817"/>
                  </a:cubicBezTo>
                  <a:cubicBezTo>
                    <a:pt x="2702655" y="849242"/>
                    <a:pt x="2701359" y="849242"/>
                    <a:pt x="2700267" y="849680"/>
                  </a:cubicBezTo>
                  <a:cubicBezTo>
                    <a:pt x="2698508" y="850379"/>
                    <a:pt x="2696768" y="851230"/>
                    <a:pt x="2696768" y="853198"/>
                  </a:cubicBezTo>
                  <a:cubicBezTo>
                    <a:pt x="2696768" y="855167"/>
                    <a:pt x="2697429" y="856481"/>
                    <a:pt x="2697626" y="858475"/>
                  </a:cubicBezTo>
                  <a:lnTo>
                    <a:pt x="2704642" y="858475"/>
                  </a:lnTo>
                  <a:cubicBezTo>
                    <a:pt x="2705950" y="858240"/>
                    <a:pt x="2706624" y="856697"/>
                    <a:pt x="2708135" y="856697"/>
                  </a:cubicBezTo>
                  <a:cubicBezTo>
                    <a:pt x="2709456" y="856697"/>
                    <a:pt x="2710776" y="857135"/>
                    <a:pt x="2711653" y="857580"/>
                  </a:cubicBezTo>
                  <a:cubicBezTo>
                    <a:pt x="2712535" y="857999"/>
                    <a:pt x="2710986" y="859986"/>
                    <a:pt x="2711653" y="861066"/>
                  </a:cubicBezTo>
                  <a:cubicBezTo>
                    <a:pt x="2712535" y="862406"/>
                    <a:pt x="2714294" y="862406"/>
                    <a:pt x="2715177" y="863695"/>
                  </a:cubicBezTo>
                  <a:lnTo>
                    <a:pt x="2722175" y="863695"/>
                  </a:lnTo>
                  <a:cubicBezTo>
                    <a:pt x="2722352" y="862406"/>
                    <a:pt x="2721933" y="861498"/>
                    <a:pt x="2722175" y="860202"/>
                  </a:cubicBezTo>
                  <a:cubicBezTo>
                    <a:pt x="2722352" y="858666"/>
                    <a:pt x="2723483" y="857999"/>
                    <a:pt x="2723896" y="856697"/>
                  </a:cubicBezTo>
                  <a:lnTo>
                    <a:pt x="2727420" y="859339"/>
                  </a:lnTo>
                  <a:cubicBezTo>
                    <a:pt x="2727420" y="860634"/>
                    <a:pt x="2726563" y="861498"/>
                    <a:pt x="2726563" y="862812"/>
                  </a:cubicBezTo>
                  <a:cubicBezTo>
                    <a:pt x="2726747" y="866095"/>
                    <a:pt x="2730042" y="867435"/>
                    <a:pt x="2730042" y="870692"/>
                  </a:cubicBezTo>
                  <a:cubicBezTo>
                    <a:pt x="2730042" y="872007"/>
                    <a:pt x="2729610" y="873334"/>
                    <a:pt x="2729179" y="874210"/>
                  </a:cubicBezTo>
                  <a:cubicBezTo>
                    <a:pt x="2728709" y="875080"/>
                    <a:pt x="2726747" y="874439"/>
                    <a:pt x="2725667" y="875080"/>
                  </a:cubicBezTo>
                  <a:cubicBezTo>
                    <a:pt x="2724556" y="875753"/>
                    <a:pt x="2723483" y="876401"/>
                    <a:pt x="2722175" y="876833"/>
                  </a:cubicBezTo>
                  <a:cubicBezTo>
                    <a:pt x="2722352" y="877931"/>
                    <a:pt x="2721933" y="879246"/>
                    <a:pt x="2722175" y="880332"/>
                  </a:cubicBezTo>
                  <a:cubicBezTo>
                    <a:pt x="2722587" y="881894"/>
                    <a:pt x="2724137" y="882313"/>
                    <a:pt x="2724765" y="883831"/>
                  </a:cubicBezTo>
                  <a:lnTo>
                    <a:pt x="2742279" y="883831"/>
                  </a:lnTo>
                  <a:lnTo>
                    <a:pt x="2744057" y="880332"/>
                  </a:lnTo>
                  <a:cubicBezTo>
                    <a:pt x="2745155" y="881221"/>
                    <a:pt x="2746882" y="880973"/>
                    <a:pt x="2747556" y="882078"/>
                  </a:cubicBezTo>
                  <a:cubicBezTo>
                    <a:pt x="2748203" y="883189"/>
                    <a:pt x="2748641" y="884275"/>
                    <a:pt x="2749296" y="885596"/>
                  </a:cubicBezTo>
                  <a:cubicBezTo>
                    <a:pt x="2749950" y="887139"/>
                    <a:pt x="2751937" y="887342"/>
                    <a:pt x="2751937" y="889088"/>
                  </a:cubicBezTo>
                  <a:cubicBezTo>
                    <a:pt x="2751937" y="891285"/>
                    <a:pt x="2750178" y="892168"/>
                    <a:pt x="2750178" y="894365"/>
                  </a:cubicBezTo>
                  <a:cubicBezTo>
                    <a:pt x="2750178" y="896543"/>
                    <a:pt x="2750407" y="898055"/>
                    <a:pt x="2751937" y="899610"/>
                  </a:cubicBezTo>
                  <a:cubicBezTo>
                    <a:pt x="2753887" y="901585"/>
                    <a:pt x="2756300" y="901795"/>
                    <a:pt x="2758928" y="903096"/>
                  </a:cubicBezTo>
                  <a:lnTo>
                    <a:pt x="2757163" y="910132"/>
                  </a:lnTo>
                  <a:cubicBezTo>
                    <a:pt x="2758255" y="912723"/>
                    <a:pt x="2759773" y="914279"/>
                    <a:pt x="2759773" y="917130"/>
                  </a:cubicBezTo>
                  <a:cubicBezTo>
                    <a:pt x="2759773" y="918876"/>
                    <a:pt x="2758046" y="919530"/>
                    <a:pt x="2757163" y="920648"/>
                  </a:cubicBezTo>
                  <a:cubicBezTo>
                    <a:pt x="2756071" y="921956"/>
                    <a:pt x="2753887" y="920648"/>
                    <a:pt x="2751937" y="920648"/>
                  </a:cubicBezTo>
                  <a:cubicBezTo>
                    <a:pt x="2749950" y="920648"/>
                    <a:pt x="2748419" y="920819"/>
                    <a:pt x="2746654" y="920648"/>
                  </a:cubicBezTo>
                  <a:cubicBezTo>
                    <a:pt x="2745155" y="920394"/>
                    <a:pt x="2744685" y="918432"/>
                    <a:pt x="2743149" y="917987"/>
                  </a:cubicBezTo>
                  <a:cubicBezTo>
                    <a:pt x="2741434" y="917568"/>
                    <a:pt x="2739872" y="917987"/>
                    <a:pt x="2737910" y="917987"/>
                  </a:cubicBezTo>
                  <a:lnTo>
                    <a:pt x="2736183" y="917987"/>
                  </a:lnTo>
                  <a:cubicBezTo>
                    <a:pt x="2735072" y="917987"/>
                    <a:pt x="2733548" y="917568"/>
                    <a:pt x="2732671" y="917987"/>
                  </a:cubicBezTo>
                  <a:cubicBezTo>
                    <a:pt x="2731338" y="918876"/>
                    <a:pt x="2731128" y="920394"/>
                    <a:pt x="2730042" y="921499"/>
                  </a:cubicBezTo>
                  <a:cubicBezTo>
                    <a:pt x="2729179" y="922381"/>
                    <a:pt x="2730042" y="924559"/>
                    <a:pt x="2729179" y="924998"/>
                  </a:cubicBezTo>
                  <a:cubicBezTo>
                    <a:pt x="2728309" y="925423"/>
                    <a:pt x="2726747" y="924769"/>
                    <a:pt x="2725667" y="924998"/>
                  </a:cubicBezTo>
                  <a:cubicBezTo>
                    <a:pt x="2724556" y="925201"/>
                    <a:pt x="2723483" y="924998"/>
                    <a:pt x="2722175" y="924998"/>
                  </a:cubicBezTo>
                  <a:lnTo>
                    <a:pt x="2721254" y="928496"/>
                  </a:lnTo>
                  <a:cubicBezTo>
                    <a:pt x="2722829" y="928928"/>
                    <a:pt x="2723026" y="931144"/>
                    <a:pt x="2724765" y="931144"/>
                  </a:cubicBezTo>
                  <a:cubicBezTo>
                    <a:pt x="2728309" y="931144"/>
                    <a:pt x="2730246" y="929354"/>
                    <a:pt x="2733751" y="929354"/>
                  </a:cubicBezTo>
                  <a:cubicBezTo>
                    <a:pt x="2735719" y="929354"/>
                    <a:pt x="2736818" y="930033"/>
                    <a:pt x="2738805" y="930268"/>
                  </a:cubicBezTo>
                  <a:cubicBezTo>
                    <a:pt x="2738805" y="931557"/>
                    <a:pt x="2739218" y="932656"/>
                    <a:pt x="2738805" y="933767"/>
                  </a:cubicBezTo>
                  <a:cubicBezTo>
                    <a:pt x="2738361" y="934834"/>
                    <a:pt x="2738564" y="936396"/>
                    <a:pt x="2737910" y="937253"/>
                  </a:cubicBezTo>
                  <a:cubicBezTo>
                    <a:pt x="2737250" y="938117"/>
                    <a:pt x="2735268" y="936809"/>
                    <a:pt x="2734398" y="937253"/>
                  </a:cubicBezTo>
                  <a:cubicBezTo>
                    <a:pt x="2733097" y="938117"/>
                    <a:pt x="2732220" y="939012"/>
                    <a:pt x="2730906" y="939863"/>
                  </a:cubicBezTo>
                  <a:cubicBezTo>
                    <a:pt x="2729801" y="940555"/>
                    <a:pt x="2730246" y="942733"/>
                    <a:pt x="2729179" y="943387"/>
                  </a:cubicBezTo>
                  <a:cubicBezTo>
                    <a:pt x="2726975" y="944689"/>
                    <a:pt x="2724765" y="944067"/>
                    <a:pt x="2722175" y="944283"/>
                  </a:cubicBezTo>
                  <a:lnTo>
                    <a:pt x="2721254" y="947775"/>
                  </a:lnTo>
                  <a:cubicBezTo>
                    <a:pt x="2721508" y="948861"/>
                    <a:pt x="2721933" y="950156"/>
                    <a:pt x="2722175" y="951242"/>
                  </a:cubicBezTo>
                  <a:cubicBezTo>
                    <a:pt x="2722587" y="952563"/>
                    <a:pt x="2723483" y="953465"/>
                    <a:pt x="2723896" y="954754"/>
                  </a:cubicBezTo>
                  <a:cubicBezTo>
                    <a:pt x="2725242" y="954544"/>
                    <a:pt x="2726099" y="954970"/>
                    <a:pt x="2727420" y="954754"/>
                  </a:cubicBezTo>
                  <a:cubicBezTo>
                    <a:pt x="2728937" y="954544"/>
                    <a:pt x="2729610" y="953465"/>
                    <a:pt x="2730906" y="953007"/>
                  </a:cubicBezTo>
                  <a:cubicBezTo>
                    <a:pt x="2732900" y="952366"/>
                    <a:pt x="2733948" y="951242"/>
                    <a:pt x="2736183" y="951242"/>
                  </a:cubicBezTo>
                  <a:cubicBezTo>
                    <a:pt x="2739872" y="951242"/>
                    <a:pt x="2741434" y="953890"/>
                    <a:pt x="2744927" y="954754"/>
                  </a:cubicBezTo>
                  <a:cubicBezTo>
                    <a:pt x="2746019" y="954970"/>
                    <a:pt x="2747098" y="954754"/>
                    <a:pt x="2748419" y="954754"/>
                  </a:cubicBezTo>
                  <a:cubicBezTo>
                    <a:pt x="2751042" y="954970"/>
                    <a:pt x="2753004" y="954316"/>
                    <a:pt x="2755449" y="954754"/>
                  </a:cubicBezTo>
                  <a:cubicBezTo>
                    <a:pt x="2756515" y="954754"/>
                    <a:pt x="2757817" y="954544"/>
                    <a:pt x="2758928" y="954754"/>
                  </a:cubicBezTo>
                  <a:cubicBezTo>
                    <a:pt x="2760237" y="954970"/>
                    <a:pt x="2759773" y="957395"/>
                    <a:pt x="2760675" y="958272"/>
                  </a:cubicBezTo>
                  <a:cubicBezTo>
                    <a:pt x="2759367" y="959345"/>
                    <a:pt x="2759595" y="961104"/>
                    <a:pt x="2758046" y="961802"/>
                  </a:cubicBezTo>
                  <a:cubicBezTo>
                    <a:pt x="2756966" y="962202"/>
                    <a:pt x="2755646" y="962412"/>
                    <a:pt x="2754553" y="962628"/>
                  </a:cubicBezTo>
                  <a:cubicBezTo>
                    <a:pt x="2751696" y="963517"/>
                    <a:pt x="2749734" y="963275"/>
                    <a:pt x="2746654" y="963517"/>
                  </a:cubicBezTo>
                  <a:cubicBezTo>
                    <a:pt x="2745352" y="963517"/>
                    <a:pt x="2744254" y="963275"/>
                    <a:pt x="2743149" y="963517"/>
                  </a:cubicBezTo>
                  <a:cubicBezTo>
                    <a:pt x="2741841" y="963949"/>
                    <a:pt x="2741002" y="964596"/>
                    <a:pt x="2739707" y="965269"/>
                  </a:cubicBezTo>
                  <a:cubicBezTo>
                    <a:pt x="2738361" y="965911"/>
                    <a:pt x="2739218" y="968120"/>
                    <a:pt x="2737910" y="968775"/>
                  </a:cubicBezTo>
                  <a:cubicBezTo>
                    <a:pt x="2736818" y="969194"/>
                    <a:pt x="2735522" y="968559"/>
                    <a:pt x="2734398" y="968775"/>
                  </a:cubicBezTo>
                  <a:cubicBezTo>
                    <a:pt x="2731998" y="969422"/>
                    <a:pt x="2729801" y="970114"/>
                    <a:pt x="2727420" y="970527"/>
                  </a:cubicBezTo>
                  <a:cubicBezTo>
                    <a:pt x="2727420" y="973188"/>
                    <a:pt x="2728067" y="975118"/>
                    <a:pt x="2727420" y="977518"/>
                  </a:cubicBezTo>
                  <a:cubicBezTo>
                    <a:pt x="2727178" y="978623"/>
                    <a:pt x="2726975" y="980147"/>
                    <a:pt x="2726563" y="981043"/>
                  </a:cubicBezTo>
                  <a:cubicBezTo>
                    <a:pt x="2725870" y="982148"/>
                    <a:pt x="2724137" y="982148"/>
                    <a:pt x="2723026" y="982789"/>
                  </a:cubicBezTo>
                  <a:cubicBezTo>
                    <a:pt x="2721705" y="983672"/>
                    <a:pt x="2721057" y="984751"/>
                    <a:pt x="2719527" y="985392"/>
                  </a:cubicBezTo>
                  <a:cubicBezTo>
                    <a:pt x="2718415" y="985856"/>
                    <a:pt x="2717107" y="985856"/>
                    <a:pt x="2716015" y="986294"/>
                  </a:cubicBezTo>
                  <a:cubicBezTo>
                    <a:pt x="2717577" y="986739"/>
                    <a:pt x="2717774" y="988929"/>
                    <a:pt x="2719527" y="988929"/>
                  </a:cubicBezTo>
                  <a:close/>
                  <a:moveTo>
                    <a:pt x="3087268" y="209664"/>
                  </a:moveTo>
                  <a:cubicBezTo>
                    <a:pt x="3087268" y="210299"/>
                    <a:pt x="3088798" y="210121"/>
                    <a:pt x="3089014" y="210546"/>
                  </a:cubicBezTo>
                  <a:cubicBezTo>
                    <a:pt x="3088354" y="211861"/>
                    <a:pt x="3088576" y="213804"/>
                    <a:pt x="3087268" y="214045"/>
                  </a:cubicBezTo>
                  <a:cubicBezTo>
                    <a:pt x="3084423" y="214712"/>
                    <a:pt x="3082455" y="213366"/>
                    <a:pt x="3079375" y="213163"/>
                  </a:cubicBezTo>
                  <a:lnTo>
                    <a:pt x="3075025" y="213163"/>
                  </a:lnTo>
                  <a:cubicBezTo>
                    <a:pt x="3073679" y="213163"/>
                    <a:pt x="3072809" y="212286"/>
                    <a:pt x="3071520" y="212286"/>
                  </a:cubicBezTo>
                  <a:cubicBezTo>
                    <a:pt x="3068878" y="212286"/>
                    <a:pt x="3066903" y="211861"/>
                    <a:pt x="3064503" y="212286"/>
                  </a:cubicBezTo>
                  <a:cubicBezTo>
                    <a:pt x="3063214" y="212521"/>
                    <a:pt x="3062325" y="213588"/>
                    <a:pt x="3060998" y="214045"/>
                  </a:cubicBezTo>
                  <a:cubicBezTo>
                    <a:pt x="3059690" y="214452"/>
                    <a:pt x="3058782" y="215588"/>
                    <a:pt x="3057486" y="215785"/>
                  </a:cubicBezTo>
                  <a:cubicBezTo>
                    <a:pt x="3053314" y="216674"/>
                    <a:pt x="3050489" y="215353"/>
                    <a:pt x="3046114" y="215785"/>
                  </a:cubicBezTo>
                  <a:cubicBezTo>
                    <a:pt x="3041745" y="216217"/>
                    <a:pt x="3039116" y="216896"/>
                    <a:pt x="3035623" y="219284"/>
                  </a:cubicBezTo>
                  <a:cubicBezTo>
                    <a:pt x="3034512" y="219938"/>
                    <a:pt x="3034709" y="221494"/>
                    <a:pt x="3034709" y="223024"/>
                  </a:cubicBezTo>
                  <a:lnTo>
                    <a:pt x="3034709" y="230670"/>
                  </a:lnTo>
                  <a:cubicBezTo>
                    <a:pt x="3038875" y="229806"/>
                    <a:pt x="3041084" y="228714"/>
                    <a:pt x="3045244" y="228917"/>
                  </a:cubicBezTo>
                  <a:lnTo>
                    <a:pt x="3048723" y="228917"/>
                  </a:lnTo>
                  <a:cubicBezTo>
                    <a:pt x="3050057" y="228917"/>
                    <a:pt x="3050914" y="229806"/>
                    <a:pt x="3052235" y="229806"/>
                  </a:cubicBezTo>
                  <a:cubicBezTo>
                    <a:pt x="3054648" y="230022"/>
                    <a:pt x="3055981" y="230670"/>
                    <a:pt x="3058401" y="230670"/>
                  </a:cubicBezTo>
                  <a:cubicBezTo>
                    <a:pt x="3061881" y="230670"/>
                    <a:pt x="3064065" y="230231"/>
                    <a:pt x="3067132" y="228917"/>
                  </a:cubicBezTo>
                  <a:cubicBezTo>
                    <a:pt x="3069755" y="227831"/>
                    <a:pt x="3071520" y="225875"/>
                    <a:pt x="3074104" y="224555"/>
                  </a:cubicBezTo>
                  <a:cubicBezTo>
                    <a:pt x="3075863" y="223685"/>
                    <a:pt x="3077171" y="221926"/>
                    <a:pt x="3079375" y="221926"/>
                  </a:cubicBezTo>
                  <a:lnTo>
                    <a:pt x="3081147" y="221926"/>
                  </a:lnTo>
                  <a:cubicBezTo>
                    <a:pt x="3082455" y="221926"/>
                    <a:pt x="3083528" y="222364"/>
                    <a:pt x="3084626" y="222789"/>
                  </a:cubicBezTo>
                  <a:cubicBezTo>
                    <a:pt x="3085934" y="223443"/>
                    <a:pt x="3085503" y="225170"/>
                    <a:pt x="3086385" y="226313"/>
                  </a:cubicBezTo>
                  <a:cubicBezTo>
                    <a:pt x="3085052" y="227152"/>
                    <a:pt x="3085331" y="229381"/>
                    <a:pt x="3083744" y="229806"/>
                  </a:cubicBezTo>
                  <a:cubicBezTo>
                    <a:pt x="3082677" y="230022"/>
                    <a:pt x="3081343" y="229381"/>
                    <a:pt x="3080264" y="229806"/>
                  </a:cubicBezTo>
                  <a:cubicBezTo>
                    <a:pt x="3079159" y="230231"/>
                    <a:pt x="3077864" y="230231"/>
                    <a:pt x="3076740" y="230670"/>
                  </a:cubicBezTo>
                  <a:cubicBezTo>
                    <a:pt x="3075235" y="231127"/>
                    <a:pt x="3075438" y="233311"/>
                    <a:pt x="3074104" y="234168"/>
                  </a:cubicBezTo>
                  <a:cubicBezTo>
                    <a:pt x="3072383" y="235489"/>
                    <a:pt x="3071069" y="236556"/>
                    <a:pt x="3068878" y="236810"/>
                  </a:cubicBezTo>
                  <a:cubicBezTo>
                    <a:pt x="3066903" y="237051"/>
                    <a:pt x="3065583" y="235953"/>
                    <a:pt x="3063621" y="235953"/>
                  </a:cubicBezTo>
                  <a:cubicBezTo>
                    <a:pt x="3058782" y="235699"/>
                    <a:pt x="3056166" y="235699"/>
                    <a:pt x="3051365" y="235953"/>
                  </a:cubicBezTo>
                  <a:cubicBezTo>
                    <a:pt x="3050057" y="235953"/>
                    <a:pt x="3048952" y="235699"/>
                    <a:pt x="3047847" y="235953"/>
                  </a:cubicBezTo>
                  <a:cubicBezTo>
                    <a:pt x="3046552" y="236131"/>
                    <a:pt x="3045688" y="237235"/>
                    <a:pt x="3044367" y="237699"/>
                  </a:cubicBezTo>
                  <a:cubicBezTo>
                    <a:pt x="3043250" y="238118"/>
                    <a:pt x="3041516" y="237699"/>
                    <a:pt x="3040862" y="238556"/>
                  </a:cubicBezTo>
                  <a:cubicBezTo>
                    <a:pt x="3040195" y="239439"/>
                    <a:pt x="3039992" y="240709"/>
                    <a:pt x="3039992" y="242061"/>
                  </a:cubicBezTo>
                  <a:cubicBezTo>
                    <a:pt x="3039992" y="243351"/>
                    <a:pt x="3040437" y="244475"/>
                    <a:pt x="3040862" y="245554"/>
                  </a:cubicBezTo>
                  <a:cubicBezTo>
                    <a:pt x="3042183" y="248399"/>
                    <a:pt x="3044145" y="250583"/>
                    <a:pt x="3046983" y="251694"/>
                  </a:cubicBezTo>
                  <a:cubicBezTo>
                    <a:pt x="3048088" y="252126"/>
                    <a:pt x="3049181" y="251694"/>
                    <a:pt x="3050489" y="251694"/>
                  </a:cubicBezTo>
                  <a:cubicBezTo>
                    <a:pt x="3053130" y="251910"/>
                    <a:pt x="3054889" y="251504"/>
                    <a:pt x="3057486" y="251694"/>
                  </a:cubicBezTo>
                  <a:cubicBezTo>
                    <a:pt x="3058782" y="251694"/>
                    <a:pt x="3059918" y="252355"/>
                    <a:pt x="3060998" y="252552"/>
                  </a:cubicBezTo>
                  <a:cubicBezTo>
                    <a:pt x="3063849" y="253225"/>
                    <a:pt x="3065583" y="254330"/>
                    <a:pt x="3068002" y="256063"/>
                  </a:cubicBezTo>
                  <a:cubicBezTo>
                    <a:pt x="3069316" y="256940"/>
                    <a:pt x="3070625" y="257384"/>
                    <a:pt x="3071520" y="258673"/>
                  </a:cubicBezTo>
                  <a:cubicBezTo>
                    <a:pt x="3072174" y="259784"/>
                    <a:pt x="3072625" y="261086"/>
                    <a:pt x="3073241" y="262223"/>
                  </a:cubicBezTo>
                  <a:cubicBezTo>
                    <a:pt x="3074104" y="263518"/>
                    <a:pt x="3075025" y="264382"/>
                    <a:pt x="3075863" y="265703"/>
                  </a:cubicBezTo>
                  <a:cubicBezTo>
                    <a:pt x="3077635" y="268541"/>
                    <a:pt x="3079159" y="270071"/>
                    <a:pt x="3081147" y="272700"/>
                  </a:cubicBezTo>
                  <a:lnTo>
                    <a:pt x="3084626" y="271811"/>
                  </a:lnTo>
                  <a:cubicBezTo>
                    <a:pt x="3084842" y="270732"/>
                    <a:pt x="3084182" y="269182"/>
                    <a:pt x="3084626" y="268325"/>
                  </a:cubicBezTo>
                  <a:cubicBezTo>
                    <a:pt x="3085503" y="267023"/>
                    <a:pt x="3086169" y="265918"/>
                    <a:pt x="3087268" y="264820"/>
                  </a:cubicBezTo>
                  <a:cubicBezTo>
                    <a:pt x="3088125" y="263956"/>
                    <a:pt x="3089681" y="263740"/>
                    <a:pt x="3090754" y="263074"/>
                  </a:cubicBezTo>
                  <a:cubicBezTo>
                    <a:pt x="3093148" y="261531"/>
                    <a:pt x="3096253" y="261086"/>
                    <a:pt x="3097771" y="258673"/>
                  </a:cubicBezTo>
                  <a:cubicBezTo>
                    <a:pt x="3098196" y="257822"/>
                    <a:pt x="3098438" y="256285"/>
                    <a:pt x="3098647" y="255181"/>
                  </a:cubicBezTo>
                  <a:cubicBezTo>
                    <a:pt x="3099333" y="252355"/>
                    <a:pt x="3098438" y="250405"/>
                    <a:pt x="3098647" y="247307"/>
                  </a:cubicBezTo>
                  <a:cubicBezTo>
                    <a:pt x="3098647" y="245776"/>
                    <a:pt x="3099962" y="245129"/>
                    <a:pt x="3100387" y="243808"/>
                  </a:cubicBezTo>
                  <a:cubicBezTo>
                    <a:pt x="3101066" y="242061"/>
                    <a:pt x="3102127" y="241198"/>
                    <a:pt x="3103911" y="240309"/>
                  </a:cubicBezTo>
                  <a:cubicBezTo>
                    <a:pt x="3105213" y="239629"/>
                    <a:pt x="3105854" y="238556"/>
                    <a:pt x="3107410" y="238556"/>
                  </a:cubicBezTo>
                  <a:cubicBezTo>
                    <a:pt x="3110033" y="238340"/>
                    <a:pt x="3111322" y="238556"/>
                    <a:pt x="3113976" y="238556"/>
                  </a:cubicBezTo>
                  <a:lnTo>
                    <a:pt x="3113976" y="221062"/>
                  </a:lnTo>
                  <a:cubicBezTo>
                    <a:pt x="3116618" y="221062"/>
                    <a:pt x="3118123" y="221722"/>
                    <a:pt x="3120561" y="221062"/>
                  </a:cubicBezTo>
                  <a:cubicBezTo>
                    <a:pt x="3123374" y="220179"/>
                    <a:pt x="3125158" y="218205"/>
                    <a:pt x="3127546" y="216674"/>
                  </a:cubicBezTo>
                  <a:cubicBezTo>
                    <a:pt x="3126879" y="215150"/>
                    <a:pt x="3125158" y="214928"/>
                    <a:pt x="3124904" y="213163"/>
                  </a:cubicBezTo>
                  <a:cubicBezTo>
                    <a:pt x="3124904" y="211861"/>
                    <a:pt x="3125336" y="211220"/>
                    <a:pt x="3125336" y="209861"/>
                  </a:cubicBezTo>
                  <a:cubicBezTo>
                    <a:pt x="3125336" y="208349"/>
                    <a:pt x="3124904" y="207714"/>
                    <a:pt x="3124904" y="206152"/>
                  </a:cubicBezTo>
                  <a:cubicBezTo>
                    <a:pt x="3124904" y="204844"/>
                    <a:pt x="3125793" y="203961"/>
                    <a:pt x="3125793" y="202641"/>
                  </a:cubicBezTo>
                  <a:cubicBezTo>
                    <a:pt x="3125793" y="201155"/>
                    <a:pt x="3125336" y="200259"/>
                    <a:pt x="3125336" y="198735"/>
                  </a:cubicBezTo>
                  <a:lnTo>
                    <a:pt x="3150298" y="198735"/>
                  </a:lnTo>
                  <a:cubicBezTo>
                    <a:pt x="3150069" y="200698"/>
                    <a:pt x="3150742" y="201777"/>
                    <a:pt x="3150298" y="203530"/>
                  </a:cubicBezTo>
                  <a:cubicBezTo>
                    <a:pt x="3149644" y="206394"/>
                    <a:pt x="3147656" y="207714"/>
                    <a:pt x="3147656" y="210762"/>
                  </a:cubicBezTo>
                  <a:cubicBezTo>
                    <a:pt x="3147656" y="212058"/>
                    <a:pt x="3148552" y="212725"/>
                    <a:pt x="3148552" y="214045"/>
                  </a:cubicBezTo>
                  <a:cubicBezTo>
                    <a:pt x="3151149" y="214045"/>
                    <a:pt x="3152895" y="213804"/>
                    <a:pt x="3155556" y="214045"/>
                  </a:cubicBezTo>
                  <a:cubicBezTo>
                    <a:pt x="3157308" y="214045"/>
                    <a:pt x="3158845" y="214928"/>
                    <a:pt x="3159950" y="215785"/>
                  </a:cubicBezTo>
                  <a:cubicBezTo>
                    <a:pt x="3161036" y="216674"/>
                    <a:pt x="3163227" y="216896"/>
                    <a:pt x="3163462" y="218433"/>
                  </a:cubicBezTo>
                  <a:cubicBezTo>
                    <a:pt x="3163690" y="219506"/>
                    <a:pt x="3163462" y="220605"/>
                    <a:pt x="3163462" y="221926"/>
                  </a:cubicBezTo>
                  <a:cubicBezTo>
                    <a:pt x="3163462" y="224555"/>
                    <a:pt x="3163462" y="226510"/>
                    <a:pt x="3162579" y="228917"/>
                  </a:cubicBezTo>
                  <a:cubicBezTo>
                    <a:pt x="3162115" y="230231"/>
                    <a:pt x="3160153" y="229806"/>
                    <a:pt x="3159067" y="230670"/>
                  </a:cubicBezTo>
                  <a:cubicBezTo>
                    <a:pt x="3156457" y="233102"/>
                    <a:pt x="3153816" y="235070"/>
                    <a:pt x="3153816" y="238779"/>
                  </a:cubicBezTo>
                  <a:cubicBezTo>
                    <a:pt x="3153816" y="240309"/>
                    <a:pt x="3154686" y="241407"/>
                    <a:pt x="3154686" y="242938"/>
                  </a:cubicBezTo>
                  <a:lnTo>
                    <a:pt x="3162350" y="242938"/>
                  </a:lnTo>
                  <a:cubicBezTo>
                    <a:pt x="3167170" y="242938"/>
                    <a:pt x="3169138" y="239198"/>
                    <a:pt x="3173069" y="236810"/>
                  </a:cubicBezTo>
                  <a:cubicBezTo>
                    <a:pt x="3175488" y="235489"/>
                    <a:pt x="3176993" y="233311"/>
                    <a:pt x="3180073" y="233311"/>
                  </a:cubicBezTo>
                  <a:cubicBezTo>
                    <a:pt x="3181807" y="233311"/>
                    <a:pt x="3182702" y="234632"/>
                    <a:pt x="3183585" y="235953"/>
                  </a:cubicBezTo>
                  <a:cubicBezTo>
                    <a:pt x="3184023" y="236810"/>
                    <a:pt x="3183585" y="238340"/>
                    <a:pt x="3183585" y="239439"/>
                  </a:cubicBezTo>
                  <a:cubicBezTo>
                    <a:pt x="3183813" y="241846"/>
                    <a:pt x="3183585" y="243808"/>
                    <a:pt x="3183585" y="246443"/>
                  </a:cubicBezTo>
                  <a:lnTo>
                    <a:pt x="3193205" y="246443"/>
                  </a:lnTo>
                  <a:cubicBezTo>
                    <a:pt x="3194304" y="245554"/>
                    <a:pt x="3196037" y="245992"/>
                    <a:pt x="3196729" y="244690"/>
                  </a:cubicBezTo>
                  <a:cubicBezTo>
                    <a:pt x="3197180" y="243592"/>
                    <a:pt x="3197180" y="242271"/>
                    <a:pt x="3197612" y="241198"/>
                  </a:cubicBezTo>
                  <a:cubicBezTo>
                    <a:pt x="3198234" y="239858"/>
                    <a:pt x="3198914" y="238988"/>
                    <a:pt x="3199333" y="237699"/>
                  </a:cubicBezTo>
                  <a:lnTo>
                    <a:pt x="3219475" y="237699"/>
                  </a:lnTo>
                  <a:lnTo>
                    <a:pt x="3226504" y="235953"/>
                  </a:lnTo>
                  <a:lnTo>
                    <a:pt x="3227374" y="232422"/>
                  </a:lnTo>
                  <a:cubicBezTo>
                    <a:pt x="3224720" y="228917"/>
                    <a:pt x="3222313" y="225875"/>
                    <a:pt x="3217710" y="225431"/>
                  </a:cubicBezTo>
                  <a:cubicBezTo>
                    <a:pt x="3216402" y="225431"/>
                    <a:pt x="3215532" y="226313"/>
                    <a:pt x="3214211" y="226313"/>
                  </a:cubicBezTo>
                  <a:cubicBezTo>
                    <a:pt x="3210928" y="226313"/>
                    <a:pt x="3209169" y="226079"/>
                    <a:pt x="3205899" y="225875"/>
                  </a:cubicBezTo>
                  <a:cubicBezTo>
                    <a:pt x="3205676" y="222567"/>
                    <a:pt x="3205492" y="220821"/>
                    <a:pt x="3205492" y="217570"/>
                  </a:cubicBezTo>
                  <a:cubicBezTo>
                    <a:pt x="3205492" y="216217"/>
                    <a:pt x="3205899" y="215353"/>
                    <a:pt x="3205899" y="214045"/>
                  </a:cubicBezTo>
                  <a:lnTo>
                    <a:pt x="3183585" y="214045"/>
                  </a:lnTo>
                  <a:cubicBezTo>
                    <a:pt x="3183585" y="208800"/>
                    <a:pt x="3184886" y="204406"/>
                    <a:pt x="3180956" y="200913"/>
                  </a:cubicBezTo>
                  <a:cubicBezTo>
                    <a:pt x="3180073" y="200259"/>
                    <a:pt x="3178568" y="200698"/>
                    <a:pt x="3177432" y="200018"/>
                  </a:cubicBezTo>
                  <a:cubicBezTo>
                    <a:pt x="3176352" y="199358"/>
                    <a:pt x="3174834" y="199161"/>
                    <a:pt x="3173926" y="198278"/>
                  </a:cubicBezTo>
                  <a:cubicBezTo>
                    <a:pt x="3173069" y="197408"/>
                    <a:pt x="3172860" y="195872"/>
                    <a:pt x="3172193" y="194786"/>
                  </a:cubicBezTo>
                  <a:cubicBezTo>
                    <a:pt x="3171767" y="193890"/>
                    <a:pt x="3172193" y="191903"/>
                    <a:pt x="3171342" y="191281"/>
                  </a:cubicBezTo>
                  <a:cubicBezTo>
                    <a:pt x="3169138" y="189312"/>
                    <a:pt x="3166287" y="189934"/>
                    <a:pt x="3163462" y="189503"/>
                  </a:cubicBezTo>
                  <a:cubicBezTo>
                    <a:pt x="3162350" y="189503"/>
                    <a:pt x="3161036" y="189934"/>
                    <a:pt x="3159950" y="189503"/>
                  </a:cubicBezTo>
                  <a:cubicBezTo>
                    <a:pt x="3158407" y="188887"/>
                    <a:pt x="3157524" y="188004"/>
                    <a:pt x="3156457" y="186893"/>
                  </a:cubicBezTo>
                  <a:cubicBezTo>
                    <a:pt x="3154489" y="184931"/>
                    <a:pt x="3155137" y="181654"/>
                    <a:pt x="3152895" y="179895"/>
                  </a:cubicBezTo>
                  <a:cubicBezTo>
                    <a:pt x="3152032" y="179216"/>
                    <a:pt x="3150527" y="179216"/>
                    <a:pt x="3149428" y="179050"/>
                  </a:cubicBezTo>
                  <a:cubicBezTo>
                    <a:pt x="3148323" y="178796"/>
                    <a:pt x="3147231" y="178130"/>
                    <a:pt x="3145923" y="178130"/>
                  </a:cubicBezTo>
                  <a:cubicBezTo>
                    <a:pt x="3144602" y="178130"/>
                    <a:pt x="3143529" y="178796"/>
                    <a:pt x="3142430" y="179050"/>
                  </a:cubicBezTo>
                  <a:cubicBezTo>
                    <a:pt x="3140017" y="179450"/>
                    <a:pt x="3139357" y="182537"/>
                    <a:pt x="3136722" y="182537"/>
                  </a:cubicBezTo>
                  <a:cubicBezTo>
                    <a:pt x="3134125" y="182537"/>
                    <a:pt x="3132575" y="181438"/>
                    <a:pt x="3130156" y="180778"/>
                  </a:cubicBezTo>
                  <a:cubicBezTo>
                    <a:pt x="3129083" y="180517"/>
                    <a:pt x="3127762" y="180975"/>
                    <a:pt x="3126657" y="180778"/>
                  </a:cubicBezTo>
                  <a:cubicBezTo>
                    <a:pt x="3125336" y="180517"/>
                    <a:pt x="3125158" y="178796"/>
                    <a:pt x="3123806" y="178130"/>
                  </a:cubicBezTo>
                  <a:lnTo>
                    <a:pt x="3123806" y="167639"/>
                  </a:lnTo>
                  <a:cubicBezTo>
                    <a:pt x="3123374" y="167843"/>
                    <a:pt x="3124479" y="169398"/>
                    <a:pt x="3124028" y="169398"/>
                  </a:cubicBezTo>
                  <a:cubicBezTo>
                    <a:pt x="3122295" y="169837"/>
                    <a:pt x="3120732" y="169398"/>
                    <a:pt x="3118783" y="169398"/>
                  </a:cubicBezTo>
                  <a:cubicBezTo>
                    <a:pt x="3116802" y="169398"/>
                    <a:pt x="3115506" y="169595"/>
                    <a:pt x="3113519" y="169398"/>
                  </a:cubicBezTo>
                  <a:cubicBezTo>
                    <a:pt x="3111995" y="169144"/>
                    <a:pt x="3111322" y="168300"/>
                    <a:pt x="3110033" y="167639"/>
                  </a:cubicBezTo>
                  <a:cubicBezTo>
                    <a:pt x="3110464" y="166547"/>
                    <a:pt x="3110464" y="165239"/>
                    <a:pt x="3110890" y="164122"/>
                  </a:cubicBezTo>
                  <a:cubicBezTo>
                    <a:pt x="3112427" y="161093"/>
                    <a:pt x="3115068" y="160420"/>
                    <a:pt x="3116160" y="157162"/>
                  </a:cubicBezTo>
                  <a:cubicBezTo>
                    <a:pt x="3116376" y="156025"/>
                    <a:pt x="3115919" y="154705"/>
                    <a:pt x="3116160" y="153644"/>
                  </a:cubicBezTo>
                  <a:lnTo>
                    <a:pt x="3085503" y="148367"/>
                  </a:lnTo>
                  <a:cubicBezTo>
                    <a:pt x="3084423" y="148609"/>
                    <a:pt x="3083096" y="147942"/>
                    <a:pt x="3081997" y="148367"/>
                  </a:cubicBezTo>
                  <a:cubicBezTo>
                    <a:pt x="3080264" y="149244"/>
                    <a:pt x="3079375" y="150113"/>
                    <a:pt x="3078505" y="151885"/>
                  </a:cubicBezTo>
                  <a:cubicBezTo>
                    <a:pt x="3077413" y="154044"/>
                    <a:pt x="3076740" y="156273"/>
                    <a:pt x="3076740" y="158889"/>
                  </a:cubicBezTo>
                  <a:lnTo>
                    <a:pt x="3076740" y="162382"/>
                  </a:lnTo>
                  <a:cubicBezTo>
                    <a:pt x="3076740" y="163677"/>
                    <a:pt x="3077413" y="164776"/>
                    <a:pt x="3077635" y="165906"/>
                  </a:cubicBezTo>
                  <a:cubicBezTo>
                    <a:pt x="3078060" y="168109"/>
                    <a:pt x="3080264" y="169144"/>
                    <a:pt x="3080264" y="171557"/>
                  </a:cubicBezTo>
                  <a:cubicBezTo>
                    <a:pt x="3080264" y="173983"/>
                    <a:pt x="3079159" y="175488"/>
                    <a:pt x="3077635" y="177234"/>
                  </a:cubicBezTo>
                  <a:cubicBezTo>
                    <a:pt x="3076327" y="178796"/>
                    <a:pt x="3074574" y="179895"/>
                    <a:pt x="3072383" y="179895"/>
                  </a:cubicBezTo>
                  <a:cubicBezTo>
                    <a:pt x="3070193" y="179895"/>
                    <a:pt x="3068453" y="179666"/>
                    <a:pt x="3067132" y="178130"/>
                  </a:cubicBezTo>
                  <a:cubicBezTo>
                    <a:pt x="3065386" y="175945"/>
                    <a:pt x="3064941" y="173120"/>
                    <a:pt x="3064503" y="170268"/>
                  </a:cubicBezTo>
                  <a:lnTo>
                    <a:pt x="3064503" y="166763"/>
                  </a:lnTo>
                  <a:cubicBezTo>
                    <a:pt x="3064503" y="165442"/>
                    <a:pt x="3063621" y="164591"/>
                    <a:pt x="3063621" y="163239"/>
                  </a:cubicBezTo>
                  <a:lnTo>
                    <a:pt x="3063621" y="159765"/>
                  </a:lnTo>
                  <a:cubicBezTo>
                    <a:pt x="3063398" y="157327"/>
                    <a:pt x="3062966" y="156025"/>
                    <a:pt x="3062719" y="153644"/>
                  </a:cubicBezTo>
                  <a:lnTo>
                    <a:pt x="3055759" y="152742"/>
                  </a:lnTo>
                  <a:cubicBezTo>
                    <a:pt x="3053130" y="154044"/>
                    <a:pt x="3050914" y="154495"/>
                    <a:pt x="3048723" y="156273"/>
                  </a:cubicBezTo>
                  <a:cubicBezTo>
                    <a:pt x="3047676" y="157162"/>
                    <a:pt x="3047847" y="158648"/>
                    <a:pt x="3046983" y="159765"/>
                  </a:cubicBezTo>
                  <a:cubicBezTo>
                    <a:pt x="3046114" y="160870"/>
                    <a:pt x="3044583" y="161499"/>
                    <a:pt x="3043472" y="162382"/>
                  </a:cubicBezTo>
                  <a:cubicBezTo>
                    <a:pt x="3042392" y="163239"/>
                    <a:pt x="3041516" y="165023"/>
                    <a:pt x="3039751" y="165023"/>
                  </a:cubicBezTo>
                  <a:lnTo>
                    <a:pt x="3028588" y="165023"/>
                  </a:lnTo>
                  <a:lnTo>
                    <a:pt x="3028588" y="158889"/>
                  </a:lnTo>
                  <a:cubicBezTo>
                    <a:pt x="3029470" y="158013"/>
                    <a:pt x="3029045" y="156025"/>
                    <a:pt x="3030353" y="155384"/>
                  </a:cubicBezTo>
                  <a:cubicBezTo>
                    <a:pt x="3031432" y="154959"/>
                    <a:pt x="3032753" y="155822"/>
                    <a:pt x="3033858" y="155384"/>
                  </a:cubicBezTo>
                  <a:cubicBezTo>
                    <a:pt x="3035395" y="154705"/>
                    <a:pt x="3035833" y="153384"/>
                    <a:pt x="3037363" y="152742"/>
                  </a:cubicBezTo>
                  <a:lnTo>
                    <a:pt x="3036487" y="149244"/>
                  </a:lnTo>
                  <a:cubicBezTo>
                    <a:pt x="3035395" y="149472"/>
                    <a:pt x="3034074" y="148818"/>
                    <a:pt x="3032950" y="149244"/>
                  </a:cubicBezTo>
                  <a:cubicBezTo>
                    <a:pt x="3031432" y="149904"/>
                    <a:pt x="3030778" y="151225"/>
                    <a:pt x="3029470" y="151885"/>
                  </a:cubicBezTo>
                  <a:cubicBezTo>
                    <a:pt x="3028365" y="152546"/>
                    <a:pt x="3027070" y="152965"/>
                    <a:pt x="3025965" y="153644"/>
                  </a:cubicBezTo>
                  <a:cubicBezTo>
                    <a:pt x="3024854" y="154285"/>
                    <a:pt x="3025101" y="156025"/>
                    <a:pt x="3024244" y="157162"/>
                  </a:cubicBezTo>
                  <a:lnTo>
                    <a:pt x="3001657" y="157162"/>
                  </a:lnTo>
                  <a:cubicBezTo>
                    <a:pt x="3000152" y="157162"/>
                    <a:pt x="2999492" y="157803"/>
                    <a:pt x="2997974" y="158013"/>
                  </a:cubicBezTo>
                  <a:cubicBezTo>
                    <a:pt x="2994882" y="158451"/>
                    <a:pt x="2992920" y="158451"/>
                    <a:pt x="2990126" y="158889"/>
                  </a:cubicBezTo>
                  <a:cubicBezTo>
                    <a:pt x="2988773" y="159124"/>
                    <a:pt x="2987897" y="160185"/>
                    <a:pt x="2986576" y="160610"/>
                  </a:cubicBezTo>
                  <a:cubicBezTo>
                    <a:pt x="2986785" y="163239"/>
                    <a:pt x="2986576" y="165239"/>
                    <a:pt x="2987452" y="167639"/>
                  </a:cubicBezTo>
                  <a:cubicBezTo>
                    <a:pt x="2988094" y="169398"/>
                    <a:pt x="2989630" y="170052"/>
                    <a:pt x="2990964" y="171151"/>
                  </a:cubicBezTo>
                  <a:cubicBezTo>
                    <a:pt x="2992259" y="172231"/>
                    <a:pt x="2992031" y="174428"/>
                    <a:pt x="2993567" y="174644"/>
                  </a:cubicBezTo>
                  <a:cubicBezTo>
                    <a:pt x="2997511" y="175488"/>
                    <a:pt x="2999936" y="174428"/>
                    <a:pt x="3004070" y="174644"/>
                  </a:cubicBezTo>
                  <a:cubicBezTo>
                    <a:pt x="3005391" y="174644"/>
                    <a:pt x="3006286" y="175298"/>
                    <a:pt x="3007575" y="175488"/>
                  </a:cubicBezTo>
                  <a:cubicBezTo>
                    <a:pt x="3007575" y="176828"/>
                    <a:pt x="3008014" y="177946"/>
                    <a:pt x="3007575" y="179050"/>
                  </a:cubicBezTo>
                  <a:cubicBezTo>
                    <a:pt x="3007150" y="180117"/>
                    <a:pt x="3007150" y="181438"/>
                    <a:pt x="3006693" y="182537"/>
                  </a:cubicBezTo>
                  <a:cubicBezTo>
                    <a:pt x="3006045" y="184035"/>
                    <a:pt x="3003226" y="183394"/>
                    <a:pt x="3003226" y="185146"/>
                  </a:cubicBezTo>
                  <a:cubicBezTo>
                    <a:pt x="3003226" y="187134"/>
                    <a:pt x="3003454" y="188633"/>
                    <a:pt x="3004070" y="190398"/>
                  </a:cubicBezTo>
                  <a:cubicBezTo>
                    <a:pt x="3004743" y="191903"/>
                    <a:pt x="3006966" y="191744"/>
                    <a:pt x="3007575" y="193033"/>
                  </a:cubicBezTo>
                  <a:cubicBezTo>
                    <a:pt x="3008452" y="194563"/>
                    <a:pt x="3008452" y="196322"/>
                    <a:pt x="3008452" y="198278"/>
                  </a:cubicBezTo>
                  <a:cubicBezTo>
                    <a:pt x="3008452" y="200698"/>
                    <a:pt x="3007575" y="202209"/>
                    <a:pt x="3006693" y="204406"/>
                  </a:cubicBezTo>
                  <a:cubicBezTo>
                    <a:pt x="3005391" y="203771"/>
                    <a:pt x="3004292" y="203339"/>
                    <a:pt x="3003226" y="202641"/>
                  </a:cubicBezTo>
                  <a:cubicBezTo>
                    <a:pt x="3002108" y="202018"/>
                    <a:pt x="3000590" y="202018"/>
                    <a:pt x="2999720" y="200913"/>
                  </a:cubicBezTo>
                  <a:cubicBezTo>
                    <a:pt x="2999028" y="200018"/>
                    <a:pt x="2999282" y="198494"/>
                    <a:pt x="2998831" y="197408"/>
                  </a:cubicBezTo>
                  <a:cubicBezTo>
                    <a:pt x="2998171" y="195872"/>
                    <a:pt x="2998171" y="193890"/>
                    <a:pt x="2997079" y="193033"/>
                  </a:cubicBezTo>
                  <a:cubicBezTo>
                    <a:pt x="2996006" y="192163"/>
                    <a:pt x="2995110" y="191084"/>
                    <a:pt x="2993567" y="190398"/>
                  </a:cubicBezTo>
                  <a:cubicBezTo>
                    <a:pt x="2992259" y="189934"/>
                    <a:pt x="2991427" y="189096"/>
                    <a:pt x="2990126" y="188633"/>
                  </a:cubicBezTo>
                  <a:cubicBezTo>
                    <a:pt x="2988989" y="188213"/>
                    <a:pt x="2987897" y="188887"/>
                    <a:pt x="2986576" y="188633"/>
                  </a:cubicBezTo>
                  <a:cubicBezTo>
                    <a:pt x="2987897" y="191281"/>
                    <a:pt x="2989402" y="192824"/>
                    <a:pt x="2990126" y="195668"/>
                  </a:cubicBezTo>
                  <a:cubicBezTo>
                    <a:pt x="2990322" y="196748"/>
                    <a:pt x="2989859" y="198069"/>
                    <a:pt x="2990126" y="199161"/>
                  </a:cubicBezTo>
                  <a:cubicBezTo>
                    <a:pt x="2990322" y="200259"/>
                    <a:pt x="2990761" y="201561"/>
                    <a:pt x="2990964" y="202641"/>
                  </a:cubicBezTo>
                  <a:cubicBezTo>
                    <a:pt x="2991599" y="204406"/>
                    <a:pt x="2993148" y="204844"/>
                    <a:pt x="2994450" y="206152"/>
                  </a:cubicBezTo>
                  <a:cubicBezTo>
                    <a:pt x="2995758" y="207479"/>
                    <a:pt x="2996190" y="208800"/>
                    <a:pt x="2997974" y="209664"/>
                  </a:cubicBezTo>
                  <a:cubicBezTo>
                    <a:pt x="3000787" y="210978"/>
                    <a:pt x="3002775" y="212286"/>
                    <a:pt x="3006045" y="212286"/>
                  </a:cubicBezTo>
                  <a:cubicBezTo>
                    <a:pt x="3007575" y="212286"/>
                    <a:pt x="3008229" y="211404"/>
                    <a:pt x="3009804" y="211404"/>
                  </a:cubicBezTo>
                  <a:cubicBezTo>
                    <a:pt x="3009538" y="208800"/>
                    <a:pt x="3009347" y="207048"/>
                    <a:pt x="3009347" y="204406"/>
                  </a:cubicBezTo>
                  <a:cubicBezTo>
                    <a:pt x="3009347" y="203066"/>
                    <a:pt x="3009804" y="202209"/>
                    <a:pt x="3009804" y="200913"/>
                  </a:cubicBezTo>
                  <a:cubicBezTo>
                    <a:pt x="3012617" y="201155"/>
                    <a:pt x="3015037" y="200018"/>
                    <a:pt x="3017227" y="201777"/>
                  </a:cubicBezTo>
                  <a:cubicBezTo>
                    <a:pt x="3019405" y="203530"/>
                    <a:pt x="3018097" y="206597"/>
                    <a:pt x="3019844" y="208800"/>
                  </a:cubicBezTo>
                  <a:cubicBezTo>
                    <a:pt x="3020739" y="210121"/>
                    <a:pt x="3022015" y="210546"/>
                    <a:pt x="3023349" y="211404"/>
                  </a:cubicBezTo>
                  <a:cubicBezTo>
                    <a:pt x="3024435" y="212058"/>
                    <a:pt x="3025527" y="212947"/>
                    <a:pt x="3026848" y="213163"/>
                  </a:cubicBezTo>
                  <a:cubicBezTo>
                    <a:pt x="3029286" y="213804"/>
                    <a:pt x="3031229" y="213163"/>
                    <a:pt x="3033858" y="213163"/>
                  </a:cubicBezTo>
                  <a:lnTo>
                    <a:pt x="3037363" y="213163"/>
                  </a:lnTo>
                  <a:cubicBezTo>
                    <a:pt x="3038455" y="213163"/>
                    <a:pt x="3039751" y="213804"/>
                    <a:pt x="3040862" y="213163"/>
                  </a:cubicBezTo>
                  <a:cubicBezTo>
                    <a:pt x="3042183" y="212286"/>
                    <a:pt x="3042824" y="210978"/>
                    <a:pt x="3043472" y="209664"/>
                  </a:cubicBezTo>
                  <a:cubicBezTo>
                    <a:pt x="3044145" y="208559"/>
                    <a:pt x="3042824" y="207257"/>
                    <a:pt x="3043472" y="206152"/>
                  </a:cubicBezTo>
                  <a:cubicBezTo>
                    <a:pt x="3044145" y="204844"/>
                    <a:pt x="3044793" y="203530"/>
                    <a:pt x="3046114" y="202641"/>
                  </a:cubicBezTo>
                  <a:cubicBezTo>
                    <a:pt x="3046983" y="202018"/>
                    <a:pt x="3048527" y="203066"/>
                    <a:pt x="3049606" y="202641"/>
                  </a:cubicBezTo>
                  <a:cubicBezTo>
                    <a:pt x="3050914" y="202209"/>
                    <a:pt x="3051809" y="201320"/>
                    <a:pt x="3053130" y="200913"/>
                  </a:cubicBezTo>
                  <a:cubicBezTo>
                    <a:pt x="3052902" y="199599"/>
                    <a:pt x="3052235" y="198735"/>
                    <a:pt x="3052235" y="197408"/>
                  </a:cubicBezTo>
                  <a:lnTo>
                    <a:pt x="3052235" y="192163"/>
                  </a:lnTo>
                  <a:lnTo>
                    <a:pt x="3059258" y="191281"/>
                  </a:lnTo>
                  <a:cubicBezTo>
                    <a:pt x="3060115" y="192576"/>
                    <a:pt x="3062325" y="192379"/>
                    <a:pt x="3062719" y="193890"/>
                  </a:cubicBezTo>
                  <a:cubicBezTo>
                    <a:pt x="3062966" y="194989"/>
                    <a:pt x="3062528" y="196322"/>
                    <a:pt x="3062719" y="197408"/>
                  </a:cubicBezTo>
                  <a:cubicBezTo>
                    <a:pt x="3063214" y="199834"/>
                    <a:pt x="3063398" y="201777"/>
                    <a:pt x="3063621" y="204406"/>
                  </a:cubicBezTo>
                  <a:lnTo>
                    <a:pt x="3076740" y="204406"/>
                  </a:lnTo>
                  <a:lnTo>
                    <a:pt x="3083744" y="199161"/>
                  </a:lnTo>
                  <a:lnTo>
                    <a:pt x="3087268" y="201777"/>
                  </a:lnTo>
                  <a:cubicBezTo>
                    <a:pt x="3087268" y="204844"/>
                    <a:pt x="3086823" y="206597"/>
                    <a:pt x="3087268" y="209664"/>
                  </a:cubicBezTo>
                  <a:close/>
                  <a:moveTo>
                    <a:pt x="3122295" y="143148"/>
                  </a:moveTo>
                  <a:cubicBezTo>
                    <a:pt x="3122949" y="144678"/>
                    <a:pt x="3125158" y="144430"/>
                    <a:pt x="3126657" y="144875"/>
                  </a:cubicBezTo>
                  <a:cubicBezTo>
                    <a:pt x="3127965" y="145294"/>
                    <a:pt x="3128835" y="146405"/>
                    <a:pt x="3130156" y="146621"/>
                  </a:cubicBezTo>
                  <a:lnTo>
                    <a:pt x="3133680" y="146621"/>
                  </a:lnTo>
                  <a:cubicBezTo>
                    <a:pt x="3134760" y="146621"/>
                    <a:pt x="3136080" y="147288"/>
                    <a:pt x="3137179" y="147504"/>
                  </a:cubicBezTo>
                  <a:cubicBezTo>
                    <a:pt x="3139154" y="147942"/>
                    <a:pt x="3140252" y="149244"/>
                    <a:pt x="3142430" y="149244"/>
                  </a:cubicBezTo>
                  <a:cubicBezTo>
                    <a:pt x="3144418" y="149244"/>
                    <a:pt x="3145923" y="148818"/>
                    <a:pt x="3147656" y="148367"/>
                  </a:cubicBezTo>
                  <a:cubicBezTo>
                    <a:pt x="3149644" y="147942"/>
                    <a:pt x="3150742" y="146621"/>
                    <a:pt x="3152895" y="146621"/>
                  </a:cubicBezTo>
                  <a:cubicBezTo>
                    <a:pt x="3154895" y="146621"/>
                    <a:pt x="3156457" y="147065"/>
                    <a:pt x="3158204" y="147504"/>
                  </a:cubicBezTo>
                  <a:cubicBezTo>
                    <a:pt x="3159264" y="147720"/>
                    <a:pt x="3160591" y="147720"/>
                    <a:pt x="3161684" y="148367"/>
                  </a:cubicBezTo>
                  <a:cubicBezTo>
                    <a:pt x="3162992" y="149034"/>
                    <a:pt x="3163887" y="149904"/>
                    <a:pt x="3165182" y="150996"/>
                  </a:cubicBezTo>
                  <a:cubicBezTo>
                    <a:pt x="3166046" y="151669"/>
                    <a:pt x="3165614" y="153384"/>
                    <a:pt x="3166046" y="154495"/>
                  </a:cubicBezTo>
                  <a:lnTo>
                    <a:pt x="3139782" y="154495"/>
                  </a:lnTo>
                  <a:lnTo>
                    <a:pt x="3139782" y="162382"/>
                  </a:lnTo>
                  <a:cubicBezTo>
                    <a:pt x="3142430" y="163493"/>
                    <a:pt x="3144418" y="164122"/>
                    <a:pt x="3146812" y="165023"/>
                  </a:cubicBezTo>
                  <a:cubicBezTo>
                    <a:pt x="3149428" y="166090"/>
                    <a:pt x="3150984" y="168548"/>
                    <a:pt x="3154019" y="168548"/>
                  </a:cubicBezTo>
                  <a:lnTo>
                    <a:pt x="3172860" y="168548"/>
                  </a:lnTo>
                  <a:cubicBezTo>
                    <a:pt x="3174377" y="168548"/>
                    <a:pt x="3175044" y="167639"/>
                    <a:pt x="3176568" y="167639"/>
                  </a:cubicBezTo>
                  <a:cubicBezTo>
                    <a:pt x="3179210" y="167639"/>
                    <a:pt x="3181172" y="167639"/>
                    <a:pt x="3183585" y="168548"/>
                  </a:cubicBezTo>
                  <a:cubicBezTo>
                    <a:pt x="3185115" y="168973"/>
                    <a:pt x="3184886" y="171151"/>
                    <a:pt x="3186226" y="172015"/>
                  </a:cubicBezTo>
                  <a:cubicBezTo>
                    <a:pt x="3187528" y="172897"/>
                    <a:pt x="3189052" y="173545"/>
                    <a:pt x="3190582" y="173767"/>
                  </a:cubicBezTo>
                  <a:cubicBezTo>
                    <a:pt x="3191694" y="173983"/>
                    <a:pt x="3193008" y="174428"/>
                    <a:pt x="3194088" y="174644"/>
                  </a:cubicBezTo>
                  <a:cubicBezTo>
                    <a:pt x="3195847" y="174866"/>
                    <a:pt x="3197364" y="174644"/>
                    <a:pt x="3199333" y="174644"/>
                  </a:cubicBezTo>
                  <a:cubicBezTo>
                    <a:pt x="3202838" y="174644"/>
                    <a:pt x="3204806" y="174866"/>
                    <a:pt x="3208089" y="173767"/>
                  </a:cubicBezTo>
                  <a:cubicBezTo>
                    <a:pt x="3209410" y="173335"/>
                    <a:pt x="3210280" y="172669"/>
                    <a:pt x="3211601" y="172015"/>
                  </a:cubicBezTo>
                  <a:cubicBezTo>
                    <a:pt x="3213131" y="171348"/>
                    <a:pt x="3213798" y="170268"/>
                    <a:pt x="3215100" y="169398"/>
                  </a:cubicBezTo>
                  <a:cubicBezTo>
                    <a:pt x="3216852" y="168300"/>
                    <a:pt x="3217278" y="165906"/>
                    <a:pt x="3219475" y="165906"/>
                  </a:cubicBezTo>
                  <a:cubicBezTo>
                    <a:pt x="3224066" y="165906"/>
                    <a:pt x="3226263" y="169398"/>
                    <a:pt x="3230841" y="169398"/>
                  </a:cubicBezTo>
                  <a:cubicBezTo>
                    <a:pt x="3234372" y="169398"/>
                    <a:pt x="3236772" y="168548"/>
                    <a:pt x="3239623" y="166763"/>
                  </a:cubicBezTo>
                  <a:cubicBezTo>
                    <a:pt x="3240709" y="166090"/>
                    <a:pt x="3242481" y="166090"/>
                    <a:pt x="3243122" y="165023"/>
                  </a:cubicBezTo>
                  <a:cubicBezTo>
                    <a:pt x="3244405" y="162820"/>
                    <a:pt x="3242227" y="160420"/>
                    <a:pt x="3243122" y="158013"/>
                  </a:cubicBezTo>
                  <a:cubicBezTo>
                    <a:pt x="3243973" y="155384"/>
                    <a:pt x="3245751" y="153644"/>
                    <a:pt x="3248393" y="152742"/>
                  </a:cubicBezTo>
                  <a:cubicBezTo>
                    <a:pt x="3249441" y="152546"/>
                    <a:pt x="3250780" y="152742"/>
                    <a:pt x="3251860" y="152742"/>
                  </a:cubicBezTo>
                  <a:cubicBezTo>
                    <a:pt x="3253390" y="152546"/>
                    <a:pt x="3254749" y="152304"/>
                    <a:pt x="3256254" y="151885"/>
                  </a:cubicBezTo>
                  <a:cubicBezTo>
                    <a:pt x="3257784" y="151453"/>
                    <a:pt x="3258426" y="149904"/>
                    <a:pt x="3259766" y="149244"/>
                  </a:cubicBezTo>
                  <a:lnTo>
                    <a:pt x="3263252" y="147504"/>
                  </a:lnTo>
                  <a:cubicBezTo>
                    <a:pt x="3261067" y="145116"/>
                    <a:pt x="3259950" y="142709"/>
                    <a:pt x="3257124" y="141370"/>
                  </a:cubicBezTo>
                  <a:cubicBezTo>
                    <a:pt x="3254749" y="140265"/>
                    <a:pt x="3252527" y="140506"/>
                    <a:pt x="3249707" y="140506"/>
                  </a:cubicBezTo>
                  <a:cubicBezTo>
                    <a:pt x="3248139" y="140506"/>
                    <a:pt x="3247059" y="140265"/>
                    <a:pt x="3245751" y="140506"/>
                  </a:cubicBezTo>
                  <a:cubicBezTo>
                    <a:pt x="3242900" y="140931"/>
                    <a:pt x="3241560" y="143148"/>
                    <a:pt x="3238538" y="143148"/>
                  </a:cubicBezTo>
                  <a:lnTo>
                    <a:pt x="3231749" y="143148"/>
                  </a:lnTo>
                  <a:cubicBezTo>
                    <a:pt x="3231534" y="141370"/>
                    <a:pt x="3231946" y="140506"/>
                    <a:pt x="3231749" y="138760"/>
                  </a:cubicBezTo>
                  <a:cubicBezTo>
                    <a:pt x="3231534" y="137223"/>
                    <a:pt x="3230626" y="136556"/>
                    <a:pt x="3229984" y="135235"/>
                  </a:cubicBezTo>
                  <a:cubicBezTo>
                    <a:pt x="3229108" y="133489"/>
                    <a:pt x="3227120" y="133261"/>
                    <a:pt x="3225596" y="131743"/>
                  </a:cubicBezTo>
                  <a:cubicBezTo>
                    <a:pt x="3224504" y="130625"/>
                    <a:pt x="3223863" y="129546"/>
                    <a:pt x="3223018" y="128244"/>
                  </a:cubicBezTo>
                  <a:cubicBezTo>
                    <a:pt x="3221869" y="128670"/>
                    <a:pt x="3220358" y="128670"/>
                    <a:pt x="3219475" y="129127"/>
                  </a:cubicBezTo>
                  <a:cubicBezTo>
                    <a:pt x="3218160" y="129984"/>
                    <a:pt x="3217945" y="131743"/>
                    <a:pt x="3216852" y="132619"/>
                  </a:cubicBezTo>
                  <a:cubicBezTo>
                    <a:pt x="3215532" y="133699"/>
                    <a:pt x="3214649" y="135039"/>
                    <a:pt x="3213360" y="136118"/>
                  </a:cubicBezTo>
                  <a:cubicBezTo>
                    <a:pt x="3210718" y="138302"/>
                    <a:pt x="3208972" y="140506"/>
                    <a:pt x="3205492" y="140506"/>
                  </a:cubicBezTo>
                  <a:cubicBezTo>
                    <a:pt x="3204159" y="140506"/>
                    <a:pt x="3203263" y="141370"/>
                    <a:pt x="3201968" y="141370"/>
                  </a:cubicBezTo>
                  <a:cubicBezTo>
                    <a:pt x="3200253" y="141370"/>
                    <a:pt x="3199999" y="139198"/>
                    <a:pt x="3198444" y="138760"/>
                  </a:cubicBezTo>
                  <a:lnTo>
                    <a:pt x="3205492" y="130848"/>
                  </a:lnTo>
                  <a:lnTo>
                    <a:pt x="3205492" y="129127"/>
                  </a:lnTo>
                  <a:cubicBezTo>
                    <a:pt x="3205251" y="127819"/>
                    <a:pt x="3204806" y="126917"/>
                    <a:pt x="3204571" y="125602"/>
                  </a:cubicBezTo>
                  <a:cubicBezTo>
                    <a:pt x="3203511" y="126034"/>
                    <a:pt x="3202171" y="125844"/>
                    <a:pt x="3201098" y="126491"/>
                  </a:cubicBezTo>
                  <a:cubicBezTo>
                    <a:pt x="3199574" y="127342"/>
                    <a:pt x="3199574" y="129984"/>
                    <a:pt x="3197612" y="129984"/>
                  </a:cubicBezTo>
                  <a:lnTo>
                    <a:pt x="3195847" y="129984"/>
                  </a:lnTo>
                  <a:cubicBezTo>
                    <a:pt x="3194304" y="130206"/>
                    <a:pt x="3193656" y="128244"/>
                    <a:pt x="3192125" y="128244"/>
                  </a:cubicBezTo>
                  <a:lnTo>
                    <a:pt x="3181807" y="128244"/>
                  </a:lnTo>
                  <a:cubicBezTo>
                    <a:pt x="3181394" y="131743"/>
                    <a:pt x="3181172" y="133489"/>
                    <a:pt x="3180956" y="137001"/>
                  </a:cubicBezTo>
                  <a:cubicBezTo>
                    <a:pt x="3180956" y="139642"/>
                    <a:pt x="3180727" y="141585"/>
                    <a:pt x="3180073" y="143979"/>
                  </a:cubicBezTo>
                  <a:cubicBezTo>
                    <a:pt x="3179641" y="145535"/>
                    <a:pt x="3178130" y="146215"/>
                    <a:pt x="3177432" y="147504"/>
                  </a:cubicBezTo>
                  <a:lnTo>
                    <a:pt x="3173926" y="146621"/>
                  </a:lnTo>
                  <a:cubicBezTo>
                    <a:pt x="3173926" y="142468"/>
                    <a:pt x="3174580" y="139198"/>
                    <a:pt x="3172193" y="136118"/>
                  </a:cubicBezTo>
                  <a:cubicBezTo>
                    <a:pt x="3171342" y="134797"/>
                    <a:pt x="3170008" y="134353"/>
                    <a:pt x="3168688" y="133489"/>
                  </a:cubicBezTo>
                  <a:cubicBezTo>
                    <a:pt x="3167621" y="132835"/>
                    <a:pt x="3166522" y="132187"/>
                    <a:pt x="3165182" y="131743"/>
                  </a:cubicBezTo>
                  <a:cubicBezTo>
                    <a:pt x="3163887" y="131311"/>
                    <a:pt x="3162992" y="130848"/>
                    <a:pt x="3161461" y="130848"/>
                  </a:cubicBezTo>
                  <a:cubicBezTo>
                    <a:pt x="3150298" y="130848"/>
                    <a:pt x="3144189" y="129984"/>
                    <a:pt x="3133007" y="129984"/>
                  </a:cubicBezTo>
                  <a:cubicBezTo>
                    <a:pt x="3131483" y="129984"/>
                    <a:pt x="3130816" y="130625"/>
                    <a:pt x="3129267" y="130848"/>
                  </a:cubicBezTo>
                  <a:cubicBezTo>
                    <a:pt x="3127965" y="131102"/>
                    <a:pt x="3126879" y="131311"/>
                    <a:pt x="3125793" y="131743"/>
                  </a:cubicBezTo>
                  <a:cubicBezTo>
                    <a:pt x="3123615" y="132835"/>
                    <a:pt x="3121405" y="134353"/>
                    <a:pt x="3121405" y="137001"/>
                  </a:cubicBezTo>
                  <a:cubicBezTo>
                    <a:pt x="3121405" y="139407"/>
                    <a:pt x="3121405" y="141154"/>
                    <a:pt x="3122295" y="143148"/>
                  </a:cubicBezTo>
                  <a:close/>
                  <a:moveTo>
                    <a:pt x="3624002" y="113366"/>
                  </a:moveTo>
                  <a:cubicBezTo>
                    <a:pt x="3621360" y="113366"/>
                    <a:pt x="3619385" y="112890"/>
                    <a:pt x="3616991" y="113366"/>
                  </a:cubicBezTo>
                  <a:cubicBezTo>
                    <a:pt x="3615677" y="113569"/>
                    <a:pt x="3614801" y="114674"/>
                    <a:pt x="3613511" y="115112"/>
                  </a:cubicBezTo>
                  <a:cubicBezTo>
                    <a:pt x="3612184" y="115557"/>
                    <a:pt x="3611321" y="116605"/>
                    <a:pt x="3609987" y="116878"/>
                  </a:cubicBezTo>
                  <a:lnTo>
                    <a:pt x="3608209" y="116878"/>
                  </a:lnTo>
                  <a:cubicBezTo>
                    <a:pt x="3606260" y="116878"/>
                    <a:pt x="3604742" y="116433"/>
                    <a:pt x="3602970" y="115982"/>
                  </a:cubicBezTo>
                  <a:cubicBezTo>
                    <a:pt x="3601891" y="115754"/>
                    <a:pt x="3600570" y="115328"/>
                    <a:pt x="3599478" y="115112"/>
                  </a:cubicBezTo>
                  <a:cubicBezTo>
                    <a:pt x="3597954" y="114674"/>
                    <a:pt x="3596665" y="113811"/>
                    <a:pt x="3595103" y="113366"/>
                  </a:cubicBezTo>
                  <a:cubicBezTo>
                    <a:pt x="3594220" y="114890"/>
                    <a:pt x="3593357" y="116192"/>
                    <a:pt x="3592461" y="117741"/>
                  </a:cubicBezTo>
                  <a:cubicBezTo>
                    <a:pt x="3591814" y="118821"/>
                    <a:pt x="3592696" y="121024"/>
                    <a:pt x="3591591" y="121215"/>
                  </a:cubicBezTo>
                  <a:cubicBezTo>
                    <a:pt x="3590283" y="121672"/>
                    <a:pt x="3589610" y="122967"/>
                    <a:pt x="3588099" y="122967"/>
                  </a:cubicBezTo>
                  <a:cubicBezTo>
                    <a:pt x="3586327" y="122967"/>
                    <a:pt x="3586130" y="120789"/>
                    <a:pt x="3584594" y="120345"/>
                  </a:cubicBezTo>
                  <a:cubicBezTo>
                    <a:pt x="3583501" y="120135"/>
                    <a:pt x="3582206" y="119716"/>
                    <a:pt x="3581101" y="119462"/>
                  </a:cubicBezTo>
                  <a:cubicBezTo>
                    <a:pt x="3578472" y="118821"/>
                    <a:pt x="3576732" y="117741"/>
                    <a:pt x="3573862" y="117741"/>
                  </a:cubicBezTo>
                  <a:lnTo>
                    <a:pt x="3567080" y="117741"/>
                  </a:lnTo>
                  <a:cubicBezTo>
                    <a:pt x="3567296" y="120789"/>
                    <a:pt x="3566648" y="122967"/>
                    <a:pt x="3567969" y="125602"/>
                  </a:cubicBezTo>
                  <a:cubicBezTo>
                    <a:pt x="3569487" y="128885"/>
                    <a:pt x="3572129" y="130848"/>
                    <a:pt x="3575850" y="130848"/>
                  </a:cubicBezTo>
                  <a:cubicBezTo>
                    <a:pt x="3578701" y="130848"/>
                    <a:pt x="3580212" y="129127"/>
                    <a:pt x="3582835" y="128244"/>
                  </a:cubicBezTo>
                  <a:cubicBezTo>
                    <a:pt x="3583939" y="128022"/>
                    <a:pt x="3585241" y="127584"/>
                    <a:pt x="3586327" y="127342"/>
                  </a:cubicBezTo>
                  <a:cubicBezTo>
                    <a:pt x="3587864" y="126917"/>
                    <a:pt x="3589185" y="126034"/>
                    <a:pt x="3590715" y="125602"/>
                  </a:cubicBezTo>
                  <a:cubicBezTo>
                    <a:pt x="3592036" y="125196"/>
                    <a:pt x="3592906" y="124091"/>
                    <a:pt x="3594220" y="123850"/>
                  </a:cubicBezTo>
                  <a:cubicBezTo>
                    <a:pt x="3596836" y="123412"/>
                    <a:pt x="3598621" y="122967"/>
                    <a:pt x="3601421" y="122967"/>
                  </a:cubicBezTo>
                  <a:cubicBezTo>
                    <a:pt x="3604044" y="122967"/>
                    <a:pt x="3605625" y="123666"/>
                    <a:pt x="3608209" y="123850"/>
                  </a:cubicBezTo>
                  <a:cubicBezTo>
                    <a:pt x="3609543" y="123850"/>
                    <a:pt x="3610406" y="124701"/>
                    <a:pt x="3611714" y="124701"/>
                  </a:cubicBezTo>
                  <a:cubicBezTo>
                    <a:pt x="3613048" y="124701"/>
                    <a:pt x="3613943" y="123850"/>
                    <a:pt x="3615264" y="123850"/>
                  </a:cubicBezTo>
                  <a:lnTo>
                    <a:pt x="3616121" y="129127"/>
                  </a:lnTo>
                  <a:cubicBezTo>
                    <a:pt x="3614801" y="130441"/>
                    <a:pt x="3614381" y="132403"/>
                    <a:pt x="3612622" y="132619"/>
                  </a:cubicBezTo>
                  <a:cubicBezTo>
                    <a:pt x="3609784" y="133076"/>
                    <a:pt x="3607784" y="132619"/>
                    <a:pt x="3604742" y="132619"/>
                  </a:cubicBezTo>
                  <a:lnTo>
                    <a:pt x="3604742" y="139858"/>
                  </a:lnTo>
                  <a:cubicBezTo>
                    <a:pt x="3604742" y="141370"/>
                    <a:pt x="3605625" y="142011"/>
                    <a:pt x="3606476" y="143148"/>
                  </a:cubicBezTo>
                  <a:cubicBezTo>
                    <a:pt x="3607784" y="144678"/>
                    <a:pt x="3609073" y="145726"/>
                    <a:pt x="3610851" y="146621"/>
                  </a:cubicBezTo>
                  <a:lnTo>
                    <a:pt x="3614381" y="148367"/>
                  </a:lnTo>
                  <a:cubicBezTo>
                    <a:pt x="3618077" y="150113"/>
                    <a:pt x="3620281" y="151885"/>
                    <a:pt x="3624433" y="151885"/>
                  </a:cubicBezTo>
                  <a:cubicBezTo>
                    <a:pt x="3627062" y="151885"/>
                    <a:pt x="3628593" y="150996"/>
                    <a:pt x="3630999" y="150113"/>
                  </a:cubicBezTo>
                  <a:cubicBezTo>
                    <a:pt x="3632536" y="149472"/>
                    <a:pt x="3633616" y="148818"/>
                    <a:pt x="3634479" y="147504"/>
                  </a:cubicBezTo>
                  <a:cubicBezTo>
                    <a:pt x="3635813" y="145726"/>
                    <a:pt x="3636892" y="144430"/>
                    <a:pt x="3637133" y="142233"/>
                  </a:cubicBezTo>
                  <a:cubicBezTo>
                    <a:pt x="3637349" y="139642"/>
                    <a:pt x="3636467" y="137845"/>
                    <a:pt x="3636257" y="135235"/>
                  </a:cubicBezTo>
                  <a:lnTo>
                    <a:pt x="3636257" y="131743"/>
                  </a:lnTo>
                  <a:cubicBezTo>
                    <a:pt x="3640188" y="131527"/>
                    <a:pt x="3642588" y="130848"/>
                    <a:pt x="3646551" y="130848"/>
                  </a:cubicBezTo>
                  <a:cubicBezTo>
                    <a:pt x="3648055" y="130848"/>
                    <a:pt x="3648773" y="131743"/>
                    <a:pt x="3650272" y="131743"/>
                  </a:cubicBezTo>
                  <a:lnTo>
                    <a:pt x="3652227" y="131743"/>
                  </a:lnTo>
                  <a:cubicBezTo>
                    <a:pt x="3654653" y="131743"/>
                    <a:pt x="3656158" y="131743"/>
                    <a:pt x="3658152" y="130848"/>
                  </a:cubicBezTo>
                  <a:cubicBezTo>
                    <a:pt x="3659695" y="130206"/>
                    <a:pt x="3660311" y="129127"/>
                    <a:pt x="3661644" y="128244"/>
                  </a:cubicBezTo>
                  <a:cubicBezTo>
                    <a:pt x="3662711" y="127342"/>
                    <a:pt x="3664032" y="127342"/>
                    <a:pt x="3665143" y="126491"/>
                  </a:cubicBezTo>
                  <a:cubicBezTo>
                    <a:pt x="3666216" y="125602"/>
                    <a:pt x="3666896" y="124288"/>
                    <a:pt x="3666896" y="122770"/>
                  </a:cubicBezTo>
                  <a:lnTo>
                    <a:pt x="3666896" y="115982"/>
                  </a:lnTo>
                  <a:cubicBezTo>
                    <a:pt x="3663194" y="115112"/>
                    <a:pt x="3660984" y="115112"/>
                    <a:pt x="3657276" y="115112"/>
                  </a:cubicBezTo>
                  <a:lnTo>
                    <a:pt x="3657276" y="104590"/>
                  </a:lnTo>
                  <a:cubicBezTo>
                    <a:pt x="3655961" y="104374"/>
                    <a:pt x="3655294" y="102863"/>
                    <a:pt x="3653764" y="102863"/>
                  </a:cubicBezTo>
                  <a:cubicBezTo>
                    <a:pt x="3652431" y="102863"/>
                    <a:pt x="3651573" y="103727"/>
                    <a:pt x="3650272" y="103727"/>
                  </a:cubicBezTo>
                  <a:cubicBezTo>
                    <a:pt x="3647643" y="103727"/>
                    <a:pt x="3645217" y="103079"/>
                    <a:pt x="3643268" y="104590"/>
                  </a:cubicBezTo>
                  <a:cubicBezTo>
                    <a:pt x="3642398" y="105257"/>
                    <a:pt x="3643922" y="107010"/>
                    <a:pt x="3643268" y="108089"/>
                  </a:cubicBezTo>
                  <a:cubicBezTo>
                    <a:pt x="3642398" y="109423"/>
                    <a:pt x="3640848" y="109423"/>
                    <a:pt x="3639756" y="110724"/>
                  </a:cubicBezTo>
                  <a:cubicBezTo>
                    <a:pt x="3638683" y="112039"/>
                    <a:pt x="3637991" y="113569"/>
                    <a:pt x="3636257" y="114217"/>
                  </a:cubicBezTo>
                  <a:cubicBezTo>
                    <a:pt x="3632536" y="115557"/>
                    <a:pt x="3628142" y="113366"/>
                    <a:pt x="3624002" y="113366"/>
                  </a:cubicBezTo>
                  <a:close/>
                  <a:moveTo>
                    <a:pt x="3694029" y="137001"/>
                  </a:moveTo>
                  <a:cubicBezTo>
                    <a:pt x="3694912" y="136118"/>
                    <a:pt x="3697103" y="136556"/>
                    <a:pt x="3697522" y="135235"/>
                  </a:cubicBezTo>
                  <a:cubicBezTo>
                    <a:pt x="3697979" y="134156"/>
                    <a:pt x="3696874" y="132835"/>
                    <a:pt x="3697522" y="131743"/>
                  </a:cubicBezTo>
                  <a:cubicBezTo>
                    <a:pt x="3698208" y="130625"/>
                    <a:pt x="3698208" y="128885"/>
                    <a:pt x="3699281" y="128244"/>
                  </a:cubicBezTo>
                  <a:cubicBezTo>
                    <a:pt x="3701287" y="126917"/>
                    <a:pt x="3703910" y="128670"/>
                    <a:pt x="3706317" y="128244"/>
                  </a:cubicBezTo>
                  <a:cubicBezTo>
                    <a:pt x="3707377" y="128022"/>
                    <a:pt x="3708692" y="127584"/>
                    <a:pt x="3709809" y="127342"/>
                  </a:cubicBezTo>
                  <a:cubicBezTo>
                    <a:pt x="3711327" y="126917"/>
                    <a:pt x="3711778" y="125196"/>
                    <a:pt x="3713327" y="124701"/>
                  </a:cubicBezTo>
                  <a:cubicBezTo>
                    <a:pt x="3715715" y="124091"/>
                    <a:pt x="3717925" y="125196"/>
                    <a:pt x="3720299" y="124701"/>
                  </a:cubicBezTo>
                  <a:cubicBezTo>
                    <a:pt x="3721862" y="124523"/>
                    <a:pt x="3722287" y="122351"/>
                    <a:pt x="3723811" y="122104"/>
                  </a:cubicBezTo>
                  <a:cubicBezTo>
                    <a:pt x="3724903" y="121913"/>
                    <a:pt x="3726224" y="122104"/>
                    <a:pt x="3727278" y="122104"/>
                  </a:cubicBezTo>
                  <a:cubicBezTo>
                    <a:pt x="3729723" y="121913"/>
                    <a:pt x="3731914" y="122104"/>
                    <a:pt x="3734320" y="121215"/>
                  </a:cubicBezTo>
                  <a:cubicBezTo>
                    <a:pt x="3735400" y="121024"/>
                    <a:pt x="3736714" y="120789"/>
                    <a:pt x="3737825" y="120345"/>
                  </a:cubicBezTo>
                  <a:cubicBezTo>
                    <a:pt x="3739146" y="119716"/>
                    <a:pt x="3738022" y="116878"/>
                    <a:pt x="3739553" y="116878"/>
                  </a:cubicBezTo>
                  <a:cubicBezTo>
                    <a:pt x="3742423" y="116878"/>
                    <a:pt x="3743915" y="118821"/>
                    <a:pt x="3746601" y="119462"/>
                  </a:cubicBezTo>
                  <a:cubicBezTo>
                    <a:pt x="3747668" y="119716"/>
                    <a:pt x="3748976" y="120135"/>
                    <a:pt x="3750068" y="120345"/>
                  </a:cubicBezTo>
                  <a:cubicBezTo>
                    <a:pt x="3751643" y="120789"/>
                    <a:pt x="3752932" y="121215"/>
                    <a:pt x="3754666" y="121215"/>
                  </a:cubicBezTo>
                  <a:lnTo>
                    <a:pt x="3761460" y="121215"/>
                  </a:lnTo>
                  <a:cubicBezTo>
                    <a:pt x="3761263" y="119900"/>
                    <a:pt x="3761663" y="118821"/>
                    <a:pt x="3761460" y="117741"/>
                  </a:cubicBezTo>
                  <a:cubicBezTo>
                    <a:pt x="3760800" y="115112"/>
                    <a:pt x="3758818" y="113569"/>
                    <a:pt x="3758818" y="110724"/>
                  </a:cubicBezTo>
                  <a:cubicBezTo>
                    <a:pt x="3758818" y="107657"/>
                    <a:pt x="3762775" y="106356"/>
                    <a:pt x="3765842" y="106356"/>
                  </a:cubicBezTo>
                  <a:cubicBezTo>
                    <a:pt x="3768013" y="106356"/>
                    <a:pt x="3769321" y="107232"/>
                    <a:pt x="3771093" y="108089"/>
                  </a:cubicBezTo>
                  <a:cubicBezTo>
                    <a:pt x="3772173" y="108527"/>
                    <a:pt x="3773716" y="108337"/>
                    <a:pt x="3774605" y="108946"/>
                  </a:cubicBezTo>
                  <a:cubicBezTo>
                    <a:pt x="3775684" y="109645"/>
                    <a:pt x="3775233" y="111385"/>
                    <a:pt x="3776332" y="112490"/>
                  </a:cubicBezTo>
                  <a:cubicBezTo>
                    <a:pt x="3778948" y="115112"/>
                    <a:pt x="3781596" y="115982"/>
                    <a:pt x="3785304" y="115982"/>
                  </a:cubicBezTo>
                  <a:cubicBezTo>
                    <a:pt x="3789038" y="115982"/>
                    <a:pt x="3791032" y="115328"/>
                    <a:pt x="3794721" y="115112"/>
                  </a:cubicBezTo>
                  <a:cubicBezTo>
                    <a:pt x="3794721" y="113366"/>
                    <a:pt x="3795585" y="112490"/>
                    <a:pt x="3795585" y="110724"/>
                  </a:cubicBezTo>
                  <a:cubicBezTo>
                    <a:pt x="3795585" y="109423"/>
                    <a:pt x="3794721" y="108527"/>
                    <a:pt x="3794721" y="107232"/>
                  </a:cubicBezTo>
                  <a:lnTo>
                    <a:pt x="3794721" y="102863"/>
                  </a:lnTo>
                  <a:cubicBezTo>
                    <a:pt x="3791654" y="102863"/>
                    <a:pt x="3789921" y="102622"/>
                    <a:pt x="3786866" y="102863"/>
                  </a:cubicBezTo>
                  <a:cubicBezTo>
                    <a:pt x="3785533" y="102863"/>
                    <a:pt x="3784657" y="103727"/>
                    <a:pt x="3783336" y="103727"/>
                  </a:cubicBezTo>
                  <a:cubicBezTo>
                    <a:pt x="3780739" y="103943"/>
                    <a:pt x="3778948" y="103727"/>
                    <a:pt x="3776332" y="103727"/>
                  </a:cubicBezTo>
                  <a:cubicBezTo>
                    <a:pt x="3775017" y="103727"/>
                    <a:pt x="3774160" y="103079"/>
                    <a:pt x="3772852" y="102863"/>
                  </a:cubicBezTo>
                  <a:cubicBezTo>
                    <a:pt x="3774160" y="100869"/>
                    <a:pt x="3774814" y="99358"/>
                    <a:pt x="3776332" y="97580"/>
                  </a:cubicBezTo>
                  <a:cubicBezTo>
                    <a:pt x="3777653" y="96050"/>
                    <a:pt x="3779177" y="95618"/>
                    <a:pt x="3780739" y="94068"/>
                  </a:cubicBezTo>
                  <a:cubicBezTo>
                    <a:pt x="3782244" y="92563"/>
                    <a:pt x="3782904" y="91478"/>
                    <a:pt x="3784225" y="89731"/>
                  </a:cubicBezTo>
                  <a:lnTo>
                    <a:pt x="3783336" y="86207"/>
                  </a:lnTo>
                  <a:cubicBezTo>
                    <a:pt x="3782028" y="86207"/>
                    <a:pt x="3781158" y="85991"/>
                    <a:pt x="3779837" y="86207"/>
                  </a:cubicBezTo>
                  <a:cubicBezTo>
                    <a:pt x="3778084" y="86423"/>
                    <a:pt x="3777018" y="86874"/>
                    <a:pt x="3775475" y="87071"/>
                  </a:cubicBezTo>
                  <a:cubicBezTo>
                    <a:pt x="3774389" y="87071"/>
                    <a:pt x="3773068" y="87960"/>
                    <a:pt x="3772001" y="87960"/>
                  </a:cubicBezTo>
                  <a:lnTo>
                    <a:pt x="3768451" y="87960"/>
                  </a:lnTo>
                  <a:cubicBezTo>
                    <a:pt x="3767372" y="87960"/>
                    <a:pt x="3766077" y="88836"/>
                    <a:pt x="3764959" y="88836"/>
                  </a:cubicBezTo>
                  <a:cubicBezTo>
                    <a:pt x="3763441" y="89052"/>
                    <a:pt x="3761892" y="89052"/>
                    <a:pt x="3760603" y="89731"/>
                  </a:cubicBezTo>
                  <a:cubicBezTo>
                    <a:pt x="3759269" y="90379"/>
                    <a:pt x="3757275" y="90779"/>
                    <a:pt x="3757091" y="92341"/>
                  </a:cubicBezTo>
                  <a:cubicBezTo>
                    <a:pt x="3756856" y="93446"/>
                    <a:pt x="3757091" y="94545"/>
                    <a:pt x="3757091" y="95840"/>
                  </a:cubicBezTo>
                  <a:cubicBezTo>
                    <a:pt x="3757091" y="97154"/>
                    <a:pt x="3757961" y="98012"/>
                    <a:pt x="3757961" y="99358"/>
                  </a:cubicBezTo>
                  <a:cubicBezTo>
                    <a:pt x="3757961" y="101085"/>
                    <a:pt x="3757091" y="101980"/>
                    <a:pt x="3757091" y="103727"/>
                  </a:cubicBezTo>
                  <a:cubicBezTo>
                    <a:pt x="3754024" y="103727"/>
                    <a:pt x="3752265" y="103943"/>
                    <a:pt x="3749211" y="103727"/>
                  </a:cubicBezTo>
                  <a:cubicBezTo>
                    <a:pt x="3747903" y="103727"/>
                    <a:pt x="3746995" y="102863"/>
                    <a:pt x="3745706" y="102863"/>
                  </a:cubicBezTo>
                  <a:lnTo>
                    <a:pt x="3741305" y="102863"/>
                  </a:lnTo>
                  <a:lnTo>
                    <a:pt x="3737825" y="102863"/>
                  </a:lnTo>
                  <a:cubicBezTo>
                    <a:pt x="3736289" y="103079"/>
                    <a:pt x="3734752" y="102190"/>
                    <a:pt x="3733450" y="102863"/>
                  </a:cubicBezTo>
                  <a:cubicBezTo>
                    <a:pt x="3732142" y="103485"/>
                    <a:pt x="3730847" y="104590"/>
                    <a:pt x="3730847" y="106356"/>
                  </a:cubicBezTo>
                  <a:cubicBezTo>
                    <a:pt x="3730847" y="107657"/>
                    <a:pt x="3731914" y="108762"/>
                    <a:pt x="3731704" y="109861"/>
                  </a:cubicBezTo>
                  <a:cubicBezTo>
                    <a:pt x="3731253" y="111169"/>
                    <a:pt x="3728167" y="110077"/>
                    <a:pt x="3728167" y="111601"/>
                  </a:cubicBezTo>
                  <a:cubicBezTo>
                    <a:pt x="3728167" y="113144"/>
                    <a:pt x="3729945" y="113569"/>
                    <a:pt x="3729945" y="115112"/>
                  </a:cubicBezTo>
                  <a:lnTo>
                    <a:pt x="3729945" y="121215"/>
                  </a:lnTo>
                  <a:cubicBezTo>
                    <a:pt x="3724471" y="121913"/>
                    <a:pt x="3721379" y="121672"/>
                    <a:pt x="3715950" y="122104"/>
                  </a:cubicBezTo>
                  <a:cubicBezTo>
                    <a:pt x="3714178" y="122104"/>
                    <a:pt x="3713099" y="122770"/>
                    <a:pt x="3711555" y="122967"/>
                  </a:cubicBezTo>
                  <a:cubicBezTo>
                    <a:pt x="3710444" y="123209"/>
                    <a:pt x="3709136" y="123666"/>
                    <a:pt x="3708031" y="123850"/>
                  </a:cubicBezTo>
                  <a:cubicBezTo>
                    <a:pt x="3706742" y="124091"/>
                    <a:pt x="3705872" y="125380"/>
                    <a:pt x="3704526" y="125602"/>
                  </a:cubicBezTo>
                  <a:cubicBezTo>
                    <a:pt x="3703466" y="125844"/>
                    <a:pt x="3702145" y="125380"/>
                    <a:pt x="3701033" y="125602"/>
                  </a:cubicBezTo>
                  <a:cubicBezTo>
                    <a:pt x="3699725" y="125844"/>
                    <a:pt x="3698862" y="126701"/>
                    <a:pt x="3697522" y="127342"/>
                  </a:cubicBezTo>
                  <a:cubicBezTo>
                    <a:pt x="3695807" y="128244"/>
                    <a:pt x="3695350" y="129546"/>
                    <a:pt x="3694029" y="130848"/>
                  </a:cubicBezTo>
                  <a:lnTo>
                    <a:pt x="3690562" y="134353"/>
                  </a:lnTo>
                  <a:close/>
                  <a:moveTo>
                    <a:pt x="3743915" y="135235"/>
                  </a:moveTo>
                  <a:lnTo>
                    <a:pt x="3743915" y="145726"/>
                  </a:lnTo>
                  <a:lnTo>
                    <a:pt x="3759707" y="145726"/>
                  </a:lnTo>
                  <a:cubicBezTo>
                    <a:pt x="3761028" y="144430"/>
                    <a:pt x="3762343" y="143979"/>
                    <a:pt x="3763200" y="142233"/>
                  </a:cubicBezTo>
                  <a:cubicBezTo>
                    <a:pt x="3763651" y="141154"/>
                    <a:pt x="3762775" y="139858"/>
                    <a:pt x="3763200" y="138760"/>
                  </a:cubicBezTo>
                  <a:cubicBezTo>
                    <a:pt x="3763651" y="137845"/>
                    <a:pt x="3765200" y="137845"/>
                    <a:pt x="3765842" y="137001"/>
                  </a:cubicBezTo>
                  <a:cubicBezTo>
                    <a:pt x="3765842" y="140506"/>
                    <a:pt x="3764959" y="143573"/>
                    <a:pt x="3767581" y="145726"/>
                  </a:cubicBezTo>
                  <a:cubicBezTo>
                    <a:pt x="3768915" y="146837"/>
                    <a:pt x="3770210" y="147504"/>
                    <a:pt x="3772001" y="147504"/>
                  </a:cubicBezTo>
                  <a:cubicBezTo>
                    <a:pt x="3773468" y="147504"/>
                    <a:pt x="3773931" y="145726"/>
                    <a:pt x="3775475" y="145726"/>
                  </a:cubicBezTo>
                  <a:cubicBezTo>
                    <a:pt x="3777018" y="145726"/>
                    <a:pt x="3777907" y="145961"/>
                    <a:pt x="3779405" y="145726"/>
                  </a:cubicBezTo>
                  <a:cubicBezTo>
                    <a:pt x="3779627" y="141585"/>
                    <a:pt x="3779837" y="139407"/>
                    <a:pt x="3779405" y="135235"/>
                  </a:cubicBezTo>
                  <a:lnTo>
                    <a:pt x="3794721" y="135235"/>
                  </a:lnTo>
                  <a:lnTo>
                    <a:pt x="3794721" y="131743"/>
                  </a:lnTo>
                  <a:cubicBezTo>
                    <a:pt x="3794721" y="130441"/>
                    <a:pt x="3794067" y="129546"/>
                    <a:pt x="3793858" y="128244"/>
                  </a:cubicBezTo>
                  <a:lnTo>
                    <a:pt x="3767823" y="128244"/>
                  </a:lnTo>
                  <a:cubicBezTo>
                    <a:pt x="3764743" y="128244"/>
                    <a:pt x="3763441" y="129768"/>
                    <a:pt x="3760603" y="130848"/>
                  </a:cubicBezTo>
                  <a:cubicBezTo>
                    <a:pt x="3759053" y="131311"/>
                    <a:pt x="3757720" y="131927"/>
                    <a:pt x="3756196" y="132619"/>
                  </a:cubicBezTo>
                  <a:cubicBezTo>
                    <a:pt x="3754666" y="133261"/>
                    <a:pt x="3754208" y="134613"/>
                    <a:pt x="3752691" y="135235"/>
                  </a:cubicBezTo>
                  <a:cubicBezTo>
                    <a:pt x="3749636" y="136766"/>
                    <a:pt x="3747465" y="137223"/>
                    <a:pt x="3743915" y="137845"/>
                  </a:cubicBezTo>
                  <a:close/>
                  <a:moveTo>
                    <a:pt x="3805224" y="140506"/>
                  </a:moveTo>
                  <a:cubicBezTo>
                    <a:pt x="3803707" y="140931"/>
                    <a:pt x="3802373" y="142011"/>
                    <a:pt x="3800875" y="142233"/>
                  </a:cubicBezTo>
                  <a:lnTo>
                    <a:pt x="3797376" y="142233"/>
                  </a:lnTo>
                  <a:cubicBezTo>
                    <a:pt x="3796455" y="142233"/>
                    <a:pt x="3795845" y="143148"/>
                    <a:pt x="3794721" y="143148"/>
                  </a:cubicBezTo>
                  <a:lnTo>
                    <a:pt x="3791204" y="143148"/>
                  </a:lnTo>
                  <a:cubicBezTo>
                    <a:pt x="3791451" y="144430"/>
                    <a:pt x="3790778" y="145726"/>
                    <a:pt x="3791204" y="146621"/>
                  </a:cubicBezTo>
                  <a:cubicBezTo>
                    <a:pt x="3791883" y="147720"/>
                    <a:pt x="3791883" y="149472"/>
                    <a:pt x="3792962" y="150113"/>
                  </a:cubicBezTo>
                  <a:cubicBezTo>
                    <a:pt x="3794067" y="150787"/>
                    <a:pt x="3795388" y="150113"/>
                    <a:pt x="3796906" y="150113"/>
                  </a:cubicBezTo>
                  <a:cubicBezTo>
                    <a:pt x="3798430" y="150113"/>
                    <a:pt x="3799554" y="150355"/>
                    <a:pt x="3800875" y="150113"/>
                  </a:cubicBezTo>
                  <a:cubicBezTo>
                    <a:pt x="3802170" y="149904"/>
                    <a:pt x="3803040" y="148609"/>
                    <a:pt x="3804348" y="148367"/>
                  </a:cubicBezTo>
                  <a:cubicBezTo>
                    <a:pt x="3806774" y="147720"/>
                    <a:pt x="3808952" y="147065"/>
                    <a:pt x="3811365" y="146621"/>
                  </a:cubicBezTo>
                  <a:cubicBezTo>
                    <a:pt x="3811168" y="145535"/>
                    <a:pt x="3811574" y="144195"/>
                    <a:pt x="3811365" y="143148"/>
                  </a:cubicBezTo>
                  <a:cubicBezTo>
                    <a:pt x="3810933" y="141585"/>
                    <a:pt x="3809390" y="141154"/>
                    <a:pt x="3808736" y="139642"/>
                  </a:cubicBezTo>
                  <a:cubicBezTo>
                    <a:pt x="3807644" y="139858"/>
                    <a:pt x="3806355" y="140265"/>
                    <a:pt x="3805224" y="140506"/>
                  </a:cubicBezTo>
                  <a:close/>
                  <a:moveTo>
                    <a:pt x="3811365" y="108946"/>
                  </a:moveTo>
                  <a:cubicBezTo>
                    <a:pt x="3811365" y="110286"/>
                    <a:pt x="3811574" y="111385"/>
                    <a:pt x="3811365" y="112490"/>
                  </a:cubicBezTo>
                  <a:cubicBezTo>
                    <a:pt x="3811168" y="113569"/>
                    <a:pt x="3812031" y="115112"/>
                    <a:pt x="3811365" y="115982"/>
                  </a:cubicBezTo>
                  <a:cubicBezTo>
                    <a:pt x="3810723" y="116878"/>
                    <a:pt x="3808952" y="116192"/>
                    <a:pt x="3807872" y="116878"/>
                  </a:cubicBezTo>
                  <a:cubicBezTo>
                    <a:pt x="3805485" y="118414"/>
                    <a:pt x="3803040" y="119462"/>
                    <a:pt x="3800875" y="121215"/>
                  </a:cubicBezTo>
                  <a:cubicBezTo>
                    <a:pt x="3799751" y="122104"/>
                    <a:pt x="3799751" y="123666"/>
                    <a:pt x="3799122" y="124701"/>
                  </a:cubicBezTo>
                  <a:lnTo>
                    <a:pt x="3802614" y="126491"/>
                  </a:lnTo>
                  <a:cubicBezTo>
                    <a:pt x="3803910" y="127158"/>
                    <a:pt x="3804615" y="128460"/>
                    <a:pt x="3806113" y="129127"/>
                  </a:cubicBezTo>
                  <a:cubicBezTo>
                    <a:pt x="3807872" y="129984"/>
                    <a:pt x="3809390" y="129984"/>
                    <a:pt x="3811365" y="129984"/>
                  </a:cubicBezTo>
                  <a:lnTo>
                    <a:pt x="3813124" y="129984"/>
                  </a:lnTo>
                  <a:cubicBezTo>
                    <a:pt x="3814876" y="129768"/>
                    <a:pt x="3815099" y="127819"/>
                    <a:pt x="3816604" y="127342"/>
                  </a:cubicBezTo>
                  <a:cubicBezTo>
                    <a:pt x="3818375" y="126701"/>
                    <a:pt x="3819886" y="127342"/>
                    <a:pt x="3821868" y="127342"/>
                  </a:cubicBezTo>
                  <a:lnTo>
                    <a:pt x="3827113" y="127342"/>
                  </a:lnTo>
                  <a:cubicBezTo>
                    <a:pt x="3828859" y="127342"/>
                    <a:pt x="3829748" y="128244"/>
                    <a:pt x="3831513" y="128244"/>
                  </a:cubicBezTo>
                  <a:cubicBezTo>
                    <a:pt x="3836555" y="128670"/>
                    <a:pt x="3839635" y="128460"/>
                    <a:pt x="3844632" y="128244"/>
                  </a:cubicBezTo>
                  <a:cubicBezTo>
                    <a:pt x="3846163" y="128244"/>
                    <a:pt x="3846836" y="127158"/>
                    <a:pt x="3848144" y="126917"/>
                  </a:cubicBezTo>
                  <a:cubicBezTo>
                    <a:pt x="3847064" y="125602"/>
                    <a:pt x="3845540" y="124523"/>
                    <a:pt x="3844632" y="122967"/>
                  </a:cubicBezTo>
                  <a:cubicBezTo>
                    <a:pt x="3843972" y="121672"/>
                    <a:pt x="3842461" y="121024"/>
                    <a:pt x="3842004" y="119462"/>
                  </a:cubicBezTo>
                  <a:cubicBezTo>
                    <a:pt x="3841794" y="118414"/>
                    <a:pt x="3842461" y="117043"/>
                    <a:pt x="3842004" y="115982"/>
                  </a:cubicBezTo>
                  <a:cubicBezTo>
                    <a:pt x="3840899" y="113366"/>
                    <a:pt x="3838289" y="111823"/>
                    <a:pt x="3837635" y="108946"/>
                  </a:cubicBezTo>
                  <a:cubicBezTo>
                    <a:pt x="3836993" y="106572"/>
                    <a:pt x="3837635" y="104590"/>
                    <a:pt x="3837635" y="101980"/>
                  </a:cubicBezTo>
                  <a:lnTo>
                    <a:pt x="3832377" y="101085"/>
                  </a:lnTo>
                  <a:cubicBezTo>
                    <a:pt x="3831291" y="101542"/>
                    <a:pt x="3829748" y="101542"/>
                    <a:pt x="3828859" y="101980"/>
                  </a:cubicBezTo>
                  <a:cubicBezTo>
                    <a:pt x="3827576" y="102863"/>
                    <a:pt x="3827335" y="104590"/>
                    <a:pt x="3826262" y="105498"/>
                  </a:cubicBezTo>
                  <a:cubicBezTo>
                    <a:pt x="3824954" y="106572"/>
                    <a:pt x="3824516" y="108089"/>
                    <a:pt x="3822757" y="108946"/>
                  </a:cubicBezTo>
                  <a:cubicBezTo>
                    <a:pt x="3821664" y="109423"/>
                    <a:pt x="3820337" y="109423"/>
                    <a:pt x="3819232" y="109861"/>
                  </a:cubicBezTo>
                  <a:cubicBezTo>
                    <a:pt x="3817912" y="110509"/>
                    <a:pt x="3817061" y="111169"/>
                    <a:pt x="3815759" y="111601"/>
                  </a:cubicBezTo>
                  <a:close/>
                  <a:moveTo>
                    <a:pt x="3854265" y="108946"/>
                  </a:moveTo>
                  <a:lnTo>
                    <a:pt x="3856024" y="112490"/>
                  </a:lnTo>
                  <a:cubicBezTo>
                    <a:pt x="3858450" y="114890"/>
                    <a:pt x="3860177" y="116878"/>
                    <a:pt x="3863041" y="118624"/>
                  </a:cubicBezTo>
                  <a:cubicBezTo>
                    <a:pt x="3864355" y="119462"/>
                    <a:pt x="3865225" y="120554"/>
                    <a:pt x="3866546" y="121215"/>
                  </a:cubicBezTo>
                  <a:cubicBezTo>
                    <a:pt x="3869385" y="122967"/>
                    <a:pt x="3871785" y="123850"/>
                    <a:pt x="3875290" y="123850"/>
                  </a:cubicBezTo>
                  <a:cubicBezTo>
                    <a:pt x="3877240" y="123850"/>
                    <a:pt x="3878795" y="123412"/>
                    <a:pt x="3880516" y="122967"/>
                  </a:cubicBezTo>
                  <a:cubicBezTo>
                    <a:pt x="3881837" y="122535"/>
                    <a:pt x="3882720" y="121913"/>
                    <a:pt x="3884021" y="121215"/>
                  </a:cubicBezTo>
                  <a:cubicBezTo>
                    <a:pt x="3885330" y="120554"/>
                    <a:pt x="3886447" y="120345"/>
                    <a:pt x="3887533" y="119462"/>
                  </a:cubicBezTo>
                  <a:cubicBezTo>
                    <a:pt x="3888625" y="118624"/>
                    <a:pt x="3888441" y="117043"/>
                    <a:pt x="3889317" y="115982"/>
                  </a:cubicBezTo>
                  <a:cubicBezTo>
                    <a:pt x="3890187" y="114890"/>
                    <a:pt x="3890613" y="113366"/>
                    <a:pt x="3891902" y="112490"/>
                  </a:cubicBezTo>
                  <a:cubicBezTo>
                    <a:pt x="3892810" y="111823"/>
                    <a:pt x="3894328" y="112039"/>
                    <a:pt x="3895413" y="111601"/>
                  </a:cubicBezTo>
                  <a:cubicBezTo>
                    <a:pt x="3896734" y="110940"/>
                    <a:pt x="3897610" y="110286"/>
                    <a:pt x="3898919" y="109861"/>
                  </a:cubicBezTo>
                  <a:cubicBezTo>
                    <a:pt x="3900214" y="109423"/>
                    <a:pt x="3901109" y="108527"/>
                    <a:pt x="3902443" y="108089"/>
                  </a:cubicBezTo>
                  <a:cubicBezTo>
                    <a:pt x="3904843" y="107232"/>
                    <a:pt x="3907053" y="106787"/>
                    <a:pt x="3909409" y="106356"/>
                  </a:cubicBezTo>
                  <a:lnTo>
                    <a:pt x="3908539" y="102863"/>
                  </a:lnTo>
                  <a:cubicBezTo>
                    <a:pt x="3907218" y="102419"/>
                    <a:pt x="3906348" y="101288"/>
                    <a:pt x="3905065" y="101085"/>
                  </a:cubicBezTo>
                  <a:lnTo>
                    <a:pt x="3901547" y="101085"/>
                  </a:lnTo>
                  <a:cubicBezTo>
                    <a:pt x="3900468" y="101085"/>
                    <a:pt x="3899357" y="100222"/>
                    <a:pt x="3898055" y="100222"/>
                  </a:cubicBezTo>
                  <a:cubicBezTo>
                    <a:pt x="3896093" y="99980"/>
                    <a:pt x="3894747" y="100222"/>
                    <a:pt x="3892810" y="100222"/>
                  </a:cubicBezTo>
                  <a:cubicBezTo>
                    <a:pt x="3890816" y="100222"/>
                    <a:pt x="3889317" y="99777"/>
                    <a:pt x="3887533" y="100222"/>
                  </a:cubicBezTo>
                  <a:cubicBezTo>
                    <a:pt x="3886447" y="100444"/>
                    <a:pt x="3885120" y="100660"/>
                    <a:pt x="3884021" y="101085"/>
                  </a:cubicBezTo>
                  <a:cubicBezTo>
                    <a:pt x="3882942" y="101542"/>
                    <a:pt x="3884263" y="104165"/>
                    <a:pt x="3883164" y="104590"/>
                  </a:cubicBezTo>
                  <a:cubicBezTo>
                    <a:pt x="3882066" y="105035"/>
                    <a:pt x="3880777" y="104590"/>
                    <a:pt x="3879678" y="104590"/>
                  </a:cubicBezTo>
                  <a:cubicBezTo>
                    <a:pt x="3875747" y="105257"/>
                    <a:pt x="3873125" y="103943"/>
                    <a:pt x="3869169" y="104590"/>
                  </a:cubicBezTo>
                  <a:cubicBezTo>
                    <a:pt x="3868070" y="104832"/>
                    <a:pt x="3866756" y="105257"/>
                    <a:pt x="3865676" y="105498"/>
                  </a:cubicBezTo>
                  <a:cubicBezTo>
                    <a:pt x="3864114" y="105930"/>
                    <a:pt x="3863676" y="107435"/>
                    <a:pt x="3862133" y="108089"/>
                  </a:cubicBezTo>
                  <a:cubicBezTo>
                    <a:pt x="3860609" y="108762"/>
                    <a:pt x="3860406" y="110724"/>
                    <a:pt x="3858634" y="110724"/>
                  </a:cubicBezTo>
                  <a:cubicBezTo>
                    <a:pt x="3856901" y="110724"/>
                    <a:pt x="3855796" y="109423"/>
                    <a:pt x="3854265" y="108946"/>
                  </a:cubicBezTo>
                  <a:close/>
                  <a:moveTo>
                    <a:pt x="3979462" y="386518"/>
                  </a:moveTo>
                  <a:cubicBezTo>
                    <a:pt x="3981437" y="386518"/>
                    <a:pt x="3983005" y="385883"/>
                    <a:pt x="3984732" y="385635"/>
                  </a:cubicBezTo>
                  <a:cubicBezTo>
                    <a:pt x="3985812" y="385635"/>
                    <a:pt x="3987145" y="385883"/>
                    <a:pt x="3988231" y="385635"/>
                  </a:cubicBezTo>
                  <a:cubicBezTo>
                    <a:pt x="3989565" y="385464"/>
                    <a:pt x="3990422" y="384130"/>
                    <a:pt x="3991730" y="383889"/>
                  </a:cubicBezTo>
                  <a:cubicBezTo>
                    <a:pt x="3994111" y="383673"/>
                    <a:pt x="3996105" y="384130"/>
                    <a:pt x="3998747" y="383889"/>
                  </a:cubicBezTo>
                  <a:lnTo>
                    <a:pt x="4002252" y="383889"/>
                  </a:lnTo>
                  <a:cubicBezTo>
                    <a:pt x="4003776" y="383673"/>
                    <a:pt x="4004221" y="381914"/>
                    <a:pt x="4005738" y="381266"/>
                  </a:cubicBezTo>
                  <a:cubicBezTo>
                    <a:pt x="4005529" y="380180"/>
                    <a:pt x="4006195" y="378663"/>
                    <a:pt x="4005738" y="377748"/>
                  </a:cubicBezTo>
                  <a:cubicBezTo>
                    <a:pt x="4004887" y="376459"/>
                    <a:pt x="4004221" y="375132"/>
                    <a:pt x="4003103" y="374256"/>
                  </a:cubicBezTo>
                  <a:cubicBezTo>
                    <a:pt x="4002024" y="373392"/>
                    <a:pt x="4000925" y="372960"/>
                    <a:pt x="3999604" y="372510"/>
                  </a:cubicBezTo>
                  <a:cubicBezTo>
                    <a:pt x="3998525" y="372090"/>
                    <a:pt x="3997198" y="371862"/>
                    <a:pt x="3996105" y="371646"/>
                  </a:cubicBezTo>
                  <a:cubicBezTo>
                    <a:pt x="3995013" y="371430"/>
                    <a:pt x="3993946" y="370751"/>
                    <a:pt x="3992594" y="370751"/>
                  </a:cubicBezTo>
                  <a:cubicBezTo>
                    <a:pt x="3989565" y="370751"/>
                    <a:pt x="3988022" y="372770"/>
                    <a:pt x="3985621" y="374256"/>
                  </a:cubicBezTo>
                  <a:cubicBezTo>
                    <a:pt x="3984078" y="375132"/>
                    <a:pt x="3983424" y="376688"/>
                    <a:pt x="3982116" y="377748"/>
                  </a:cubicBezTo>
                  <a:cubicBezTo>
                    <a:pt x="3979462" y="379964"/>
                    <a:pt x="3977512" y="381488"/>
                    <a:pt x="3975087" y="383889"/>
                  </a:cubicBezTo>
                  <a:cubicBezTo>
                    <a:pt x="3976636" y="384778"/>
                    <a:pt x="3977512" y="386518"/>
                    <a:pt x="3979462" y="386518"/>
                  </a:cubicBezTo>
                  <a:close/>
                  <a:moveTo>
                    <a:pt x="3715950" y="378663"/>
                  </a:moveTo>
                  <a:cubicBezTo>
                    <a:pt x="3713327" y="378409"/>
                    <a:pt x="3711555" y="377748"/>
                    <a:pt x="3708927" y="377748"/>
                  </a:cubicBezTo>
                  <a:cubicBezTo>
                    <a:pt x="3707180" y="377748"/>
                    <a:pt x="3706317" y="378409"/>
                    <a:pt x="3704526" y="378663"/>
                  </a:cubicBezTo>
                  <a:lnTo>
                    <a:pt x="3704526" y="390048"/>
                  </a:lnTo>
                  <a:cubicBezTo>
                    <a:pt x="3701033" y="390048"/>
                    <a:pt x="3699084" y="389591"/>
                    <a:pt x="3695807" y="390048"/>
                  </a:cubicBezTo>
                  <a:cubicBezTo>
                    <a:pt x="3693172" y="390270"/>
                    <a:pt x="3691407" y="391572"/>
                    <a:pt x="3688778" y="392652"/>
                  </a:cubicBezTo>
                  <a:cubicBezTo>
                    <a:pt x="3689007" y="393979"/>
                    <a:pt x="3688778" y="395058"/>
                    <a:pt x="3688778" y="396157"/>
                  </a:cubicBezTo>
                  <a:cubicBezTo>
                    <a:pt x="3689007" y="397471"/>
                    <a:pt x="3690562" y="398125"/>
                    <a:pt x="3690562" y="399643"/>
                  </a:cubicBezTo>
                  <a:cubicBezTo>
                    <a:pt x="3690562" y="400970"/>
                    <a:pt x="3689883" y="402075"/>
                    <a:pt x="3689661" y="403155"/>
                  </a:cubicBezTo>
                  <a:cubicBezTo>
                    <a:pt x="3689229" y="404679"/>
                    <a:pt x="3686810" y="404253"/>
                    <a:pt x="3686136" y="405784"/>
                  </a:cubicBezTo>
                  <a:cubicBezTo>
                    <a:pt x="3685711" y="406888"/>
                    <a:pt x="3686390" y="408222"/>
                    <a:pt x="3686136" y="409308"/>
                  </a:cubicBezTo>
                  <a:cubicBezTo>
                    <a:pt x="3685940" y="410387"/>
                    <a:pt x="3685514" y="411499"/>
                    <a:pt x="3685266" y="412813"/>
                  </a:cubicBezTo>
                  <a:cubicBezTo>
                    <a:pt x="3682669" y="412813"/>
                    <a:pt x="3680669" y="412572"/>
                    <a:pt x="3678256" y="412813"/>
                  </a:cubicBezTo>
                  <a:cubicBezTo>
                    <a:pt x="3677177" y="412813"/>
                    <a:pt x="3675868" y="412134"/>
                    <a:pt x="3674764" y="412813"/>
                  </a:cubicBezTo>
                  <a:cubicBezTo>
                    <a:pt x="3673455" y="413645"/>
                    <a:pt x="3673005" y="414959"/>
                    <a:pt x="3672154" y="416286"/>
                  </a:cubicBezTo>
                  <a:cubicBezTo>
                    <a:pt x="3671506" y="417169"/>
                    <a:pt x="3672789" y="418706"/>
                    <a:pt x="3672154" y="419811"/>
                  </a:cubicBezTo>
                  <a:cubicBezTo>
                    <a:pt x="3671506" y="421119"/>
                    <a:pt x="3669099" y="420230"/>
                    <a:pt x="3668668" y="421551"/>
                  </a:cubicBezTo>
                  <a:cubicBezTo>
                    <a:pt x="3667531" y="423957"/>
                    <a:pt x="3668229" y="425913"/>
                    <a:pt x="3668229" y="428771"/>
                  </a:cubicBezTo>
                  <a:cubicBezTo>
                    <a:pt x="3668229" y="430079"/>
                    <a:pt x="3667766" y="430752"/>
                    <a:pt x="3667766" y="432079"/>
                  </a:cubicBezTo>
                  <a:cubicBezTo>
                    <a:pt x="3667766" y="433362"/>
                    <a:pt x="3668668" y="434251"/>
                    <a:pt x="3668668" y="435571"/>
                  </a:cubicBezTo>
                  <a:cubicBezTo>
                    <a:pt x="3668668" y="436886"/>
                    <a:pt x="3668229" y="437730"/>
                    <a:pt x="3668229" y="439051"/>
                  </a:cubicBezTo>
                  <a:lnTo>
                    <a:pt x="3677399" y="439921"/>
                  </a:lnTo>
                  <a:cubicBezTo>
                    <a:pt x="3678059" y="438861"/>
                    <a:pt x="3677627" y="437324"/>
                    <a:pt x="3678256" y="436429"/>
                  </a:cubicBezTo>
                  <a:cubicBezTo>
                    <a:pt x="3679189" y="435349"/>
                    <a:pt x="3680669" y="435571"/>
                    <a:pt x="3681780" y="434689"/>
                  </a:cubicBezTo>
                  <a:cubicBezTo>
                    <a:pt x="3682873" y="435349"/>
                    <a:pt x="3684828" y="434689"/>
                    <a:pt x="3685266" y="435571"/>
                  </a:cubicBezTo>
                  <a:cubicBezTo>
                    <a:pt x="3685711" y="436429"/>
                    <a:pt x="3685711" y="438188"/>
                    <a:pt x="3686136" y="439051"/>
                  </a:cubicBezTo>
                  <a:cubicBezTo>
                    <a:pt x="3687032" y="440359"/>
                    <a:pt x="3688124" y="441242"/>
                    <a:pt x="3688778" y="442544"/>
                  </a:cubicBezTo>
                  <a:cubicBezTo>
                    <a:pt x="3690067" y="441242"/>
                    <a:pt x="3691407" y="440816"/>
                    <a:pt x="3692283" y="439051"/>
                  </a:cubicBezTo>
                  <a:cubicBezTo>
                    <a:pt x="3692709" y="437959"/>
                    <a:pt x="3692061" y="436651"/>
                    <a:pt x="3692283" y="435571"/>
                  </a:cubicBezTo>
                  <a:cubicBezTo>
                    <a:pt x="3693617" y="436225"/>
                    <a:pt x="3694671" y="436651"/>
                    <a:pt x="3695807" y="437324"/>
                  </a:cubicBezTo>
                  <a:cubicBezTo>
                    <a:pt x="3697312" y="438391"/>
                    <a:pt x="3697751" y="439737"/>
                    <a:pt x="3699281" y="440816"/>
                  </a:cubicBezTo>
                  <a:cubicBezTo>
                    <a:pt x="3701903" y="442804"/>
                    <a:pt x="3704767" y="442804"/>
                    <a:pt x="3707180" y="445185"/>
                  </a:cubicBezTo>
                  <a:cubicBezTo>
                    <a:pt x="3708266" y="446252"/>
                    <a:pt x="3708031" y="447598"/>
                    <a:pt x="3708927" y="448710"/>
                  </a:cubicBezTo>
                  <a:lnTo>
                    <a:pt x="3702786" y="456577"/>
                  </a:lnTo>
                  <a:lnTo>
                    <a:pt x="3702786" y="458317"/>
                  </a:lnTo>
                  <a:cubicBezTo>
                    <a:pt x="3703243" y="459644"/>
                    <a:pt x="3704101" y="460514"/>
                    <a:pt x="3704526" y="461835"/>
                  </a:cubicBezTo>
                  <a:lnTo>
                    <a:pt x="3723601" y="461835"/>
                  </a:lnTo>
                  <a:cubicBezTo>
                    <a:pt x="3728637" y="461835"/>
                    <a:pt x="3731025" y="464007"/>
                    <a:pt x="3736073" y="464445"/>
                  </a:cubicBezTo>
                  <a:cubicBezTo>
                    <a:pt x="3737825" y="464445"/>
                    <a:pt x="3738930" y="464229"/>
                    <a:pt x="3740435" y="464445"/>
                  </a:cubicBezTo>
                  <a:cubicBezTo>
                    <a:pt x="3743280" y="464686"/>
                    <a:pt x="3745249" y="465759"/>
                    <a:pt x="3748328" y="466191"/>
                  </a:cubicBezTo>
                  <a:cubicBezTo>
                    <a:pt x="3750735" y="466432"/>
                    <a:pt x="3751840" y="466191"/>
                    <a:pt x="3754208" y="466191"/>
                  </a:cubicBezTo>
                  <a:lnTo>
                    <a:pt x="3759707" y="466191"/>
                  </a:lnTo>
                  <a:cubicBezTo>
                    <a:pt x="3761028" y="466191"/>
                    <a:pt x="3761892" y="465334"/>
                    <a:pt x="3763200" y="465334"/>
                  </a:cubicBezTo>
                  <a:cubicBezTo>
                    <a:pt x="3764299" y="465334"/>
                    <a:pt x="3764743" y="465759"/>
                    <a:pt x="3765842" y="465759"/>
                  </a:cubicBezTo>
                  <a:lnTo>
                    <a:pt x="3765842" y="458317"/>
                  </a:lnTo>
                  <a:cubicBezTo>
                    <a:pt x="3765200" y="457206"/>
                    <a:pt x="3765632" y="455675"/>
                    <a:pt x="3764959" y="454806"/>
                  </a:cubicBezTo>
                  <a:cubicBezTo>
                    <a:pt x="3764299" y="453726"/>
                    <a:pt x="3761892" y="454380"/>
                    <a:pt x="3761460" y="453059"/>
                  </a:cubicBezTo>
                  <a:cubicBezTo>
                    <a:pt x="3760603" y="450678"/>
                    <a:pt x="3761460" y="448710"/>
                    <a:pt x="3761460" y="446074"/>
                  </a:cubicBezTo>
                  <a:cubicBezTo>
                    <a:pt x="3760362" y="445827"/>
                    <a:pt x="3758818" y="446709"/>
                    <a:pt x="3757961" y="446074"/>
                  </a:cubicBezTo>
                  <a:cubicBezTo>
                    <a:pt x="3756640" y="444969"/>
                    <a:pt x="3755320" y="444538"/>
                    <a:pt x="3754481" y="443458"/>
                  </a:cubicBezTo>
                  <a:cubicBezTo>
                    <a:pt x="3753808" y="442544"/>
                    <a:pt x="3754907" y="441032"/>
                    <a:pt x="3754481" y="439921"/>
                  </a:cubicBezTo>
                  <a:cubicBezTo>
                    <a:pt x="3753573" y="438391"/>
                    <a:pt x="3752049" y="438638"/>
                    <a:pt x="3750970" y="437324"/>
                  </a:cubicBezTo>
                  <a:cubicBezTo>
                    <a:pt x="3749859" y="436003"/>
                    <a:pt x="3748747" y="435121"/>
                    <a:pt x="3747465" y="433819"/>
                  </a:cubicBezTo>
                  <a:cubicBezTo>
                    <a:pt x="3745915" y="432282"/>
                    <a:pt x="3744385" y="431158"/>
                    <a:pt x="3743064" y="429431"/>
                  </a:cubicBezTo>
                  <a:cubicBezTo>
                    <a:pt x="3742423" y="428548"/>
                    <a:pt x="3742867" y="426802"/>
                    <a:pt x="3742181" y="425913"/>
                  </a:cubicBezTo>
                  <a:cubicBezTo>
                    <a:pt x="3741547" y="425043"/>
                    <a:pt x="3739146" y="426173"/>
                    <a:pt x="3738695" y="425043"/>
                  </a:cubicBezTo>
                  <a:cubicBezTo>
                    <a:pt x="3738251" y="423957"/>
                    <a:pt x="3738930" y="422636"/>
                    <a:pt x="3738695" y="421551"/>
                  </a:cubicBezTo>
                  <a:cubicBezTo>
                    <a:pt x="3738473" y="420427"/>
                    <a:pt x="3738695" y="419385"/>
                    <a:pt x="3738695" y="418033"/>
                  </a:cubicBezTo>
                  <a:cubicBezTo>
                    <a:pt x="3738473" y="415867"/>
                    <a:pt x="3736943" y="414959"/>
                    <a:pt x="3736943" y="412813"/>
                  </a:cubicBezTo>
                  <a:lnTo>
                    <a:pt x="3736943" y="411035"/>
                  </a:lnTo>
                  <a:cubicBezTo>
                    <a:pt x="3737375" y="409524"/>
                    <a:pt x="3739781" y="409955"/>
                    <a:pt x="3740435" y="408425"/>
                  </a:cubicBezTo>
                  <a:cubicBezTo>
                    <a:pt x="3740873" y="407320"/>
                    <a:pt x="3741102" y="406006"/>
                    <a:pt x="3741305" y="404901"/>
                  </a:cubicBezTo>
                  <a:cubicBezTo>
                    <a:pt x="3742181" y="400970"/>
                    <a:pt x="3740251" y="398360"/>
                    <a:pt x="3741305" y="394404"/>
                  </a:cubicBezTo>
                  <a:cubicBezTo>
                    <a:pt x="3741547" y="393122"/>
                    <a:pt x="3743725" y="393738"/>
                    <a:pt x="3744810" y="392652"/>
                  </a:cubicBezTo>
                  <a:cubicBezTo>
                    <a:pt x="3747223" y="390270"/>
                    <a:pt x="3748976" y="388505"/>
                    <a:pt x="3750970" y="385635"/>
                  </a:cubicBezTo>
                  <a:cubicBezTo>
                    <a:pt x="3751389" y="384778"/>
                    <a:pt x="3750970" y="382809"/>
                    <a:pt x="3751840" y="382155"/>
                  </a:cubicBezTo>
                  <a:cubicBezTo>
                    <a:pt x="3752691" y="381488"/>
                    <a:pt x="3754481" y="381692"/>
                    <a:pt x="3755320" y="381266"/>
                  </a:cubicBezTo>
                  <a:cubicBezTo>
                    <a:pt x="3756196" y="380847"/>
                    <a:pt x="3757961" y="381050"/>
                    <a:pt x="3758818" y="380390"/>
                  </a:cubicBezTo>
                  <a:cubicBezTo>
                    <a:pt x="3759707" y="379729"/>
                    <a:pt x="3757961" y="377583"/>
                    <a:pt x="3758818" y="376897"/>
                  </a:cubicBezTo>
                  <a:cubicBezTo>
                    <a:pt x="3759707" y="376269"/>
                    <a:pt x="3761460" y="376688"/>
                    <a:pt x="3762343" y="376021"/>
                  </a:cubicBezTo>
                  <a:cubicBezTo>
                    <a:pt x="3764743" y="374091"/>
                    <a:pt x="3766693" y="372510"/>
                    <a:pt x="3768451" y="369868"/>
                  </a:cubicBezTo>
                  <a:cubicBezTo>
                    <a:pt x="3769112" y="368782"/>
                    <a:pt x="3767823" y="367461"/>
                    <a:pt x="3768451" y="366394"/>
                  </a:cubicBezTo>
                  <a:cubicBezTo>
                    <a:pt x="3769112" y="365290"/>
                    <a:pt x="3771093" y="365531"/>
                    <a:pt x="3772001" y="364636"/>
                  </a:cubicBezTo>
                  <a:cubicBezTo>
                    <a:pt x="3772852" y="363791"/>
                    <a:pt x="3772611" y="361791"/>
                    <a:pt x="3773716" y="361143"/>
                  </a:cubicBezTo>
                  <a:cubicBezTo>
                    <a:pt x="3774814" y="360476"/>
                    <a:pt x="3776332" y="361581"/>
                    <a:pt x="3777214" y="361143"/>
                  </a:cubicBezTo>
                  <a:cubicBezTo>
                    <a:pt x="3779627" y="359613"/>
                    <a:pt x="3781158" y="357625"/>
                    <a:pt x="3782472" y="355009"/>
                  </a:cubicBezTo>
                  <a:cubicBezTo>
                    <a:pt x="3782904" y="353904"/>
                    <a:pt x="3782904" y="352583"/>
                    <a:pt x="3783336" y="351497"/>
                  </a:cubicBezTo>
                  <a:cubicBezTo>
                    <a:pt x="3783971" y="350196"/>
                    <a:pt x="3784428" y="349084"/>
                    <a:pt x="3785107" y="347992"/>
                  </a:cubicBezTo>
                  <a:cubicBezTo>
                    <a:pt x="3785958" y="346690"/>
                    <a:pt x="3787736" y="346690"/>
                    <a:pt x="3788600" y="345408"/>
                  </a:cubicBezTo>
                  <a:cubicBezTo>
                    <a:pt x="3789470" y="344055"/>
                    <a:pt x="3790346" y="343198"/>
                    <a:pt x="3791204" y="341883"/>
                  </a:cubicBezTo>
                  <a:cubicBezTo>
                    <a:pt x="3791883" y="340785"/>
                    <a:pt x="3791032" y="339458"/>
                    <a:pt x="3791204" y="338378"/>
                  </a:cubicBezTo>
                  <a:cubicBezTo>
                    <a:pt x="3794296" y="338378"/>
                    <a:pt x="3796271" y="338594"/>
                    <a:pt x="3799122" y="338378"/>
                  </a:cubicBezTo>
                  <a:cubicBezTo>
                    <a:pt x="3800640" y="338169"/>
                    <a:pt x="3801935" y="338810"/>
                    <a:pt x="3803491" y="338378"/>
                  </a:cubicBezTo>
                  <a:cubicBezTo>
                    <a:pt x="3805021" y="337953"/>
                    <a:pt x="3804615" y="335527"/>
                    <a:pt x="3806113" y="334867"/>
                  </a:cubicBezTo>
                  <a:cubicBezTo>
                    <a:pt x="3807644" y="334232"/>
                    <a:pt x="3808952" y="335292"/>
                    <a:pt x="3810514" y="334867"/>
                  </a:cubicBezTo>
                  <a:cubicBezTo>
                    <a:pt x="3812247" y="334232"/>
                    <a:pt x="3813803" y="333806"/>
                    <a:pt x="3814876" y="332225"/>
                  </a:cubicBezTo>
                  <a:cubicBezTo>
                    <a:pt x="3815524" y="331381"/>
                    <a:pt x="3813968" y="329393"/>
                    <a:pt x="3814876" y="328733"/>
                  </a:cubicBezTo>
                  <a:cubicBezTo>
                    <a:pt x="3815759" y="328072"/>
                    <a:pt x="3817296" y="328072"/>
                    <a:pt x="3818375" y="327869"/>
                  </a:cubicBezTo>
                  <a:cubicBezTo>
                    <a:pt x="3819455" y="327640"/>
                    <a:pt x="3820763" y="328072"/>
                    <a:pt x="3821868" y="327869"/>
                  </a:cubicBezTo>
                  <a:cubicBezTo>
                    <a:pt x="3822966" y="327640"/>
                    <a:pt x="3824255" y="327444"/>
                    <a:pt x="3825379" y="326993"/>
                  </a:cubicBezTo>
                  <a:cubicBezTo>
                    <a:pt x="3826910" y="326326"/>
                    <a:pt x="3827576" y="325462"/>
                    <a:pt x="3828859" y="324364"/>
                  </a:cubicBezTo>
                  <a:cubicBezTo>
                    <a:pt x="3829989" y="323500"/>
                    <a:pt x="3829748" y="321964"/>
                    <a:pt x="3830618" y="320859"/>
                  </a:cubicBezTo>
                  <a:cubicBezTo>
                    <a:pt x="3831513" y="319773"/>
                    <a:pt x="3833050" y="319982"/>
                    <a:pt x="3834155" y="319112"/>
                  </a:cubicBezTo>
                  <a:cubicBezTo>
                    <a:pt x="3835444" y="318014"/>
                    <a:pt x="3837635" y="317588"/>
                    <a:pt x="3837635" y="315626"/>
                  </a:cubicBezTo>
                  <a:cubicBezTo>
                    <a:pt x="3837635" y="313188"/>
                    <a:pt x="3836993" y="311899"/>
                    <a:pt x="3836765" y="309467"/>
                  </a:cubicBezTo>
                  <a:cubicBezTo>
                    <a:pt x="3839381" y="309251"/>
                    <a:pt x="3841127" y="308597"/>
                    <a:pt x="3843781" y="308597"/>
                  </a:cubicBezTo>
                  <a:cubicBezTo>
                    <a:pt x="3849211" y="308387"/>
                    <a:pt x="3852754" y="309695"/>
                    <a:pt x="3857771" y="307708"/>
                  </a:cubicBezTo>
                  <a:cubicBezTo>
                    <a:pt x="3859314" y="307270"/>
                    <a:pt x="3859098" y="305307"/>
                    <a:pt x="3860406" y="304228"/>
                  </a:cubicBezTo>
                  <a:cubicBezTo>
                    <a:pt x="3861930" y="302914"/>
                    <a:pt x="3862819" y="301377"/>
                    <a:pt x="3864813" y="300716"/>
                  </a:cubicBezTo>
                  <a:cubicBezTo>
                    <a:pt x="3865848" y="300501"/>
                    <a:pt x="3867169" y="300951"/>
                    <a:pt x="3868293" y="300716"/>
                  </a:cubicBezTo>
                  <a:cubicBezTo>
                    <a:pt x="3871144" y="299859"/>
                    <a:pt x="3872407" y="298107"/>
                    <a:pt x="3875481" y="298107"/>
                  </a:cubicBezTo>
                  <a:lnTo>
                    <a:pt x="3896093" y="298107"/>
                  </a:lnTo>
                  <a:cubicBezTo>
                    <a:pt x="3897610" y="298107"/>
                    <a:pt x="3898734" y="297008"/>
                    <a:pt x="3899801" y="296373"/>
                  </a:cubicBezTo>
                  <a:cubicBezTo>
                    <a:pt x="3901319" y="295243"/>
                    <a:pt x="3901547" y="293503"/>
                    <a:pt x="3903287" y="292836"/>
                  </a:cubicBezTo>
                  <a:cubicBezTo>
                    <a:pt x="3905719" y="291992"/>
                    <a:pt x="3907656" y="291992"/>
                    <a:pt x="3910298" y="291992"/>
                  </a:cubicBezTo>
                  <a:cubicBezTo>
                    <a:pt x="3912933" y="291992"/>
                    <a:pt x="3914914" y="292398"/>
                    <a:pt x="3917321" y="291992"/>
                  </a:cubicBezTo>
                  <a:cubicBezTo>
                    <a:pt x="3920572" y="291534"/>
                    <a:pt x="3921036" y="286727"/>
                    <a:pt x="3924547" y="286727"/>
                  </a:cubicBezTo>
                  <a:lnTo>
                    <a:pt x="3941591" y="286727"/>
                  </a:lnTo>
                  <a:cubicBezTo>
                    <a:pt x="3943127" y="286727"/>
                    <a:pt x="3944245" y="285622"/>
                    <a:pt x="3945337" y="284981"/>
                  </a:cubicBezTo>
                  <a:cubicBezTo>
                    <a:pt x="3948188" y="283013"/>
                    <a:pt x="3949274" y="280574"/>
                    <a:pt x="3951452" y="277958"/>
                  </a:cubicBezTo>
                  <a:cubicBezTo>
                    <a:pt x="3952354" y="276847"/>
                    <a:pt x="3952100" y="275120"/>
                    <a:pt x="3953217" y="274459"/>
                  </a:cubicBezTo>
                  <a:cubicBezTo>
                    <a:pt x="3954100" y="274021"/>
                    <a:pt x="3955624" y="273799"/>
                    <a:pt x="3956735" y="273596"/>
                  </a:cubicBezTo>
                  <a:cubicBezTo>
                    <a:pt x="3959110" y="272916"/>
                    <a:pt x="3961072" y="273596"/>
                    <a:pt x="3963695" y="273596"/>
                  </a:cubicBezTo>
                  <a:cubicBezTo>
                    <a:pt x="3964381" y="271608"/>
                    <a:pt x="3965454" y="270522"/>
                    <a:pt x="3965454" y="268325"/>
                  </a:cubicBezTo>
                  <a:cubicBezTo>
                    <a:pt x="3965454" y="266566"/>
                    <a:pt x="3963301" y="266382"/>
                    <a:pt x="3962819" y="264820"/>
                  </a:cubicBezTo>
                  <a:cubicBezTo>
                    <a:pt x="3962374" y="263518"/>
                    <a:pt x="3961745" y="262413"/>
                    <a:pt x="3961072" y="261346"/>
                  </a:cubicBezTo>
                  <a:cubicBezTo>
                    <a:pt x="3960660" y="260464"/>
                    <a:pt x="3961314" y="258470"/>
                    <a:pt x="3960215" y="257822"/>
                  </a:cubicBezTo>
                  <a:cubicBezTo>
                    <a:pt x="3957815" y="256285"/>
                    <a:pt x="3955421" y="258019"/>
                    <a:pt x="3952354" y="257822"/>
                  </a:cubicBezTo>
                  <a:cubicBezTo>
                    <a:pt x="3950582" y="257822"/>
                    <a:pt x="3949700" y="256063"/>
                    <a:pt x="3947941" y="256063"/>
                  </a:cubicBezTo>
                  <a:lnTo>
                    <a:pt x="3944429" y="256063"/>
                  </a:lnTo>
                  <a:lnTo>
                    <a:pt x="3940975" y="256063"/>
                  </a:lnTo>
                  <a:cubicBezTo>
                    <a:pt x="3939641" y="256063"/>
                    <a:pt x="3938765" y="256940"/>
                    <a:pt x="3937469" y="256940"/>
                  </a:cubicBezTo>
                  <a:cubicBezTo>
                    <a:pt x="3934828" y="257175"/>
                    <a:pt x="3932859" y="256463"/>
                    <a:pt x="3930459" y="256940"/>
                  </a:cubicBezTo>
                  <a:cubicBezTo>
                    <a:pt x="3927589" y="257384"/>
                    <a:pt x="3925176" y="258273"/>
                    <a:pt x="3923410" y="260464"/>
                  </a:cubicBezTo>
                  <a:cubicBezTo>
                    <a:pt x="3922820" y="261346"/>
                    <a:pt x="3923226" y="262832"/>
                    <a:pt x="3922553" y="263956"/>
                  </a:cubicBezTo>
                  <a:cubicBezTo>
                    <a:pt x="3921925" y="265036"/>
                    <a:pt x="3921683" y="266382"/>
                    <a:pt x="3920813" y="267449"/>
                  </a:cubicBezTo>
                  <a:cubicBezTo>
                    <a:pt x="3919943" y="268541"/>
                    <a:pt x="3918858" y="269392"/>
                    <a:pt x="3917321" y="270071"/>
                  </a:cubicBezTo>
                  <a:cubicBezTo>
                    <a:pt x="3914914" y="271202"/>
                    <a:pt x="3912933" y="269887"/>
                    <a:pt x="3910298" y="270071"/>
                  </a:cubicBezTo>
                  <a:cubicBezTo>
                    <a:pt x="3909002" y="270071"/>
                    <a:pt x="3907891" y="269887"/>
                    <a:pt x="3906786" y="270071"/>
                  </a:cubicBezTo>
                  <a:cubicBezTo>
                    <a:pt x="3905478" y="270313"/>
                    <a:pt x="3904621" y="271202"/>
                    <a:pt x="3903287" y="271811"/>
                  </a:cubicBezTo>
                  <a:cubicBezTo>
                    <a:pt x="3901770" y="272478"/>
                    <a:pt x="3901319" y="273799"/>
                    <a:pt x="3899801" y="274459"/>
                  </a:cubicBezTo>
                  <a:cubicBezTo>
                    <a:pt x="3898480" y="275120"/>
                    <a:pt x="3897610" y="275958"/>
                    <a:pt x="3896277" y="276225"/>
                  </a:cubicBezTo>
                  <a:cubicBezTo>
                    <a:pt x="3895255" y="276421"/>
                    <a:pt x="3894118" y="276225"/>
                    <a:pt x="3892810" y="276225"/>
                  </a:cubicBezTo>
                  <a:cubicBezTo>
                    <a:pt x="3890187" y="276421"/>
                    <a:pt x="3888441" y="276225"/>
                    <a:pt x="3885787" y="276225"/>
                  </a:cubicBezTo>
                  <a:cubicBezTo>
                    <a:pt x="3883793" y="276225"/>
                    <a:pt x="3882307" y="276637"/>
                    <a:pt x="3880516" y="277082"/>
                  </a:cubicBezTo>
                  <a:cubicBezTo>
                    <a:pt x="3879208" y="277507"/>
                    <a:pt x="3878376" y="278377"/>
                    <a:pt x="3877043" y="278841"/>
                  </a:cubicBezTo>
                  <a:cubicBezTo>
                    <a:pt x="3875932" y="279272"/>
                    <a:pt x="3874623" y="279272"/>
                    <a:pt x="3873531" y="279698"/>
                  </a:cubicBezTo>
                  <a:cubicBezTo>
                    <a:pt x="3872001" y="280149"/>
                    <a:pt x="3871550" y="282117"/>
                    <a:pt x="3870032" y="282308"/>
                  </a:cubicBezTo>
                  <a:cubicBezTo>
                    <a:pt x="3868915" y="282555"/>
                    <a:pt x="3867835" y="282117"/>
                    <a:pt x="3866546" y="282308"/>
                  </a:cubicBezTo>
                  <a:cubicBezTo>
                    <a:pt x="3861720" y="283013"/>
                    <a:pt x="3859098" y="282555"/>
                    <a:pt x="3854265" y="282308"/>
                  </a:cubicBezTo>
                  <a:cubicBezTo>
                    <a:pt x="3851655" y="282117"/>
                    <a:pt x="3849884" y="281470"/>
                    <a:pt x="3847261" y="281470"/>
                  </a:cubicBezTo>
                  <a:lnTo>
                    <a:pt x="3842880" y="281470"/>
                  </a:lnTo>
                  <a:cubicBezTo>
                    <a:pt x="3841565" y="281470"/>
                    <a:pt x="3840702" y="282308"/>
                    <a:pt x="3839381" y="282308"/>
                  </a:cubicBezTo>
                  <a:cubicBezTo>
                    <a:pt x="3836301" y="282555"/>
                    <a:pt x="3834352" y="281876"/>
                    <a:pt x="3831513" y="282308"/>
                  </a:cubicBezTo>
                  <a:cubicBezTo>
                    <a:pt x="3830180" y="282555"/>
                    <a:pt x="3829304" y="283844"/>
                    <a:pt x="3827989" y="284086"/>
                  </a:cubicBezTo>
                  <a:cubicBezTo>
                    <a:pt x="3825379" y="284759"/>
                    <a:pt x="3822966" y="284981"/>
                    <a:pt x="3821004" y="286727"/>
                  </a:cubicBezTo>
                  <a:cubicBezTo>
                    <a:pt x="3819886" y="287610"/>
                    <a:pt x="3819886" y="289090"/>
                    <a:pt x="3819232" y="290226"/>
                  </a:cubicBezTo>
                  <a:cubicBezTo>
                    <a:pt x="3817499" y="292614"/>
                    <a:pt x="3816407" y="294582"/>
                    <a:pt x="3814876" y="297211"/>
                  </a:cubicBezTo>
                  <a:lnTo>
                    <a:pt x="3790346" y="297211"/>
                  </a:lnTo>
                  <a:cubicBezTo>
                    <a:pt x="3789254" y="298107"/>
                    <a:pt x="3787933" y="298748"/>
                    <a:pt x="3786866" y="299859"/>
                  </a:cubicBezTo>
                  <a:cubicBezTo>
                    <a:pt x="3785762" y="300951"/>
                    <a:pt x="3785304" y="302253"/>
                    <a:pt x="3784225" y="303326"/>
                  </a:cubicBezTo>
                  <a:cubicBezTo>
                    <a:pt x="3783139" y="304450"/>
                    <a:pt x="3782904" y="305962"/>
                    <a:pt x="3781596" y="306844"/>
                  </a:cubicBezTo>
                  <a:cubicBezTo>
                    <a:pt x="3780739" y="307270"/>
                    <a:pt x="3779177" y="307270"/>
                    <a:pt x="3778084" y="307708"/>
                  </a:cubicBezTo>
                  <a:cubicBezTo>
                    <a:pt x="3776332" y="308387"/>
                    <a:pt x="3774605" y="308159"/>
                    <a:pt x="3772852" y="308597"/>
                  </a:cubicBezTo>
                  <a:cubicBezTo>
                    <a:pt x="3771753" y="308832"/>
                    <a:pt x="3770210" y="308832"/>
                    <a:pt x="3769321" y="309467"/>
                  </a:cubicBezTo>
                  <a:cubicBezTo>
                    <a:pt x="3768242" y="310368"/>
                    <a:pt x="3766515" y="310800"/>
                    <a:pt x="3765842" y="312102"/>
                  </a:cubicBezTo>
                  <a:cubicBezTo>
                    <a:pt x="3765200" y="313188"/>
                    <a:pt x="3765842" y="314509"/>
                    <a:pt x="3765842" y="315626"/>
                  </a:cubicBezTo>
                  <a:cubicBezTo>
                    <a:pt x="3765391" y="318427"/>
                    <a:pt x="3765842" y="320414"/>
                    <a:pt x="3765842" y="323500"/>
                  </a:cubicBezTo>
                  <a:cubicBezTo>
                    <a:pt x="3763879" y="323265"/>
                    <a:pt x="3762571" y="322618"/>
                    <a:pt x="3760603" y="322618"/>
                  </a:cubicBezTo>
                  <a:cubicBezTo>
                    <a:pt x="3756425" y="322414"/>
                    <a:pt x="3754208" y="322414"/>
                    <a:pt x="3750068" y="322618"/>
                  </a:cubicBezTo>
                  <a:cubicBezTo>
                    <a:pt x="3748747" y="322618"/>
                    <a:pt x="3747903" y="323265"/>
                    <a:pt x="3746601" y="323500"/>
                  </a:cubicBezTo>
                  <a:cubicBezTo>
                    <a:pt x="3747465" y="325031"/>
                    <a:pt x="3749211" y="325907"/>
                    <a:pt x="3749211" y="327869"/>
                  </a:cubicBezTo>
                  <a:cubicBezTo>
                    <a:pt x="3749211" y="330955"/>
                    <a:pt x="3746601" y="332460"/>
                    <a:pt x="3744810" y="334867"/>
                  </a:cubicBezTo>
                  <a:cubicBezTo>
                    <a:pt x="3743915" y="336181"/>
                    <a:pt x="3742010" y="335959"/>
                    <a:pt x="3741305" y="337496"/>
                  </a:cubicBezTo>
                  <a:cubicBezTo>
                    <a:pt x="3740873" y="338594"/>
                    <a:pt x="3741305" y="339890"/>
                    <a:pt x="3741305" y="340988"/>
                  </a:cubicBezTo>
                  <a:lnTo>
                    <a:pt x="3741305" y="344487"/>
                  </a:lnTo>
                  <a:lnTo>
                    <a:pt x="3741305" y="351497"/>
                  </a:lnTo>
                  <a:cubicBezTo>
                    <a:pt x="3739343" y="351726"/>
                    <a:pt x="3738022" y="352399"/>
                    <a:pt x="3736073" y="352399"/>
                  </a:cubicBezTo>
                  <a:cubicBezTo>
                    <a:pt x="3731914" y="352583"/>
                    <a:pt x="3729513" y="351923"/>
                    <a:pt x="3725551" y="352399"/>
                  </a:cubicBezTo>
                  <a:cubicBezTo>
                    <a:pt x="3722700" y="352831"/>
                    <a:pt x="3720299" y="353714"/>
                    <a:pt x="3717677" y="355009"/>
                  </a:cubicBezTo>
                  <a:cubicBezTo>
                    <a:pt x="3715950" y="355873"/>
                    <a:pt x="3714832" y="356546"/>
                    <a:pt x="3713327" y="357625"/>
                  </a:cubicBezTo>
                  <a:cubicBezTo>
                    <a:pt x="3710901" y="359365"/>
                    <a:pt x="3708927" y="361581"/>
                    <a:pt x="3708927" y="364636"/>
                  </a:cubicBezTo>
                  <a:cubicBezTo>
                    <a:pt x="3708927" y="366394"/>
                    <a:pt x="3710247" y="367461"/>
                    <a:pt x="3710654" y="369030"/>
                  </a:cubicBezTo>
                  <a:cubicBezTo>
                    <a:pt x="3711975" y="368782"/>
                    <a:pt x="3713099" y="368357"/>
                    <a:pt x="3714178" y="368172"/>
                  </a:cubicBezTo>
                  <a:cubicBezTo>
                    <a:pt x="3716369" y="367461"/>
                    <a:pt x="3717239" y="365531"/>
                    <a:pt x="3719652" y="365531"/>
                  </a:cubicBezTo>
                  <a:cubicBezTo>
                    <a:pt x="3721620" y="365531"/>
                    <a:pt x="3722700" y="366172"/>
                    <a:pt x="3724687" y="366394"/>
                  </a:cubicBezTo>
                  <a:cubicBezTo>
                    <a:pt x="3724008" y="368357"/>
                    <a:pt x="3722928" y="369462"/>
                    <a:pt x="3722928" y="371646"/>
                  </a:cubicBezTo>
                  <a:lnTo>
                    <a:pt x="3722928" y="373392"/>
                  </a:lnTo>
                  <a:cubicBezTo>
                    <a:pt x="3722928" y="375132"/>
                    <a:pt x="3724903" y="375608"/>
                    <a:pt x="3725551" y="376897"/>
                  </a:cubicBezTo>
                  <a:cubicBezTo>
                    <a:pt x="3722928" y="376897"/>
                    <a:pt x="3718572" y="378879"/>
                    <a:pt x="3715950" y="378663"/>
                  </a:cubicBezTo>
                  <a:close/>
                  <a:moveTo>
                    <a:pt x="3648494" y="505593"/>
                  </a:moveTo>
                  <a:cubicBezTo>
                    <a:pt x="3647439" y="505402"/>
                    <a:pt x="3646081" y="505155"/>
                    <a:pt x="3645033" y="504729"/>
                  </a:cubicBezTo>
                  <a:cubicBezTo>
                    <a:pt x="3643922" y="504291"/>
                    <a:pt x="3642398" y="504501"/>
                    <a:pt x="3641496" y="503859"/>
                  </a:cubicBezTo>
                  <a:cubicBezTo>
                    <a:pt x="3640385" y="502970"/>
                    <a:pt x="3640385" y="501446"/>
                    <a:pt x="3639756" y="500341"/>
                  </a:cubicBezTo>
                  <a:cubicBezTo>
                    <a:pt x="3639096" y="499262"/>
                    <a:pt x="3639978" y="498182"/>
                    <a:pt x="3639756" y="496862"/>
                  </a:cubicBezTo>
                  <a:lnTo>
                    <a:pt x="3617861" y="496862"/>
                  </a:lnTo>
                  <a:cubicBezTo>
                    <a:pt x="3617861" y="498614"/>
                    <a:pt x="3616991" y="499484"/>
                    <a:pt x="3616991" y="501224"/>
                  </a:cubicBezTo>
                  <a:cubicBezTo>
                    <a:pt x="3616991" y="502767"/>
                    <a:pt x="3618509" y="503402"/>
                    <a:pt x="3618757" y="504729"/>
                  </a:cubicBezTo>
                  <a:lnTo>
                    <a:pt x="3618757" y="521354"/>
                  </a:lnTo>
                  <a:lnTo>
                    <a:pt x="3629025" y="521354"/>
                  </a:lnTo>
                  <a:cubicBezTo>
                    <a:pt x="3630574" y="521354"/>
                    <a:pt x="3631653" y="521354"/>
                    <a:pt x="3632733" y="520490"/>
                  </a:cubicBezTo>
                  <a:cubicBezTo>
                    <a:pt x="3634308" y="519169"/>
                    <a:pt x="3633616" y="516102"/>
                    <a:pt x="3635375" y="515251"/>
                  </a:cubicBezTo>
                  <a:cubicBezTo>
                    <a:pt x="3635813" y="515023"/>
                    <a:pt x="3636721" y="515448"/>
                    <a:pt x="3637133" y="515251"/>
                  </a:cubicBezTo>
                  <a:cubicBezTo>
                    <a:pt x="3638880" y="514356"/>
                    <a:pt x="3640385" y="514356"/>
                    <a:pt x="3642398" y="513492"/>
                  </a:cubicBezTo>
                  <a:cubicBezTo>
                    <a:pt x="3643464" y="513035"/>
                    <a:pt x="3645217" y="513492"/>
                    <a:pt x="3645877" y="512610"/>
                  </a:cubicBezTo>
                  <a:cubicBezTo>
                    <a:pt x="3646760" y="511295"/>
                    <a:pt x="3647643" y="510381"/>
                    <a:pt x="3648494" y="509104"/>
                  </a:cubicBezTo>
                  <a:cubicBezTo>
                    <a:pt x="3649192" y="508228"/>
                    <a:pt x="3648303" y="506710"/>
                    <a:pt x="3648494" y="505593"/>
                  </a:cubicBezTo>
                  <a:close/>
                  <a:moveTo>
                    <a:pt x="4331455" y="94983"/>
                  </a:moveTo>
                  <a:cubicBezTo>
                    <a:pt x="4329290" y="94983"/>
                    <a:pt x="4328388" y="97580"/>
                    <a:pt x="4326216" y="97580"/>
                  </a:cubicBezTo>
                  <a:cubicBezTo>
                    <a:pt x="4324470" y="97580"/>
                    <a:pt x="4323378" y="96272"/>
                    <a:pt x="4321854" y="95840"/>
                  </a:cubicBezTo>
                  <a:cubicBezTo>
                    <a:pt x="4320724" y="95618"/>
                    <a:pt x="4319403" y="95205"/>
                    <a:pt x="4318311" y="94983"/>
                  </a:cubicBezTo>
                  <a:lnTo>
                    <a:pt x="4315682" y="98482"/>
                  </a:lnTo>
                  <a:lnTo>
                    <a:pt x="4315682" y="105498"/>
                  </a:lnTo>
                  <a:cubicBezTo>
                    <a:pt x="4317441" y="105695"/>
                    <a:pt x="4318533" y="105695"/>
                    <a:pt x="4320070" y="106356"/>
                  </a:cubicBezTo>
                  <a:cubicBezTo>
                    <a:pt x="4321600" y="107010"/>
                    <a:pt x="4322279" y="108337"/>
                    <a:pt x="4323575" y="108946"/>
                  </a:cubicBezTo>
                  <a:cubicBezTo>
                    <a:pt x="4324896" y="109645"/>
                    <a:pt x="4325302" y="111601"/>
                    <a:pt x="4327099" y="111601"/>
                  </a:cubicBezTo>
                  <a:lnTo>
                    <a:pt x="4328826" y="111601"/>
                  </a:lnTo>
                  <a:cubicBezTo>
                    <a:pt x="4331030" y="111601"/>
                    <a:pt x="4332351" y="110940"/>
                    <a:pt x="4334078" y="109861"/>
                  </a:cubicBezTo>
                  <a:cubicBezTo>
                    <a:pt x="4335176" y="109207"/>
                    <a:pt x="4337380" y="109423"/>
                    <a:pt x="4337577" y="108089"/>
                  </a:cubicBezTo>
                  <a:cubicBezTo>
                    <a:pt x="4337831" y="107010"/>
                    <a:pt x="4338459" y="105930"/>
                    <a:pt x="4338459" y="104590"/>
                  </a:cubicBezTo>
                  <a:cubicBezTo>
                    <a:pt x="4338459" y="103079"/>
                    <a:pt x="4336948" y="102419"/>
                    <a:pt x="4336694" y="101085"/>
                  </a:cubicBezTo>
                  <a:cubicBezTo>
                    <a:pt x="4336497" y="99980"/>
                    <a:pt x="4337380" y="98672"/>
                    <a:pt x="4336694" y="97580"/>
                  </a:cubicBezTo>
                  <a:cubicBezTo>
                    <a:pt x="4335614" y="95840"/>
                    <a:pt x="4333671" y="94983"/>
                    <a:pt x="4331455" y="94983"/>
                  </a:cubicBezTo>
                  <a:close/>
                  <a:moveTo>
                    <a:pt x="4367345" y="151885"/>
                  </a:moveTo>
                  <a:cubicBezTo>
                    <a:pt x="4366260" y="151885"/>
                    <a:pt x="4364970" y="151225"/>
                    <a:pt x="4363847" y="150996"/>
                  </a:cubicBezTo>
                  <a:cubicBezTo>
                    <a:pt x="4362538" y="150787"/>
                    <a:pt x="4361675" y="149675"/>
                    <a:pt x="4360354" y="149244"/>
                  </a:cubicBezTo>
                  <a:cubicBezTo>
                    <a:pt x="4358805" y="148818"/>
                    <a:pt x="4357516" y="148818"/>
                    <a:pt x="4355992" y="148367"/>
                  </a:cubicBezTo>
                  <a:cubicBezTo>
                    <a:pt x="4354442" y="147942"/>
                    <a:pt x="4353147" y="146837"/>
                    <a:pt x="4351578" y="146621"/>
                  </a:cubicBezTo>
                  <a:lnTo>
                    <a:pt x="4348079" y="146621"/>
                  </a:lnTo>
                  <a:cubicBezTo>
                    <a:pt x="4346803" y="146621"/>
                    <a:pt x="4345920" y="145726"/>
                    <a:pt x="4344593" y="145726"/>
                  </a:cubicBezTo>
                  <a:cubicBezTo>
                    <a:pt x="4343482" y="145726"/>
                    <a:pt x="4343069" y="147504"/>
                    <a:pt x="4341926" y="147504"/>
                  </a:cubicBezTo>
                  <a:lnTo>
                    <a:pt x="4338459" y="147504"/>
                  </a:lnTo>
                  <a:lnTo>
                    <a:pt x="4335405" y="147504"/>
                  </a:lnTo>
                  <a:cubicBezTo>
                    <a:pt x="4335614" y="151669"/>
                    <a:pt x="4335843" y="153854"/>
                    <a:pt x="4335405" y="158013"/>
                  </a:cubicBezTo>
                  <a:cubicBezTo>
                    <a:pt x="4341069" y="158648"/>
                    <a:pt x="4344149" y="158229"/>
                    <a:pt x="4349877" y="158889"/>
                  </a:cubicBezTo>
                  <a:lnTo>
                    <a:pt x="4353312" y="158889"/>
                  </a:lnTo>
                  <a:cubicBezTo>
                    <a:pt x="4354874" y="159124"/>
                    <a:pt x="4355534" y="160610"/>
                    <a:pt x="4356855" y="161499"/>
                  </a:cubicBezTo>
                  <a:cubicBezTo>
                    <a:pt x="4358176" y="162382"/>
                    <a:pt x="4357071" y="165442"/>
                    <a:pt x="4358620" y="165906"/>
                  </a:cubicBezTo>
                  <a:cubicBezTo>
                    <a:pt x="4359694" y="166090"/>
                    <a:pt x="4360792" y="165906"/>
                    <a:pt x="4362113" y="165906"/>
                  </a:cubicBezTo>
                  <a:cubicBezTo>
                    <a:pt x="4363402" y="165906"/>
                    <a:pt x="4364513" y="166090"/>
                    <a:pt x="4365593" y="165906"/>
                  </a:cubicBezTo>
                  <a:cubicBezTo>
                    <a:pt x="4367123" y="165442"/>
                    <a:pt x="4367796" y="164122"/>
                    <a:pt x="4369111" y="163239"/>
                  </a:cubicBezTo>
                  <a:cubicBezTo>
                    <a:pt x="4370197" y="162617"/>
                    <a:pt x="4371949" y="162617"/>
                    <a:pt x="4372648" y="161499"/>
                  </a:cubicBezTo>
                  <a:cubicBezTo>
                    <a:pt x="4373245" y="160420"/>
                    <a:pt x="4372648" y="159315"/>
                    <a:pt x="4372648" y="158013"/>
                  </a:cubicBezTo>
                  <a:lnTo>
                    <a:pt x="4372648" y="154495"/>
                  </a:lnTo>
                  <a:cubicBezTo>
                    <a:pt x="4372648" y="152965"/>
                    <a:pt x="4371289" y="152304"/>
                    <a:pt x="4370857" y="150996"/>
                  </a:cubicBezTo>
                  <a:cubicBezTo>
                    <a:pt x="4369555" y="150996"/>
                    <a:pt x="4368444" y="151885"/>
                    <a:pt x="4367345" y="151885"/>
                  </a:cubicBezTo>
                  <a:close/>
                  <a:moveTo>
                    <a:pt x="4374356" y="143979"/>
                  </a:moveTo>
                  <a:cubicBezTo>
                    <a:pt x="4375677" y="144678"/>
                    <a:pt x="4376572" y="145294"/>
                    <a:pt x="4377874" y="145726"/>
                  </a:cubicBezTo>
                  <a:cubicBezTo>
                    <a:pt x="4379607" y="146215"/>
                    <a:pt x="4381138" y="145726"/>
                    <a:pt x="4383144" y="145726"/>
                  </a:cubicBezTo>
                  <a:cubicBezTo>
                    <a:pt x="4385094" y="145726"/>
                    <a:pt x="4386624" y="145961"/>
                    <a:pt x="4388364" y="145726"/>
                  </a:cubicBezTo>
                  <a:cubicBezTo>
                    <a:pt x="4389926" y="145535"/>
                    <a:pt x="4390529" y="143789"/>
                    <a:pt x="4391875" y="143148"/>
                  </a:cubicBezTo>
                  <a:cubicBezTo>
                    <a:pt x="4393406" y="142233"/>
                    <a:pt x="4393609" y="140068"/>
                    <a:pt x="4395374" y="139642"/>
                  </a:cubicBezTo>
                  <a:cubicBezTo>
                    <a:pt x="4396485" y="139407"/>
                    <a:pt x="4397768" y="139642"/>
                    <a:pt x="4398886" y="139642"/>
                  </a:cubicBezTo>
                  <a:cubicBezTo>
                    <a:pt x="4401261" y="139407"/>
                    <a:pt x="4403477" y="140068"/>
                    <a:pt x="4405877" y="139642"/>
                  </a:cubicBezTo>
                  <a:cubicBezTo>
                    <a:pt x="4406969" y="139407"/>
                    <a:pt x="4408290" y="139198"/>
                    <a:pt x="4409401" y="138760"/>
                  </a:cubicBezTo>
                  <a:cubicBezTo>
                    <a:pt x="4410919" y="138087"/>
                    <a:pt x="4410487" y="135693"/>
                    <a:pt x="4412011" y="135235"/>
                  </a:cubicBezTo>
                  <a:cubicBezTo>
                    <a:pt x="4414412" y="134353"/>
                    <a:pt x="4416399" y="135235"/>
                    <a:pt x="4419009" y="135235"/>
                  </a:cubicBezTo>
                  <a:cubicBezTo>
                    <a:pt x="4424495" y="135235"/>
                    <a:pt x="4427569" y="134797"/>
                    <a:pt x="4433011" y="134353"/>
                  </a:cubicBezTo>
                  <a:cubicBezTo>
                    <a:pt x="4433246" y="132619"/>
                    <a:pt x="4433893" y="131743"/>
                    <a:pt x="4433893" y="129984"/>
                  </a:cubicBezTo>
                  <a:cubicBezTo>
                    <a:pt x="4434147" y="127342"/>
                    <a:pt x="4433468" y="125196"/>
                    <a:pt x="4434763" y="122967"/>
                  </a:cubicBezTo>
                  <a:cubicBezTo>
                    <a:pt x="4435424" y="121672"/>
                    <a:pt x="4436084" y="120554"/>
                    <a:pt x="4437418" y="119462"/>
                  </a:cubicBezTo>
                  <a:cubicBezTo>
                    <a:pt x="4438307" y="118821"/>
                    <a:pt x="4439818" y="120135"/>
                    <a:pt x="4440910" y="119462"/>
                  </a:cubicBezTo>
                  <a:cubicBezTo>
                    <a:pt x="4442218" y="118624"/>
                    <a:pt x="4442218" y="116878"/>
                    <a:pt x="4443539" y="115982"/>
                  </a:cubicBezTo>
                  <a:cubicBezTo>
                    <a:pt x="4444625" y="115328"/>
                    <a:pt x="4445958" y="114890"/>
                    <a:pt x="4447051" y="114217"/>
                  </a:cubicBezTo>
                  <a:cubicBezTo>
                    <a:pt x="4445704" y="113569"/>
                    <a:pt x="4444625" y="113144"/>
                    <a:pt x="4443539" y="112490"/>
                  </a:cubicBezTo>
                  <a:cubicBezTo>
                    <a:pt x="4443304" y="112490"/>
                    <a:pt x="4443749" y="111823"/>
                    <a:pt x="4443539" y="111601"/>
                  </a:cubicBezTo>
                  <a:lnTo>
                    <a:pt x="4420774" y="111601"/>
                  </a:lnTo>
                  <a:cubicBezTo>
                    <a:pt x="4420774" y="108089"/>
                    <a:pt x="4421225" y="105498"/>
                    <a:pt x="4419009" y="102863"/>
                  </a:cubicBezTo>
                  <a:cubicBezTo>
                    <a:pt x="4418152" y="101765"/>
                    <a:pt x="4418374" y="99980"/>
                    <a:pt x="4417282" y="99358"/>
                  </a:cubicBezTo>
                  <a:cubicBezTo>
                    <a:pt x="4416399" y="98672"/>
                    <a:pt x="4414869" y="99555"/>
                    <a:pt x="4413783" y="99358"/>
                  </a:cubicBezTo>
                  <a:cubicBezTo>
                    <a:pt x="4412475" y="99123"/>
                    <a:pt x="4411802" y="97580"/>
                    <a:pt x="4410246" y="97580"/>
                  </a:cubicBezTo>
                  <a:cubicBezTo>
                    <a:pt x="4407408" y="97580"/>
                    <a:pt x="4405680" y="99123"/>
                    <a:pt x="4403236" y="100222"/>
                  </a:cubicBezTo>
                  <a:cubicBezTo>
                    <a:pt x="4402156" y="100660"/>
                    <a:pt x="4400835" y="100660"/>
                    <a:pt x="4399756" y="101085"/>
                  </a:cubicBezTo>
                  <a:cubicBezTo>
                    <a:pt x="4398454" y="101765"/>
                    <a:pt x="4398651" y="103943"/>
                    <a:pt x="4397133" y="104590"/>
                  </a:cubicBezTo>
                  <a:cubicBezTo>
                    <a:pt x="4394517" y="105695"/>
                    <a:pt x="4392091" y="104832"/>
                    <a:pt x="4389240" y="105498"/>
                  </a:cubicBezTo>
                  <a:cubicBezTo>
                    <a:pt x="4387932" y="105695"/>
                    <a:pt x="4387075" y="106787"/>
                    <a:pt x="4385741" y="107232"/>
                  </a:cubicBezTo>
                  <a:cubicBezTo>
                    <a:pt x="4383144" y="108089"/>
                    <a:pt x="4381360" y="109645"/>
                    <a:pt x="4378718" y="109861"/>
                  </a:cubicBezTo>
                  <a:cubicBezTo>
                    <a:pt x="4375899" y="110286"/>
                    <a:pt x="4373956" y="109861"/>
                    <a:pt x="4370857" y="109861"/>
                  </a:cubicBezTo>
                  <a:cubicBezTo>
                    <a:pt x="4369555" y="109861"/>
                    <a:pt x="4368698" y="110724"/>
                    <a:pt x="4367345" y="110724"/>
                  </a:cubicBezTo>
                  <a:cubicBezTo>
                    <a:pt x="4367345" y="113366"/>
                    <a:pt x="4367593" y="115112"/>
                    <a:pt x="4367345" y="117741"/>
                  </a:cubicBezTo>
                  <a:cubicBezTo>
                    <a:pt x="4367345" y="119278"/>
                    <a:pt x="4366260" y="119900"/>
                    <a:pt x="4365593" y="121215"/>
                  </a:cubicBezTo>
                  <a:cubicBezTo>
                    <a:pt x="4364723" y="122967"/>
                    <a:pt x="4363847" y="124288"/>
                    <a:pt x="4362113" y="124701"/>
                  </a:cubicBezTo>
                  <a:cubicBezTo>
                    <a:pt x="4359694" y="125196"/>
                    <a:pt x="4357516" y="124288"/>
                    <a:pt x="4355103" y="124701"/>
                  </a:cubicBezTo>
                  <a:cubicBezTo>
                    <a:pt x="4353794" y="124955"/>
                    <a:pt x="4352912" y="126034"/>
                    <a:pt x="4351578" y="126491"/>
                  </a:cubicBezTo>
                  <a:cubicBezTo>
                    <a:pt x="4350061" y="127158"/>
                    <a:pt x="4348753" y="126701"/>
                    <a:pt x="4347235" y="127342"/>
                  </a:cubicBezTo>
                  <a:cubicBezTo>
                    <a:pt x="4346124" y="127819"/>
                    <a:pt x="4346987" y="129984"/>
                    <a:pt x="4346365" y="130848"/>
                  </a:cubicBezTo>
                  <a:cubicBezTo>
                    <a:pt x="4346987" y="132187"/>
                    <a:pt x="4346987" y="133699"/>
                    <a:pt x="4348079" y="134353"/>
                  </a:cubicBezTo>
                  <a:cubicBezTo>
                    <a:pt x="4349877" y="135693"/>
                    <a:pt x="4351166" y="136118"/>
                    <a:pt x="4353312" y="136118"/>
                  </a:cubicBezTo>
                  <a:cubicBezTo>
                    <a:pt x="4355992" y="136118"/>
                    <a:pt x="4357725" y="134353"/>
                    <a:pt x="4360354" y="134353"/>
                  </a:cubicBezTo>
                  <a:lnTo>
                    <a:pt x="4362113" y="134353"/>
                  </a:lnTo>
                  <a:cubicBezTo>
                    <a:pt x="4364088" y="134613"/>
                    <a:pt x="4364285" y="136766"/>
                    <a:pt x="4365593" y="137845"/>
                  </a:cubicBezTo>
                  <a:cubicBezTo>
                    <a:pt x="4366729" y="138760"/>
                    <a:pt x="4366729" y="140506"/>
                    <a:pt x="4368234" y="141370"/>
                  </a:cubicBezTo>
                  <a:cubicBezTo>
                    <a:pt x="4369314" y="141827"/>
                    <a:pt x="4370419" y="142233"/>
                    <a:pt x="4371752" y="142233"/>
                  </a:cubicBezTo>
                  <a:cubicBezTo>
                    <a:pt x="4372819" y="142233"/>
                    <a:pt x="4373486" y="143573"/>
                    <a:pt x="4374356" y="143979"/>
                  </a:cubicBezTo>
                  <a:close/>
                  <a:moveTo>
                    <a:pt x="4426902" y="140506"/>
                  </a:moveTo>
                  <a:cubicBezTo>
                    <a:pt x="4425588" y="140722"/>
                    <a:pt x="4424718" y="141585"/>
                    <a:pt x="4423403" y="142233"/>
                  </a:cubicBezTo>
                  <a:cubicBezTo>
                    <a:pt x="4422095" y="142875"/>
                    <a:pt x="4421003" y="143332"/>
                    <a:pt x="4419879" y="143979"/>
                  </a:cubicBezTo>
                  <a:cubicBezTo>
                    <a:pt x="4418571" y="144875"/>
                    <a:pt x="4418799" y="146837"/>
                    <a:pt x="4417282" y="147504"/>
                  </a:cubicBezTo>
                  <a:cubicBezTo>
                    <a:pt x="4416183" y="147942"/>
                    <a:pt x="4414869" y="148158"/>
                    <a:pt x="4413783" y="148367"/>
                  </a:cubicBezTo>
                  <a:cubicBezTo>
                    <a:pt x="4409820" y="149244"/>
                    <a:pt x="4407408" y="148158"/>
                    <a:pt x="4403236" y="148367"/>
                  </a:cubicBezTo>
                  <a:cubicBezTo>
                    <a:pt x="4401959" y="148367"/>
                    <a:pt x="4400835" y="149034"/>
                    <a:pt x="4399756" y="149244"/>
                  </a:cubicBezTo>
                  <a:cubicBezTo>
                    <a:pt x="4398651" y="149472"/>
                    <a:pt x="4397355" y="148818"/>
                    <a:pt x="4396244" y="149244"/>
                  </a:cubicBezTo>
                  <a:cubicBezTo>
                    <a:pt x="4394714" y="149904"/>
                    <a:pt x="4394022" y="151225"/>
                    <a:pt x="4392745" y="151885"/>
                  </a:cubicBezTo>
                  <a:cubicBezTo>
                    <a:pt x="4391431" y="152546"/>
                    <a:pt x="4391666" y="154705"/>
                    <a:pt x="4390110" y="155384"/>
                  </a:cubicBezTo>
                  <a:cubicBezTo>
                    <a:pt x="4389037" y="155822"/>
                    <a:pt x="4387703" y="154959"/>
                    <a:pt x="4386624" y="155384"/>
                  </a:cubicBezTo>
                  <a:cubicBezTo>
                    <a:pt x="4385557" y="155822"/>
                    <a:pt x="4384211" y="156025"/>
                    <a:pt x="4383144" y="156273"/>
                  </a:cubicBezTo>
                  <a:cubicBezTo>
                    <a:pt x="4381360" y="156902"/>
                    <a:pt x="4380503" y="158229"/>
                    <a:pt x="4379607" y="159765"/>
                  </a:cubicBezTo>
                  <a:cubicBezTo>
                    <a:pt x="4378718" y="161093"/>
                    <a:pt x="4377639" y="161740"/>
                    <a:pt x="4376997" y="163239"/>
                  </a:cubicBezTo>
                  <a:cubicBezTo>
                    <a:pt x="4376756" y="164122"/>
                    <a:pt x="4377207" y="165023"/>
                    <a:pt x="4376997" y="165906"/>
                  </a:cubicBezTo>
                  <a:cubicBezTo>
                    <a:pt x="4379607" y="166763"/>
                    <a:pt x="4381811" y="167189"/>
                    <a:pt x="4383982" y="168548"/>
                  </a:cubicBezTo>
                  <a:cubicBezTo>
                    <a:pt x="4385094" y="169144"/>
                    <a:pt x="4386846" y="169144"/>
                    <a:pt x="4387500" y="170268"/>
                  </a:cubicBezTo>
                  <a:cubicBezTo>
                    <a:pt x="4388154" y="171348"/>
                    <a:pt x="4387284" y="172669"/>
                    <a:pt x="4387500" y="173767"/>
                  </a:cubicBezTo>
                  <a:cubicBezTo>
                    <a:pt x="4387703" y="174866"/>
                    <a:pt x="4387500" y="175945"/>
                    <a:pt x="4387500" y="177234"/>
                  </a:cubicBezTo>
                  <a:cubicBezTo>
                    <a:pt x="4387500" y="179216"/>
                    <a:pt x="4388154" y="180517"/>
                    <a:pt x="4388364" y="182537"/>
                  </a:cubicBezTo>
                  <a:lnTo>
                    <a:pt x="4419682" y="182537"/>
                  </a:lnTo>
                  <a:cubicBezTo>
                    <a:pt x="4421225" y="182537"/>
                    <a:pt x="4422095" y="183178"/>
                    <a:pt x="4423403" y="183394"/>
                  </a:cubicBezTo>
                  <a:cubicBezTo>
                    <a:pt x="4424495" y="183603"/>
                    <a:pt x="4425797" y="183178"/>
                    <a:pt x="4426902" y="183394"/>
                  </a:cubicBezTo>
                  <a:cubicBezTo>
                    <a:pt x="4428426" y="183838"/>
                    <a:pt x="4428426" y="185813"/>
                    <a:pt x="4429525" y="186893"/>
                  </a:cubicBezTo>
                  <a:cubicBezTo>
                    <a:pt x="4430814" y="188213"/>
                    <a:pt x="4431283" y="189757"/>
                    <a:pt x="4432147" y="191281"/>
                  </a:cubicBezTo>
                  <a:cubicBezTo>
                    <a:pt x="4441132" y="191084"/>
                    <a:pt x="4445958" y="190182"/>
                    <a:pt x="4454925" y="190398"/>
                  </a:cubicBezTo>
                  <a:cubicBezTo>
                    <a:pt x="4456233" y="190398"/>
                    <a:pt x="4457096" y="191281"/>
                    <a:pt x="4458417" y="191281"/>
                  </a:cubicBezTo>
                  <a:lnTo>
                    <a:pt x="4463884" y="191281"/>
                  </a:lnTo>
                  <a:cubicBezTo>
                    <a:pt x="4466304" y="191281"/>
                    <a:pt x="4467390" y="191503"/>
                    <a:pt x="4469803" y="191281"/>
                  </a:cubicBezTo>
                  <a:cubicBezTo>
                    <a:pt x="4471104" y="191281"/>
                    <a:pt x="4472216" y="190639"/>
                    <a:pt x="4473295" y="190398"/>
                  </a:cubicBezTo>
                  <a:cubicBezTo>
                    <a:pt x="4475924" y="189934"/>
                    <a:pt x="4477886" y="189096"/>
                    <a:pt x="4480312" y="187775"/>
                  </a:cubicBezTo>
                  <a:cubicBezTo>
                    <a:pt x="4481404" y="187134"/>
                    <a:pt x="4482045" y="186010"/>
                    <a:pt x="4482045" y="184480"/>
                  </a:cubicBezTo>
                  <a:lnTo>
                    <a:pt x="4482045" y="177234"/>
                  </a:lnTo>
                  <a:cubicBezTo>
                    <a:pt x="4480096" y="177234"/>
                    <a:pt x="4478775" y="177501"/>
                    <a:pt x="4476807" y="177234"/>
                  </a:cubicBezTo>
                  <a:cubicBezTo>
                    <a:pt x="4475257" y="177050"/>
                    <a:pt x="4474603" y="176161"/>
                    <a:pt x="4473295" y="175488"/>
                  </a:cubicBezTo>
                  <a:cubicBezTo>
                    <a:pt x="4473536" y="172897"/>
                    <a:pt x="4473295" y="170935"/>
                    <a:pt x="4474178" y="168548"/>
                  </a:cubicBezTo>
                  <a:cubicBezTo>
                    <a:pt x="4474603" y="167189"/>
                    <a:pt x="4475257" y="166331"/>
                    <a:pt x="4475924" y="165023"/>
                  </a:cubicBezTo>
                  <a:cubicBezTo>
                    <a:pt x="4476578" y="163493"/>
                    <a:pt x="4477683" y="162820"/>
                    <a:pt x="4478540" y="161499"/>
                  </a:cubicBezTo>
                  <a:cubicBezTo>
                    <a:pt x="4479670" y="159765"/>
                    <a:pt x="4482045" y="159315"/>
                    <a:pt x="4482045" y="157162"/>
                  </a:cubicBezTo>
                  <a:cubicBezTo>
                    <a:pt x="4482045" y="154495"/>
                    <a:pt x="4480528" y="153181"/>
                    <a:pt x="4479461" y="150996"/>
                  </a:cubicBezTo>
                  <a:cubicBezTo>
                    <a:pt x="4478775" y="149675"/>
                    <a:pt x="4478540" y="148609"/>
                    <a:pt x="4477683" y="147504"/>
                  </a:cubicBezTo>
                  <a:cubicBezTo>
                    <a:pt x="4476807" y="146405"/>
                    <a:pt x="4476375" y="144678"/>
                    <a:pt x="4475041" y="143979"/>
                  </a:cubicBezTo>
                  <a:cubicBezTo>
                    <a:pt x="4472216" y="142233"/>
                    <a:pt x="4469803" y="143148"/>
                    <a:pt x="4466304" y="143148"/>
                  </a:cubicBezTo>
                  <a:cubicBezTo>
                    <a:pt x="4464323" y="143148"/>
                    <a:pt x="4462805" y="142468"/>
                    <a:pt x="4461065" y="143148"/>
                  </a:cubicBezTo>
                  <a:cubicBezTo>
                    <a:pt x="4459732" y="143573"/>
                    <a:pt x="4458652" y="144195"/>
                    <a:pt x="4457547" y="144875"/>
                  </a:cubicBezTo>
                  <a:cubicBezTo>
                    <a:pt x="4456455" y="145535"/>
                    <a:pt x="4456868" y="147504"/>
                    <a:pt x="4455775" y="148367"/>
                  </a:cubicBezTo>
                  <a:cubicBezTo>
                    <a:pt x="4454493" y="149244"/>
                    <a:pt x="4453845" y="150355"/>
                    <a:pt x="4452283" y="150996"/>
                  </a:cubicBezTo>
                  <a:cubicBezTo>
                    <a:pt x="4451178" y="151453"/>
                    <a:pt x="4450111" y="150996"/>
                    <a:pt x="4448771" y="150996"/>
                  </a:cubicBezTo>
                  <a:cubicBezTo>
                    <a:pt x="4446149" y="151225"/>
                    <a:pt x="4444415" y="150996"/>
                    <a:pt x="4441786" y="150996"/>
                  </a:cubicBezTo>
                  <a:cubicBezTo>
                    <a:pt x="4442453" y="149904"/>
                    <a:pt x="4442650" y="148609"/>
                    <a:pt x="4443539" y="147504"/>
                  </a:cubicBezTo>
                  <a:cubicBezTo>
                    <a:pt x="4444625" y="146215"/>
                    <a:pt x="4445958" y="145961"/>
                    <a:pt x="4447051" y="144875"/>
                  </a:cubicBezTo>
                  <a:lnTo>
                    <a:pt x="4446149" y="140722"/>
                  </a:lnTo>
                  <a:cubicBezTo>
                    <a:pt x="4441786" y="140722"/>
                    <a:pt x="4439373" y="140506"/>
                    <a:pt x="4434998" y="140506"/>
                  </a:cubicBezTo>
                  <a:cubicBezTo>
                    <a:pt x="4431918" y="140506"/>
                    <a:pt x="4429747" y="140068"/>
                    <a:pt x="4426902" y="140506"/>
                  </a:cubicBezTo>
                  <a:close/>
                  <a:moveTo>
                    <a:pt x="4482928" y="227152"/>
                  </a:moveTo>
                  <a:cubicBezTo>
                    <a:pt x="4486890" y="227152"/>
                    <a:pt x="4488846" y="224351"/>
                    <a:pt x="4491704" y="221926"/>
                  </a:cubicBezTo>
                  <a:cubicBezTo>
                    <a:pt x="4493012" y="220821"/>
                    <a:pt x="4493895" y="219754"/>
                    <a:pt x="4495190" y="218433"/>
                  </a:cubicBezTo>
                  <a:cubicBezTo>
                    <a:pt x="4496498" y="217106"/>
                    <a:pt x="4496930" y="215588"/>
                    <a:pt x="4498701" y="214928"/>
                  </a:cubicBezTo>
                  <a:cubicBezTo>
                    <a:pt x="4499806" y="214452"/>
                    <a:pt x="4501108" y="214287"/>
                    <a:pt x="4502194" y="214045"/>
                  </a:cubicBezTo>
                  <a:cubicBezTo>
                    <a:pt x="4503743" y="213804"/>
                    <a:pt x="4504823" y="213163"/>
                    <a:pt x="4506563" y="213163"/>
                  </a:cubicBezTo>
                  <a:cubicBezTo>
                    <a:pt x="4508106" y="213163"/>
                    <a:pt x="4508766" y="214712"/>
                    <a:pt x="4510087" y="214928"/>
                  </a:cubicBezTo>
                  <a:lnTo>
                    <a:pt x="4529131" y="214928"/>
                  </a:lnTo>
                  <a:cubicBezTo>
                    <a:pt x="4530864" y="214928"/>
                    <a:pt x="4531315" y="212947"/>
                    <a:pt x="4532845" y="212286"/>
                  </a:cubicBezTo>
                  <a:cubicBezTo>
                    <a:pt x="4534147" y="211861"/>
                    <a:pt x="4535036" y="210762"/>
                    <a:pt x="4536357" y="210546"/>
                  </a:cubicBezTo>
                  <a:cubicBezTo>
                    <a:pt x="4537436" y="210299"/>
                    <a:pt x="4538535" y="210546"/>
                    <a:pt x="4539856" y="210546"/>
                  </a:cubicBezTo>
                  <a:cubicBezTo>
                    <a:pt x="4542466" y="210299"/>
                    <a:pt x="4544237" y="210546"/>
                    <a:pt x="4546834" y="210546"/>
                  </a:cubicBezTo>
                  <a:cubicBezTo>
                    <a:pt x="4548155" y="210546"/>
                    <a:pt x="4549038" y="210762"/>
                    <a:pt x="4550346" y="210546"/>
                  </a:cubicBezTo>
                  <a:cubicBezTo>
                    <a:pt x="4552556" y="210299"/>
                    <a:pt x="4553413" y="208127"/>
                    <a:pt x="4555623" y="207898"/>
                  </a:cubicBezTo>
                  <a:cubicBezTo>
                    <a:pt x="4559122" y="207479"/>
                    <a:pt x="4560868" y="208800"/>
                    <a:pt x="4564386" y="208800"/>
                  </a:cubicBezTo>
                  <a:cubicBezTo>
                    <a:pt x="4566989" y="208800"/>
                    <a:pt x="4569625" y="208559"/>
                    <a:pt x="4571358" y="207048"/>
                  </a:cubicBezTo>
                  <a:cubicBezTo>
                    <a:pt x="4572438" y="206152"/>
                    <a:pt x="4572692" y="204844"/>
                    <a:pt x="4573092" y="203530"/>
                  </a:cubicBezTo>
                  <a:cubicBezTo>
                    <a:pt x="4573574" y="202469"/>
                    <a:pt x="4573974" y="201561"/>
                    <a:pt x="4573974" y="200259"/>
                  </a:cubicBezTo>
                  <a:cubicBezTo>
                    <a:pt x="4573974" y="198735"/>
                    <a:pt x="4573092" y="198069"/>
                    <a:pt x="4573092" y="196526"/>
                  </a:cubicBezTo>
                  <a:lnTo>
                    <a:pt x="4573092" y="192163"/>
                  </a:lnTo>
                  <a:lnTo>
                    <a:pt x="4558258" y="192163"/>
                  </a:lnTo>
                  <a:cubicBezTo>
                    <a:pt x="4558258" y="189096"/>
                    <a:pt x="4558658" y="187134"/>
                    <a:pt x="4558258" y="184283"/>
                  </a:cubicBezTo>
                  <a:cubicBezTo>
                    <a:pt x="4558258" y="183178"/>
                    <a:pt x="4558658" y="181654"/>
                    <a:pt x="4558258" y="180778"/>
                  </a:cubicBezTo>
                  <a:cubicBezTo>
                    <a:pt x="4557560" y="179666"/>
                    <a:pt x="4556048" y="179666"/>
                    <a:pt x="4554728" y="179050"/>
                  </a:cubicBezTo>
                  <a:cubicBezTo>
                    <a:pt x="4553623" y="178574"/>
                    <a:pt x="4552334" y="178365"/>
                    <a:pt x="4551210" y="178130"/>
                  </a:cubicBezTo>
                  <a:cubicBezTo>
                    <a:pt x="4547088" y="177050"/>
                    <a:pt x="4544663" y="176390"/>
                    <a:pt x="4540288" y="176390"/>
                  </a:cubicBezTo>
                  <a:cubicBezTo>
                    <a:pt x="4538745" y="176390"/>
                    <a:pt x="4537652" y="176161"/>
                    <a:pt x="4536357" y="176390"/>
                  </a:cubicBezTo>
                  <a:cubicBezTo>
                    <a:pt x="4535036" y="176618"/>
                    <a:pt x="4535697" y="179050"/>
                    <a:pt x="4534592" y="179895"/>
                  </a:cubicBezTo>
                  <a:cubicBezTo>
                    <a:pt x="4533290" y="180975"/>
                    <a:pt x="4533074" y="183394"/>
                    <a:pt x="4531118" y="183394"/>
                  </a:cubicBezTo>
                  <a:lnTo>
                    <a:pt x="4529340" y="183394"/>
                  </a:lnTo>
                  <a:cubicBezTo>
                    <a:pt x="4527581" y="183394"/>
                    <a:pt x="4527156" y="181438"/>
                    <a:pt x="4525822" y="180778"/>
                  </a:cubicBezTo>
                  <a:cubicBezTo>
                    <a:pt x="4527156" y="179450"/>
                    <a:pt x="4528248" y="178574"/>
                    <a:pt x="4529340" y="177234"/>
                  </a:cubicBezTo>
                  <a:cubicBezTo>
                    <a:pt x="4530420" y="175945"/>
                    <a:pt x="4531982" y="176161"/>
                    <a:pt x="4532845" y="174644"/>
                  </a:cubicBezTo>
                  <a:cubicBezTo>
                    <a:pt x="4533290" y="173545"/>
                    <a:pt x="4532623" y="172231"/>
                    <a:pt x="4532845" y="171151"/>
                  </a:cubicBezTo>
                  <a:cubicBezTo>
                    <a:pt x="4531728" y="170935"/>
                    <a:pt x="4530420" y="170700"/>
                    <a:pt x="4529340" y="170268"/>
                  </a:cubicBezTo>
                  <a:cubicBezTo>
                    <a:pt x="4528248" y="169837"/>
                    <a:pt x="4526927" y="169837"/>
                    <a:pt x="4525822" y="169398"/>
                  </a:cubicBezTo>
                  <a:cubicBezTo>
                    <a:pt x="4524070" y="168725"/>
                    <a:pt x="4524298" y="165906"/>
                    <a:pt x="4522330" y="165906"/>
                  </a:cubicBezTo>
                  <a:lnTo>
                    <a:pt x="4520564" y="165906"/>
                  </a:lnTo>
                  <a:cubicBezTo>
                    <a:pt x="4518837" y="165906"/>
                    <a:pt x="4518621" y="168109"/>
                    <a:pt x="4517104" y="168548"/>
                  </a:cubicBezTo>
                  <a:cubicBezTo>
                    <a:pt x="4515542" y="168973"/>
                    <a:pt x="4514246" y="168725"/>
                    <a:pt x="4512703" y="169398"/>
                  </a:cubicBezTo>
                  <a:cubicBezTo>
                    <a:pt x="4511605" y="169837"/>
                    <a:pt x="4510297" y="169595"/>
                    <a:pt x="4509204" y="170268"/>
                  </a:cubicBezTo>
                  <a:cubicBezTo>
                    <a:pt x="4507871" y="170935"/>
                    <a:pt x="4507674" y="172897"/>
                    <a:pt x="4506563" y="173767"/>
                  </a:cubicBezTo>
                  <a:cubicBezTo>
                    <a:pt x="4505464" y="174644"/>
                    <a:pt x="4503940" y="175082"/>
                    <a:pt x="4503083" y="176390"/>
                  </a:cubicBezTo>
                  <a:cubicBezTo>
                    <a:pt x="4502423" y="177501"/>
                    <a:pt x="4501984" y="178574"/>
                    <a:pt x="4501318" y="179895"/>
                  </a:cubicBezTo>
                  <a:cubicBezTo>
                    <a:pt x="4500873" y="180975"/>
                    <a:pt x="4501108" y="182295"/>
                    <a:pt x="4500441" y="183394"/>
                  </a:cubicBezTo>
                  <a:cubicBezTo>
                    <a:pt x="4499806" y="184715"/>
                    <a:pt x="4499806" y="186010"/>
                    <a:pt x="4498701" y="186893"/>
                  </a:cubicBezTo>
                  <a:cubicBezTo>
                    <a:pt x="4497806" y="187566"/>
                    <a:pt x="4496060" y="186245"/>
                    <a:pt x="4495190" y="186893"/>
                  </a:cubicBezTo>
                  <a:cubicBezTo>
                    <a:pt x="4493895" y="187775"/>
                    <a:pt x="4492561" y="188213"/>
                    <a:pt x="4491704" y="189503"/>
                  </a:cubicBezTo>
                  <a:cubicBezTo>
                    <a:pt x="4491005" y="190639"/>
                    <a:pt x="4491704" y="191903"/>
                    <a:pt x="4491704" y="193033"/>
                  </a:cubicBezTo>
                  <a:cubicBezTo>
                    <a:pt x="4491469" y="195446"/>
                    <a:pt x="4492561" y="197631"/>
                    <a:pt x="4491704" y="200018"/>
                  </a:cubicBezTo>
                  <a:cubicBezTo>
                    <a:pt x="4491259" y="201320"/>
                    <a:pt x="4490580" y="202209"/>
                    <a:pt x="4489938" y="203530"/>
                  </a:cubicBezTo>
                  <a:cubicBezTo>
                    <a:pt x="4489272" y="204844"/>
                    <a:pt x="4487513" y="204628"/>
                    <a:pt x="4486440" y="205282"/>
                  </a:cubicBezTo>
                  <a:cubicBezTo>
                    <a:pt x="4485093" y="206152"/>
                    <a:pt x="4483366" y="206394"/>
                    <a:pt x="4482045" y="207048"/>
                  </a:cubicBezTo>
                  <a:cubicBezTo>
                    <a:pt x="4480979" y="207714"/>
                    <a:pt x="4479194" y="207714"/>
                    <a:pt x="4478540" y="208800"/>
                  </a:cubicBezTo>
                  <a:cubicBezTo>
                    <a:pt x="4477683" y="210121"/>
                    <a:pt x="4476375" y="210762"/>
                    <a:pt x="4475924" y="212286"/>
                  </a:cubicBezTo>
                  <a:cubicBezTo>
                    <a:pt x="4475473" y="213804"/>
                    <a:pt x="4476121" y="214928"/>
                    <a:pt x="4475924" y="216674"/>
                  </a:cubicBezTo>
                  <a:cubicBezTo>
                    <a:pt x="4475708" y="218433"/>
                    <a:pt x="4475924" y="219284"/>
                    <a:pt x="4475924" y="221062"/>
                  </a:cubicBezTo>
                  <a:cubicBezTo>
                    <a:pt x="4477886" y="221926"/>
                    <a:pt x="4480750" y="227152"/>
                    <a:pt x="4482928" y="227152"/>
                  </a:cubicBezTo>
                  <a:close/>
                  <a:moveTo>
                    <a:pt x="4406760" y="258673"/>
                  </a:moveTo>
                  <a:cubicBezTo>
                    <a:pt x="4408062" y="258273"/>
                    <a:pt x="4408728" y="256940"/>
                    <a:pt x="4410246" y="256940"/>
                  </a:cubicBezTo>
                  <a:cubicBezTo>
                    <a:pt x="4412919" y="256940"/>
                    <a:pt x="4414869" y="257384"/>
                    <a:pt x="4417282" y="257822"/>
                  </a:cubicBezTo>
                  <a:cubicBezTo>
                    <a:pt x="4418571" y="258019"/>
                    <a:pt x="4419473" y="259353"/>
                    <a:pt x="4420774" y="259581"/>
                  </a:cubicBezTo>
                  <a:lnTo>
                    <a:pt x="4424279" y="259581"/>
                  </a:lnTo>
                  <a:cubicBezTo>
                    <a:pt x="4424718" y="259581"/>
                    <a:pt x="4424718" y="258673"/>
                    <a:pt x="4425175" y="258673"/>
                  </a:cubicBezTo>
                  <a:cubicBezTo>
                    <a:pt x="4424921" y="256285"/>
                    <a:pt x="4425175" y="254742"/>
                    <a:pt x="4424279" y="252552"/>
                  </a:cubicBezTo>
                  <a:cubicBezTo>
                    <a:pt x="4423854" y="251504"/>
                    <a:pt x="4425175" y="249942"/>
                    <a:pt x="4424279" y="249085"/>
                  </a:cubicBezTo>
                  <a:cubicBezTo>
                    <a:pt x="4422730" y="247554"/>
                    <a:pt x="4421225" y="247307"/>
                    <a:pt x="4419009" y="247307"/>
                  </a:cubicBezTo>
                  <a:lnTo>
                    <a:pt x="4417282" y="247307"/>
                  </a:lnTo>
                  <a:cubicBezTo>
                    <a:pt x="4415504" y="247554"/>
                    <a:pt x="4415974" y="249701"/>
                    <a:pt x="4414640" y="250831"/>
                  </a:cubicBezTo>
                  <a:cubicBezTo>
                    <a:pt x="4412227" y="252787"/>
                    <a:pt x="4410036" y="253657"/>
                    <a:pt x="4406760" y="254330"/>
                  </a:cubicBezTo>
                  <a:close/>
                  <a:moveTo>
                    <a:pt x="4610766" y="217570"/>
                  </a:moveTo>
                  <a:cubicBezTo>
                    <a:pt x="4609896" y="216007"/>
                    <a:pt x="4607921" y="216217"/>
                    <a:pt x="4607274" y="214928"/>
                  </a:cubicBezTo>
                  <a:cubicBezTo>
                    <a:pt x="4606607" y="213804"/>
                    <a:pt x="4608163" y="212058"/>
                    <a:pt x="4607274" y="211404"/>
                  </a:cubicBezTo>
                  <a:cubicBezTo>
                    <a:pt x="4606378" y="210762"/>
                    <a:pt x="4604861" y="210762"/>
                    <a:pt x="4603775" y="210546"/>
                  </a:cubicBezTo>
                  <a:cubicBezTo>
                    <a:pt x="4602270" y="210121"/>
                    <a:pt x="4600936" y="209861"/>
                    <a:pt x="4599368" y="209664"/>
                  </a:cubicBezTo>
                  <a:lnTo>
                    <a:pt x="4595888" y="209664"/>
                  </a:lnTo>
                  <a:cubicBezTo>
                    <a:pt x="4594593" y="209435"/>
                    <a:pt x="4593723" y="207898"/>
                    <a:pt x="4592377" y="207898"/>
                  </a:cubicBezTo>
                  <a:cubicBezTo>
                    <a:pt x="4590859" y="207714"/>
                    <a:pt x="4589735" y="207898"/>
                    <a:pt x="4587989" y="207898"/>
                  </a:cubicBezTo>
                  <a:lnTo>
                    <a:pt x="4584477" y="207898"/>
                  </a:lnTo>
                  <a:cubicBezTo>
                    <a:pt x="4582979" y="208127"/>
                    <a:pt x="4582521" y="209861"/>
                    <a:pt x="4581010" y="210546"/>
                  </a:cubicBezTo>
                  <a:lnTo>
                    <a:pt x="4581867" y="214045"/>
                  </a:lnTo>
                  <a:cubicBezTo>
                    <a:pt x="4583176" y="214287"/>
                    <a:pt x="4584306" y="214712"/>
                    <a:pt x="4585373" y="214928"/>
                  </a:cubicBezTo>
                  <a:cubicBezTo>
                    <a:pt x="4586465" y="215150"/>
                    <a:pt x="4587830" y="214452"/>
                    <a:pt x="4588852" y="214928"/>
                  </a:cubicBezTo>
                  <a:cubicBezTo>
                    <a:pt x="4590395" y="215588"/>
                    <a:pt x="4591069" y="216674"/>
                    <a:pt x="4592377" y="217570"/>
                  </a:cubicBezTo>
                  <a:cubicBezTo>
                    <a:pt x="4593723" y="218433"/>
                    <a:pt x="4593469" y="220395"/>
                    <a:pt x="4595018" y="221062"/>
                  </a:cubicBezTo>
                  <a:cubicBezTo>
                    <a:pt x="4597641" y="222364"/>
                    <a:pt x="4600041" y="221926"/>
                    <a:pt x="4603108" y="221926"/>
                  </a:cubicBezTo>
                  <a:lnTo>
                    <a:pt x="4607274" y="221926"/>
                  </a:lnTo>
                  <a:cubicBezTo>
                    <a:pt x="4608595" y="221926"/>
                    <a:pt x="4609445" y="221062"/>
                    <a:pt x="4610766" y="221062"/>
                  </a:cubicBezTo>
                  <a:cubicBezTo>
                    <a:pt x="4610563" y="219938"/>
                    <a:pt x="4611204" y="218636"/>
                    <a:pt x="4610766" y="217570"/>
                  </a:cubicBezTo>
                  <a:close/>
                  <a:moveTo>
                    <a:pt x="5076558" y="346259"/>
                  </a:moveTo>
                  <a:cubicBezTo>
                    <a:pt x="5077021" y="347351"/>
                    <a:pt x="5077021" y="348665"/>
                    <a:pt x="5077466" y="349764"/>
                  </a:cubicBezTo>
                  <a:cubicBezTo>
                    <a:pt x="5078774" y="352399"/>
                    <a:pt x="5080742" y="354145"/>
                    <a:pt x="5081854" y="356781"/>
                  </a:cubicBezTo>
                  <a:cubicBezTo>
                    <a:pt x="5082279" y="358057"/>
                    <a:pt x="5083359" y="358940"/>
                    <a:pt x="5083594" y="360260"/>
                  </a:cubicBezTo>
                  <a:cubicBezTo>
                    <a:pt x="5084013" y="362673"/>
                    <a:pt x="5083594" y="364216"/>
                    <a:pt x="5083594" y="366852"/>
                  </a:cubicBezTo>
                  <a:lnTo>
                    <a:pt x="5099323" y="366852"/>
                  </a:lnTo>
                  <a:cubicBezTo>
                    <a:pt x="5098465" y="365715"/>
                    <a:pt x="5098897" y="363550"/>
                    <a:pt x="5097576" y="362889"/>
                  </a:cubicBezTo>
                  <a:cubicBezTo>
                    <a:pt x="5096040" y="362229"/>
                    <a:pt x="5094535" y="362673"/>
                    <a:pt x="5093208" y="362007"/>
                  </a:cubicBezTo>
                  <a:cubicBezTo>
                    <a:pt x="5092077" y="361353"/>
                    <a:pt x="5090795" y="361143"/>
                    <a:pt x="5089702" y="360260"/>
                  </a:cubicBezTo>
                  <a:cubicBezTo>
                    <a:pt x="5087518" y="358514"/>
                    <a:pt x="5086851" y="355873"/>
                    <a:pt x="5085321" y="353269"/>
                  </a:cubicBezTo>
                  <a:lnTo>
                    <a:pt x="5083594" y="349764"/>
                  </a:lnTo>
                  <a:cubicBezTo>
                    <a:pt x="5082914" y="348233"/>
                    <a:pt x="5081854" y="347567"/>
                    <a:pt x="5080958" y="346259"/>
                  </a:cubicBezTo>
                  <a:close/>
                  <a:moveTo>
                    <a:pt x="5086184" y="308597"/>
                  </a:moveTo>
                  <a:cubicBezTo>
                    <a:pt x="5085994" y="307270"/>
                    <a:pt x="5085321" y="306419"/>
                    <a:pt x="5085321" y="305123"/>
                  </a:cubicBezTo>
                  <a:cubicBezTo>
                    <a:pt x="5085321" y="302463"/>
                    <a:pt x="5085772" y="300716"/>
                    <a:pt x="5086184" y="298107"/>
                  </a:cubicBezTo>
                  <a:cubicBezTo>
                    <a:pt x="5084445" y="297865"/>
                    <a:pt x="5083594" y="298107"/>
                    <a:pt x="5081854" y="298107"/>
                  </a:cubicBezTo>
                  <a:cubicBezTo>
                    <a:pt x="5080292" y="298107"/>
                    <a:pt x="5079866" y="296373"/>
                    <a:pt x="5078342" y="296373"/>
                  </a:cubicBezTo>
                  <a:cubicBezTo>
                    <a:pt x="5076361" y="296373"/>
                    <a:pt x="5075262" y="298107"/>
                    <a:pt x="5074799" y="299859"/>
                  </a:cubicBezTo>
                  <a:cubicBezTo>
                    <a:pt x="5074596" y="300951"/>
                    <a:pt x="5074799" y="302037"/>
                    <a:pt x="5074799" y="303326"/>
                  </a:cubicBezTo>
                  <a:cubicBezTo>
                    <a:pt x="5074799" y="304666"/>
                    <a:pt x="5074596" y="305765"/>
                    <a:pt x="5074799" y="306844"/>
                  </a:cubicBezTo>
                  <a:cubicBezTo>
                    <a:pt x="5075053" y="308387"/>
                    <a:pt x="5076793" y="308597"/>
                    <a:pt x="5078342" y="309467"/>
                  </a:cubicBezTo>
                  <a:cubicBezTo>
                    <a:pt x="5079866" y="310368"/>
                    <a:pt x="5080095" y="312102"/>
                    <a:pt x="5081854" y="312102"/>
                  </a:cubicBezTo>
                  <a:cubicBezTo>
                    <a:pt x="5084013" y="312102"/>
                    <a:pt x="5084445" y="309911"/>
                    <a:pt x="5086184" y="308597"/>
                  </a:cubicBezTo>
                  <a:close/>
                  <a:moveTo>
                    <a:pt x="5104612" y="315626"/>
                  </a:moveTo>
                  <a:cubicBezTo>
                    <a:pt x="5105482" y="316934"/>
                    <a:pt x="5106104" y="317792"/>
                    <a:pt x="5107209" y="319112"/>
                  </a:cubicBezTo>
                  <a:cubicBezTo>
                    <a:pt x="5108111" y="320217"/>
                    <a:pt x="5107857" y="321722"/>
                    <a:pt x="5108962" y="322618"/>
                  </a:cubicBezTo>
                  <a:cubicBezTo>
                    <a:pt x="5109851" y="323265"/>
                    <a:pt x="5111381" y="323024"/>
                    <a:pt x="5112467" y="323500"/>
                  </a:cubicBezTo>
                  <a:cubicBezTo>
                    <a:pt x="5113788" y="324142"/>
                    <a:pt x="5114467" y="325462"/>
                    <a:pt x="5115947" y="326135"/>
                  </a:cubicBezTo>
                  <a:cubicBezTo>
                    <a:pt x="5117071" y="326567"/>
                    <a:pt x="5118373" y="326567"/>
                    <a:pt x="5119484" y="326993"/>
                  </a:cubicBezTo>
                  <a:cubicBezTo>
                    <a:pt x="5121230" y="327869"/>
                    <a:pt x="5122748" y="328733"/>
                    <a:pt x="5123853" y="330460"/>
                  </a:cubicBezTo>
                  <a:cubicBezTo>
                    <a:pt x="5124494" y="331603"/>
                    <a:pt x="5124938" y="332682"/>
                    <a:pt x="5125593" y="333965"/>
                  </a:cubicBezTo>
                  <a:cubicBezTo>
                    <a:pt x="5126259" y="335292"/>
                    <a:pt x="5126469" y="336416"/>
                    <a:pt x="5127377" y="337496"/>
                  </a:cubicBezTo>
                  <a:cubicBezTo>
                    <a:pt x="5128666" y="339032"/>
                    <a:pt x="5130876" y="338378"/>
                    <a:pt x="5133270" y="338378"/>
                  </a:cubicBezTo>
                  <a:cubicBezTo>
                    <a:pt x="5136788" y="338378"/>
                    <a:pt x="5138750" y="337718"/>
                    <a:pt x="5142230" y="337496"/>
                  </a:cubicBezTo>
                  <a:cubicBezTo>
                    <a:pt x="5142471" y="335527"/>
                    <a:pt x="5142884" y="333965"/>
                    <a:pt x="5143118" y="332225"/>
                  </a:cubicBezTo>
                  <a:cubicBezTo>
                    <a:pt x="5143341" y="331152"/>
                    <a:pt x="5142884" y="329857"/>
                    <a:pt x="5143118" y="328733"/>
                  </a:cubicBezTo>
                  <a:cubicBezTo>
                    <a:pt x="5143341" y="327190"/>
                    <a:pt x="5145081" y="326783"/>
                    <a:pt x="5145728" y="325227"/>
                  </a:cubicBezTo>
                  <a:cubicBezTo>
                    <a:pt x="5149214" y="327444"/>
                    <a:pt x="5151843" y="329634"/>
                    <a:pt x="5156263" y="329634"/>
                  </a:cubicBezTo>
                  <a:cubicBezTo>
                    <a:pt x="5160403" y="329634"/>
                    <a:pt x="5162607" y="328942"/>
                    <a:pt x="5166753" y="328733"/>
                  </a:cubicBezTo>
                  <a:cubicBezTo>
                    <a:pt x="5169827" y="328510"/>
                    <a:pt x="5172030" y="329177"/>
                    <a:pt x="5174640" y="327869"/>
                  </a:cubicBezTo>
                  <a:cubicBezTo>
                    <a:pt x="5175738" y="327444"/>
                    <a:pt x="5174424" y="324802"/>
                    <a:pt x="5175529" y="324364"/>
                  </a:cubicBezTo>
                  <a:cubicBezTo>
                    <a:pt x="5176608" y="323926"/>
                    <a:pt x="5177701" y="324364"/>
                    <a:pt x="5179034" y="324364"/>
                  </a:cubicBezTo>
                  <a:cubicBezTo>
                    <a:pt x="5180342" y="324364"/>
                    <a:pt x="5181422" y="323926"/>
                    <a:pt x="5182508" y="324364"/>
                  </a:cubicBezTo>
                  <a:cubicBezTo>
                    <a:pt x="5184051" y="324802"/>
                    <a:pt x="5183587" y="327444"/>
                    <a:pt x="5185143" y="327869"/>
                  </a:cubicBezTo>
                  <a:cubicBezTo>
                    <a:pt x="5186248" y="328072"/>
                    <a:pt x="5187327" y="328733"/>
                    <a:pt x="5188629" y="328733"/>
                  </a:cubicBezTo>
                  <a:cubicBezTo>
                    <a:pt x="5191715" y="328733"/>
                    <a:pt x="5193233" y="326135"/>
                    <a:pt x="5195665" y="324364"/>
                  </a:cubicBezTo>
                  <a:cubicBezTo>
                    <a:pt x="5196986" y="323500"/>
                    <a:pt x="5196986" y="321722"/>
                    <a:pt x="5198306" y="320859"/>
                  </a:cubicBezTo>
                  <a:cubicBezTo>
                    <a:pt x="5199811" y="319773"/>
                    <a:pt x="5201583" y="319982"/>
                    <a:pt x="5203526" y="319982"/>
                  </a:cubicBezTo>
                  <a:lnTo>
                    <a:pt x="5205285" y="319982"/>
                  </a:lnTo>
                  <a:cubicBezTo>
                    <a:pt x="5206828" y="320217"/>
                    <a:pt x="5207266" y="322160"/>
                    <a:pt x="5208784" y="322618"/>
                  </a:cubicBezTo>
                  <a:cubicBezTo>
                    <a:pt x="5209889" y="323024"/>
                    <a:pt x="5211197" y="323265"/>
                    <a:pt x="5212276" y="323500"/>
                  </a:cubicBezTo>
                  <a:cubicBezTo>
                    <a:pt x="5213597" y="323926"/>
                    <a:pt x="5214467" y="324364"/>
                    <a:pt x="5215997" y="324364"/>
                  </a:cubicBezTo>
                  <a:lnTo>
                    <a:pt x="5229790" y="324364"/>
                  </a:lnTo>
                  <a:cubicBezTo>
                    <a:pt x="5229790" y="320643"/>
                    <a:pt x="5228932" y="318427"/>
                    <a:pt x="5229790" y="314725"/>
                  </a:cubicBezTo>
                  <a:cubicBezTo>
                    <a:pt x="5230025" y="313188"/>
                    <a:pt x="5230895" y="312527"/>
                    <a:pt x="5231561" y="311232"/>
                  </a:cubicBezTo>
                  <a:cubicBezTo>
                    <a:pt x="5232438" y="309467"/>
                    <a:pt x="5234184" y="309251"/>
                    <a:pt x="5235079" y="307708"/>
                  </a:cubicBezTo>
                  <a:cubicBezTo>
                    <a:pt x="5235708" y="306419"/>
                    <a:pt x="5237245" y="305765"/>
                    <a:pt x="5237683" y="304228"/>
                  </a:cubicBezTo>
                  <a:cubicBezTo>
                    <a:pt x="5237892" y="303129"/>
                    <a:pt x="5237486" y="301796"/>
                    <a:pt x="5237683" y="300716"/>
                  </a:cubicBezTo>
                  <a:cubicBezTo>
                    <a:pt x="5236375" y="300501"/>
                    <a:pt x="5235251" y="300056"/>
                    <a:pt x="5234184" y="299859"/>
                  </a:cubicBezTo>
                  <a:cubicBezTo>
                    <a:pt x="5233079" y="299631"/>
                    <a:pt x="5231771" y="300291"/>
                    <a:pt x="5230679" y="299859"/>
                  </a:cubicBezTo>
                  <a:cubicBezTo>
                    <a:pt x="5229358" y="299389"/>
                    <a:pt x="5230228" y="296786"/>
                    <a:pt x="5228932" y="296373"/>
                  </a:cubicBezTo>
                  <a:cubicBezTo>
                    <a:pt x="5227834" y="295890"/>
                    <a:pt x="5226500" y="296373"/>
                    <a:pt x="5225421" y="296373"/>
                  </a:cubicBezTo>
                  <a:cubicBezTo>
                    <a:pt x="5221478" y="295713"/>
                    <a:pt x="5219064" y="296570"/>
                    <a:pt x="5214905" y="296373"/>
                  </a:cubicBezTo>
                  <a:cubicBezTo>
                    <a:pt x="5212930" y="296373"/>
                    <a:pt x="5211667" y="295452"/>
                    <a:pt x="5209679" y="295452"/>
                  </a:cubicBezTo>
                  <a:lnTo>
                    <a:pt x="5207908" y="295452"/>
                  </a:lnTo>
                  <a:cubicBezTo>
                    <a:pt x="5206599" y="295890"/>
                    <a:pt x="5205285" y="296373"/>
                    <a:pt x="5204396" y="297211"/>
                  </a:cubicBezTo>
                  <a:cubicBezTo>
                    <a:pt x="5203526" y="298107"/>
                    <a:pt x="5203958" y="299859"/>
                    <a:pt x="5203526" y="300716"/>
                  </a:cubicBezTo>
                  <a:cubicBezTo>
                    <a:pt x="5202447" y="302253"/>
                    <a:pt x="5200688" y="302463"/>
                    <a:pt x="5200021" y="304228"/>
                  </a:cubicBezTo>
                  <a:cubicBezTo>
                    <a:pt x="5199811" y="305307"/>
                    <a:pt x="5199386" y="306660"/>
                    <a:pt x="5199157" y="307708"/>
                  </a:cubicBezTo>
                  <a:cubicBezTo>
                    <a:pt x="5198713" y="310368"/>
                    <a:pt x="5199157" y="312318"/>
                    <a:pt x="5199157" y="315156"/>
                  </a:cubicBezTo>
                  <a:cubicBezTo>
                    <a:pt x="5196516" y="314959"/>
                    <a:pt x="5194795" y="314725"/>
                    <a:pt x="5192141" y="314725"/>
                  </a:cubicBezTo>
                  <a:cubicBezTo>
                    <a:pt x="5190839" y="314725"/>
                    <a:pt x="5189937" y="315156"/>
                    <a:pt x="5188629" y="315156"/>
                  </a:cubicBezTo>
                  <a:lnTo>
                    <a:pt x="5188629" y="304882"/>
                  </a:lnTo>
                  <a:cubicBezTo>
                    <a:pt x="5188629" y="303326"/>
                    <a:pt x="5190636" y="302679"/>
                    <a:pt x="5191277" y="301612"/>
                  </a:cubicBezTo>
                  <a:cubicBezTo>
                    <a:pt x="5192572" y="299186"/>
                    <a:pt x="5194795" y="297668"/>
                    <a:pt x="5194795" y="294582"/>
                  </a:cubicBezTo>
                  <a:cubicBezTo>
                    <a:pt x="5194795" y="293065"/>
                    <a:pt x="5193233" y="292398"/>
                    <a:pt x="5193023" y="291090"/>
                  </a:cubicBezTo>
                  <a:cubicBezTo>
                    <a:pt x="5190394" y="291090"/>
                    <a:pt x="5188629" y="291299"/>
                    <a:pt x="5186032" y="291090"/>
                  </a:cubicBezTo>
                  <a:cubicBezTo>
                    <a:pt x="5184698" y="291090"/>
                    <a:pt x="5183835" y="290226"/>
                    <a:pt x="5182508" y="290226"/>
                  </a:cubicBezTo>
                  <a:cubicBezTo>
                    <a:pt x="5179898" y="290004"/>
                    <a:pt x="5178139" y="290226"/>
                    <a:pt x="5175529" y="290226"/>
                  </a:cubicBezTo>
                  <a:cubicBezTo>
                    <a:pt x="5174195" y="290226"/>
                    <a:pt x="5173338" y="290874"/>
                    <a:pt x="5172030" y="291090"/>
                  </a:cubicBezTo>
                  <a:lnTo>
                    <a:pt x="5172030" y="300716"/>
                  </a:lnTo>
                  <a:cubicBezTo>
                    <a:pt x="5169408" y="300501"/>
                    <a:pt x="5167617" y="299859"/>
                    <a:pt x="5165026" y="299859"/>
                  </a:cubicBezTo>
                  <a:cubicBezTo>
                    <a:pt x="5162384" y="299859"/>
                    <a:pt x="5160403" y="300056"/>
                    <a:pt x="5158003" y="299859"/>
                  </a:cubicBezTo>
                  <a:cubicBezTo>
                    <a:pt x="5156911" y="299859"/>
                    <a:pt x="5155590" y="300056"/>
                    <a:pt x="5154510" y="299859"/>
                  </a:cubicBezTo>
                  <a:cubicBezTo>
                    <a:pt x="5152961" y="299631"/>
                    <a:pt x="5152961" y="297211"/>
                    <a:pt x="5151843" y="296373"/>
                  </a:cubicBezTo>
                  <a:cubicBezTo>
                    <a:pt x="5150764" y="295452"/>
                    <a:pt x="5150097" y="293941"/>
                    <a:pt x="5149214" y="292836"/>
                  </a:cubicBezTo>
                  <a:cubicBezTo>
                    <a:pt x="5148351" y="291731"/>
                    <a:pt x="5146827" y="291992"/>
                    <a:pt x="5145728" y="291090"/>
                  </a:cubicBezTo>
                  <a:cubicBezTo>
                    <a:pt x="5144858" y="290429"/>
                    <a:pt x="5146617" y="288251"/>
                    <a:pt x="5145728" y="287610"/>
                  </a:cubicBezTo>
                  <a:cubicBezTo>
                    <a:pt x="5144204" y="286283"/>
                    <a:pt x="5142471" y="287610"/>
                    <a:pt x="5140280" y="287610"/>
                  </a:cubicBezTo>
                  <a:lnTo>
                    <a:pt x="5135232" y="287610"/>
                  </a:lnTo>
                  <a:cubicBezTo>
                    <a:pt x="5133898" y="287610"/>
                    <a:pt x="5133054" y="288467"/>
                    <a:pt x="5131746" y="288467"/>
                  </a:cubicBezTo>
                  <a:cubicBezTo>
                    <a:pt x="5124938" y="288664"/>
                    <a:pt x="5121001" y="288467"/>
                    <a:pt x="5114220" y="288467"/>
                  </a:cubicBezTo>
                  <a:cubicBezTo>
                    <a:pt x="5114467" y="291534"/>
                    <a:pt x="5115775" y="293503"/>
                    <a:pt x="5115090" y="296373"/>
                  </a:cubicBezTo>
                  <a:cubicBezTo>
                    <a:pt x="5114467" y="299186"/>
                    <a:pt x="5112696" y="300716"/>
                    <a:pt x="5111584" y="303326"/>
                  </a:cubicBezTo>
                  <a:cubicBezTo>
                    <a:pt x="5111159" y="304450"/>
                    <a:pt x="5111159" y="305765"/>
                    <a:pt x="5110721" y="306844"/>
                  </a:cubicBezTo>
                  <a:cubicBezTo>
                    <a:pt x="5110048" y="308597"/>
                    <a:pt x="5108320" y="309467"/>
                    <a:pt x="5108111" y="311232"/>
                  </a:cubicBezTo>
                  <a:cubicBezTo>
                    <a:pt x="5107857" y="312318"/>
                    <a:pt x="5108320" y="313639"/>
                    <a:pt x="5108111" y="314725"/>
                  </a:cubicBezTo>
                  <a:cubicBezTo>
                    <a:pt x="5107857" y="315804"/>
                    <a:pt x="5107438" y="316934"/>
                    <a:pt x="5107209" y="318230"/>
                  </a:cubicBezTo>
                  <a:close/>
                  <a:moveTo>
                    <a:pt x="5170290" y="355009"/>
                  </a:moveTo>
                  <a:cubicBezTo>
                    <a:pt x="5171770" y="355009"/>
                    <a:pt x="5172678" y="353904"/>
                    <a:pt x="5173770" y="353269"/>
                  </a:cubicBezTo>
                  <a:cubicBezTo>
                    <a:pt x="5174856" y="352583"/>
                    <a:pt x="5173999" y="350862"/>
                    <a:pt x="5174640" y="349764"/>
                  </a:cubicBezTo>
                  <a:cubicBezTo>
                    <a:pt x="5173338" y="349326"/>
                    <a:pt x="5172462" y="348233"/>
                    <a:pt x="5171154" y="347992"/>
                  </a:cubicBezTo>
                  <a:cubicBezTo>
                    <a:pt x="5170036" y="347770"/>
                    <a:pt x="5168703" y="348233"/>
                    <a:pt x="5167617" y="347992"/>
                  </a:cubicBezTo>
                  <a:cubicBezTo>
                    <a:pt x="5164797" y="347351"/>
                    <a:pt x="5163477" y="345408"/>
                    <a:pt x="5160403" y="345408"/>
                  </a:cubicBezTo>
                  <a:lnTo>
                    <a:pt x="5153647" y="345408"/>
                  </a:lnTo>
                  <a:cubicBezTo>
                    <a:pt x="5153647" y="347129"/>
                    <a:pt x="5152739" y="347992"/>
                    <a:pt x="5152739" y="349764"/>
                  </a:cubicBezTo>
                  <a:cubicBezTo>
                    <a:pt x="5152739" y="351497"/>
                    <a:pt x="5154072" y="352183"/>
                    <a:pt x="5155374" y="353269"/>
                  </a:cubicBezTo>
                  <a:cubicBezTo>
                    <a:pt x="5156263" y="353904"/>
                    <a:pt x="5157793" y="353904"/>
                    <a:pt x="5158873" y="354145"/>
                  </a:cubicBezTo>
                  <a:cubicBezTo>
                    <a:pt x="5161286" y="355009"/>
                    <a:pt x="5163229" y="355873"/>
                    <a:pt x="5165871" y="355873"/>
                  </a:cubicBezTo>
                  <a:cubicBezTo>
                    <a:pt x="5167617" y="355873"/>
                    <a:pt x="5168525" y="355009"/>
                    <a:pt x="5170290" y="355009"/>
                  </a:cubicBezTo>
                  <a:close/>
                  <a:moveTo>
                    <a:pt x="5152739" y="376897"/>
                  </a:moveTo>
                  <a:cubicBezTo>
                    <a:pt x="5155374" y="377323"/>
                    <a:pt x="5157152" y="377583"/>
                    <a:pt x="5159743" y="377748"/>
                  </a:cubicBezTo>
                  <a:cubicBezTo>
                    <a:pt x="5162384" y="377990"/>
                    <a:pt x="5164099" y="378663"/>
                    <a:pt x="5166753" y="378663"/>
                  </a:cubicBezTo>
                  <a:lnTo>
                    <a:pt x="5170290" y="378663"/>
                  </a:lnTo>
                  <a:cubicBezTo>
                    <a:pt x="5172030" y="378663"/>
                    <a:pt x="5172887" y="377748"/>
                    <a:pt x="5174640" y="377748"/>
                  </a:cubicBezTo>
                  <a:cubicBezTo>
                    <a:pt x="5178780" y="377583"/>
                    <a:pt x="5180990" y="377990"/>
                    <a:pt x="5185143" y="377748"/>
                  </a:cubicBezTo>
                  <a:cubicBezTo>
                    <a:pt x="5187111" y="377748"/>
                    <a:pt x="5188432" y="376897"/>
                    <a:pt x="5190394" y="376897"/>
                  </a:cubicBezTo>
                  <a:lnTo>
                    <a:pt x="5192141" y="376897"/>
                  </a:lnTo>
                  <a:cubicBezTo>
                    <a:pt x="5193671" y="377323"/>
                    <a:pt x="5194103" y="378879"/>
                    <a:pt x="5195665" y="379545"/>
                  </a:cubicBezTo>
                  <a:cubicBezTo>
                    <a:pt x="5198065" y="380625"/>
                    <a:pt x="5200021" y="381488"/>
                    <a:pt x="5202662" y="382155"/>
                  </a:cubicBezTo>
                  <a:cubicBezTo>
                    <a:pt x="5204212" y="382593"/>
                    <a:pt x="5205520" y="383031"/>
                    <a:pt x="5207266" y="383031"/>
                  </a:cubicBezTo>
                  <a:lnTo>
                    <a:pt x="5213146" y="383031"/>
                  </a:lnTo>
                  <a:lnTo>
                    <a:pt x="5214035" y="376021"/>
                  </a:lnTo>
                  <a:cubicBezTo>
                    <a:pt x="5213146" y="374916"/>
                    <a:pt x="5213388" y="373176"/>
                    <a:pt x="5212276" y="372510"/>
                  </a:cubicBezTo>
                  <a:cubicBezTo>
                    <a:pt x="5211197" y="371862"/>
                    <a:pt x="5209889" y="371430"/>
                    <a:pt x="5208784" y="370751"/>
                  </a:cubicBezTo>
                  <a:cubicBezTo>
                    <a:pt x="5207476" y="370103"/>
                    <a:pt x="5206828" y="368579"/>
                    <a:pt x="5205285" y="368172"/>
                  </a:cubicBezTo>
                  <a:cubicBezTo>
                    <a:pt x="5204212" y="367899"/>
                    <a:pt x="5202866" y="368357"/>
                    <a:pt x="5201780" y="368172"/>
                  </a:cubicBezTo>
                  <a:cubicBezTo>
                    <a:pt x="5200688" y="367899"/>
                    <a:pt x="5199386" y="367722"/>
                    <a:pt x="5198306" y="367258"/>
                  </a:cubicBezTo>
                  <a:cubicBezTo>
                    <a:pt x="5196732" y="366394"/>
                    <a:pt x="5196103" y="365715"/>
                    <a:pt x="5194795" y="364636"/>
                  </a:cubicBezTo>
                  <a:cubicBezTo>
                    <a:pt x="5193906" y="363975"/>
                    <a:pt x="5194992" y="361791"/>
                    <a:pt x="5193906" y="361143"/>
                  </a:cubicBezTo>
                  <a:cubicBezTo>
                    <a:pt x="5192795" y="360476"/>
                    <a:pt x="5191486" y="361143"/>
                    <a:pt x="5190394" y="361143"/>
                  </a:cubicBezTo>
                  <a:lnTo>
                    <a:pt x="5186914" y="361143"/>
                  </a:lnTo>
                  <a:cubicBezTo>
                    <a:pt x="5182730" y="361143"/>
                    <a:pt x="5179898" y="360260"/>
                    <a:pt x="5176412" y="362007"/>
                  </a:cubicBezTo>
                  <a:cubicBezTo>
                    <a:pt x="5174856" y="362673"/>
                    <a:pt x="5174195" y="363791"/>
                    <a:pt x="5172887" y="364636"/>
                  </a:cubicBezTo>
                  <a:cubicBezTo>
                    <a:pt x="5171770" y="365290"/>
                    <a:pt x="5172462" y="367461"/>
                    <a:pt x="5171154" y="368172"/>
                  </a:cubicBezTo>
                  <a:cubicBezTo>
                    <a:pt x="5169827" y="368782"/>
                    <a:pt x="5168303" y="367722"/>
                    <a:pt x="5166753" y="368172"/>
                  </a:cubicBezTo>
                  <a:cubicBezTo>
                    <a:pt x="5162156" y="369671"/>
                    <a:pt x="5160175" y="373176"/>
                    <a:pt x="5156263" y="376021"/>
                  </a:cubicBezTo>
                  <a:close/>
                  <a:moveTo>
                    <a:pt x="5257812" y="320859"/>
                  </a:moveTo>
                  <a:cubicBezTo>
                    <a:pt x="5258936" y="321297"/>
                    <a:pt x="5260219" y="321297"/>
                    <a:pt x="5261336" y="321722"/>
                  </a:cubicBezTo>
                  <a:cubicBezTo>
                    <a:pt x="5262632" y="322414"/>
                    <a:pt x="5263724" y="322840"/>
                    <a:pt x="5264829" y="323500"/>
                  </a:cubicBezTo>
                  <a:cubicBezTo>
                    <a:pt x="5265934" y="324142"/>
                    <a:pt x="5265483" y="326135"/>
                    <a:pt x="5266575" y="326993"/>
                  </a:cubicBezTo>
                  <a:cubicBezTo>
                    <a:pt x="5268321" y="328314"/>
                    <a:pt x="5269864" y="328733"/>
                    <a:pt x="5272258" y="328733"/>
                  </a:cubicBezTo>
                  <a:cubicBezTo>
                    <a:pt x="5274456" y="328733"/>
                    <a:pt x="5275986" y="328314"/>
                    <a:pt x="5277954" y="327869"/>
                  </a:cubicBezTo>
                  <a:cubicBezTo>
                    <a:pt x="5280818" y="327190"/>
                    <a:pt x="5282780" y="325227"/>
                    <a:pt x="5285847" y="325227"/>
                  </a:cubicBezTo>
                  <a:cubicBezTo>
                    <a:pt x="5288895" y="325227"/>
                    <a:pt x="5290419" y="327190"/>
                    <a:pt x="5292852" y="328733"/>
                  </a:cubicBezTo>
                  <a:cubicBezTo>
                    <a:pt x="5294350" y="329634"/>
                    <a:pt x="5294591" y="331381"/>
                    <a:pt x="5296350" y="332225"/>
                  </a:cubicBezTo>
                  <a:cubicBezTo>
                    <a:pt x="5297430" y="332682"/>
                    <a:pt x="5298776" y="332682"/>
                    <a:pt x="5299843" y="333101"/>
                  </a:cubicBezTo>
                  <a:cubicBezTo>
                    <a:pt x="5301170" y="333540"/>
                    <a:pt x="5302021" y="334644"/>
                    <a:pt x="5303342" y="334867"/>
                  </a:cubicBezTo>
                  <a:cubicBezTo>
                    <a:pt x="5305755" y="335292"/>
                    <a:pt x="5307710" y="334867"/>
                    <a:pt x="5310365" y="334867"/>
                  </a:cubicBezTo>
                  <a:lnTo>
                    <a:pt x="5313857" y="334867"/>
                  </a:lnTo>
                  <a:cubicBezTo>
                    <a:pt x="5314950" y="334867"/>
                    <a:pt x="5316264" y="335102"/>
                    <a:pt x="5317369" y="334867"/>
                  </a:cubicBezTo>
                  <a:cubicBezTo>
                    <a:pt x="5319083" y="334448"/>
                    <a:pt x="5319553" y="332460"/>
                    <a:pt x="5320868" y="331381"/>
                  </a:cubicBezTo>
                  <a:cubicBezTo>
                    <a:pt x="5322189" y="330295"/>
                    <a:pt x="5321960" y="328072"/>
                    <a:pt x="5323503" y="327869"/>
                  </a:cubicBezTo>
                  <a:cubicBezTo>
                    <a:pt x="5324614" y="327640"/>
                    <a:pt x="5325903" y="327869"/>
                    <a:pt x="5326983" y="327869"/>
                  </a:cubicBezTo>
                  <a:cubicBezTo>
                    <a:pt x="5328754" y="327640"/>
                    <a:pt x="5330272" y="327869"/>
                    <a:pt x="5332222" y="327869"/>
                  </a:cubicBezTo>
                  <a:lnTo>
                    <a:pt x="5332222" y="320859"/>
                  </a:lnTo>
                  <a:cubicBezTo>
                    <a:pt x="5332222" y="319576"/>
                    <a:pt x="5331358" y="318655"/>
                    <a:pt x="5331358" y="317347"/>
                  </a:cubicBezTo>
                  <a:cubicBezTo>
                    <a:pt x="5331358" y="316934"/>
                    <a:pt x="5332031" y="316934"/>
                    <a:pt x="5332031" y="316477"/>
                  </a:cubicBezTo>
                  <a:cubicBezTo>
                    <a:pt x="5327434" y="316255"/>
                    <a:pt x="5324798" y="315626"/>
                    <a:pt x="5320220" y="315626"/>
                  </a:cubicBezTo>
                  <a:cubicBezTo>
                    <a:pt x="5318677" y="315626"/>
                    <a:pt x="5317794" y="316255"/>
                    <a:pt x="5316474" y="316477"/>
                  </a:cubicBezTo>
                  <a:cubicBezTo>
                    <a:pt x="5313857" y="316934"/>
                    <a:pt x="5312130" y="317347"/>
                    <a:pt x="5309247" y="317347"/>
                  </a:cubicBezTo>
                  <a:lnTo>
                    <a:pt x="5305964" y="317347"/>
                  </a:lnTo>
                  <a:cubicBezTo>
                    <a:pt x="5304662" y="317347"/>
                    <a:pt x="5303793" y="316477"/>
                    <a:pt x="5302491" y="316477"/>
                  </a:cubicBezTo>
                  <a:lnTo>
                    <a:pt x="5298090" y="316477"/>
                  </a:lnTo>
                  <a:cubicBezTo>
                    <a:pt x="5296795" y="316477"/>
                    <a:pt x="5295925" y="317131"/>
                    <a:pt x="5294591" y="317131"/>
                  </a:cubicBezTo>
                  <a:lnTo>
                    <a:pt x="5294591" y="307708"/>
                  </a:lnTo>
                  <a:cubicBezTo>
                    <a:pt x="5290216" y="307517"/>
                    <a:pt x="5287803" y="306844"/>
                    <a:pt x="5283441" y="306844"/>
                  </a:cubicBezTo>
                  <a:cubicBezTo>
                    <a:pt x="5281885" y="306844"/>
                    <a:pt x="5280818" y="307085"/>
                    <a:pt x="5279713" y="307708"/>
                  </a:cubicBezTo>
                  <a:cubicBezTo>
                    <a:pt x="5278831" y="308159"/>
                    <a:pt x="5279713" y="310800"/>
                    <a:pt x="5278831" y="311232"/>
                  </a:cubicBezTo>
                  <a:cubicBezTo>
                    <a:pt x="5277307" y="312318"/>
                    <a:pt x="5275554" y="311232"/>
                    <a:pt x="5273592" y="311232"/>
                  </a:cubicBezTo>
                  <a:cubicBezTo>
                    <a:pt x="5271604" y="311232"/>
                    <a:pt x="5270087" y="311899"/>
                    <a:pt x="5268321" y="311232"/>
                  </a:cubicBezTo>
                  <a:cubicBezTo>
                    <a:pt x="5264162" y="309251"/>
                    <a:pt x="5262854" y="305765"/>
                    <a:pt x="5260460" y="301612"/>
                  </a:cubicBezTo>
                  <a:lnTo>
                    <a:pt x="5256974" y="303326"/>
                  </a:lnTo>
                  <a:lnTo>
                    <a:pt x="5256974" y="318230"/>
                  </a:lnTo>
                  <a:cubicBezTo>
                    <a:pt x="5258269" y="318877"/>
                    <a:pt x="5256295" y="320217"/>
                    <a:pt x="5257812" y="320859"/>
                  </a:cubicBezTo>
                  <a:close/>
                  <a:moveTo>
                    <a:pt x="5805062" y="454806"/>
                  </a:moveTo>
                  <a:cubicBezTo>
                    <a:pt x="5806154" y="455047"/>
                    <a:pt x="5807481" y="454806"/>
                    <a:pt x="5808560" y="454806"/>
                  </a:cubicBezTo>
                  <a:cubicBezTo>
                    <a:pt x="5811856" y="455256"/>
                    <a:pt x="5814244" y="454806"/>
                    <a:pt x="5817755" y="454806"/>
                  </a:cubicBezTo>
                  <a:cubicBezTo>
                    <a:pt x="5822772" y="454806"/>
                    <a:pt x="5825629" y="455485"/>
                    <a:pt x="5830449" y="454806"/>
                  </a:cubicBezTo>
                  <a:cubicBezTo>
                    <a:pt x="5833078" y="454596"/>
                    <a:pt x="5834843" y="453059"/>
                    <a:pt x="5837459" y="452196"/>
                  </a:cubicBezTo>
                  <a:cubicBezTo>
                    <a:pt x="5838780" y="451745"/>
                    <a:pt x="5839650" y="450678"/>
                    <a:pt x="5840952" y="450443"/>
                  </a:cubicBezTo>
                  <a:cubicBezTo>
                    <a:pt x="5843790" y="449776"/>
                    <a:pt x="5845556" y="450443"/>
                    <a:pt x="5848604" y="450443"/>
                  </a:cubicBezTo>
                  <a:lnTo>
                    <a:pt x="5855836" y="450443"/>
                  </a:lnTo>
                  <a:cubicBezTo>
                    <a:pt x="5857170" y="450443"/>
                    <a:pt x="5858046" y="451307"/>
                    <a:pt x="5859341" y="451307"/>
                  </a:cubicBezTo>
                  <a:lnTo>
                    <a:pt x="5863729" y="451307"/>
                  </a:lnTo>
                  <a:cubicBezTo>
                    <a:pt x="5865050" y="451307"/>
                    <a:pt x="5865920" y="450678"/>
                    <a:pt x="5867228" y="450678"/>
                  </a:cubicBezTo>
                  <a:lnTo>
                    <a:pt x="5867228" y="445185"/>
                  </a:lnTo>
                  <a:cubicBezTo>
                    <a:pt x="5866568" y="444099"/>
                    <a:pt x="5866568" y="442321"/>
                    <a:pt x="5865488" y="441667"/>
                  </a:cubicBezTo>
                  <a:cubicBezTo>
                    <a:pt x="5864155" y="440816"/>
                    <a:pt x="5863501" y="439737"/>
                    <a:pt x="5861983" y="439051"/>
                  </a:cubicBezTo>
                  <a:cubicBezTo>
                    <a:pt x="5858465" y="437324"/>
                    <a:pt x="5855633" y="438391"/>
                    <a:pt x="5851474" y="438188"/>
                  </a:cubicBezTo>
                  <a:cubicBezTo>
                    <a:pt x="5850166" y="438188"/>
                    <a:pt x="5849061" y="437324"/>
                    <a:pt x="5847962" y="437324"/>
                  </a:cubicBezTo>
                  <a:cubicBezTo>
                    <a:pt x="5846419" y="437083"/>
                    <a:pt x="5845321" y="437514"/>
                    <a:pt x="5843581" y="437324"/>
                  </a:cubicBezTo>
                  <a:cubicBezTo>
                    <a:pt x="5842044" y="437083"/>
                    <a:pt x="5841390" y="436003"/>
                    <a:pt x="5840075" y="435571"/>
                  </a:cubicBezTo>
                  <a:cubicBezTo>
                    <a:pt x="5838329" y="434892"/>
                    <a:pt x="5838329" y="432282"/>
                    <a:pt x="5836602" y="432079"/>
                  </a:cubicBezTo>
                  <a:cubicBezTo>
                    <a:pt x="5835268" y="431857"/>
                    <a:pt x="5834183" y="432079"/>
                    <a:pt x="5832614" y="432079"/>
                  </a:cubicBezTo>
                  <a:cubicBezTo>
                    <a:pt x="5831116" y="432079"/>
                    <a:pt x="5829992" y="431622"/>
                    <a:pt x="5828684" y="432079"/>
                  </a:cubicBezTo>
                  <a:cubicBezTo>
                    <a:pt x="5827179" y="432701"/>
                    <a:pt x="5826518" y="433819"/>
                    <a:pt x="5825185" y="434689"/>
                  </a:cubicBezTo>
                  <a:cubicBezTo>
                    <a:pt x="5824327" y="435349"/>
                    <a:pt x="5825407" y="437730"/>
                    <a:pt x="5824327" y="438188"/>
                  </a:cubicBezTo>
                  <a:cubicBezTo>
                    <a:pt x="5823216" y="438638"/>
                    <a:pt x="5821883" y="438188"/>
                    <a:pt x="5820822" y="438188"/>
                  </a:cubicBezTo>
                  <a:cubicBezTo>
                    <a:pt x="5819305" y="438391"/>
                    <a:pt x="5818174" y="438188"/>
                    <a:pt x="5816447" y="438188"/>
                  </a:cubicBezTo>
                  <a:cubicBezTo>
                    <a:pt x="5813825" y="438188"/>
                    <a:pt x="5812059" y="437959"/>
                    <a:pt x="5809456" y="438188"/>
                  </a:cubicBezTo>
                  <a:cubicBezTo>
                    <a:pt x="5807925" y="438188"/>
                    <a:pt x="5807252" y="439312"/>
                    <a:pt x="5805932" y="439921"/>
                  </a:cubicBezTo>
                  <a:cubicBezTo>
                    <a:pt x="5802001" y="441921"/>
                    <a:pt x="5802433" y="446074"/>
                    <a:pt x="5802433" y="450443"/>
                  </a:cubicBezTo>
                  <a:cubicBezTo>
                    <a:pt x="5803322" y="451980"/>
                    <a:pt x="5803322" y="454380"/>
                    <a:pt x="5805062" y="454806"/>
                  </a:cubicBezTo>
                  <a:close/>
                  <a:moveTo>
                    <a:pt x="5960014" y="669328"/>
                  </a:moveTo>
                  <a:cubicBezTo>
                    <a:pt x="5962459" y="669772"/>
                    <a:pt x="5964618" y="669124"/>
                    <a:pt x="5967044" y="669328"/>
                  </a:cubicBezTo>
                  <a:cubicBezTo>
                    <a:pt x="5968136" y="669328"/>
                    <a:pt x="5969476" y="668908"/>
                    <a:pt x="5970536" y="669328"/>
                  </a:cubicBezTo>
                  <a:cubicBezTo>
                    <a:pt x="5972073" y="669772"/>
                    <a:pt x="5971647" y="672172"/>
                    <a:pt x="5973140" y="672839"/>
                  </a:cubicBezTo>
                  <a:cubicBezTo>
                    <a:pt x="5975794" y="673919"/>
                    <a:pt x="5977966" y="673715"/>
                    <a:pt x="5981045" y="673715"/>
                  </a:cubicBezTo>
                  <a:lnTo>
                    <a:pt x="5985421" y="673715"/>
                  </a:lnTo>
                  <a:cubicBezTo>
                    <a:pt x="5987611" y="673715"/>
                    <a:pt x="5988469" y="671956"/>
                    <a:pt x="5990678" y="671956"/>
                  </a:cubicBezTo>
                  <a:cubicBezTo>
                    <a:pt x="5994184" y="671956"/>
                    <a:pt x="5996355" y="673277"/>
                    <a:pt x="5999422" y="674592"/>
                  </a:cubicBezTo>
                  <a:cubicBezTo>
                    <a:pt x="6001639" y="675462"/>
                    <a:pt x="6002477" y="677208"/>
                    <a:pt x="6004902" y="677208"/>
                  </a:cubicBezTo>
                  <a:cubicBezTo>
                    <a:pt x="6006877" y="677208"/>
                    <a:pt x="6007982" y="676567"/>
                    <a:pt x="6009925" y="676313"/>
                  </a:cubicBezTo>
                  <a:lnTo>
                    <a:pt x="6009925" y="669328"/>
                  </a:lnTo>
                  <a:cubicBezTo>
                    <a:pt x="6008852" y="669124"/>
                    <a:pt x="6007512" y="668674"/>
                    <a:pt x="6006445" y="668451"/>
                  </a:cubicBezTo>
                  <a:cubicBezTo>
                    <a:pt x="6005125" y="668026"/>
                    <a:pt x="6004255" y="667162"/>
                    <a:pt x="6002947" y="666730"/>
                  </a:cubicBezTo>
                  <a:cubicBezTo>
                    <a:pt x="6001823" y="666489"/>
                    <a:pt x="6000546" y="666064"/>
                    <a:pt x="5999422" y="665841"/>
                  </a:cubicBezTo>
                  <a:cubicBezTo>
                    <a:pt x="5996597" y="665181"/>
                    <a:pt x="5994393" y="664521"/>
                    <a:pt x="5991555" y="664076"/>
                  </a:cubicBezTo>
                  <a:cubicBezTo>
                    <a:pt x="5989154" y="663619"/>
                    <a:pt x="5986951" y="663619"/>
                    <a:pt x="5984538" y="663200"/>
                  </a:cubicBezTo>
                  <a:cubicBezTo>
                    <a:pt x="5983249" y="662984"/>
                    <a:pt x="5982379" y="661676"/>
                    <a:pt x="5981045" y="661454"/>
                  </a:cubicBezTo>
                  <a:cubicBezTo>
                    <a:pt x="5979941" y="661454"/>
                    <a:pt x="5978874" y="661676"/>
                    <a:pt x="5977528" y="661454"/>
                  </a:cubicBezTo>
                  <a:cubicBezTo>
                    <a:pt x="5975578" y="661238"/>
                    <a:pt x="5974289" y="660571"/>
                    <a:pt x="5972289" y="660571"/>
                  </a:cubicBezTo>
                  <a:cubicBezTo>
                    <a:pt x="5967044" y="660571"/>
                    <a:pt x="5964186" y="662101"/>
                    <a:pt x="5959151" y="663200"/>
                  </a:cubicBezTo>
                  <a:cubicBezTo>
                    <a:pt x="5960471" y="664076"/>
                    <a:pt x="5958497" y="669124"/>
                    <a:pt x="5960014" y="669328"/>
                  </a:cubicBezTo>
                  <a:close/>
                  <a:moveTo>
                    <a:pt x="5555303" y="791483"/>
                  </a:moveTo>
                  <a:cubicBezTo>
                    <a:pt x="5556821" y="791483"/>
                    <a:pt x="5557697" y="789730"/>
                    <a:pt x="5559018" y="789292"/>
                  </a:cubicBezTo>
                  <a:cubicBezTo>
                    <a:pt x="5560536" y="788606"/>
                    <a:pt x="5561215" y="787546"/>
                    <a:pt x="5562536" y="786650"/>
                  </a:cubicBezTo>
                  <a:cubicBezTo>
                    <a:pt x="5563419" y="786206"/>
                    <a:pt x="5565368" y="786650"/>
                    <a:pt x="5566035" y="785780"/>
                  </a:cubicBezTo>
                  <a:cubicBezTo>
                    <a:pt x="5567578" y="783818"/>
                    <a:pt x="5566676" y="781392"/>
                    <a:pt x="5566898" y="778802"/>
                  </a:cubicBezTo>
                  <a:cubicBezTo>
                    <a:pt x="5565578" y="778344"/>
                    <a:pt x="5564911" y="777030"/>
                    <a:pt x="5563419" y="777030"/>
                  </a:cubicBezTo>
                  <a:lnTo>
                    <a:pt x="5561647" y="777030"/>
                  </a:lnTo>
                  <a:cubicBezTo>
                    <a:pt x="5559672" y="777030"/>
                    <a:pt x="5558364" y="777671"/>
                    <a:pt x="5556383" y="777900"/>
                  </a:cubicBezTo>
                  <a:cubicBezTo>
                    <a:pt x="5553760" y="778103"/>
                    <a:pt x="5551576" y="777671"/>
                    <a:pt x="5549404" y="778802"/>
                  </a:cubicBezTo>
                  <a:cubicBezTo>
                    <a:pt x="5546763" y="780097"/>
                    <a:pt x="5544140" y="781621"/>
                    <a:pt x="5544140" y="784669"/>
                  </a:cubicBezTo>
                  <a:lnTo>
                    <a:pt x="5544140" y="791483"/>
                  </a:lnTo>
                  <a:cubicBezTo>
                    <a:pt x="5545474" y="791483"/>
                    <a:pt x="5546331" y="791933"/>
                    <a:pt x="5547658" y="791933"/>
                  </a:cubicBezTo>
                  <a:cubicBezTo>
                    <a:pt x="5550712" y="791933"/>
                    <a:pt x="5552217" y="791483"/>
                    <a:pt x="5555303" y="791483"/>
                  </a:cubicBezTo>
                  <a:close/>
                  <a:moveTo>
                    <a:pt x="5601042" y="886466"/>
                  </a:moveTo>
                  <a:cubicBezTo>
                    <a:pt x="5600611" y="885164"/>
                    <a:pt x="5599506" y="884275"/>
                    <a:pt x="5599303" y="882980"/>
                  </a:cubicBezTo>
                  <a:cubicBezTo>
                    <a:pt x="5598668" y="880109"/>
                    <a:pt x="5599728" y="878147"/>
                    <a:pt x="5599303" y="875080"/>
                  </a:cubicBezTo>
                  <a:cubicBezTo>
                    <a:pt x="5599074" y="873334"/>
                    <a:pt x="5597359" y="873118"/>
                    <a:pt x="5596674" y="871588"/>
                  </a:cubicBezTo>
                  <a:cubicBezTo>
                    <a:pt x="5595785" y="869854"/>
                    <a:pt x="5595143" y="868565"/>
                    <a:pt x="5594032" y="867225"/>
                  </a:cubicBezTo>
                  <a:cubicBezTo>
                    <a:pt x="5592743" y="865682"/>
                    <a:pt x="5591409" y="865022"/>
                    <a:pt x="5589689" y="863695"/>
                  </a:cubicBezTo>
                  <a:cubicBezTo>
                    <a:pt x="5589689" y="867225"/>
                    <a:pt x="5589219" y="869162"/>
                    <a:pt x="5589689" y="872470"/>
                  </a:cubicBezTo>
                  <a:cubicBezTo>
                    <a:pt x="5589873" y="873791"/>
                    <a:pt x="5591409" y="874439"/>
                    <a:pt x="5591409" y="875944"/>
                  </a:cubicBezTo>
                  <a:cubicBezTo>
                    <a:pt x="5591619" y="879030"/>
                    <a:pt x="5591213" y="880764"/>
                    <a:pt x="5591409" y="883831"/>
                  </a:cubicBezTo>
                  <a:cubicBezTo>
                    <a:pt x="5591409" y="886466"/>
                    <a:pt x="5592076" y="887806"/>
                    <a:pt x="5592286" y="890409"/>
                  </a:cubicBezTo>
                  <a:lnTo>
                    <a:pt x="5602808" y="890409"/>
                  </a:lnTo>
                  <a:cubicBezTo>
                    <a:pt x="5602357" y="889088"/>
                    <a:pt x="5601487" y="887806"/>
                    <a:pt x="5601042" y="886466"/>
                  </a:cubicBezTo>
                  <a:close/>
                  <a:moveTo>
                    <a:pt x="5624690" y="883831"/>
                  </a:moveTo>
                  <a:lnTo>
                    <a:pt x="5622918" y="880332"/>
                  </a:lnTo>
                  <a:cubicBezTo>
                    <a:pt x="5622277" y="879030"/>
                    <a:pt x="5620118" y="878382"/>
                    <a:pt x="5618562" y="878579"/>
                  </a:cubicBezTo>
                  <a:cubicBezTo>
                    <a:pt x="5617457" y="878820"/>
                    <a:pt x="5615933" y="877931"/>
                    <a:pt x="5615051" y="878579"/>
                  </a:cubicBezTo>
                  <a:cubicBezTo>
                    <a:pt x="5613749" y="879443"/>
                    <a:pt x="5614619" y="881449"/>
                    <a:pt x="5614200" y="882980"/>
                  </a:cubicBezTo>
                  <a:cubicBezTo>
                    <a:pt x="5613749" y="884948"/>
                    <a:pt x="5614200" y="886466"/>
                    <a:pt x="5614200" y="888638"/>
                  </a:cubicBezTo>
                  <a:lnTo>
                    <a:pt x="5624690" y="888638"/>
                  </a:lnTo>
                  <a:cubicBezTo>
                    <a:pt x="5624480" y="886682"/>
                    <a:pt x="5625560" y="885393"/>
                    <a:pt x="5624690" y="883831"/>
                  </a:cubicBezTo>
                  <a:close/>
                  <a:moveTo>
                    <a:pt x="5415432" y="975772"/>
                  </a:moveTo>
                  <a:cubicBezTo>
                    <a:pt x="5415006" y="977303"/>
                    <a:pt x="5414333" y="978623"/>
                    <a:pt x="5413673" y="980147"/>
                  </a:cubicBezTo>
                  <a:cubicBezTo>
                    <a:pt x="5413013" y="981709"/>
                    <a:pt x="5411495" y="982148"/>
                    <a:pt x="5411063" y="983672"/>
                  </a:cubicBezTo>
                  <a:cubicBezTo>
                    <a:pt x="5410860" y="984751"/>
                    <a:pt x="5411495" y="986072"/>
                    <a:pt x="5411063" y="987190"/>
                  </a:cubicBezTo>
                  <a:cubicBezTo>
                    <a:pt x="5410161" y="989545"/>
                    <a:pt x="5408212" y="990441"/>
                    <a:pt x="5406682" y="992447"/>
                  </a:cubicBezTo>
                  <a:lnTo>
                    <a:pt x="5404935" y="995895"/>
                  </a:lnTo>
                  <a:cubicBezTo>
                    <a:pt x="5406021" y="995483"/>
                    <a:pt x="5407564" y="996378"/>
                    <a:pt x="5408428" y="995895"/>
                  </a:cubicBezTo>
                  <a:cubicBezTo>
                    <a:pt x="5409952" y="994816"/>
                    <a:pt x="5409952" y="992847"/>
                    <a:pt x="5411063" y="991533"/>
                  </a:cubicBezTo>
                  <a:cubicBezTo>
                    <a:pt x="5412168" y="990225"/>
                    <a:pt x="5412581" y="989107"/>
                    <a:pt x="5413673" y="988028"/>
                  </a:cubicBezTo>
                  <a:cubicBezTo>
                    <a:pt x="5414791" y="986936"/>
                    <a:pt x="5416511" y="987374"/>
                    <a:pt x="5417172" y="986294"/>
                  </a:cubicBezTo>
                  <a:cubicBezTo>
                    <a:pt x="5417832" y="985392"/>
                    <a:pt x="5417629" y="983868"/>
                    <a:pt x="5418029" y="982789"/>
                  </a:cubicBezTo>
                  <a:cubicBezTo>
                    <a:pt x="5418512" y="981449"/>
                    <a:pt x="5419578" y="980586"/>
                    <a:pt x="5419807" y="979290"/>
                  </a:cubicBezTo>
                  <a:cubicBezTo>
                    <a:pt x="5420023" y="978217"/>
                    <a:pt x="5419578" y="977080"/>
                    <a:pt x="5419807" y="975772"/>
                  </a:cubicBezTo>
                  <a:lnTo>
                    <a:pt x="5416295" y="974902"/>
                  </a:lnTo>
                  <a:close/>
                  <a:moveTo>
                    <a:pt x="5329612" y="1069460"/>
                  </a:moveTo>
                  <a:cubicBezTo>
                    <a:pt x="5328513" y="1069676"/>
                    <a:pt x="5327192" y="1069022"/>
                    <a:pt x="5326119" y="1069460"/>
                  </a:cubicBezTo>
                  <a:cubicBezTo>
                    <a:pt x="5324614" y="1070133"/>
                    <a:pt x="5324125" y="1071416"/>
                    <a:pt x="5322608" y="1072076"/>
                  </a:cubicBezTo>
                  <a:cubicBezTo>
                    <a:pt x="5321274" y="1072743"/>
                    <a:pt x="5320220" y="1073194"/>
                    <a:pt x="5319083" y="1073842"/>
                  </a:cubicBezTo>
                  <a:cubicBezTo>
                    <a:pt x="5317566" y="1074705"/>
                    <a:pt x="5317159" y="1076267"/>
                    <a:pt x="5315616" y="1077340"/>
                  </a:cubicBezTo>
                  <a:cubicBezTo>
                    <a:pt x="5314505" y="1077995"/>
                    <a:pt x="5313432" y="1078420"/>
                    <a:pt x="5312130" y="1079118"/>
                  </a:cubicBezTo>
                  <a:cubicBezTo>
                    <a:pt x="5314314" y="1080420"/>
                    <a:pt x="5316048" y="1081703"/>
                    <a:pt x="5318677" y="1081703"/>
                  </a:cubicBezTo>
                  <a:cubicBezTo>
                    <a:pt x="5320868" y="1081703"/>
                    <a:pt x="5323033" y="1082382"/>
                    <a:pt x="5324341" y="1080852"/>
                  </a:cubicBezTo>
                  <a:cubicBezTo>
                    <a:pt x="5325008" y="1079982"/>
                    <a:pt x="5324614" y="1078198"/>
                    <a:pt x="5325224" y="1077340"/>
                  </a:cubicBezTo>
                  <a:cubicBezTo>
                    <a:pt x="5327434" y="1074705"/>
                    <a:pt x="5328291" y="1072743"/>
                    <a:pt x="5329612" y="1069460"/>
                  </a:cubicBezTo>
                  <a:close/>
                  <a:moveTo>
                    <a:pt x="5297233" y="1086091"/>
                  </a:moveTo>
                  <a:cubicBezTo>
                    <a:pt x="5295925" y="1086338"/>
                    <a:pt x="5294833" y="1085653"/>
                    <a:pt x="5293715" y="1086091"/>
                  </a:cubicBezTo>
                  <a:cubicBezTo>
                    <a:pt x="5291080" y="1087189"/>
                    <a:pt x="5288470" y="1088269"/>
                    <a:pt x="5286724" y="1090466"/>
                  </a:cubicBezTo>
                  <a:cubicBezTo>
                    <a:pt x="5286044" y="1091361"/>
                    <a:pt x="5286476" y="1092892"/>
                    <a:pt x="5285847" y="1093997"/>
                  </a:cubicBezTo>
                  <a:cubicBezTo>
                    <a:pt x="5285181" y="1095070"/>
                    <a:pt x="5284927" y="1096390"/>
                    <a:pt x="5284076" y="1097476"/>
                  </a:cubicBezTo>
                  <a:cubicBezTo>
                    <a:pt x="5283200" y="1098575"/>
                    <a:pt x="5281701" y="1098575"/>
                    <a:pt x="5280564" y="1099223"/>
                  </a:cubicBezTo>
                  <a:cubicBezTo>
                    <a:pt x="5278177" y="1100969"/>
                    <a:pt x="5276430" y="1102956"/>
                    <a:pt x="5273592" y="1103604"/>
                  </a:cubicBezTo>
                  <a:cubicBezTo>
                    <a:pt x="5272474" y="1103814"/>
                    <a:pt x="5271408" y="1103604"/>
                    <a:pt x="5270087" y="1103604"/>
                  </a:cubicBezTo>
                  <a:cubicBezTo>
                    <a:pt x="5267445" y="1103814"/>
                    <a:pt x="5265693" y="1103395"/>
                    <a:pt x="5263070" y="1103604"/>
                  </a:cubicBezTo>
                  <a:lnTo>
                    <a:pt x="5259558" y="1103604"/>
                  </a:lnTo>
                  <a:cubicBezTo>
                    <a:pt x="5258269" y="1103814"/>
                    <a:pt x="5257380" y="1105115"/>
                    <a:pt x="5256060" y="1105376"/>
                  </a:cubicBezTo>
                  <a:lnTo>
                    <a:pt x="5252548" y="1105376"/>
                  </a:lnTo>
                  <a:cubicBezTo>
                    <a:pt x="5249938" y="1105573"/>
                    <a:pt x="5247976" y="1104252"/>
                    <a:pt x="5245569" y="1105376"/>
                  </a:cubicBezTo>
                  <a:cubicBezTo>
                    <a:pt x="5244039" y="1105998"/>
                    <a:pt x="5244249" y="1108202"/>
                    <a:pt x="5242915" y="1108881"/>
                  </a:cubicBezTo>
                  <a:cubicBezTo>
                    <a:pt x="5241823" y="1109522"/>
                    <a:pt x="5240737" y="1109973"/>
                    <a:pt x="5239416" y="1110602"/>
                  </a:cubicBezTo>
                  <a:cubicBezTo>
                    <a:pt x="5238102" y="1111269"/>
                    <a:pt x="5237245" y="1111923"/>
                    <a:pt x="5235949" y="1112348"/>
                  </a:cubicBezTo>
                  <a:cubicBezTo>
                    <a:pt x="5233955" y="1113231"/>
                    <a:pt x="5232863" y="1114101"/>
                    <a:pt x="5230679" y="1114101"/>
                  </a:cubicBezTo>
                  <a:cubicBezTo>
                    <a:pt x="5228494" y="1114101"/>
                    <a:pt x="5227396" y="1113027"/>
                    <a:pt x="5225421" y="1112348"/>
                  </a:cubicBezTo>
                  <a:cubicBezTo>
                    <a:pt x="5221071" y="1111034"/>
                    <a:pt x="5218639" y="1109522"/>
                    <a:pt x="5214905" y="1107103"/>
                  </a:cubicBezTo>
                  <a:cubicBezTo>
                    <a:pt x="5213388" y="1106252"/>
                    <a:pt x="5211838" y="1105573"/>
                    <a:pt x="5210549" y="1104487"/>
                  </a:cubicBezTo>
                  <a:cubicBezTo>
                    <a:pt x="5207908" y="1102290"/>
                    <a:pt x="5207692" y="1099896"/>
                    <a:pt x="5205285" y="1097476"/>
                  </a:cubicBezTo>
                  <a:cubicBezTo>
                    <a:pt x="5204212" y="1096390"/>
                    <a:pt x="5203094" y="1095730"/>
                    <a:pt x="5201780" y="1094854"/>
                  </a:cubicBezTo>
                  <a:cubicBezTo>
                    <a:pt x="5200453" y="1093997"/>
                    <a:pt x="5199811" y="1092669"/>
                    <a:pt x="5198306" y="1092244"/>
                  </a:cubicBezTo>
                  <a:cubicBezTo>
                    <a:pt x="5194103" y="1091107"/>
                    <a:pt x="5191061" y="1091584"/>
                    <a:pt x="5186914" y="1090466"/>
                  </a:cubicBezTo>
                  <a:cubicBezTo>
                    <a:pt x="5185143" y="1090021"/>
                    <a:pt x="5184051" y="1088720"/>
                    <a:pt x="5182508" y="1087837"/>
                  </a:cubicBezTo>
                  <a:cubicBezTo>
                    <a:pt x="5182298" y="1089158"/>
                    <a:pt x="5180755" y="1089799"/>
                    <a:pt x="5180755" y="1091361"/>
                  </a:cubicBezTo>
                  <a:cubicBezTo>
                    <a:pt x="5180545" y="1094397"/>
                    <a:pt x="5180545" y="1096156"/>
                    <a:pt x="5180755" y="1099223"/>
                  </a:cubicBezTo>
                  <a:cubicBezTo>
                    <a:pt x="5180755" y="1100537"/>
                    <a:pt x="5181650" y="1101426"/>
                    <a:pt x="5181650" y="1102734"/>
                  </a:cubicBezTo>
                  <a:cubicBezTo>
                    <a:pt x="5181847" y="1105376"/>
                    <a:pt x="5182508" y="1107103"/>
                    <a:pt x="5182508" y="1109745"/>
                  </a:cubicBezTo>
                  <a:cubicBezTo>
                    <a:pt x="5182508" y="1111034"/>
                    <a:pt x="5181847" y="1112132"/>
                    <a:pt x="5181650" y="1113231"/>
                  </a:cubicBezTo>
                  <a:cubicBezTo>
                    <a:pt x="5181422" y="1114336"/>
                    <a:pt x="5182082" y="1115637"/>
                    <a:pt x="5181650" y="1116736"/>
                  </a:cubicBezTo>
                  <a:cubicBezTo>
                    <a:pt x="5180990" y="1118266"/>
                    <a:pt x="5179034" y="1118050"/>
                    <a:pt x="5178139" y="1119371"/>
                  </a:cubicBezTo>
                  <a:cubicBezTo>
                    <a:pt x="5177256" y="1120470"/>
                    <a:pt x="5177256" y="1122000"/>
                    <a:pt x="5176412" y="1122895"/>
                  </a:cubicBezTo>
                  <a:cubicBezTo>
                    <a:pt x="5175529" y="1123734"/>
                    <a:pt x="5173770" y="1123537"/>
                    <a:pt x="5172887" y="1124629"/>
                  </a:cubicBezTo>
                  <a:cubicBezTo>
                    <a:pt x="5171770" y="1125924"/>
                    <a:pt x="5170925" y="1126616"/>
                    <a:pt x="5170290" y="1128147"/>
                  </a:cubicBezTo>
                  <a:cubicBezTo>
                    <a:pt x="5168525" y="1131633"/>
                    <a:pt x="5169408" y="1134465"/>
                    <a:pt x="5169408" y="1138631"/>
                  </a:cubicBezTo>
                  <a:cubicBezTo>
                    <a:pt x="5167833" y="1138631"/>
                    <a:pt x="5167433" y="1140364"/>
                    <a:pt x="5165871" y="1140364"/>
                  </a:cubicBezTo>
                  <a:cubicBezTo>
                    <a:pt x="5163927" y="1140364"/>
                    <a:pt x="5163477" y="1138427"/>
                    <a:pt x="5162384" y="1136859"/>
                  </a:cubicBezTo>
                  <a:cubicBezTo>
                    <a:pt x="5161724" y="1135805"/>
                    <a:pt x="5161286" y="1134700"/>
                    <a:pt x="5160645" y="1133379"/>
                  </a:cubicBezTo>
                  <a:cubicBezTo>
                    <a:pt x="5159743" y="1134922"/>
                    <a:pt x="5158873" y="1136243"/>
                    <a:pt x="5158003" y="1137748"/>
                  </a:cubicBezTo>
                  <a:cubicBezTo>
                    <a:pt x="5157565" y="1138631"/>
                    <a:pt x="5158212" y="1140606"/>
                    <a:pt x="5157152" y="1141272"/>
                  </a:cubicBezTo>
                  <a:cubicBezTo>
                    <a:pt x="5156034" y="1141914"/>
                    <a:pt x="5154714" y="1140606"/>
                    <a:pt x="5153647" y="1141272"/>
                  </a:cubicBezTo>
                  <a:cubicBezTo>
                    <a:pt x="5152326" y="1142123"/>
                    <a:pt x="5151843" y="1143692"/>
                    <a:pt x="5150993" y="1144752"/>
                  </a:cubicBezTo>
                  <a:cubicBezTo>
                    <a:pt x="5148808" y="1147387"/>
                    <a:pt x="5146617" y="1149769"/>
                    <a:pt x="5146617" y="1153515"/>
                  </a:cubicBezTo>
                  <a:cubicBezTo>
                    <a:pt x="5146617" y="1155700"/>
                    <a:pt x="5147075" y="1157008"/>
                    <a:pt x="5148351" y="1158786"/>
                  </a:cubicBezTo>
                  <a:cubicBezTo>
                    <a:pt x="5149043" y="1159871"/>
                    <a:pt x="5150764" y="1159871"/>
                    <a:pt x="5151843" y="1160538"/>
                  </a:cubicBezTo>
                  <a:cubicBezTo>
                    <a:pt x="5153412" y="1161637"/>
                    <a:pt x="5154714" y="1162500"/>
                    <a:pt x="5155374" y="1164018"/>
                  </a:cubicBezTo>
                  <a:cubicBezTo>
                    <a:pt x="5155818" y="1165142"/>
                    <a:pt x="5154714" y="1166647"/>
                    <a:pt x="5155374" y="1167542"/>
                  </a:cubicBezTo>
                  <a:cubicBezTo>
                    <a:pt x="5156263" y="1168857"/>
                    <a:pt x="5157343" y="1169714"/>
                    <a:pt x="5158873" y="1170171"/>
                  </a:cubicBezTo>
                  <a:lnTo>
                    <a:pt x="5160645" y="1170171"/>
                  </a:lnTo>
                  <a:cubicBezTo>
                    <a:pt x="5162810" y="1170171"/>
                    <a:pt x="5163927" y="1168438"/>
                    <a:pt x="5165871" y="1167542"/>
                  </a:cubicBezTo>
                  <a:lnTo>
                    <a:pt x="5165871" y="1176286"/>
                  </a:lnTo>
                  <a:lnTo>
                    <a:pt x="5152739" y="1176286"/>
                  </a:lnTo>
                  <a:cubicBezTo>
                    <a:pt x="5152542" y="1178915"/>
                    <a:pt x="5151843" y="1180661"/>
                    <a:pt x="5151843" y="1183309"/>
                  </a:cubicBezTo>
                  <a:lnTo>
                    <a:pt x="5151843" y="1187665"/>
                  </a:lnTo>
                  <a:cubicBezTo>
                    <a:pt x="5151843" y="1189418"/>
                    <a:pt x="5152961" y="1190542"/>
                    <a:pt x="5152739" y="1192047"/>
                  </a:cubicBezTo>
                  <a:cubicBezTo>
                    <a:pt x="5152542" y="1193571"/>
                    <a:pt x="5150351" y="1194009"/>
                    <a:pt x="5150097" y="1195527"/>
                  </a:cubicBezTo>
                  <a:cubicBezTo>
                    <a:pt x="5149913" y="1196651"/>
                    <a:pt x="5149659" y="1197508"/>
                    <a:pt x="5149659" y="1198835"/>
                  </a:cubicBezTo>
                  <a:cubicBezTo>
                    <a:pt x="5149659" y="1200372"/>
                    <a:pt x="5150097" y="1201026"/>
                    <a:pt x="5150097" y="1202562"/>
                  </a:cubicBezTo>
                  <a:lnTo>
                    <a:pt x="5150097" y="1213929"/>
                  </a:lnTo>
                  <a:cubicBezTo>
                    <a:pt x="5150097" y="1216983"/>
                    <a:pt x="5150764" y="1218971"/>
                    <a:pt x="5150097" y="1221828"/>
                  </a:cubicBezTo>
                  <a:cubicBezTo>
                    <a:pt x="5149913" y="1222889"/>
                    <a:pt x="5149913" y="1224470"/>
                    <a:pt x="5149214" y="1225315"/>
                  </a:cubicBezTo>
                  <a:cubicBezTo>
                    <a:pt x="5148351" y="1226400"/>
                    <a:pt x="5147075" y="1226400"/>
                    <a:pt x="5145728" y="1227080"/>
                  </a:cubicBezTo>
                  <a:cubicBezTo>
                    <a:pt x="5144655" y="1227518"/>
                    <a:pt x="5143341" y="1226839"/>
                    <a:pt x="5142230" y="1227080"/>
                  </a:cubicBezTo>
                  <a:cubicBezTo>
                    <a:pt x="5140477" y="1227702"/>
                    <a:pt x="5139632" y="1229042"/>
                    <a:pt x="5138750" y="1230585"/>
                  </a:cubicBezTo>
                  <a:cubicBezTo>
                    <a:pt x="5137416" y="1232973"/>
                    <a:pt x="5136788" y="1235202"/>
                    <a:pt x="5135232" y="1237583"/>
                  </a:cubicBezTo>
                  <a:cubicBezTo>
                    <a:pt x="5134121" y="1239519"/>
                    <a:pt x="5132393" y="1240205"/>
                    <a:pt x="5130876" y="1241945"/>
                  </a:cubicBezTo>
                  <a:cubicBezTo>
                    <a:pt x="5129123" y="1244136"/>
                    <a:pt x="5127574" y="1245882"/>
                    <a:pt x="5125593" y="1248092"/>
                  </a:cubicBezTo>
                  <a:cubicBezTo>
                    <a:pt x="5125593" y="1246752"/>
                    <a:pt x="5124723" y="1245882"/>
                    <a:pt x="5124723" y="1244568"/>
                  </a:cubicBezTo>
                  <a:cubicBezTo>
                    <a:pt x="5124723" y="1243056"/>
                    <a:pt x="5126469" y="1242599"/>
                    <a:pt x="5126469" y="1241082"/>
                  </a:cubicBezTo>
                  <a:cubicBezTo>
                    <a:pt x="5126723" y="1238465"/>
                    <a:pt x="5125834" y="1236694"/>
                    <a:pt x="5125593" y="1234084"/>
                  </a:cubicBezTo>
                  <a:cubicBezTo>
                    <a:pt x="5124938" y="1234700"/>
                    <a:pt x="5123230" y="1234084"/>
                    <a:pt x="5122995" y="1234941"/>
                  </a:cubicBezTo>
                  <a:cubicBezTo>
                    <a:pt x="5122532" y="1236497"/>
                    <a:pt x="5122532" y="1237786"/>
                    <a:pt x="5122087" y="1239323"/>
                  </a:cubicBezTo>
                  <a:cubicBezTo>
                    <a:pt x="5121440" y="1241736"/>
                    <a:pt x="5121440" y="1243710"/>
                    <a:pt x="5121230" y="1246308"/>
                  </a:cubicBezTo>
                  <a:lnTo>
                    <a:pt x="5108111" y="1246308"/>
                  </a:lnTo>
                  <a:lnTo>
                    <a:pt x="5108111" y="1260347"/>
                  </a:lnTo>
                  <a:lnTo>
                    <a:pt x="5104612" y="1261205"/>
                  </a:lnTo>
                  <a:cubicBezTo>
                    <a:pt x="5103482" y="1260347"/>
                    <a:pt x="5101761" y="1260773"/>
                    <a:pt x="5101088" y="1259471"/>
                  </a:cubicBezTo>
                  <a:cubicBezTo>
                    <a:pt x="5100472" y="1258125"/>
                    <a:pt x="5099545" y="1257274"/>
                    <a:pt x="5099323" y="1255953"/>
                  </a:cubicBezTo>
                  <a:cubicBezTo>
                    <a:pt x="5098662" y="1253559"/>
                    <a:pt x="5099773" y="1251591"/>
                    <a:pt x="5100199" y="1248962"/>
                  </a:cubicBezTo>
                  <a:lnTo>
                    <a:pt x="5096719" y="1248092"/>
                  </a:lnTo>
                  <a:cubicBezTo>
                    <a:pt x="5096040" y="1249610"/>
                    <a:pt x="5094535" y="1250054"/>
                    <a:pt x="5094077" y="1251591"/>
                  </a:cubicBezTo>
                  <a:cubicBezTo>
                    <a:pt x="5093646" y="1253121"/>
                    <a:pt x="5094319" y="1254448"/>
                    <a:pt x="5094077" y="1255953"/>
                  </a:cubicBezTo>
                  <a:cubicBezTo>
                    <a:pt x="5093646" y="1258385"/>
                    <a:pt x="5093436" y="1260347"/>
                    <a:pt x="5093208" y="1262964"/>
                  </a:cubicBezTo>
                  <a:cubicBezTo>
                    <a:pt x="5091906" y="1263186"/>
                    <a:pt x="5091023" y="1263872"/>
                    <a:pt x="5089702" y="1263872"/>
                  </a:cubicBezTo>
                  <a:cubicBezTo>
                    <a:pt x="5087092" y="1264075"/>
                    <a:pt x="5085772" y="1263872"/>
                    <a:pt x="5083143" y="1263872"/>
                  </a:cubicBezTo>
                  <a:lnTo>
                    <a:pt x="5083143" y="1284871"/>
                  </a:lnTo>
                  <a:lnTo>
                    <a:pt x="5075701" y="1284871"/>
                  </a:lnTo>
                  <a:cubicBezTo>
                    <a:pt x="5074596" y="1283963"/>
                    <a:pt x="5072849" y="1284185"/>
                    <a:pt x="5072195" y="1283106"/>
                  </a:cubicBezTo>
                  <a:cubicBezTo>
                    <a:pt x="5071541" y="1282230"/>
                    <a:pt x="5072195" y="1280248"/>
                    <a:pt x="5071300" y="1279601"/>
                  </a:cubicBezTo>
                  <a:cubicBezTo>
                    <a:pt x="5070240" y="1278743"/>
                    <a:pt x="5069141" y="1278058"/>
                    <a:pt x="5067833" y="1276991"/>
                  </a:cubicBezTo>
                  <a:cubicBezTo>
                    <a:pt x="5066957" y="1276318"/>
                    <a:pt x="5065395" y="1276565"/>
                    <a:pt x="5064315" y="1276102"/>
                  </a:cubicBezTo>
                  <a:cubicBezTo>
                    <a:pt x="5062797" y="1278743"/>
                    <a:pt x="5062327" y="1281569"/>
                    <a:pt x="5059914" y="1283106"/>
                  </a:cubicBezTo>
                  <a:cubicBezTo>
                    <a:pt x="5059057" y="1283531"/>
                    <a:pt x="5057527" y="1283792"/>
                    <a:pt x="5056435" y="1283963"/>
                  </a:cubicBezTo>
                  <a:cubicBezTo>
                    <a:pt x="5054022" y="1284401"/>
                    <a:pt x="5052079" y="1283341"/>
                    <a:pt x="5049437" y="1283106"/>
                  </a:cubicBezTo>
                  <a:cubicBezTo>
                    <a:pt x="5045036" y="1282865"/>
                    <a:pt x="5042420" y="1282865"/>
                    <a:pt x="5038051" y="1283106"/>
                  </a:cubicBezTo>
                  <a:cubicBezTo>
                    <a:pt x="5036731" y="1283106"/>
                    <a:pt x="5035651" y="1282865"/>
                    <a:pt x="5034565" y="1283106"/>
                  </a:cubicBezTo>
                  <a:cubicBezTo>
                    <a:pt x="5033206" y="1283341"/>
                    <a:pt x="5032336" y="1284630"/>
                    <a:pt x="5031035" y="1284871"/>
                  </a:cubicBezTo>
                  <a:cubicBezTo>
                    <a:pt x="5029962" y="1285093"/>
                    <a:pt x="5028628" y="1285735"/>
                    <a:pt x="5027523" y="1285735"/>
                  </a:cubicBezTo>
                  <a:cubicBezTo>
                    <a:pt x="5025135" y="1285951"/>
                    <a:pt x="5022951" y="1284871"/>
                    <a:pt x="5020538" y="1285735"/>
                  </a:cubicBezTo>
                  <a:cubicBezTo>
                    <a:pt x="5017687" y="1286814"/>
                    <a:pt x="5015953" y="1289234"/>
                    <a:pt x="5014448" y="1291875"/>
                  </a:cubicBezTo>
                  <a:cubicBezTo>
                    <a:pt x="5013750" y="1293196"/>
                    <a:pt x="5012874" y="1294047"/>
                    <a:pt x="5012645" y="1295349"/>
                  </a:cubicBezTo>
                  <a:cubicBezTo>
                    <a:pt x="5012442" y="1296479"/>
                    <a:pt x="5012645" y="1297546"/>
                    <a:pt x="5012645" y="1298848"/>
                  </a:cubicBezTo>
                  <a:cubicBezTo>
                    <a:pt x="5012442" y="1301730"/>
                    <a:pt x="5012645" y="1303445"/>
                    <a:pt x="5012645" y="1306296"/>
                  </a:cubicBezTo>
                  <a:lnTo>
                    <a:pt x="4996694" y="1306296"/>
                  </a:lnTo>
                  <a:cubicBezTo>
                    <a:pt x="4996472" y="1307807"/>
                    <a:pt x="4996027" y="1308715"/>
                    <a:pt x="4996027" y="1310227"/>
                  </a:cubicBezTo>
                  <a:cubicBezTo>
                    <a:pt x="4996027" y="1312875"/>
                    <a:pt x="4996694" y="1314646"/>
                    <a:pt x="4996897" y="1317256"/>
                  </a:cubicBezTo>
                  <a:cubicBezTo>
                    <a:pt x="4993843" y="1317256"/>
                    <a:pt x="4991868" y="1317256"/>
                    <a:pt x="4989029" y="1318113"/>
                  </a:cubicBezTo>
                  <a:cubicBezTo>
                    <a:pt x="4987912" y="1318348"/>
                    <a:pt x="4986616" y="1318577"/>
                    <a:pt x="4985537" y="1319021"/>
                  </a:cubicBezTo>
                  <a:cubicBezTo>
                    <a:pt x="4983962" y="1319676"/>
                    <a:pt x="4983778" y="1321180"/>
                    <a:pt x="4982895" y="1322495"/>
                  </a:cubicBezTo>
                  <a:cubicBezTo>
                    <a:pt x="4982025" y="1323835"/>
                    <a:pt x="4980920" y="1324489"/>
                    <a:pt x="4980241" y="1326026"/>
                  </a:cubicBezTo>
                  <a:cubicBezTo>
                    <a:pt x="4979816" y="1327118"/>
                    <a:pt x="4979816" y="1328419"/>
                    <a:pt x="4979371" y="1329518"/>
                  </a:cubicBezTo>
                  <a:cubicBezTo>
                    <a:pt x="4978946" y="1330820"/>
                    <a:pt x="4978063" y="1331696"/>
                    <a:pt x="4977612" y="1333011"/>
                  </a:cubicBezTo>
                  <a:cubicBezTo>
                    <a:pt x="4977212" y="1334331"/>
                    <a:pt x="4976990" y="1335633"/>
                    <a:pt x="4976749" y="1336973"/>
                  </a:cubicBezTo>
                  <a:cubicBezTo>
                    <a:pt x="4978304" y="1337157"/>
                    <a:pt x="4979371" y="1338268"/>
                    <a:pt x="4981149" y="1338268"/>
                  </a:cubicBezTo>
                  <a:cubicBezTo>
                    <a:pt x="4984203" y="1338503"/>
                    <a:pt x="4985962" y="1338268"/>
                    <a:pt x="4989029" y="1338268"/>
                  </a:cubicBezTo>
                  <a:cubicBezTo>
                    <a:pt x="4992090" y="1338268"/>
                    <a:pt x="4993843" y="1338700"/>
                    <a:pt x="4996897" y="1338268"/>
                  </a:cubicBezTo>
                  <a:cubicBezTo>
                    <a:pt x="4997335" y="1338268"/>
                    <a:pt x="4996694" y="1336973"/>
                    <a:pt x="4996897" y="1336973"/>
                  </a:cubicBezTo>
                  <a:cubicBezTo>
                    <a:pt x="4996897" y="1338503"/>
                    <a:pt x="4997107" y="1339576"/>
                    <a:pt x="4996897" y="1340904"/>
                  </a:cubicBezTo>
                  <a:cubicBezTo>
                    <a:pt x="4996694" y="1341983"/>
                    <a:pt x="4996472" y="1343304"/>
                    <a:pt x="4996027" y="1344421"/>
                  </a:cubicBezTo>
                  <a:cubicBezTo>
                    <a:pt x="4995570" y="1345926"/>
                    <a:pt x="4994046" y="1346580"/>
                    <a:pt x="4993398" y="1347889"/>
                  </a:cubicBezTo>
                  <a:lnTo>
                    <a:pt x="4991627" y="1351387"/>
                  </a:lnTo>
                  <a:cubicBezTo>
                    <a:pt x="4990973" y="1352708"/>
                    <a:pt x="4989677" y="1353369"/>
                    <a:pt x="4989029" y="1354924"/>
                  </a:cubicBezTo>
                  <a:cubicBezTo>
                    <a:pt x="4988344" y="1356664"/>
                    <a:pt x="4988159" y="1358169"/>
                    <a:pt x="4988159" y="1360169"/>
                  </a:cubicBezTo>
                  <a:cubicBezTo>
                    <a:pt x="4988159" y="1364957"/>
                    <a:pt x="4992287" y="1368907"/>
                    <a:pt x="4997107" y="1368907"/>
                  </a:cubicBezTo>
                  <a:lnTo>
                    <a:pt x="5003901" y="1368907"/>
                  </a:lnTo>
                  <a:cubicBezTo>
                    <a:pt x="5003901" y="1364748"/>
                    <a:pt x="5003673" y="1362563"/>
                    <a:pt x="5003901" y="1358398"/>
                  </a:cubicBezTo>
                  <a:cubicBezTo>
                    <a:pt x="5004142" y="1355801"/>
                    <a:pt x="5004142" y="1353159"/>
                    <a:pt x="5005647" y="1351387"/>
                  </a:cubicBezTo>
                  <a:cubicBezTo>
                    <a:pt x="5007375" y="1349432"/>
                    <a:pt x="5010023" y="1349654"/>
                    <a:pt x="5012645" y="1348759"/>
                  </a:cubicBezTo>
                  <a:cubicBezTo>
                    <a:pt x="5016379" y="1347438"/>
                    <a:pt x="5019668" y="1345717"/>
                    <a:pt x="5019668" y="1341786"/>
                  </a:cubicBezTo>
                  <a:cubicBezTo>
                    <a:pt x="5019668" y="1338059"/>
                    <a:pt x="5016150" y="1336757"/>
                    <a:pt x="5015287" y="1333011"/>
                  </a:cubicBezTo>
                  <a:cubicBezTo>
                    <a:pt x="5015064" y="1331696"/>
                    <a:pt x="5015287" y="1330820"/>
                    <a:pt x="5015287" y="1329518"/>
                  </a:cubicBezTo>
                  <a:cubicBezTo>
                    <a:pt x="5015064" y="1326883"/>
                    <a:pt x="5015287" y="1325568"/>
                    <a:pt x="5015287" y="1322946"/>
                  </a:cubicBezTo>
                  <a:cubicBezTo>
                    <a:pt x="5013991" y="1322946"/>
                    <a:pt x="5013115" y="1323352"/>
                    <a:pt x="5011788" y="1323352"/>
                  </a:cubicBezTo>
                  <a:cubicBezTo>
                    <a:pt x="5008708" y="1323352"/>
                    <a:pt x="5006962" y="1323181"/>
                    <a:pt x="5003901" y="1322946"/>
                  </a:cubicBezTo>
                  <a:cubicBezTo>
                    <a:pt x="5004339" y="1321612"/>
                    <a:pt x="5002809" y="1319879"/>
                    <a:pt x="5003901" y="1319021"/>
                  </a:cubicBezTo>
                  <a:cubicBezTo>
                    <a:pt x="5004993" y="1318113"/>
                    <a:pt x="5006295" y="1317891"/>
                    <a:pt x="5007375" y="1317256"/>
                  </a:cubicBezTo>
                  <a:cubicBezTo>
                    <a:pt x="5008511" y="1316602"/>
                    <a:pt x="5009591" y="1315726"/>
                    <a:pt x="5010880" y="1315491"/>
                  </a:cubicBezTo>
                  <a:cubicBezTo>
                    <a:pt x="5013750" y="1314850"/>
                    <a:pt x="5015725" y="1315491"/>
                    <a:pt x="5018792" y="1315491"/>
                  </a:cubicBezTo>
                  <a:cubicBezTo>
                    <a:pt x="5022087" y="1315491"/>
                    <a:pt x="5024024" y="1313745"/>
                    <a:pt x="5026660" y="1311979"/>
                  </a:cubicBezTo>
                  <a:cubicBezTo>
                    <a:pt x="5030597" y="1309389"/>
                    <a:pt x="5032794" y="1306296"/>
                    <a:pt x="5037181" y="1304994"/>
                  </a:cubicBezTo>
                  <a:cubicBezTo>
                    <a:pt x="5038261" y="1304753"/>
                    <a:pt x="5039569" y="1304994"/>
                    <a:pt x="5040687" y="1304994"/>
                  </a:cubicBezTo>
                  <a:cubicBezTo>
                    <a:pt x="5041792" y="1304994"/>
                    <a:pt x="5042871" y="1304156"/>
                    <a:pt x="5044179" y="1304156"/>
                  </a:cubicBezTo>
                  <a:cubicBezTo>
                    <a:pt x="5046802" y="1303877"/>
                    <a:pt x="5048542" y="1304340"/>
                    <a:pt x="5051196" y="1304156"/>
                  </a:cubicBezTo>
                  <a:cubicBezTo>
                    <a:pt x="5052517" y="1304156"/>
                    <a:pt x="5053596" y="1303229"/>
                    <a:pt x="5054688" y="1303229"/>
                  </a:cubicBezTo>
                  <a:cubicBezTo>
                    <a:pt x="5055793" y="1303229"/>
                    <a:pt x="5056841" y="1302346"/>
                    <a:pt x="5058175" y="1302346"/>
                  </a:cubicBezTo>
                  <a:cubicBezTo>
                    <a:pt x="5062327" y="1301934"/>
                    <a:pt x="5064544" y="1302581"/>
                    <a:pt x="5068709" y="1302346"/>
                  </a:cubicBezTo>
                  <a:cubicBezTo>
                    <a:pt x="5069986" y="1302346"/>
                    <a:pt x="5070868" y="1301730"/>
                    <a:pt x="5072195" y="1301489"/>
                  </a:cubicBezTo>
                  <a:cubicBezTo>
                    <a:pt x="5070868" y="1302346"/>
                    <a:pt x="5071135" y="1304753"/>
                    <a:pt x="5069566" y="1304994"/>
                  </a:cubicBezTo>
                  <a:cubicBezTo>
                    <a:pt x="5068493" y="1305217"/>
                    <a:pt x="5067147" y="1304994"/>
                    <a:pt x="5066068" y="1304994"/>
                  </a:cubicBezTo>
                  <a:cubicBezTo>
                    <a:pt x="5063661" y="1305217"/>
                    <a:pt x="5061477" y="1304569"/>
                    <a:pt x="5059057" y="1304994"/>
                  </a:cubicBezTo>
                  <a:cubicBezTo>
                    <a:pt x="5053164" y="1306296"/>
                    <a:pt x="5050955" y="1311979"/>
                    <a:pt x="5044859" y="1311979"/>
                  </a:cubicBezTo>
                  <a:lnTo>
                    <a:pt x="5027523" y="1311979"/>
                  </a:lnTo>
                  <a:lnTo>
                    <a:pt x="5027523" y="1335633"/>
                  </a:lnTo>
                  <a:lnTo>
                    <a:pt x="5034337" y="1335633"/>
                  </a:lnTo>
                  <a:cubicBezTo>
                    <a:pt x="5036312" y="1335633"/>
                    <a:pt x="5037181" y="1334547"/>
                    <a:pt x="5038953" y="1333887"/>
                  </a:cubicBezTo>
                  <a:cubicBezTo>
                    <a:pt x="5041550" y="1332795"/>
                    <a:pt x="5043519" y="1331918"/>
                    <a:pt x="5045913" y="1330407"/>
                  </a:cubicBezTo>
                  <a:cubicBezTo>
                    <a:pt x="5047037" y="1329715"/>
                    <a:pt x="5046802" y="1327981"/>
                    <a:pt x="5047672" y="1326883"/>
                  </a:cubicBezTo>
                  <a:cubicBezTo>
                    <a:pt x="5048783" y="1325568"/>
                    <a:pt x="5049647" y="1324248"/>
                    <a:pt x="5051196" y="1323352"/>
                  </a:cubicBezTo>
                  <a:cubicBezTo>
                    <a:pt x="5052517" y="1322495"/>
                    <a:pt x="5053164" y="1321180"/>
                    <a:pt x="5054688" y="1320742"/>
                  </a:cubicBezTo>
                  <a:cubicBezTo>
                    <a:pt x="5055793" y="1320533"/>
                    <a:pt x="5057095" y="1320101"/>
                    <a:pt x="5058175" y="1319879"/>
                  </a:cubicBezTo>
                  <a:cubicBezTo>
                    <a:pt x="5060581" y="1319434"/>
                    <a:pt x="5063223" y="1321180"/>
                    <a:pt x="5065198" y="1319879"/>
                  </a:cubicBezTo>
                  <a:cubicBezTo>
                    <a:pt x="5066264" y="1319193"/>
                    <a:pt x="5066264" y="1317459"/>
                    <a:pt x="5066957" y="1316380"/>
                  </a:cubicBezTo>
                  <a:cubicBezTo>
                    <a:pt x="5067598" y="1315281"/>
                    <a:pt x="5066499" y="1313967"/>
                    <a:pt x="5066957" y="1312875"/>
                  </a:cubicBezTo>
                  <a:cubicBezTo>
                    <a:pt x="5067388" y="1311554"/>
                    <a:pt x="5069566" y="1311979"/>
                    <a:pt x="5070449" y="1311141"/>
                  </a:cubicBezTo>
                  <a:cubicBezTo>
                    <a:pt x="5071135" y="1312652"/>
                    <a:pt x="5072424" y="1313103"/>
                    <a:pt x="5073078" y="1314646"/>
                  </a:cubicBezTo>
                  <a:cubicBezTo>
                    <a:pt x="5073491" y="1315726"/>
                    <a:pt x="5072424" y="1317256"/>
                    <a:pt x="5073078" y="1318113"/>
                  </a:cubicBezTo>
                  <a:cubicBezTo>
                    <a:pt x="5073935" y="1319434"/>
                    <a:pt x="5075262" y="1320101"/>
                    <a:pt x="5076558" y="1320742"/>
                  </a:cubicBezTo>
                  <a:cubicBezTo>
                    <a:pt x="5078342" y="1321841"/>
                    <a:pt x="5080095" y="1321612"/>
                    <a:pt x="5082279" y="1321612"/>
                  </a:cubicBezTo>
                  <a:cubicBezTo>
                    <a:pt x="5084660" y="1321612"/>
                    <a:pt x="5085530" y="1319879"/>
                    <a:pt x="5087092" y="1318113"/>
                  </a:cubicBezTo>
                  <a:cubicBezTo>
                    <a:pt x="5087943" y="1317047"/>
                    <a:pt x="5087747" y="1315726"/>
                    <a:pt x="5088826" y="1314646"/>
                  </a:cubicBezTo>
                  <a:cubicBezTo>
                    <a:pt x="5091487" y="1311979"/>
                    <a:pt x="5094732" y="1312875"/>
                    <a:pt x="5098465" y="1312875"/>
                  </a:cubicBezTo>
                  <a:cubicBezTo>
                    <a:pt x="5098662" y="1311554"/>
                    <a:pt x="5098465" y="1310703"/>
                    <a:pt x="5098465" y="1309389"/>
                  </a:cubicBezTo>
                  <a:cubicBezTo>
                    <a:pt x="5098465" y="1307807"/>
                    <a:pt x="5100199" y="1307401"/>
                    <a:pt x="5100199" y="1305871"/>
                  </a:cubicBezTo>
                  <a:cubicBezTo>
                    <a:pt x="5100199" y="1304340"/>
                    <a:pt x="5098662" y="1303686"/>
                    <a:pt x="5098465" y="1302346"/>
                  </a:cubicBezTo>
                  <a:cubicBezTo>
                    <a:pt x="5098465" y="1301261"/>
                    <a:pt x="5097824" y="1299946"/>
                    <a:pt x="5097576" y="1298848"/>
                  </a:cubicBezTo>
                  <a:lnTo>
                    <a:pt x="5101088" y="1297546"/>
                  </a:lnTo>
                  <a:lnTo>
                    <a:pt x="5140477" y="1297990"/>
                  </a:lnTo>
                  <a:cubicBezTo>
                    <a:pt x="5142687" y="1295793"/>
                    <a:pt x="5143766" y="1293380"/>
                    <a:pt x="5146617" y="1292771"/>
                  </a:cubicBezTo>
                  <a:cubicBezTo>
                    <a:pt x="5149468" y="1292059"/>
                    <a:pt x="5151431" y="1293850"/>
                    <a:pt x="5154510" y="1293621"/>
                  </a:cubicBezTo>
                  <a:cubicBezTo>
                    <a:pt x="5157152" y="1293380"/>
                    <a:pt x="5159311" y="1292059"/>
                    <a:pt x="5160645" y="1290129"/>
                  </a:cubicBezTo>
                  <a:cubicBezTo>
                    <a:pt x="5162384" y="1287703"/>
                    <a:pt x="5164099" y="1285951"/>
                    <a:pt x="5164099" y="1282865"/>
                  </a:cubicBezTo>
                  <a:lnTo>
                    <a:pt x="5164099" y="1265828"/>
                  </a:lnTo>
                  <a:cubicBezTo>
                    <a:pt x="5164099" y="1264284"/>
                    <a:pt x="5164550" y="1263415"/>
                    <a:pt x="5165026" y="1262087"/>
                  </a:cubicBezTo>
                  <a:cubicBezTo>
                    <a:pt x="5165223" y="1261021"/>
                    <a:pt x="5165686" y="1259700"/>
                    <a:pt x="5165871" y="1258582"/>
                  </a:cubicBezTo>
                  <a:cubicBezTo>
                    <a:pt x="5166982" y="1255306"/>
                    <a:pt x="5170697" y="1254880"/>
                    <a:pt x="5171154" y="1251591"/>
                  </a:cubicBezTo>
                  <a:lnTo>
                    <a:pt x="5171154" y="1248092"/>
                  </a:lnTo>
                  <a:cubicBezTo>
                    <a:pt x="5171344" y="1245463"/>
                    <a:pt x="5170455" y="1243710"/>
                    <a:pt x="5170290" y="1241082"/>
                  </a:cubicBezTo>
                  <a:lnTo>
                    <a:pt x="5170290" y="1235373"/>
                  </a:lnTo>
                  <a:cubicBezTo>
                    <a:pt x="5170290" y="1233189"/>
                    <a:pt x="5169408" y="1231690"/>
                    <a:pt x="5170290" y="1229702"/>
                  </a:cubicBezTo>
                  <a:cubicBezTo>
                    <a:pt x="5171154" y="1227937"/>
                    <a:pt x="5173103" y="1228153"/>
                    <a:pt x="5174640" y="1227080"/>
                  </a:cubicBezTo>
                  <a:cubicBezTo>
                    <a:pt x="5175738" y="1226400"/>
                    <a:pt x="5177701" y="1226629"/>
                    <a:pt x="5178139" y="1225315"/>
                  </a:cubicBezTo>
                  <a:cubicBezTo>
                    <a:pt x="5179669" y="1221587"/>
                    <a:pt x="5178596" y="1218971"/>
                    <a:pt x="5179034" y="1214818"/>
                  </a:cubicBezTo>
                  <a:cubicBezTo>
                    <a:pt x="5179034" y="1213472"/>
                    <a:pt x="5179669" y="1212392"/>
                    <a:pt x="5179898" y="1211332"/>
                  </a:cubicBezTo>
                  <a:cubicBezTo>
                    <a:pt x="5180545" y="1208671"/>
                    <a:pt x="5181422" y="1206715"/>
                    <a:pt x="5182508" y="1204290"/>
                  </a:cubicBezTo>
                  <a:cubicBezTo>
                    <a:pt x="5183168" y="1202785"/>
                    <a:pt x="5184698" y="1202353"/>
                    <a:pt x="5185143" y="1200791"/>
                  </a:cubicBezTo>
                  <a:cubicBezTo>
                    <a:pt x="5186248" y="1197933"/>
                    <a:pt x="5186032" y="1195978"/>
                    <a:pt x="5186032" y="1192904"/>
                  </a:cubicBezTo>
                  <a:cubicBezTo>
                    <a:pt x="5186032" y="1190294"/>
                    <a:pt x="5186248" y="1188116"/>
                    <a:pt x="5185143" y="1185919"/>
                  </a:cubicBezTo>
                  <a:cubicBezTo>
                    <a:pt x="5184457" y="1184395"/>
                    <a:pt x="5182508" y="1184605"/>
                    <a:pt x="5181650" y="1183309"/>
                  </a:cubicBezTo>
                  <a:cubicBezTo>
                    <a:pt x="5180990" y="1182192"/>
                    <a:pt x="5180545" y="1180903"/>
                    <a:pt x="5179898" y="1179772"/>
                  </a:cubicBezTo>
                  <a:cubicBezTo>
                    <a:pt x="5178355" y="1177366"/>
                    <a:pt x="5176412" y="1175607"/>
                    <a:pt x="5175529" y="1172787"/>
                  </a:cubicBezTo>
                  <a:cubicBezTo>
                    <a:pt x="5175275" y="1171676"/>
                    <a:pt x="5175738" y="1170362"/>
                    <a:pt x="5175529" y="1169282"/>
                  </a:cubicBezTo>
                  <a:cubicBezTo>
                    <a:pt x="5174640" y="1166444"/>
                    <a:pt x="5172887" y="1165142"/>
                    <a:pt x="5172030" y="1162272"/>
                  </a:cubicBezTo>
                  <a:cubicBezTo>
                    <a:pt x="5171770" y="1161192"/>
                    <a:pt x="5172462" y="1159871"/>
                    <a:pt x="5172030" y="1158786"/>
                  </a:cubicBezTo>
                  <a:cubicBezTo>
                    <a:pt x="5171586" y="1157465"/>
                    <a:pt x="5171344" y="1156157"/>
                    <a:pt x="5170290" y="1155268"/>
                  </a:cubicBezTo>
                  <a:cubicBezTo>
                    <a:pt x="5169408" y="1154633"/>
                    <a:pt x="5167833" y="1154836"/>
                    <a:pt x="5166753" y="1154372"/>
                  </a:cubicBezTo>
                  <a:cubicBezTo>
                    <a:pt x="5164378" y="1153515"/>
                    <a:pt x="5162156" y="1153077"/>
                    <a:pt x="5159743" y="1152626"/>
                  </a:cubicBezTo>
                  <a:lnTo>
                    <a:pt x="5159743" y="1147387"/>
                  </a:lnTo>
                  <a:lnTo>
                    <a:pt x="5177047" y="1147387"/>
                  </a:lnTo>
                  <a:cubicBezTo>
                    <a:pt x="5179034" y="1147387"/>
                    <a:pt x="5179669" y="1144752"/>
                    <a:pt x="5181650" y="1144752"/>
                  </a:cubicBezTo>
                  <a:lnTo>
                    <a:pt x="5183409" y="1144752"/>
                  </a:lnTo>
                  <a:cubicBezTo>
                    <a:pt x="5185581" y="1144752"/>
                    <a:pt x="5186686" y="1146746"/>
                    <a:pt x="5188629" y="1147387"/>
                  </a:cubicBezTo>
                  <a:cubicBezTo>
                    <a:pt x="5189937" y="1147832"/>
                    <a:pt x="5190839" y="1148702"/>
                    <a:pt x="5192141" y="1149134"/>
                  </a:cubicBezTo>
                  <a:cubicBezTo>
                    <a:pt x="5193233" y="1149559"/>
                    <a:pt x="5194554" y="1148702"/>
                    <a:pt x="5195665" y="1149134"/>
                  </a:cubicBezTo>
                  <a:cubicBezTo>
                    <a:pt x="5196986" y="1149769"/>
                    <a:pt x="5196103" y="1152220"/>
                    <a:pt x="5197379" y="1152626"/>
                  </a:cubicBezTo>
                  <a:cubicBezTo>
                    <a:pt x="5200021" y="1153706"/>
                    <a:pt x="5202224" y="1153299"/>
                    <a:pt x="5205285" y="1153515"/>
                  </a:cubicBezTo>
                  <a:cubicBezTo>
                    <a:pt x="5208327" y="1153706"/>
                    <a:pt x="5210105" y="1154188"/>
                    <a:pt x="5213146" y="1154372"/>
                  </a:cubicBezTo>
                  <a:cubicBezTo>
                    <a:pt x="5213388" y="1153077"/>
                    <a:pt x="5214035" y="1152220"/>
                    <a:pt x="5214035" y="1150905"/>
                  </a:cubicBezTo>
                  <a:cubicBezTo>
                    <a:pt x="5214467" y="1146746"/>
                    <a:pt x="5213597" y="1144536"/>
                    <a:pt x="5213388" y="1140364"/>
                  </a:cubicBezTo>
                  <a:lnTo>
                    <a:pt x="5232215" y="1140364"/>
                  </a:lnTo>
                  <a:cubicBezTo>
                    <a:pt x="5233955" y="1140364"/>
                    <a:pt x="5234387" y="1138186"/>
                    <a:pt x="5235949" y="1137748"/>
                  </a:cubicBezTo>
                  <a:cubicBezTo>
                    <a:pt x="5237016" y="1137539"/>
                    <a:pt x="5238337" y="1137316"/>
                    <a:pt x="5239416" y="1136859"/>
                  </a:cubicBezTo>
                  <a:cubicBezTo>
                    <a:pt x="5240521" y="1136427"/>
                    <a:pt x="5242286" y="1136859"/>
                    <a:pt x="5242915" y="1136021"/>
                  </a:cubicBezTo>
                  <a:cubicBezTo>
                    <a:pt x="5243607" y="1135138"/>
                    <a:pt x="5243607" y="1133589"/>
                    <a:pt x="5243810" y="1132497"/>
                  </a:cubicBezTo>
                  <a:cubicBezTo>
                    <a:pt x="5244464" y="1130077"/>
                    <a:pt x="5243607" y="1127899"/>
                    <a:pt x="5243810" y="1125499"/>
                  </a:cubicBezTo>
                  <a:cubicBezTo>
                    <a:pt x="5243810" y="1124375"/>
                    <a:pt x="5244249" y="1123080"/>
                    <a:pt x="5244668" y="1122000"/>
                  </a:cubicBezTo>
                  <a:cubicBezTo>
                    <a:pt x="5245125" y="1120692"/>
                    <a:pt x="5245334" y="1119371"/>
                    <a:pt x="5246439" y="1118482"/>
                  </a:cubicBezTo>
                  <a:cubicBezTo>
                    <a:pt x="5247309" y="1117841"/>
                    <a:pt x="5248827" y="1118050"/>
                    <a:pt x="5249938" y="1117625"/>
                  </a:cubicBezTo>
                  <a:cubicBezTo>
                    <a:pt x="5251246" y="1117168"/>
                    <a:pt x="5252116" y="1116095"/>
                    <a:pt x="5253437" y="1115853"/>
                  </a:cubicBezTo>
                  <a:cubicBezTo>
                    <a:pt x="5255856" y="1115440"/>
                    <a:pt x="5258041" y="1116514"/>
                    <a:pt x="5260460" y="1115853"/>
                  </a:cubicBezTo>
                  <a:cubicBezTo>
                    <a:pt x="5261946" y="1115440"/>
                    <a:pt x="5262435" y="1113682"/>
                    <a:pt x="5263953" y="1113231"/>
                  </a:cubicBezTo>
                  <a:cubicBezTo>
                    <a:pt x="5267674" y="1111923"/>
                    <a:pt x="5270512" y="1111269"/>
                    <a:pt x="5274456" y="1110602"/>
                  </a:cubicBezTo>
                  <a:lnTo>
                    <a:pt x="5277954" y="1110602"/>
                  </a:lnTo>
                  <a:cubicBezTo>
                    <a:pt x="5279047" y="1110602"/>
                    <a:pt x="5280393" y="1109973"/>
                    <a:pt x="5281447" y="1109745"/>
                  </a:cubicBezTo>
                  <a:cubicBezTo>
                    <a:pt x="5282552" y="1109522"/>
                    <a:pt x="5284076" y="1109745"/>
                    <a:pt x="5284927" y="1108881"/>
                  </a:cubicBezTo>
                  <a:cubicBezTo>
                    <a:pt x="5285847" y="1107986"/>
                    <a:pt x="5285181" y="1106455"/>
                    <a:pt x="5285847" y="1105376"/>
                  </a:cubicBezTo>
                  <a:cubicBezTo>
                    <a:pt x="5286476" y="1104252"/>
                    <a:pt x="5286279" y="1102734"/>
                    <a:pt x="5286724" y="1101852"/>
                  </a:cubicBezTo>
                  <a:cubicBezTo>
                    <a:pt x="5287352" y="1100778"/>
                    <a:pt x="5289340" y="1100969"/>
                    <a:pt x="5290216" y="1100105"/>
                  </a:cubicBezTo>
                  <a:cubicBezTo>
                    <a:pt x="5291283" y="1099007"/>
                    <a:pt x="5291969" y="1097705"/>
                    <a:pt x="5292852" y="1096600"/>
                  </a:cubicBezTo>
                  <a:cubicBezTo>
                    <a:pt x="5293715" y="1095527"/>
                    <a:pt x="5295684" y="1095311"/>
                    <a:pt x="5296350" y="1093997"/>
                  </a:cubicBezTo>
                  <a:cubicBezTo>
                    <a:pt x="5296795" y="1092892"/>
                    <a:pt x="5296795" y="1091584"/>
                    <a:pt x="5297233" y="1090466"/>
                  </a:cubicBezTo>
                  <a:cubicBezTo>
                    <a:pt x="5297671" y="1089386"/>
                    <a:pt x="5297233" y="1087412"/>
                    <a:pt x="5297233" y="1086091"/>
                  </a:cubicBezTo>
                  <a:close/>
                  <a:moveTo>
                    <a:pt x="4850657" y="1478127"/>
                  </a:moveTo>
                  <a:cubicBezTo>
                    <a:pt x="4850657" y="1476184"/>
                    <a:pt x="4851349" y="1475085"/>
                    <a:pt x="4851558" y="1473098"/>
                  </a:cubicBezTo>
                  <a:cubicBezTo>
                    <a:pt x="4848923" y="1473098"/>
                    <a:pt x="4846948" y="1472882"/>
                    <a:pt x="4844535" y="1473098"/>
                  </a:cubicBezTo>
                  <a:cubicBezTo>
                    <a:pt x="4843468" y="1473098"/>
                    <a:pt x="4842160" y="1472666"/>
                    <a:pt x="4841043" y="1473098"/>
                  </a:cubicBezTo>
                  <a:cubicBezTo>
                    <a:pt x="4839519" y="1473765"/>
                    <a:pt x="4839735" y="1475714"/>
                    <a:pt x="4838414" y="1476628"/>
                  </a:cubicBezTo>
                  <a:cubicBezTo>
                    <a:pt x="4837106" y="1477486"/>
                    <a:pt x="4836039" y="1478343"/>
                    <a:pt x="4834889" y="1479257"/>
                  </a:cubicBezTo>
                  <a:cubicBezTo>
                    <a:pt x="4833804" y="1480115"/>
                    <a:pt x="4832292" y="1480559"/>
                    <a:pt x="4831429" y="1481848"/>
                  </a:cubicBezTo>
                  <a:cubicBezTo>
                    <a:pt x="4830546" y="1483156"/>
                    <a:pt x="4829663" y="1484287"/>
                    <a:pt x="4828813" y="1485372"/>
                  </a:cubicBezTo>
                  <a:cubicBezTo>
                    <a:pt x="4827924" y="1486452"/>
                    <a:pt x="4827924" y="1487760"/>
                    <a:pt x="4827054" y="1488890"/>
                  </a:cubicBezTo>
                  <a:cubicBezTo>
                    <a:pt x="4826393" y="1489729"/>
                    <a:pt x="4823987" y="1488890"/>
                    <a:pt x="4823517" y="1489729"/>
                  </a:cubicBezTo>
                  <a:cubicBezTo>
                    <a:pt x="4823079" y="1490624"/>
                    <a:pt x="4823079" y="1492148"/>
                    <a:pt x="4822666" y="1493227"/>
                  </a:cubicBezTo>
                  <a:cubicBezTo>
                    <a:pt x="4821770" y="1495640"/>
                    <a:pt x="4820888" y="1497418"/>
                    <a:pt x="4820888" y="1500028"/>
                  </a:cubicBezTo>
                  <a:lnTo>
                    <a:pt x="4820888" y="1530013"/>
                  </a:lnTo>
                  <a:lnTo>
                    <a:pt x="4831429" y="1530013"/>
                  </a:lnTo>
                  <a:cubicBezTo>
                    <a:pt x="4831429" y="1526940"/>
                    <a:pt x="4831181" y="1525219"/>
                    <a:pt x="4831429" y="1522133"/>
                  </a:cubicBezTo>
                  <a:cubicBezTo>
                    <a:pt x="4831429" y="1520831"/>
                    <a:pt x="4832083" y="1519726"/>
                    <a:pt x="4832292" y="1518627"/>
                  </a:cubicBezTo>
                  <a:cubicBezTo>
                    <a:pt x="4832508" y="1517548"/>
                    <a:pt x="4832737" y="1516221"/>
                    <a:pt x="4833175" y="1515129"/>
                  </a:cubicBezTo>
                  <a:cubicBezTo>
                    <a:pt x="4833804" y="1513833"/>
                    <a:pt x="4836039" y="1513833"/>
                    <a:pt x="4836687" y="1512493"/>
                  </a:cubicBezTo>
                  <a:lnTo>
                    <a:pt x="4838414" y="1508988"/>
                  </a:lnTo>
                  <a:cubicBezTo>
                    <a:pt x="4838852" y="1507947"/>
                    <a:pt x="4838185" y="1506588"/>
                    <a:pt x="4838414" y="1505508"/>
                  </a:cubicBezTo>
                  <a:cubicBezTo>
                    <a:pt x="4839093" y="1503762"/>
                    <a:pt x="4841043" y="1503533"/>
                    <a:pt x="4841913" y="1502003"/>
                  </a:cubicBezTo>
                  <a:cubicBezTo>
                    <a:pt x="4842598" y="1500911"/>
                    <a:pt x="4843018" y="1499812"/>
                    <a:pt x="4843665" y="1498504"/>
                  </a:cubicBezTo>
                  <a:cubicBezTo>
                    <a:pt x="4845399" y="1495640"/>
                    <a:pt x="4848053" y="1494351"/>
                    <a:pt x="4849787" y="1491494"/>
                  </a:cubicBezTo>
                  <a:cubicBezTo>
                    <a:pt x="4850460" y="1490160"/>
                    <a:pt x="4852187" y="1489532"/>
                    <a:pt x="4852409" y="1488001"/>
                  </a:cubicBezTo>
                  <a:lnTo>
                    <a:pt x="4852409" y="1484490"/>
                  </a:lnTo>
                  <a:lnTo>
                    <a:pt x="4852409" y="1481004"/>
                  </a:lnTo>
                  <a:cubicBezTo>
                    <a:pt x="4852409" y="1479664"/>
                    <a:pt x="4850657" y="1479448"/>
                    <a:pt x="4850657" y="1478127"/>
                  </a:cubicBezTo>
                  <a:close/>
                  <a:moveTo>
                    <a:pt x="4833480" y="1588662"/>
                  </a:moveTo>
                  <a:lnTo>
                    <a:pt x="4825079" y="1588662"/>
                  </a:lnTo>
                  <a:cubicBezTo>
                    <a:pt x="4825079" y="1589341"/>
                    <a:pt x="4825307" y="1589785"/>
                    <a:pt x="4825307" y="1590420"/>
                  </a:cubicBezTo>
                  <a:cubicBezTo>
                    <a:pt x="4825307" y="1591087"/>
                    <a:pt x="4824837" y="1591506"/>
                    <a:pt x="4824837" y="1592192"/>
                  </a:cubicBezTo>
                  <a:cubicBezTo>
                    <a:pt x="4824837" y="1592948"/>
                    <a:pt x="4825079" y="1593265"/>
                    <a:pt x="4825079" y="1594053"/>
                  </a:cubicBezTo>
                  <a:cubicBezTo>
                    <a:pt x="4825079" y="1594681"/>
                    <a:pt x="4824837" y="1595012"/>
                    <a:pt x="4824837" y="1595691"/>
                  </a:cubicBezTo>
                  <a:cubicBezTo>
                    <a:pt x="4824837" y="1596548"/>
                    <a:pt x="4825168" y="1596999"/>
                    <a:pt x="4825307" y="1597850"/>
                  </a:cubicBezTo>
                  <a:cubicBezTo>
                    <a:pt x="4825307" y="1598536"/>
                    <a:pt x="4825168" y="1599056"/>
                    <a:pt x="4825307" y="1599590"/>
                  </a:cubicBezTo>
                  <a:cubicBezTo>
                    <a:pt x="4825396" y="1600288"/>
                    <a:pt x="4826057" y="1600727"/>
                    <a:pt x="4826146" y="1601387"/>
                  </a:cubicBezTo>
                  <a:cubicBezTo>
                    <a:pt x="4826393" y="1602562"/>
                    <a:pt x="4826603" y="1603546"/>
                    <a:pt x="4826603" y="1604860"/>
                  </a:cubicBezTo>
                  <a:cubicBezTo>
                    <a:pt x="4826603" y="1605527"/>
                    <a:pt x="4826704" y="1606086"/>
                    <a:pt x="4826603" y="1606645"/>
                  </a:cubicBezTo>
                  <a:cubicBezTo>
                    <a:pt x="4826393" y="1607597"/>
                    <a:pt x="4825307" y="1607959"/>
                    <a:pt x="4824837" y="1608848"/>
                  </a:cubicBezTo>
                  <a:cubicBezTo>
                    <a:pt x="4824539" y="1609496"/>
                    <a:pt x="4824075" y="1609890"/>
                    <a:pt x="4823987" y="1610588"/>
                  </a:cubicBezTo>
                  <a:cubicBezTo>
                    <a:pt x="4823771" y="1611877"/>
                    <a:pt x="4823517" y="1612868"/>
                    <a:pt x="4823517" y="1614265"/>
                  </a:cubicBezTo>
                  <a:cubicBezTo>
                    <a:pt x="4823517" y="1617491"/>
                    <a:pt x="4824837" y="1619218"/>
                    <a:pt x="4824837" y="1622374"/>
                  </a:cubicBezTo>
                  <a:cubicBezTo>
                    <a:pt x="4824837" y="1623371"/>
                    <a:pt x="4823866" y="1623580"/>
                    <a:pt x="4823079" y="1624120"/>
                  </a:cubicBezTo>
                  <a:cubicBezTo>
                    <a:pt x="4822424" y="1624577"/>
                    <a:pt x="4821999" y="1625130"/>
                    <a:pt x="4821345" y="1625422"/>
                  </a:cubicBezTo>
                  <a:cubicBezTo>
                    <a:pt x="4820031" y="1626222"/>
                    <a:pt x="4818824" y="1626546"/>
                    <a:pt x="4817421" y="1627193"/>
                  </a:cubicBezTo>
                  <a:cubicBezTo>
                    <a:pt x="4816113" y="1627847"/>
                    <a:pt x="4814982" y="1628489"/>
                    <a:pt x="4813909" y="1629371"/>
                  </a:cubicBezTo>
                  <a:cubicBezTo>
                    <a:pt x="4813249" y="1629898"/>
                    <a:pt x="4812677" y="1630591"/>
                    <a:pt x="4812588" y="1631575"/>
                  </a:cubicBezTo>
                  <a:cubicBezTo>
                    <a:pt x="4812506" y="1632438"/>
                    <a:pt x="4812588" y="1632877"/>
                    <a:pt x="4812588" y="1633759"/>
                  </a:cubicBezTo>
                  <a:cubicBezTo>
                    <a:pt x="4812588" y="1634648"/>
                    <a:pt x="4812506" y="1635163"/>
                    <a:pt x="4812588" y="1635963"/>
                  </a:cubicBezTo>
                  <a:cubicBezTo>
                    <a:pt x="4812677" y="1637068"/>
                    <a:pt x="4813693" y="1637588"/>
                    <a:pt x="4814347" y="1638560"/>
                  </a:cubicBezTo>
                  <a:cubicBezTo>
                    <a:pt x="4814982" y="1639671"/>
                    <a:pt x="4815535" y="1640655"/>
                    <a:pt x="4816532" y="1641640"/>
                  </a:cubicBezTo>
                  <a:cubicBezTo>
                    <a:pt x="4817522" y="1642624"/>
                    <a:pt x="4818475" y="1643068"/>
                    <a:pt x="4819567" y="1643856"/>
                  </a:cubicBezTo>
                  <a:cubicBezTo>
                    <a:pt x="4820475" y="1644503"/>
                    <a:pt x="4820888" y="1645050"/>
                    <a:pt x="4821770" y="1645589"/>
                  </a:cubicBezTo>
                  <a:cubicBezTo>
                    <a:pt x="4823440" y="1646669"/>
                    <a:pt x="4824387" y="1647666"/>
                    <a:pt x="4826146" y="1648663"/>
                  </a:cubicBezTo>
                  <a:cubicBezTo>
                    <a:pt x="4826812" y="1648942"/>
                    <a:pt x="4827117" y="1649742"/>
                    <a:pt x="4827924" y="1649964"/>
                  </a:cubicBezTo>
                  <a:cubicBezTo>
                    <a:pt x="4828451" y="1650072"/>
                    <a:pt x="4829130" y="1649837"/>
                    <a:pt x="4829663" y="1649964"/>
                  </a:cubicBezTo>
                  <a:cubicBezTo>
                    <a:pt x="4828451" y="1652498"/>
                    <a:pt x="4827454" y="1654009"/>
                    <a:pt x="4827454" y="1656765"/>
                  </a:cubicBezTo>
                  <a:cubicBezTo>
                    <a:pt x="4827454" y="1658048"/>
                    <a:pt x="4828019" y="1658816"/>
                    <a:pt x="4828330" y="1660055"/>
                  </a:cubicBezTo>
                  <a:cubicBezTo>
                    <a:pt x="4828895" y="1661680"/>
                    <a:pt x="4829454" y="1662779"/>
                    <a:pt x="4830984" y="1663541"/>
                  </a:cubicBezTo>
                  <a:cubicBezTo>
                    <a:pt x="4831759" y="1663827"/>
                    <a:pt x="4832413" y="1663827"/>
                    <a:pt x="4833175" y="1663992"/>
                  </a:cubicBezTo>
                  <a:cubicBezTo>
                    <a:pt x="4834134" y="1664201"/>
                    <a:pt x="4834788" y="1664836"/>
                    <a:pt x="4835906" y="1664836"/>
                  </a:cubicBezTo>
                  <a:lnTo>
                    <a:pt x="4843665" y="1664836"/>
                  </a:lnTo>
                  <a:lnTo>
                    <a:pt x="4843665" y="1659242"/>
                  </a:lnTo>
                  <a:cubicBezTo>
                    <a:pt x="4843665" y="1657642"/>
                    <a:pt x="4842789" y="1656765"/>
                    <a:pt x="4842789" y="1655089"/>
                  </a:cubicBezTo>
                  <a:lnTo>
                    <a:pt x="4842789" y="1647018"/>
                  </a:lnTo>
                  <a:cubicBezTo>
                    <a:pt x="4842789" y="1645050"/>
                    <a:pt x="4844211" y="1643938"/>
                    <a:pt x="4845399" y="1642529"/>
                  </a:cubicBezTo>
                  <a:cubicBezTo>
                    <a:pt x="4846510" y="1641208"/>
                    <a:pt x="4847615" y="1640465"/>
                    <a:pt x="4848923" y="1639455"/>
                  </a:cubicBezTo>
                  <a:cubicBezTo>
                    <a:pt x="4849463" y="1639125"/>
                    <a:pt x="4850149" y="1638890"/>
                    <a:pt x="4850657" y="1638560"/>
                  </a:cubicBezTo>
                  <a:cubicBezTo>
                    <a:pt x="4851228" y="1638268"/>
                    <a:pt x="4851069" y="1637385"/>
                    <a:pt x="4851558" y="1636814"/>
                  </a:cubicBezTo>
                  <a:cubicBezTo>
                    <a:pt x="4852079" y="1636052"/>
                    <a:pt x="4852765" y="1635417"/>
                    <a:pt x="4853324" y="1634648"/>
                  </a:cubicBezTo>
                  <a:cubicBezTo>
                    <a:pt x="4853832" y="1633861"/>
                    <a:pt x="4854613" y="1633327"/>
                    <a:pt x="4855076" y="1632438"/>
                  </a:cubicBezTo>
                  <a:cubicBezTo>
                    <a:pt x="4855495" y="1631575"/>
                    <a:pt x="4855597" y="1630813"/>
                    <a:pt x="4855933" y="1629803"/>
                  </a:cubicBezTo>
                  <a:cubicBezTo>
                    <a:pt x="4856473" y="1628292"/>
                    <a:pt x="4857254" y="1627441"/>
                    <a:pt x="4857680" y="1625853"/>
                  </a:cubicBezTo>
                  <a:cubicBezTo>
                    <a:pt x="4858004" y="1624456"/>
                    <a:pt x="4858435" y="1623371"/>
                    <a:pt x="4858562" y="1621942"/>
                  </a:cubicBezTo>
                  <a:lnTo>
                    <a:pt x="4858562" y="1619777"/>
                  </a:lnTo>
                  <a:cubicBezTo>
                    <a:pt x="4858562" y="1618881"/>
                    <a:pt x="4859000" y="1618424"/>
                    <a:pt x="4859000" y="1617560"/>
                  </a:cubicBezTo>
                  <a:lnTo>
                    <a:pt x="4859000" y="1615814"/>
                  </a:lnTo>
                  <a:cubicBezTo>
                    <a:pt x="4859000" y="1614265"/>
                    <a:pt x="4859000" y="1613300"/>
                    <a:pt x="4858562" y="1611877"/>
                  </a:cubicBezTo>
                  <a:cubicBezTo>
                    <a:pt x="4858435" y="1611223"/>
                    <a:pt x="4857908" y="1610804"/>
                    <a:pt x="4857680" y="1610144"/>
                  </a:cubicBezTo>
                  <a:cubicBezTo>
                    <a:pt x="4857438" y="1609496"/>
                    <a:pt x="4857013" y="1609026"/>
                    <a:pt x="4856803" y="1608385"/>
                  </a:cubicBezTo>
                  <a:cubicBezTo>
                    <a:pt x="4856587" y="1607839"/>
                    <a:pt x="4856473" y="1607184"/>
                    <a:pt x="4856397" y="1606645"/>
                  </a:cubicBezTo>
                  <a:cubicBezTo>
                    <a:pt x="4856118" y="1605838"/>
                    <a:pt x="4855692" y="1605197"/>
                    <a:pt x="4855495" y="1604429"/>
                  </a:cubicBezTo>
                  <a:cubicBezTo>
                    <a:pt x="4855279" y="1603667"/>
                    <a:pt x="4854816" y="1603025"/>
                    <a:pt x="4854613" y="1602231"/>
                  </a:cubicBezTo>
                  <a:cubicBezTo>
                    <a:pt x="4854403" y="1601692"/>
                    <a:pt x="4854403" y="1601050"/>
                    <a:pt x="4854187" y="1600498"/>
                  </a:cubicBezTo>
                  <a:cubicBezTo>
                    <a:pt x="4853959" y="1599736"/>
                    <a:pt x="4853324" y="1599406"/>
                    <a:pt x="4852860" y="1598764"/>
                  </a:cubicBezTo>
                  <a:cubicBezTo>
                    <a:pt x="4852409" y="1597996"/>
                    <a:pt x="4851761" y="1597539"/>
                    <a:pt x="4851069" y="1596999"/>
                  </a:cubicBezTo>
                  <a:cubicBezTo>
                    <a:pt x="4850364" y="1596307"/>
                    <a:pt x="4849787" y="1595691"/>
                    <a:pt x="4848923" y="1595259"/>
                  </a:cubicBezTo>
                  <a:cubicBezTo>
                    <a:pt x="4848256" y="1594923"/>
                    <a:pt x="4847615" y="1594364"/>
                    <a:pt x="4846707" y="1594364"/>
                  </a:cubicBezTo>
                  <a:lnTo>
                    <a:pt x="4844986" y="1594364"/>
                  </a:lnTo>
                  <a:cubicBezTo>
                    <a:pt x="4843665" y="1594250"/>
                    <a:pt x="4842598" y="1594497"/>
                    <a:pt x="4841487" y="1593932"/>
                  </a:cubicBezTo>
                  <a:cubicBezTo>
                    <a:pt x="4840827" y="1593608"/>
                    <a:pt x="4840281" y="1593380"/>
                    <a:pt x="4839735" y="1593049"/>
                  </a:cubicBezTo>
                  <a:cubicBezTo>
                    <a:pt x="4839093" y="1592611"/>
                    <a:pt x="4839519" y="1591309"/>
                    <a:pt x="4838852" y="1590840"/>
                  </a:cubicBezTo>
                  <a:cubicBezTo>
                    <a:pt x="4838306" y="1590528"/>
                    <a:pt x="4837639" y="1590319"/>
                    <a:pt x="4837106" y="1589989"/>
                  </a:cubicBezTo>
                  <a:cubicBezTo>
                    <a:pt x="4835906" y="1589341"/>
                    <a:pt x="4835042" y="1588662"/>
                    <a:pt x="4833480" y="1588662"/>
                  </a:cubicBezTo>
                  <a:close/>
                  <a:moveTo>
                    <a:pt x="4820031" y="1691100"/>
                  </a:moveTo>
                  <a:cubicBezTo>
                    <a:pt x="4819383" y="1692408"/>
                    <a:pt x="4818932" y="1693525"/>
                    <a:pt x="4818278" y="1694624"/>
                  </a:cubicBezTo>
                  <a:cubicBezTo>
                    <a:pt x="4816113" y="1697907"/>
                    <a:pt x="4813458" y="1699018"/>
                    <a:pt x="4812125" y="1702504"/>
                  </a:cubicBezTo>
                  <a:cubicBezTo>
                    <a:pt x="4811915" y="1703609"/>
                    <a:pt x="4812588" y="1704886"/>
                    <a:pt x="4812125" y="1706016"/>
                  </a:cubicBezTo>
                  <a:cubicBezTo>
                    <a:pt x="4811477" y="1707553"/>
                    <a:pt x="4810201" y="1708169"/>
                    <a:pt x="4809502" y="1709508"/>
                  </a:cubicBezTo>
                  <a:cubicBezTo>
                    <a:pt x="4808867" y="1710804"/>
                    <a:pt x="4808423" y="1711915"/>
                    <a:pt x="4807769" y="1713007"/>
                  </a:cubicBezTo>
                  <a:cubicBezTo>
                    <a:pt x="4806911" y="1714296"/>
                    <a:pt x="4805146" y="1714296"/>
                    <a:pt x="4804276" y="1715642"/>
                  </a:cubicBezTo>
                  <a:cubicBezTo>
                    <a:pt x="4803616" y="1716722"/>
                    <a:pt x="4803165" y="1718068"/>
                    <a:pt x="4802517" y="1719141"/>
                  </a:cubicBezTo>
                  <a:cubicBezTo>
                    <a:pt x="4801876" y="1720246"/>
                    <a:pt x="4801438" y="1721542"/>
                    <a:pt x="4800790" y="1722634"/>
                  </a:cubicBezTo>
                  <a:cubicBezTo>
                    <a:pt x="4800117" y="1723967"/>
                    <a:pt x="4797939" y="1723732"/>
                    <a:pt x="4797253" y="1725250"/>
                  </a:cubicBezTo>
                  <a:cubicBezTo>
                    <a:pt x="4796821" y="1726323"/>
                    <a:pt x="4797494" y="1727644"/>
                    <a:pt x="4797253" y="1728774"/>
                  </a:cubicBezTo>
                  <a:cubicBezTo>
                    <a:pt x="4797063" y="1729854"/>
                    <a:pt x="4797253" y="1731187"/>
                    <a:pt x="4797253" y="1732273"/>
                  </a:cubicBezTo>
                  <a:cubicBezTo>
                    <a:pt x="4797063" y="1733810"/>
                    <a:pt x="4795316" y="1734438"/>
                    <a:pt x="4794650" y="1735785"/>
                  </a:cubicBezTo>
                  <a:cubicBezTo>
                    <a:pt x="4794008" y="1737080"/>
                    <a:pt x="4793113" y="1737956"/>
                    <a:pt x="4792008" y="1739271"/>
                  </a:cubicBezTo>
                  <a:cubicBezTo>
                    <a:pt x="4791157" y="1740363"/>
                    <a:pt x="4791354" y="1742116"/>
                    <a:pt x="4790274" y="1742770"/>
                  </a:cubicBezTo>
                  <a:cubicBezTo>
                    <a:pt x="4788274" y="1744300"/>
                    <a:pt x="4785220" y="1742979"/>
                    <a:pt x="4783264" y="1744503"/>
                  </a:cubicBezTo>
                  <a:cubicBezTo>
                    <a:pt x="4782369" y="1745195"/>
                    <a:pt x="4783264" y="1747342"/>
                    <a:pt x="4782369" y="1748002"/>
                  </a:cubicBezTo>
                  <a:cubicBezTo>
                    <a:pt x="4781086" y="1749107"/>
                    <a:pt x="4780419" y="1749774"/>
                    <a:pt x="4778870" y="1750669"/>
                  </a:cubicBezTo>
                  <a:cubicBezTo>
                    <a:pt x="4777778" y="1751076"/>
                    <a:pt x="4776476" y="1751317"/>
                    <a:pt x="4775377" y="1751514"/>
                  </a:cubicBezTo>
                  <a:cubicBezTo>
                    <a:pt x="4774298" y="1751749"/>
                    <a:pt x="4772977" y="1750860"/>
                    <a:pt x="4771859" y="1751514"/>
                  </a:cubicBezTo>
                  <a:cubicBezTo>
                    <a:pt x="4770570" y="1752174"/>
                    <a:pt x="4770126" y="1753711"/>
                    <a:pt x="4769250" y="1755025"/>
                  </a:cubicBezTo>
                  <a:cubicBezTo>
                    <a:pt x="4767726" y="1757222"/>
                    <a:pt x="4767516" y="1759394"/>
                    <a:pt x="4766627" y="1762036"/>
                  </a:cubicBezTo>
                  <a:cubicBezTo>
                    <a:pt x="4767935" y="1762036"/>
                    <a:pt x="4768595" y="1762880"/>
                    <a:pt x="4769885" y="1762880"/>
                  </a:cubicBezTo>
                  <a:cubicBezTo>
                    <a:pt x="4771434" y="1762880"/>
                    <a:pt x="4772304" y="1762036"/>
                    <a:pt x="4773606" y="1762036"/>
                  </a:cubicBezTo>
                  <a:cubicBezTo>
                    <a:pt x="4774717" y="1762036"/>
                    <a:pt x="4776050" y="1762461"/>
                    <a:pt x="4777130" y="1762036"/>
                  </a:cubicBezTo>
                  <a:cubicBezTo>
                    <a:pt x="4778660" y="1761375"/>
                    <a:pt x="4779543" y="1760531"/>
                    <a:pt x="4780622" y="1759394"/>
                  </a:cubicBezTo>
                  <a:cubicBezTo>
                    <a:pt x="4781696" y="1758289"/>
                    <a:pt x="4782610" y="1757400"/>
                    <a:pt x="4783264" y="1755921"/>
                  </a:cubicBezTo>
                  <a:cubicBezTo>
                    <a:pt x="4783689" y="1754809"/>
                    <a:pt x="4782832" y="1753476"/>
                    <a:pt x="4783264" y="1752415"/>
                  </a:cubicBezTo>
                  <a:cubicBezTo>
                    <a:pt x="4784356" y="1749774"/>
                    <a:pt x="4786102" y="1747837"/>
                    <a:pt x="4788503" y="1746256"/>
                  </a:cubicBezTo>
                  <a:cubicBezTo>
                    <a:pt x="4789582" y="1745621"/>
                    <a:pt x="4790890" y="1745837"/>
                    <a:pt x="4792008" y="1745392"/>
                  </a:cubicBezTo>
                  <a:cubicBezTo>
                    <a:pt x="4793335" y="1744948"/>
                    <a:pt x="4794224" y="1743875"/>
                    <a:pt x="4795513" y="1743640"/>
                  </a:cubicBezTo>
                  <a:cubicBezTo>
                    <a:pt x="4798364" y="1742979"/>
                    <a:pt x="4800326" y="1743640"/>
                    <a:pt x="4803406" y="1743640"/>
                  </a:cubicBezTo>
                  <a:cubicBezTo>
                    <a:pt x="4803406" y="1741011"/>
                    <a:pt x="4803165" y="1739042"/>
                    <a:pt x="4803406" y="1736636"/>
                  </a:cubicBezTo>
                  <a:cubicBezTo>
                    <a:pt x="4803863" y="1733994"/>
                    <a:pt x="4804905" y="1732051"/>
                    <a:pt x="4806035" y="1729625"/>
                  </a:cubicBezTo>
                  <a:cubicBezTo>
                    <a:pt x="4807356" y="1727047"/>
                    <a:pt x="4808226" y="1724596"/>
                    <a:pt x="4810385" y="1722634"/>
                  </a:cubicBezTo>
                  <a:cubicBezTo>
                    <a:pt x="4811477" y="1721738"/>
                    <a:pt x="4812798" y="1721738"/>
                    <a:pt x="4813909" y="1720888"/>
                  </a:cubicBezTo>
                  <a:cubicBezTo>
                    <a:pt x="4814982" y="1719980"/>
                    <a:pt x="4816729" y="1720246"/>
                    <a:pt x="4817421" y="1719141"/>
                  </a:cubicBezTo>
                  <a:cubicBezTo>
                    <a:pt x="4818278" y="1717814"/>
                    <a:pt x="4818062" y="1716309"/>
                    <a:pt x="4818278" y="1714747"/>
                  </a:cubicBezTo>
                  <a:cubicBezTo>
                    <a:pt x="4818932" y="1711915"/>
                    <a:pt x="4818062" y="1709959"/>
                    <a:pt x="4818278" y="1706860"/>
                  </a:cubicBezTo>
                  <a:cubicBezTo>
                    <a:pt x="4818278" y="1705546"/>
                    <a:pt x="4819154" y="1704701"/>
                    <a:pt x="4819154" y="1703400"/>
                  </a:cubicBezTo>
                  <a:cubicBezTo>
                    <a:pt x="4819383" y="1700307"/>
                    <a:pt x="4820031" y="1694173"/>
                    <a:pt x="4820031" y="1691100"/>
                  </a:cubicBezTo>
                  <a:close/>
                  <a:moveTo>
                    <a:pt x="4853324" y="1675358"/>
                  </a:moveTo>
                  <a:cubicBezTo>
                    <a:pt x="4856118" y="1677333"/>
                    <a:pt x="4858137" y="1678641"/>
                    <a:pt x="4861179" y="1680610"/>
                  </a:cubicBezTo>
                  <a:cubicBezTo>
                    <a:pt x="4862499" y="1681283"/>
                    <a:pt x="4863153" y="1682591"/>
                    <a:pt x="4864709" y="1683245"/>
                  </a:cubicBezTo>
                  <a:cubicBezTo>
                    <a:pt x="4866005" y="1683683"/>
                    <a:pt x="4866874" y="1684318"/>
                    <a:pt x="4868208" y="1684991"/>
                  </a:cubicBezTo>
                  <a:cubicBezTo>
                    <a:pt x="4869281" y="1685404"/>
                    <a:pt x="4870805" y="1684318"/>
                    <a:pt x="4871681" y="1684991"/>
                  </a:cubicBezTo>
                  <a:cubicBezTo>
                    <a:pt x="4872564" y="1685613"/>
                    <a:pt x="4871015" y="1687620"/>
                    <a:pt x="4871681" y="1688471"/>
                  </a:cubicBezTo>
                  <a:cubicBezTo>
                    <a:pt x="4872564" y="1689595"/>
                    <a:pt x="4874082" y="1689163"/>
                    <a:pt x="4875174" y="1690211"/>
                  </a:cubicBezTo>
                  <a:cubicBezTo>
                    <a:pt x="4876507" y="1691563"/>
                    <a:pt x="4878025" y="1691982"/>
                    <a:pt x="4878698" y="1693697"/>
                  </a:cubicBezTo>
                  <a:cubicBezTo>
                    <a:pt x="4878914" y="1694814"/>
                    <a:pt x="4879346" y="1696167"/>
                    <a:pt x="4879581" y="1697240"/>
                  </a:cubicBezTo>
                  <a:cubicBezTo>
                    <a:pt x="4879771" y="1698332"/>
                    <a:pt x="4879124" y="1699660"/>
                    <a:pt x="4879581" y="1700771"/>
                  </a:cubicBezTo>
                  <a:cubicBezTo>
                    <a:pt x="4880019" y="1702060"/>
                    <a:pt x="4880457" y="1703146"/>
                    <a:pt x="4881340" y="1704257"/>
                  </a:cubicBezTo>
                  <a:cubicBezTo>
                    <a:pt x="4882197" y="1705355"/>
                    <a:pt x="4883715" y="1705355"/>
                    <a:pt x="4884820" y="1706016"/>
                  </a:cubicBezTo>
                  <a:cubicBezTo>
                    <a:pt x="4887461" y="1707946"/>
                    <a:pt x="4889207" y="1710150"/>
                    <a:pt x="4891830" y="1712125"/>
                  </a:cubicBezTo>
                  <a:cubicBezTo>
                    <a:pt x="4892916" y="1713007"/>
                    <a:pt x="4894668" y="1712779"/>
                    <a:pt x="4895367" y="1713896"/>
                  </a:cubicBezTo>
                  <a:cubicBezTo>
                    <a:pt x="4896218" y="1715192"/>
                    <a:pt x="4897310" y="1715852"/>
                    <a:pt x="4897964" y="1717382"/>
                  </a:cubicBezTo>
                  <a:cubicBezTo>
                    <a:pt x="4899044" y="1719795"/>
                    <a:pt x="4898631" y="1722012"/>
                    <a:pt x="4898834" y="1724825"/>
                  </a:cubicBezTo>
                  <a:lnTo>
                    <a:pt x="4913261" y="1724825"/>
                  </a:lnTo>
                  <a:cubicBezTo>
                    <a:pt x="4913261" y="1723301"/>
                    <a:pt x="4912817" y="1722393"/>
                    <a:pt x="4912817" y="1720888"/>
                  </a:cubicBezTo>
                  <a:cubicBezTo>
                    <a:pt x="4912817" y="1718246"/>
                    <a:pt x="4913725" y="1716512"/>
                    <a:pt x="4913725" y="1713896"/>
                  </a:cubicBezTo>
                  <a:cubicBezTo>
                    <a:pt x="4913725" y="1713198"/>
                    <a:pt x="4913261" y="1713007"/>
                    <a:pt x="4913261" y="1712328"/>
                  </a:cubicBezTo>
                  <a:cubicBezTo>
                    <a:pt x="4913261" y="1707756"/>
                    <a:pt x="4910670" y="1704701"/>
                    <a:pt x="4907597" y="1701628"/>
                  </a:cubicBezTo>
                  <a:cubicBezTo>
                    <a:pt x="4906702" y="1700771"/>
                    <a:pt x="4904955" y="1700942"/>
                    <a:pt x="4904105" y="1699882"/>
                  </a:cubicBezTo>
                  <a:cubicBezTo>
                    <a:pt x="4903431" y="1699018"/>
                    <a:pt x="4903857" y="1697443"/>
                    <a:pt x="4903209" y="1696351"/>
                  </a:cubicBezTo>
                  <a:cubicBezTo>
                    <a:pt x="4902339" y="1694814"/>
                    <a:pt x="4901704" y="1693525"/>
                    <a:pt x="4900593" y="1691982"/>
                  </a:cubicBezTo>
                  <a:cubicBezTo>
                    <a:pt x="4899501" y="1690471"/>
                    <a:pt x="4898631" y="1689595"/>
                    <a:pt x="4897100" y="1688471"/>
                  </a:cubicBezTo>
                  <a:cubicBezTo>
                    <a:pt x="4895551" y="1687353"/>
                    <a:pt x="4894237" y="1686744"/>
                    <a:pt x="4892700" y="1685855"/>
                  </a:cubicBezTo>
                  <a:cubicBezTo>
                    <a:pt x="4891620" y="1685213"/>
                    <a:pt x="4889639" y="1686058"/>
                    <a:pt x="4889207" y="1684991"/>
                  </a:cubicBezTo>
                  <a:lnTo>
                    <a:pt x="4887461" y="1681467"/>
                  </a:lnTo>
                  <a:cubicBezTo>
                    <a:pt x="4886794" y="1680178"/>
                    <a:pt x="4888325" y="1679295"/>
                    <a:pt x="4888325" y="1677777"/>
                  </a:cubicBezTo>
                  <a:lnTo>
                    <a:pt x="4888325" y="1667713"/>
                  </a:lnTo>
                  <a:cubicBezTo>
                    <a:pt x="4886991" y="1667713"/>
                    <a:pt x="4886128" y="1668367"/>
                    <a:pt x="4884820" y="1668367"/>
                  </a:cubicBezTo>
                  <a:cubicBezTo>
                    <a:pt x="4883486" y="1668367"/>
                    <a:pt x="4882641" y="1667471"/>
                    <a:pt x="4881340" y="1667471"/>
                  </a:cubicBezTo>
                  <a:lnTo>
                    <a:pt x="4878025" y="1667471"/>
                  </a:lnTo>
                  <a:cubicBezTo>
                    <a:pt x="4875174" y="1667471"/>
                    <a:pt x="4873218" y="1667014"/>
                    <a:pt x="4870805" y="1668367"/>
                  </a:cubicBezTo>
                  <a:cubicBezTo>
                    <a:pt x="4869510" y="1668976"/>
                    <a:pt x="4870138" y="1671205"/>
                    <a:pt x="4869053" y="1671859"/>
                  </a:cubicBezTo>
                  <a:cubicBezTo>
                    <a:pt x="4867960" y="1672494"/>
                    <a:pt x="4866874" y="1673180"/>
                    <a:pt x="4865560" y="1673605"/>
                  </a:cubicBezTo>
                  <a:cubicBezTo>
                    <a:pt x="4864468" y="1673828"/>
                    <a:pt x="4863376" y="1673605"/>
                    <a:pt x="4862074" y="1673605"/>
                  </a:cubicBezTo>
                  <a:cubicBezTo>
                    <a:pt x="4859445" y="1673828"/>
                    <a:pt x="4855933" y="1675358"/>
                    <a:pt x="4853324" y="1675358"/>
                  </a:cubicBezTo>
                  <a:close/>
                  <a:moveTo>
                    <a:pt x="4827924" y="1677974"/>
                  </a:moveTo>
                  <a:cubicBezTo>
                    <a:pt x="4827720" y="1680178"/>
                    <a:pt x="4827054" y="1681283"/>
                    <a:pt x="4827054" y="1683448"/>
                  </a:cubicBezTo>
                  <a:cubicBezTo>
                    <a:pt x="4827054" y="1685855"/>
                    <a:pt x="4827924" y="1688083"/>
                    <a:pt x="4829663" y="1689373"/>
                  </a:cubicBezTo>
                  <a:cubicBezTo>
                    <a:pt x="4830984" y="1690471"/>
                    <a:pt x="4831638" y="1691563"/>
                    <a:pt x="4833175" y="1691982"/>
                  </a:cubicBezTo>
                  <a:cubicBezTo>
                    <a:pt x="4834242" y="1692224"/>
                    <a:pt x="4835366" y="1691982"/>
                    <a:pt x="4836687" y="1691982"/>
                  </a:cubicBezTo>
                  <a:cubicBezTo>
                    <a:pt x="4839093" y="1692224"/>
                    <a:pt x="4840389" y="1691982"/>
                    <a:pt x="4842789" y="1691982"/>
                  </a:cubicBezTo>
                  <a:cubicBezTo>
                    <a:pt x="4842789" y="1696167"/>
                    <a:pt x="4842160" y="1698555"/>
                    <a:pt x="4842789" y="1702504"/>
                  </a:cubicBezTo>
                  <a:cubicBezTo>
                    <a:pt x="4843018" y="1703793"/>
                    <a:pt x="4844326" y="1704701"/>
                    <a:pt x="4844535" y="1706016"/>
                  </a:cubicBezTo>
                  <a:cubicBezTo>
                    <a:pt x="4845399" y="1709064"/>
                    <a:pt x="4846294" y="1711248"/>
                    <a:pt x="4846294" y="1714531"/>
                  </a:cubicBezTo>
                  <a:cubicBezTo>
                    <a:pt x="4846294" y="1716722"/>
                    <a:pt x="4845627" y="1717814"/>
                    <a:pt x="4845399" y="1719980"/>
                  </a:cubicBezTo>
                  <a:cubicBezTo>
                    <a:pt x="4845399" y="1721326"/>
                    <a:pt x="4844326" y="1722393"/>
                    <a:pt x="4844535" y="1723472"/>
                  </a:cubicBezTo>
                  <a:cubicBezTo>
                    <a:pt x="4844535" y="1723967"/>
                    <a:pt x="4845399" y="1724596"/>
                    <a:pt x="4845399" y="1725250"/>
                  </a:cubicBezTo>
                  <a:cubicBezTo>
                    <a:pt x="4845399" y="1726596"/>
                    <a:pt x="4847164" y="1727238"/>
                    <a:pt x="4848053" y="1727904"/>
                  </a:cubicBezTo>
                  <a:cubicBezTo>
                    <a:pt x="4849348" y="1728965"/>
                    <a:pt x="4850041" y="1729854"/>
                    <a:pt x="4851558" y="1730527"/>
                  </a:cubicBezTo>
                  <a:cubicBezTo>
                    <a:pt x="4852860" y="1731187"/>
                    <a:pt x="4853724" y="1732051"/>
                    <a:pt x="4855076" y="1732273"/>
                  </a:cubicBezTo>
                  <a:cubicBezTo>
                    <a:pt x="4857438" y="1732692"/>
                    <a:pt x="4859445" y="1731835"/>
                    <a:pt x="4862074" y="1731371"/>
                  </a:cubicBezTo>
                  <a:cubicBezTo>
                    <a:pt x="4861375" y="1732953"/>
                    <a:pt x="4859864" y="1733397"/>
                    <a:pt x="4859445" y="1734877"/>
                  </a:cubicBezTo>
                  <a:cubicBezTo>
                    <a:pt x="4859210" y="1735982"/>
                    <a:pt x="4859648" y="1737321"/>
                    <a:pt x="4859445" y="1738395"/>
                  </a:cubicBezTo>
                  <a:cubicBezTo>
                    <a:pt x="4859210" y="1739715"/>
                    <a:pt x="4857680" y="1740363"/>
                    <a:pt x="4857680" y="1741874"/>
                  </a:cubicBezTo>
                  <a:cubicBezTo>
                    <a:pt x="4857680" y="1743214"/>
                    <a:pt x="4857908" y="1744300"/>
                    <a:pt x="4858562" y="1745392"/>
                  </a:cubicBezTo>
                  <a:cubicBezTo>
                    <a:pt x="4859210" y="1746497"/>
                    <a:pt x="4860740" y="1746497"/>
                    <a:pt x="4862074" y="1747145"/>
                  </a:cubicBezTo>
                  <a:cubicBezTo>
                    <a:pt x="4863376" y="1747837"/>
                    <a:pt x="4864233" y="1748662"/>
                    <a:pt x="4865560" y="1748923"/>
                  </a:cubicBezTo>
                  <a:cubicBezTo>
                    <a:pt x="4866652" y="1749107"/>
                    <a:pt x="4867732" y="1748923"/>
                    <a:pt x="4869053" y="1748923"/>
                  </a:cubicBezTo>
                  <a:cubicBezTo>
                    <a:pt x="4870361" y="1748923"/>
                    <a:pt x="4871472" y="1749323"/>
                    <a:pt x="4872564" y="1748923"/>
                  </a:cubicBezTo>
                  <a:cubicBezTo>
                    <a:pt x="4873669" y="1748472"/>
                    <a:pt x="4871910" y="1746256"/>
                    <a:pt x="4872564" y="1745392"/>
                  </a:cubicBezTo>
                  <a:cubicBezTo>
                    <a:pt x="4873218" y="1744503"/>
                    <a:pt x="4874990" y="1744948"/>
                    <a:pt x="4876057" y="1744503"/>
                  </a:cubicBezTo>
                  <a:cubicBezTo>
                    <a:pt x="4878260" y="1743640"/>
                    <a:pt x="4879771" y="1744503"/>
                    <a:pt x="4882197" y="1744503"/>
                  </a:cubicBezTo>
                  <a:lnTo>
                    <a:pt x="4882197" y="1734235"/>
                  </a:lnTo>
                  <a:cubicBezTo>
                    <a:pt x="4882197" y="1731187"/>
                    <a:pt x="4880216" y="1729416"/>
                    <a:pt x="4877816" y="1727904"/>
                  </a:cubicBezTo>
                  <a:cubicBezTo>
                    <a:pt x="4876939" y="1727460"/>
                    <a:pt x="4875174" y="1727460"/>
                    <a:pt x="4874310" y="1727047"/>
                  </a:cubicBezTo>
                  <a:cubicBezTo>
                    <a:pt x="4873015" y="1726133"/>
                    <a:pt x="4871681" y="1725701"/>
                    <a:pt x="4870805" y="1724380"/>
                  </a:cubicBezTo>
                  <a:cubicBezTo>
                    <a:pt x="4870361" y="1723472"/>
                    <a:pt x="4870361" y="1722012"/>
                    <a:pt x="4869954" y="1720888"/>
                  </a:cubicBezTo>
                  <a:cubicBezTo>
                    <a:pt x="4869510" y="1719795"/>
                    <a:pt x="4870589" y="1718475"/>
                    <a:pt x="4869954" y="1717382"/>
                  </a:cubicBezTo>
                  <a:cubicBezTo>
                    <a:pt x="4869281" y="1716036"/>
                    <a:pt x="4867732" y="1715642"/>
                    <a:pt x="4866443" y="1714747"/>
                  </a:cubicBezTo>
                  <a:cubicBezTo>
                    <a:pt x="4865363" y="1714074"/>
                    <a:pt x="4864233" y="1713649"/>
                    <a:pt x="4862931" y="1713007"/>
                  </a:cubicBezTo>
                  <a:cubicBezTo>
                    <a:pt x="4861864" y="1712582"/>
                    <a:pt x="4860309" y="1712779"/>
                    <a:pt x="4859445" y="1712125"/>
                  </a:cubicBezTo>
                  <a:cubicBezTo>
                    <a:pt x="4858334" y="1711248"/>
                    <a:pt x="4858334" y="1709959"/>
                    <a:pt x="4857680" y="1708619"/>
                  </a:cubicBezTo>
                  <a:cubicBezTo>
                    <a:pt x="4857013" y="1707299"/>
                    <a:pt x="4856118" y="1706435"/>
                    <a:pt x="4855933" y="1705121"/>
                  </a:cubicBezTo>
                  <a:cubicBezTo>
                    <a:pt x="4855495" y="1702695"/>
                    <a:pt x="4856397" y="1700523"/>
                    <a:pt x="4855933" y="1698129"/>
                  </a:cubicBezTo>
                  <a:cubicBezTo>
                    <a:pt x="4855692" y="1696580"/>
                    <a:pt x="4854187" y="1695913"/>
                    <a:pt x="4853324" y="1694624"/>
                  </a:cubicBezTo>
                  <a:cubicBezTo>
                    <a:pt x="4851558" y="1691982"/>
                    <a:pt x="4849787" y="1690211"/>
                    <a:pt x="4847164" y="1688471"/>
                  </a:cubicBezTo>
                  <a:cubicBezTo>
                    <a:pt x="4844764" y="1686953"/>
                    <a:pt x="4842598" y="1686744"/>
                    <a:pt x="4840185" y="1684991"/>
                  </a:cubicBezTo>
                  <a:cubicBezTo>
                    <a:pt x="4838852" y="1684108"/>
                    <a:pt x="4838852" y="1682381"/>
                    <a:pt x="4837531" y="1681467"/>
                  </a:cubicBezTo>
                  <a:cubicBezTo>
                    <a:pt x="4836210" y="1680610"/>
                    <a:pt x="4835366" y="1679740"/>
                    <a:pt x="4834045" y="1678857"/>
                  </a:cubicBezTo>
                  <a:cubicBezTo>
                    <a:pt x="4832946" y="1678177"/>
                    <a:pt x="4829003" y="1678177"/>
                    <a:pt x="4827924" y="1677974"/>
                  </a:cubicBezTo>
                  <a:close/>
                  <a:moveTo>
                    <a:pt x="4879581" y="1759394"/>
                  </a:moveTo>
                  <a:cubicBezTo>
                    <a:pt x="4876939" y="1759629"/>
                    <a:pt x="4874990" y="1759394"/>
                    <a:pt x="4872564" y="1760251"/>
                  </a:cubicBezTo>
                  <a:cubicBezTo>
                    <a:pt x="4871472" y="1760708"/>
                    <a:pt x="4869954" y="1760531"/>
                    <a:pt x="4869053" y="1761159"/>
                  </a:cubicBezTo>
                  <a:cubicBezTo>
                    <a:pt x="4868208" y="1761813"/>
                    <a:pt x="4869954" y="1763998"/>
                    <a:pt x="4869053" y="1764677"/>
                  </a:cubicBezTo>
                  <a:cubicBezTo>
                    <a:pt x="4867960" y="1765553"/>
                    <a:pt x="4866874" y="1765960"/>
                    <a:pt x="4865560" y="1766411"/>
                  </a:cubicBezTo>
                  <a:cubicBezTo>
                    <a:pt x="4864468" y="1766843"/>
                    <a:pt x="4863153" y="1766411"/>
                    <a:pt x="4862074" y="1766411"/>
                  </a:cubicBezTo>
                  <a:cubicBezTo>
                    <a:pt x="4860982" y="1766411"/>
                    <a:pt x="4859648" y="1766201"/>
                    <a:pt x="4858562" y="1766411"/>
                  </a:cubicBezTo>
                  <a:cubicBezTo>
                    <a:pt x="4857254" y="1766843"/>
                    <a:pt x="4856118" y="1767509"/>
                    <a:pt x="4855076" y="1768170"/>
                  </a:cubicBezTo>
                  <a:cubicBezTo>
                    <a:pt x="4853724" y="1769040"/>
                    <a:pt x="4853527" y="1770335"/>
                    <a:pt x="4852409" y="1771656"/>
                  </a:cubicBezTo>
                  <a:cubicBezTo>
                    <a:pt x="4851558" y="1772761"/>
                    <a:pt x="4850657" y="1773402"/>
                    <a:pt x="4850657" y="1774932"/>
                  </a:cubicBezTo>
                  <a:lnTo>
                    <a:pt x="4850657" y="1792681"/>
                  </a:lnTo>
                  <a:lnTo>
                    <a:pt x="4854187" y="1795316"/>
                  </a:lnTo>
                  <a:cubicBezTo>
                    <a:pt x="4854816" y="1793760"/>
                    <a:pt x="4856587" y="1793341"/>
                    <a:pt x="4856803" y="1791811"/>
                  </a:cubicBezTo>
                  <a:lnTo>
                    <a:pt x="4856803" y="1788293"/>
                  </a:lnTo>
                  <a:lnTo>
                    <a:pt x="4856803" y="1784788"/>
                  </a:lnTo>
                  <a:cubicBezTo>
                    <a:pt x="4856803" y="1783689"/>
                    <a:pt x="4856397" y="1782159"/>
                    <a:pt x="4856803" y="1781282"/>
                  </a:cubicBezTo>
                  <a:cubicBezTo>
                    <a:pt x="4857254" y="1780425"/>
                    <a:pt x="4859210" y="1781073"/>
                    <a:pt x="4860309" y="1780425"/>
                  </a:cubicBezTo>
                  <a:cubicBezTo>
                    <a:pt x="4861629" y="1779752"/>
                    <a:pt x="4862283" y="1778260"/>
                    <a:pt x="4863801" y="1777796"/>
                  </a:cubicBezTo>
                  <a:cubicBezTo>
                    <a:pt x="4866652" y="1776907"/>
                    <a:pt x="4868430" y="1776907"/>
                    <a:pt x="4871472" y="1776907"/>
                  </a:cubicBezTo>
                  <a:cubicBezTo>
                    <a:pt x="4875631" y="1776907"/>
                    <a:pt x="4878025" y="1777587"/>
                    <a:pt x="4882197" y="1777796"/>
                  </a:cubicBezTo>
                  <a:lnTo>
                    <a:pt x="4882197" y="1784788"/>
                  </a:lnTo>
                  <a:cubicBezTo>
                    <a:pt x="4882197" y="1787397"/>
                    <a:pt x="4881340" y="1789391"/>
                    <a:pt x="4882197" y="1791811"/>
                  </a:cubicBezTo>
                  <a:cubicBezTo>
                    <a:pt x="4882641" y="1793132"/>
                    <a:pt x="4883086" y="1794452"/>
                    <a:pt x="4883950" y="1795316"/>
                  </a:cubicBezTo>
                  <a:cubicBezTo>
                    <a:pt x="4884820" y="1796192"/>
                    <a:pt x="4886128" y="1796389"/>
                    <a:pt x="4887461" y="1797088"/>
                  </a:cubicBezTo>
                  <a:cubicBezTo>
                    <a:pt x="4888553" y="1797494"/>
                    <a:pt x="4889874" y="1796821"/>
                    <a:pt x="4890941" y="1797088"/>
                  </a:cubicBezTo>
                  <a:cubicBezTo>
                    <a:pt x="4892490" y="1797494"/>
                    <a:pt x="4892916" y="1799031"/>
                    <a:pt x="4894472" y="1799678"/>
                  </a:cubicBezTo>
                  <a:cubicBezTo>
                    <a:pt x="4896218" y="1800586"/>
                    <a:pt x="4897100" y="1801660"/>
                    <a:pt x="4898834" y="1802320"/>
                  </a:cubicBezTo>
                  <a:cubicBezTo>
                    <a:pt x="4900352" y="1802745"/>
                    <a:pt x="4902339" y="1801234"/>
                    <a:pt x="4903209" y="1802320"/>
                  </a:cubicBezTo>
                  <a:cubicBezTo>
                    <a:pt x="4904105" y="1803406"/>
                    <a:pt x="4904955" y="1804708"/>
                    <a:pt x="4905819" y="1805832"/>
                  </a:cubicBezTo>
                  <a:cubicBezTo>
                    <a:pt x="4906498" y="1806689"/>
                    <a:pt x="4904955" y="1808435"/>
                    <a:pt x="4905819" y="1809324"/>
                  </a:cubicBezTo>
                  <a:cubicBezTo>
                    <a:pt x="4906702" y="1810194"/>
                    <a:pt x="4908232" y="1808880"/>
                    <a:pt x="4909312" y="1809324"/>
                  </a:cubicBezTo>
                  <a:cubicBezTo>
                    <a:pt x="4910670" y="1809972"/>
                    <a:pt x="4911331" y="1811286"/>
                    <a:pt x="4912817" y="1811908"/>
                  </a:cubicBezTo>
                  <a:lnTo>
                    <a:pt x="4916328" y="1811058"/>
                  </a:lnTo>
                  <a:lnTo>
                    <a:pt x="4916328" y="1804257"/>
                  </a:lnTo>
                  <a:cubicBezTo>
                    <a:pt x="4916328" y="1802745"/>
                    <a:pt x="4916138" y="1801660"/>
                    <a:pt x="4915465" y="1800586"/>
                  </a:cubicBezTo>
                  <a:cubicBezTo>
                    <a:pt x="4914804" y="1799469"/>
                    <a:pt x="4912391" y="1800104"/>
                    <a:pt x="4911966" y="1798815"/>
                  </a:cubicBezTo>
                  <a:cubicBezTo>
                    <a:pt x="4911528" y="1797729"/>
                    <a:pt x="4912182" y="1796389"/>
                    <a:pt x="4911966" y="1795316"/>
                  </a:cubicBezTo>
                  <a:cubicBezTo>
                    <a:pt x="4911331" y="1792865"/>
                    <a:pt x="4910670" y="1790725"/>
                    <a:pt x="4910239" y="1788293"/>
                  </a:cubicBezTo>
                  <a:cubicBezTo>
                    <a:pt x="4911744" y="1787880"/>
                    <a:pt x="4911966" y="1785658"/>
                    <a:pt x="4913725" y="1785658"/>
                  </a:cubicBezTo>
                  <a:cubicBezTo>
                    <a:pt x="4915465" y="1785658"/>
                    <a:pt x="4916570" y="1787220"/>
                    <a:pt x="4918119" y="1787397"/>
                  </a:cubicBezTo>
                  <a:cubicBezTo>
                    <a:pt x="4919211" y="1787620"/>
                    <a:pt x="4920500" y="1788096"/>
                    <a:pt x="4921624" y="1788293"/>
                  </a:cubicBezTo>
                  <a:cubicBezTo>
                    <a:pt x="4922691" y="1788534"/>
                    <a:pt x="4923777" y="1788293"/>
                    <a:pt x="4925110" y="1788293"/>
                  </a:cubicBezTo>
                  <a:lnTo>
                    <a:pt x="4927707" y="1784788"/>
                  </a:lnTo>
                  <a:lnTo>
                    <a:pt x="4924240" y="1777796"/>
                  </a:lnTo>
                  <a:lnTo>
                    <a:pt x="4924240" y="1751749"/>
                  </a:lnTo>
                  <a:cubicBezTo>
                    <a:pt x="4924240" y="1750244"/>
                    <a:pt x="4923777" y="1749323"/>
                    <a:pt x="4923351" y="1748002"/>
                  </a:cubicBezTo>
                  <a:cubicBezTo>
                    <a:pt x="4922913" y="1746719"/>
                    <a:pt x="4922234" y="1745621"/>
                    <a:pt x="4921624" y="1744503"/>
                  </a:cubicBezTo>
                  <a:cubicBezTo>
                    <a:pt x="4920056" y="1742338"/>
                    <a:pt x="4918316" y="1740128"/>
                    <a:pt x="4915465" y="1740128"/>
                  </a:cubicBezTo>
                  <a:cubicBezTo>
                    <a:pt x="4913503" y="1740128"/>
                    <a:pt x="4912658" y="1742116"/>
                    <a:pt x="4911966" y="1743640"/>
                  </a:cubicBezTo>
                  <a:lnTo>
                    <a:pt x="4910239" y="1747145"/>
                  </a:lnTo>
                  <a:cubicBezTo>
                    <a:pt x="4909750" y="1748243"/>
                    <a:pt x="4909978" y="1749774"/>
                    <a:pt x="4909312" y="1750669"/>
                  </a:cubicBezTo>
                  <a:cubicBezTo>
                    <a:pt x="4907597" y="1752866"/>
                    <a:pt x="4905178" y="1753476"/>
                    <a:pt x="4902339" y="1754174"/>
                  </a:cubicBezTo>
                  <a:cubicBezTo>
                    <a:pt x="4901266" y="1754358"/>
                    <a:pt x="4900142" y="1753311"/>
                    <a:pt x="4898834" y="1753311"/>
                  </a:cubicBezTo>
                  <a:cubicBezTo>
                    <a:pt x="4897100" y="1753476"/>
                    <a:pt x="4896859" y="1755273"/>
                    <a:pt x="4895367" y="1755921"/>
                  </a:cubicBezTo>
                  <a:cubicBezTo>
                    <a:pt x="4893792" y="1756562"/>
                    <a:pt x="4892916" y="1757883"/>
                    <a:pt x="4891830" y="1759394"/>
                  </a:cubicBezTo>
                  <a:cubicBezTo>
                    <a:pt x="4891398" y="1760251"/>
                    <a:pt x="4891830" y="1762277"/>
                    <a:pt x="4890941" y="1762880"/>
                  </a:cubicBezTo>
                  <a:cubicBezTo>
                    <a:pt x="4888991" y="1764677"/>
                    <a:pt x="4886579" y="1764677"/>
                    <a:pt x="4883950" y="1764677"/>
                  </a:cubicBezTo>
                  <a:cubicBezTo>
                    <a:pt x="4882641" y="1764677"/>
                    <a:pt x="4881524" y="1764880"/>
                    <a:pt x="4880457" y="1764677"/>
                  </a:cubicBezTo>
                  <a:cubicBezTo>
                    <a:pt x="4878914" y="1764455"/>
                    <a:pt x="4880883" y="1760251"/>
                    <a:pt x="4879581" y="1759394"/>
                  </a:cubicBezTo>
                  <a:close/>
                  <a:moveTo>
                    <a:pt x="4426902" y="1819821"/>
                  </a:moveTo>
                  <a:cubicBezTo>
                    <a:pt x="4425588" y="1819821"/>
                    <a:pt x="4424495" y="1820036"/>
                    <a:pt x="4423403" y="1819821"/>
                  </a:cubicBezTo>
                  <a:cubicBezTo>
                    <a:pt x="4421854" y="1819389"/>
                    <a:pt x="4421422" y="1817871"/>
                    <a:pt x="4419879" y="1817204"/>
                  </a:cubicBezTo>
                  <a:cubicBezTo>
                    <a:pt x="4418799" y="1816754"/>
                    <a:pt x="4417479" y="1816754"/>
                    <a:pt x="4416399" y="1816296"/>
                  </a:cubicBezTo>
                  <a:cubicBezTo>
                    <a:pt x="4413332" y="1814798"/>
                    <a:pt x="4412634" y="1811908"/>
                    <a:pt x="4409401" y="1811058"/>
                  </a:cubicBezTo>
                  <a:cubicBezTo>
                    <a:pt x="4408062" y="1810861"/>
                    <a:pt x="4407408" y="1809324"/>
                    <a:pt x="4405877" y="1809324"/>
                  </a:cubicBezTo>
                  <a:cubicBezTo>
                    <a:pt x="4404372" y="1809324"/>
                    <a:pt x="4403928" y="1810861"/>
                    <a:pt x="4402385" y="1811058"/>
                  </a:cubicBezTo>
                  <a:cubicBezTo>
                    <a:pt x="4402594" y="1812366"/>
                    <a:pt x="4402156" y="1813477"/>
                    <a:pt x="4402385" y="1814550"/>
                  </a:cubicBezTo>
                  <a:cubicBezTo>
                    <a:pt x="4403236" y="1817427"/>
                    <a:pt x="4404544" y="1819160"/>
                    <a:pt x="4405877" y="1821548"/>
                  </a:cubicBezTo>
                  <a:cubicBezTo>
                    <a:pt x="4406760" y="1823110"/>
                    <a:pt x="4408290" y="1823783"/>
                    <a:pt x="4409401" y="1825066"/>
                  </a:cubicBezTo>
                  <a:cubicBezTo>
                    <a:pt x="4410697" y="1826609"/>
                    <a:pt x="4411554" y="1827898"/>
                    <a:pt x="4412919" y="1829447"/>
                  </a:cubicBezTo>
                  <a:cubicBezTo>
                    <a:pt x="4413961" y="1830768"/>
                    <a:pt x="4415104" y="1831663"/>
                    <a:pt x="4416399" y="1832933"/>
                  </a:cubicBezTo>
                  <a:cubicBezTo>
                    <a:pt x="4417707" y="1834254"/>
                    <a:pt x="4418374" y="1835816"/>
                    <a:pt x="4419879" y="1836451"/>
                  </a:cubicBezTo>
                  <a:cubicBezTo>
                    <a:pt x="4422305" y="1837778"/>
                    <a:pt x="4424495" y="1837994"/>
                    <a:pt x="4426902" y="1839074"/>
                  </a:cubicBezTo>
                  <a:cubicBezTo>
                    <a:pt x="4428655" y="1839918"/>
                    <a:pt x="4429302" y="1841271"/>
                    <a:pt x="4430395" y="1842566"/>
                  </a:cubicBezTo>
                  <a:cubicBezTo>
                    <a:pt x="4431506" y="1843887"/>
                    <a:pt x="4431918" y="1844776"/>
                    <a:pt x="4433011" y="1846097"/>
                  </a:cubicBezTo>
                  <a:cubicBezTo>
                    <a:pt x="4434147" y="1847399"/>
                    <a:pt x="4435868" y="1848059"/>
                    <a:pt x="4436522" y="1849589"/>
                  </a:cubicBezTo>
                  <a:cubicBezTo>
                    <a:pt x="4437862" y="1852002"/>
                    <a:pt x="4438307" y="1853952"/>
                    <a:pt x="4439183" y="1856581"/>
                  </a:cubicBezTo>
                  <a:cubicBezTo>
                    <a:pt x="4439608" y="1858117"/>
                    <a:pt x="4440040" y="1859667"/>
                    <a:pt x="4440910" y="1860994"/>
                  </a:cubicBezTo>
                  <a:cubicBezTo>
                    <a:pt x="4441545" y="1862074"/>
                    <a:pt x="4441316" y="1864023"/>
                    <a:pt x="4442650" y="1864461"/>
                  </a:cubicBezTo>
                  <a:cubicBezTo>
                    <a:pt x="4443749" y="1864899"/>
                    <a:pt x="4445069" y="1865102"/>
                    <a:pt x="4446149" y="1865350"/>
                  </a:cubicBezTo>
                  <a:cubicBezTo>
                    <a:pt x="4447266" y="1865579"/>
                    <a:pt x="4448562" y="1865102"/>
                    <a:pt x="4449667" y="1865350"/>
                  </a:cubicBezTo>
                  <a:cubicBezTo>
                    <a:pt x="4450759" y="1865579"/>
                    <a:pt x="4452067" y="1865756"/>
                    <a:pt x="4453185" y="1866220"/>
                  </a:cubicBezTo>
                  <a:cubicBezTo>
                    <a:pt x="4455775" y="1867541"/>
                    <a:pt x="4457096" y="1869732"/>
                    <a:pt x="4458417" y="1872354"/>
                  </a:cubicBezTo>
                  <a:cubicBezTo>
                    <a:pt x="4459732" y="1874761"/>
                    <a:pt x="4460627" y="1876717"/>
                    <a:pt x="4461065" y="1879358"/>
                  </a:cubicBezTo>
                  <a:cubicBezTo>
                    <a:pt x="4461275" y="1881765"/>
                    <a:pt x="4460824" y="1883752"/>
                    <a:pt x="4461065" y="1886369"/>
                  </a:cubicBezTo>
                  <a:lnTo>
                    <a:pt x="4461065" y="1889867"/>
                  </a:lnTo>
                  <a:cubicBezTo>
                    <a:pt x="4461275" y="1891430"/>
                    <a:pt x="4463014" y="1892026"/>
                    <a:pt x="4463681" y="1893360"/>
                  </a:cubicBezTo>
                  <a:cubicBezTo>
                    <a:pt x="4465427" y="1896186"/>
                    <a:pt x="4468069" y="1897526"/>
                    <a:pt x="4470654" y="1899494"/>
                  </a:cubicBezTo>
                  <a:cubicBezTo>
                    <a:pt x="4473295" y="1901463"/>
                    <a:pt x="4475257" y="1903418"/>
                    <a:pt x="4477683" y="1905628"/>
                  </a:cubicBezTo>
                  <a:cubicBezTo>
                    <a:pt x="4478775" y="1906466"/>
                    <a:pt x="4480096" y="1907139"/>
                    <a:pt x="4481195" y="1908238"/>
                  </a:cubicBezTo>
                  <a:cubicBezTo>
                    <a:pt x="4483601" y="1910664"/>
                    <a:pt x="4484236" y="1912632"/>
                    <a:pt x="4486440" y="1915267"/>
                  </a:cubicBezTo>
                  <a:cubicBezTo>
                    <a:pt x="4488618" y="1917852"/>
                    <a:pt x="4491005" y="1919192"/>
                    <a:pt x="4492561" y="1922265"/>
                  </a:cubicBezTo>
                  <a:cubicBezTo>
                    <a:pt x="4493895" y="1924881"/>
                    <a:pt x="4495190" y="1926412"/>
                    <a:pt x="4496060" y="1929250"/>
                  </a:cubicBezTo>
                  <a:cubicBezTo>
                    <a:pt x="4496930" y="1932108"/>
                    <a:pt x="4496301" y="1934311"/>
                    <a:pt x="4496930" y="1937169"/>
                  </a:cubicBezTo>
                  <a:cubicBezTo>
                    <a:pt x="4497165" y="1938458"/>
                    <a:pt x="4498251" y="1939340"/>
                    <a:pt x="4498701" y="1940661"/>
                  </a:cubicBezTo>
                  <a:cubicBezTo>
                    <a:pt x="4499806" y="1943271"/>
                    <a:pt x="4500873" y="1945258"/>
                    <a:pt x="4502194" y="1947659"/>
                  </a:cubicBezTo>
                  <a:cubicBezTo>
                    <a:pt x="4503083" y="1949176"/>
                    <a:pt x="4504607" y="1949843"/>
                    <a:pt x="4505725" y="1951151"/>
                  </a:cubicBezTo>
                  <a:cubicBezTo>
                    <a:pt x="4507033" y="1952688"/>
                    <a:pt x="4507871" y="1954002"/>
                    <a:pt x="4509204" y="1955545"/>
                  </a:cubicBezTo>
                  <a:cubicBezTo>
                    <a:pt x="4510297" y="1956835"/>
                    <a:pt x="4511605" y="1957711"/>
                    <a:pt x="4512703" y="1959013"/>
                  </a:cubicBezTo>
                  <a:cubicBezTo>
                    <a:pt x="4513592" y="1960143"/>
                    <a:pt x="4514246" y="1961432"/>
                    <a:pt x="4515326" y="1962518"/>
                  </a:cubicBezTo>
                  <a:cubicBezTo>
                    <a:pt x="4517955" y="1965153"/>
                    <a:pt x="4520380" y="1966258"/>
                    <a:pt x="4523193" y="1968658"/>
                  </a:cubicBezTo>
                  <a:cubicBezTo>
                    <a:pt x="4525822" y="1970862"/>
                    <a:pt x="4527156" y="1973027"/>
                    <a:pt x="4529340" y="1975675"/>
                  </a:cubicBezTo>
                  <a:cubicBezTo>
                    <a:pt x="4530420" y="1977002"/>
                    <a:pt x="4531728" y="1977618"/>
                    <a:pt x="4532845" y="1979193"/>
                  </a:cubicBezTo>
                  <a:cubicBezTo>
                    <a:pt x="4533493" y="1980285"/>
                    <a:pt x="4533931" y="1981561"/>
                    <a:pt x="4534592" y="1982692"/>
                  </a:cubicBezTo>
                  <a:cubicBezTo>
                    <a:pt x="4536554" y="1985333"/>
                    <a:pt x="4538967" y="1986813"/>
                    <a:pt x="4541608" y="1988826"/>
                  </a:cubicBezTo>
                  <a:cubicBezTo>
                    <a:pt x="4544237" y="1990763"/>
                    <a:pt x="4546415" y="1992490"/>
                    <a:pt x="4548593" y="1994915"/>
                  </a:cubicBezTo>
                  <a:cubicBezTo>
                    <a:pt x="4549476" y="1996052"/>
                    <a:pt x="4551210" y="1996255"/>
                    <a:pt x="4552092" y="1997557"/>
                  </a:cubicBezTo>
                  <a:cubicBezTo>
                    <a:pt x="4552556" y="1998433"/>
                    <a:pt x="4552556" y="1999964"/>
                    <a:pt x="4553000" y="2001069"/>
                  </a:cubicBezTo>
                  <a:cubicBezTo>
                    <a:pt x="4554321" y="2000637"/>
                    <a:pt x="4555178" y="1999532"/>
                    <a:pt x="4556512" y="1999297"/>
                  </a:cubicBezTo>
                  <a:cubicBezTo>
                    <a:pt x="4557560" y="1999132"/>
                    <a:pt x="4558893" y="1998433"/>
                    <a:pt x="4559979" y="1998433"/>
                  </a:cubicBezTo>
                  <a:cubicBezTo>
                    <a:pt x="4562836" y="1997995"/>
                    <a:pt x="4564799" y="1998433"/>
                    <a:pt x="4567866" y="1998433"/>
                  </a:cubicBezTo>
                  <a:cubicBezTo>
                    <a:pt x="4570482" y="1998433"/>
                    <a:pt x="4572438" y="1998865"/>
                    <a:pt x="4574870" y="1998433"/>
                  </a:cubicBezTo>
                  <a:cubicBezTo>
                    <a:pt x="4576603" y="1997995"/>
                    <a:pt x="4577505" y="1996478"/>
                    <a:pt x="4578400" y="1994915"/>
                  </a:cubicBezTo>
                  <a:cubicBezTo>
                    <a:pt x="4579029" y="1993626"/>
                    <a:pt x="4580762" y="1992979"/>
                    <a:pt x="4581010" y="1991417"/>
                  </a:cubicBezTo>
                  <a:lnTo>
                    <a:pt x="4581010" y="1987911"/>
                  </a:lnTo>
                  <a:cubicBezTo>
                    <a:pt x="4581436" y="1983778"/>
                    <a:pt x="4580553" y="1981561"/>
                    <a:pt x="4581010" y="1977434"/>
                  </a:cubicBezTo>
                  <a:cubicBezTo>
                    <a:pt x="4581010" y="1976113"/>
                    <a:pt x="4581867" y="1975002"/>
                    <a:pt x="4581867" y="1973929"/>
                  </a:cubicBezTo>
                  <a:cubicBezTo>
                    <a:pt x="4582083" y="1971509"/>
                    <a:pt x="4582521" y="1969535"/>
                    <a:pt x="4582756" y="1966931"/>
                  </a:cubicBezTo>
                  <a:lnTo>
                    <a:pt x="4582756" y="1963407"/>
                  </a:lnTo>
                  <a:cubicBezTo>
                    <a:pt x="4582756" y="1961889"/>
                    <a:pt x="4583830" y="1961222"/>
                    <a:pt x="4584477" y="1959908"/>
                  </a:cubicBezTo>
                  <a:cubicBezTo>
                    <a:pt x="4585373" y="1958136"/>
                    <a:pt x="4586693" y="1956396"/>
                    <a:pt x="4588852" y="1956396"/>
                  </a:cubicBezTo>
                  <a:cubicBezTo>
                    <a:pt x="4590859" y="1956396"/>
                    <a:pt x="4592180" y="1957050"/>
                    <a:pt x="4594136" y="1957266"/>
                  </a:cubicBezTo>
                  <a:cubicBezTo>
                    <a:pt x="4595685" y="1957266"/>
                    <a:pt x="4596110" y="1959013"/>
                    <a:pt x="4597641" y="1959013"/>
                  </a:cubicBezTo>
                  <a:cubicBezTo>
                    <a:pt x="4599368" y="1959013"/>
                    <a:pt x="4599635" y="1956835"/>
                    <a:pt x="4601133" y="1956396"/>
                  </a:cubicBezTo>
                  <a:cubicBezTo>
                    <a:pt x="4600936" y="1955304"/>
                    <a:pt x="4601349" y="1954002"/>
                    <a:pt x="4601133" y="1952917"/>
                  </a:cubicBezTo>
                  <a:cubicBezTo>
                    <a:pt x="4600695" y="1951151"/>
                    <a:pt x="4599635" y="1950027"/>
                    <a:pt x="4598511" y="1948535"/>
                  </a:cubicBezTo>
                  <a:cubicBezTo>
                    <a:pt x="4597419" y="1947030"/>
                    <a:pt x="4596758" y="1945697"/>
                    <a:pt x="4595018" y="1944998"/>
                  </a:cubicBezTo>
                  <a:cubicBezTo>
                    <a:pt x="4593894" y="1944808"/>
                    <a:pt x="4592599" y="1945258"/>
                    <a:pt x="4591481" y="1944998"/>
                  </a:cubicBezTo>
                  <a:cubicBezTo>
                    <a:pt x="4590199" y="1944604"/>
                    <a:pt x="4589310" y="1943677"/>
                    <a:pt x="4587989" y="1943271"/>
                  </a:cubicBezTo>
                  <a:cubicBezTo>
                    <a:pt x="4588243" y="1942166"/>
                    <a:pt x="4587557" y="1940877"/>
                    <a:pt x="4587989" y="1939759"/>
                  </a:cubicBezTo>
                  <a:cubicBezTo>
                    <a:pt x="4588852" y="1938039"/>
                    <a:pt x="4590199" y="1937575"/>
                    <a:pt x="4591481" y="1936254"/>
                  </a:cubicBezTo>
                  <a:cubicBezTo>
                    <a:pt x="4590630" y="1935149"/>
                    <a:pt x="4590859" y="1933428"/>
                    <a:pt x="4589735" y="1932762"/>
                  </a:cubicBezTo>
                  <a:cubicBezTo>
                    <a:pt x="4588668" y="1932108"/>
                    <a:pt x="4587557" y="1931460"/>
                    <a:pt x="4586255" y="1930984"/>
                  </a:cubicBezTo>
                  <a:cubicBezTo>
                    <a:pt x="4585163" y="1930577"/>
                    <a:pt x="4583830" y="1930120"/>
                    <a:pt x="4582756" y="1930120"/>
                  </a:cubicBezTo>
                  <a:cubicBezTo>
                    <a:pt x="4581226" y="1929923"/>
                    <a:pt x="4580134" y="1929250"/>
                    <a:pt x="4578400" y="1929250"/>
                  </a:cubicBezTo>
                  <a:cubicBezTo>
                    <a:pt x="4576603" y="1929250"/>
                    <a:pt x="4575524" y="1929720"/>
                    <a:pt x="4573974" y="1930120"/>
                  </a:cubicBezTo>
                  <a:cubicBezTo>
                    <a:pt x="4572882" y="1930374"/>
                    <a:pt x="4571358" y="1930374"/>
                    <a:pt x="4570482" y="1930984"/>
                  </a:cubicBezTo>
                  <a:cubicBezTo>
                    <a:pt x="4569625" y="1931701"/>
                    <a:pt x="4570050" y="1933428"/>
                    <a:pt x="4569625" y="1934508"/>
                  </a:cubicBezTo>
                  <a:cubicBezTo>
                    <a:pt x="4569186" y="1935613"/>
                    <a:pt x="4568952" y="1936934"/>
                    <a:pt x="4568748" y="1938039"/>
                  </a:cubicBezTo>
                  <a:lnTo>
                    <a:pt x="4559122" y="1938039"/>
                  </a:lnTo>
                  <a:cubicBezTo>
                    <a:pt x="4558893" y="1935403"/>
                    <a:pt x="4558258" y="1933651"/>
                    <a:pt x="4558258" y="1930984"/>
                  </a:cubicBezTo>
                  <a:cubicBezTo>
                    <a:pt x="4558258" y="1928361"/>
                    <a:pt x="4558893" y="1926647"/>
                    <a:pt x="4559122" y="1924018"/>
                  </a:cubicBezTo>
                  <a:cubicBezTo>
                    <a:pt x="4557998" y="1923345"/>
                    <a:pt x="4557560" y="1921376"/>
                    <a:pt x="4556512" y="1921376"/>
                  </a:cubicBezTo>
                  <a:lnTo>
                    <a:pt x="4553000" y="1921376"/>
                  </a:lnTo>
                  <a:cubicBezTo>
                    <a:pt x="4549908" y="1921186"/>
                    <a:pt x="4547946" y="1921802"/>
                    <a:pt x="4545107" y="1921376"/>
                  </a:cubicBezTo>
                  <a:cubicBezTo>
                    <a:pt x="4543564" y="1921186"/>
                    <a:pt x="4543088" y="1919433"/>
                    <a:pt x="4541608" y="1918773"/>
                  </a:cubicBezTo>
                  <a:cubicBezTo>
                    <a:pt x="4540078" y="1918119"/>
                    <a:pt x="4539653" y="1916760"/>
                    <a:pt x="4538091" y="1916125"/>
                  </a:cubicBezTo>
                  <a:cubicBezTo>
                    <a:pt x="4536554" y="1915452"/>
                    <a:pt x="4534795" y="1915706"/>
                    <a:pt x="4533715" y="1914353"/>
                  </a:cubicBezTo>
                  <a:cubicBezTo>
                    <a:pt x="4532845" y="1913293"/>
                    <a:pt x="4532845" y="1911762"/>
                    <a:pt x="4532845" y="1910232"/>
                  </a:cubicBezTo>
                  <a:lnTo>
                    <a:pt x="4532845" y="1892496"/>
                  </a:lnTo>
                  <a:cubicBezTo>
                    <a:pt x="4529131" y="1892496"/>
                    <a:pt x="4526718" y="1893360"/>
                    <a:pt x="4523193" y="1892496"/>
                  </a:cubicBezTo>
                  <a:cubicBezTo>
                    <a:pt x="4522133" y="1892293"/>
                    <a:pt x="4520806" y="1892712"/>
                    <a:pt x="4519701" y="1892496"/>
                  </a:cubicBezTo>
                  <a:cubicBezTo>
                    <a:pt x="4517955" y="1892026"/>
                    <a:pt x="4517275" y="1890293"/>
                    <a:pt x="4516208" y="1888997"/>
                  </a:cubicBezTo>
                  <a:cubicBezTo>
                    <a:pt x="4515326" y="1887874"/>
                    <a:pt x="4513370" y="1887874"/>
                    <a:pt x="4512703" y="1886369"/>
                  </a:cubicBezTo>
                  <a:cubicBezTo>
                    <a:pt x="4512278" y="1885264"/>
                    <a:pt x="4512278" y="1883943"/>
                    <a:pt x="4511814" y="1882844"/>
                  </a:cubicBezTo>
                  <a:cubicBezTo>
                    <a:pt x="4511382" y="1881524"/>
                    <a:pt x="4510297" y="1880666"/>
                    <a:pt x="4510087" y="1879358"/>
                  </a:cubicBezTo>
                  <a:cubicBezTo>
                    <a:pt x="4509877" y="1878279"/>
                    <a:pt x="4510297" y="1876977"/>
                    <a:pt x="4510087" y="1875853"/>
                  </a:cubicBezTo>
                  <a:cubicBezTo>
                    <a:pt x="4509877" y="1874761"/>
                    <a:pt x="4510087" y="1873478"/>
                    <a:pt x="4510087" y="1872354"/>
                  </a:cubicBezTo>
                  <a:cubicBezTo>
                    <a:pt x="4509877" y="1870811"/>
                    <a:pt x="4508106" y="1870379"/>
                    <a:pt x="4507458" y="1868874"/>
                  </a:cubicBezTo>
                  <a:cubicBezTo>
                    <a:pt x="4506137" y="1869281"/>
                    <a:pt x="4505464" y="1870602"/>
                    <a:pt x="4503940" y="1870602"/>
                  </a:cubicBezTo>
                  <a:lnTo>
                    <a:pt x="4500441" y="1870602"/>
                  </a:lnTo>
                  <a:cubicBezTo>
                    <a:pt x="4497806" y="1870602"/>
                    <a:pt x="4495863" y="1870379"/>
                    <a:pt x="4493431" y="1869732"/>
                  </a:cubicBezTo>
                  <a:cubicBezTo>
                    <a:pt x="4491704" y="1869281"/>
                    <a:pt x="4490580" y="1868201"/>
                    <a:pt x="4489068" y="1867134"/>
                  </a:cubicBezTo>
                  <a:cubicBezTo>
                    <a:pt x="4487513" y="1866004"/>
                    <a:pt x="4486643" y="1865102"/>
                    <a:pt x="4485538" y="1863610"/>
                  </a:cubicBezTo>
                  <a:cubicBezTo>
                    <a:pt x="4484922" y="1862721"/>
                    <a:pt x="4485341" y="1860994"/>
                    <a:pt x="4484687" y="1860105"/>
                  </a:cubicBezTo>
                  <a:cubicBezTo>
                    <a:pt x="4484033" y="1859216"/>
                    <a:pt x="4482045" y="1859857"/>
                    <a:pt x="4481195" y="1859216"/>
                  </a:cubicBezTo>
                  <a:cubicBezTo>
                    <a:pt x="4479855" y="1858117"/>
                    <a:pt x="4479670" y="1856803"/>
                    <a:pt x="4478540" y="1855717"/>
                  </a:cubicBezTo>
                  <a:cubicBezTo>
                    <a:pt x="4477467" y="1854638"/>
                    <a:pt x="4477029" y="1853330"/>
                    <a:pt x="4475924" y="1852212"/>
                  </a:cubicBezTo>
                  <a:cubicBezTo>
                    <a:pt x="4474845" y="1851145"/>
                    <a:pt x="4473536" y="1850485"/>
                    <a:pt x="4472438" y="1849589"/>
                  </a:cubicBezTo>
                  <a:cubicBezTo>
                    <a:pt x="4471104" y="1848472"/>
                    <a:pt x="4470488" y="1847157"/>
                    <a:pt x="4468926" y="1846097"/>
                  </a:cubicBezTo>
                  <a:cubicBezTo>
                    <a:pt x="4467390" y="1844979"/>
                    <a:pt x="4465885" y="1844776"/>
                    <a:pt x="4464577" y="1843449"/>
                  </a:cubicBezTo>
                  <a:cubicBezTo>
                    <a:pt x="4463681" y="1842566"/>
                    <a:pt x="4463884" y="1840623"/>
                    <a:pt x="4462805" y="1839918"/>
                  </a:cubicBezTo>
                  <a:cubicBezTo>
                    <a:pt x="4460627" y="1838439"/>
                    <a:pt x="4458188" y="1838439"/>
                    <a:pt x="4455775" y="1837308"/>
                  </a:cubicBezTo>
                  <a:cubicBezTo>
                    <a:pt x="4454690" y="1836883"/>
                    <a:pt x="4452924" y="1837308"/>
                    <a:pt x="4452283" y="1836451"/>
                  </a:cubicBezTo>
                  <a:cubicBezTo>
                    <a:pt x="4451629" y="1835581"/>
                    <a:pt x="4451838" y="1834064"/>
                    <a:pt x="4451413" y="1832933"/>
                  </a:cubicBezTo>
                  <a:cubicBezTo>
                    <a:pt x="4450988" y="1831854"/>
                    <a:pt x="4451629" y="1830539"/>
                    <a:pt x="4451413" y="1829447"/>
                  </a:cubicBezTo>
                  <a:cubicBezTo>
                    <a:pt x="4451178" y="1828380"/>
                    <a:pt x="4448771" y="1829257"/>
                    <a:pt x="4447908" y="1828603"/>
                  </a:cubicBezTo>
                  <a:cubicBezTo>
                    <a:pt x="4446390" y="1827250"/>
                    <a:pt x="4445704" y="1825936"/>
                    <a:pt x="4444415" y="1824177"/>
                  </a:cubicBezTo>
                  <a:cubicBezTo>
                    <a:pt x="4442453" y="1821548"/>
                    <a:pt x="4441316" y="1819586"/>
                    <a:pt x="4440040" y="1816296"/>
                  </a:cubicBezTo>
                  <a:cubicBezTo>
                    <a:pt x="4435868" y="1816296"/>
                    <a:pt x="4431068" y="1820278"/>
                    <a:pt x="4426902" y="1819821"/>
                  </a:cubicBezTo>
                  <a:close/>
                  <a:moveTo>
                    <a:pt x="4420774" y="1859857"/>
                  </a:moveTo>
                  <a:cubicBezTo>
                    <a:pt x="4420774" y="1858581"/>
                    <a:pt x="4420342" y="1857686"/>
                    <a:pt x="4419879" y="1856581"/>
                  </a:cubicBezTo>
                  <a:lnTo>
                    <a:pt x="4416399" y="1853952"/>
                  </a:lnTo>
                  <a:cubicBezTo>
                    <a:pt x="4416399" y="1855489"/>
                    <a:pt x="4415504" y="1856181"/>
                    <a:pt x="4415504" y="1857686"/>
                  </a:cubicBezTo>
                  <a:cubicBezTo>
                    <a:pt x="4415504" y="1859216"/>
                    <a:pt x="4417053" y="1859667"/>
                    <a:pt x="4417282" y="1860994"/>
                  </a:cubicBezTo>
                  <a:cubicBezTo>
                    <a:pt x="4417479" y="1862074"/>
                    <a:pt x="4417707" y="1863369"/>
                    <a:pt x="4418152" y="1864461"/>
                  </a:cubicBezTo>
                  <a:cubicBezTo>
                    <a:pt x="4418571" y="1865579"/>
                    <a:pt x="4418152" y="1867319"/>
                    <a:pt x="4419009" y="1867992"/>
                  </a:cubicBezTo>
                  <a:cubicBezTo>
                    <a:pt x="4420774" y="1869503"/>
                    <a:pt x="4423403" y="1868608"/>
                    <a:pt x="4426026" y="1868874"/>
                  </a:cubicBezTo>
                  <a:lnTo>
                    <a:pt x="4426902" y="1865350"/>
                  </a:lnTo>
                  <a:cubicBezTo>
                    <a:pt x="4424495" y="1863610"/>
                    <a:pt x="4420774" y="1862931"/>
                    <a:pt x="4420774" y="1859857"/>
                  </a:cubicBezTo>
                  <a:close/>
                  <a:moveTo>
                    <a:pt x="4433893" y="1882844"/>
                  </a:moveTo>
                  <a:cubicBezTo>
                    <a:pt x="4435640" y="1886369"/>
                    <a:pt x="4437189" y="1888362"/>
                    <a:pt x="4440040" y="1890750"/>
                  </a:cubicBezTo>
                  <a:cubicBezTo>
                    <a:pt x="4441545" y="1892026"/>
                    <a:pt x="4442650" y="1892928"/>
                    <a:pt x="4444415" y="1894243"/>
                  </a:cubicBezTo>
                  <a:cubicBezTo>
                    <a:pt x="4445704" y="1895087"/>
                    <a:pt x="4447051" y="1895563"/>
                    <a:pt x="4447908" y="1896891"/>
                  </a:cubicBezTo>
                  <a:cubicBezTo>
                    <a:pt x="4449197" y="1898643"/>
                    <a:pt x="4449667" y="1900161"/>
                    <a:pt x="4450530" y="1902142"/>
                  </a:cubicBezTo>
                  <a:cubicBezTo>
                    <a:pt x="4450530" y="1901678"/>
                    <a:pt x="4451413" y="1901037"/>
                    <a:pt x="4451413" y="1900396"/>
                  </a:cubicBezTo>
                  <a:lnTo>
                    <a:pt x="4451413" y="1897075"/>
                  </a:lnTo>
                  <a:cubicBezTo>
                    <a:pt x="4451413" y="1894243"/>
                    <a:pt x="4450988" y="1892026"/>
                    <a:pt x="4449667" y="1889867"/>
                  </a:cubicBezTo>
                  <a:cubicBezTo>
                    <a:pt x="4448771" y="1888547"/>
                    <a:pt x="4447051" y="1888362"/>
                    <a:pt x="4446149" y="1887264"/>
                  </a:cubicBezTo>
                  <a:cubicBezTo>
                    <a:pt x="4443964" y="1884838"/>
                    <a:pt x="4442879" y="1882006"/>
                    <a:pt x="4440040" y="1880234"/>
                  </a:cubicBezTo>
                  <a:cubicBezTo>
                    <a:pt x="4438910" y="1879561"/>
                    <a:pt x="4437614" y="1879784"/>
                    <a:pt x="4436522" y="1879358"/>
                  </a:cubicBezTo>
                  <a:cubicBezTo>
                    <a:pt x="4436084" y="1880666"/>
                    <a:pt x="4434998" y="1881301"/>
                    <a:pt x="4434763" y="1882844"/>
                  </a:cubicBezTo>
                  <a:cubicBezTo>
                    <a:pt x="4434560" y="1884165"/>
                    <a:pt x="4434998" y="1885048"/>
                    <a:pt x="4434763" y="1886369"/>
                  </a:cubicBezTo>
                  <a:close/>
                  <a:moveTo>
                    <a:pt x="4461935" y="1921376"/>
                  </a:moveTo>
                  <a:cubicBezTo>
                    <a:pt x="4462132" y="1924018"/>
                    <a:pt x="4461275" y="1925961"/>
                    <a:pt x="4461935" y="1928361"/>
                  </a:cubicBezTo>
                  <a:cubicBezTo>
                    <a:pt x="4462576" y="1931219"/>
                    <a:pt x="4464761" y="1932997"/>
                    <a:pt x="4466304" y="1935403"/>
                  </a:cubicBezTo>
                  <a:cubicBezTo>
                    <a:pt x="4468069" y="1938235"/>
                    <a:pt x="4469377" y="1939759"/>
                    <a:pt x="4471523" y="1942388"/>
                  </a:cubicBezTo>
                  <a:cubicBezTo>
                    <a:pt x="4473733" y="1944998"/>
                    <a:pt x="4475257" y="1947030"/>
                    <a:pt x="4477683" y="1949392"/>
                  </a:cubicBezTo>
                  <a:cubicBezTo>
                    <a:pt x="4478775" y="1950497"/>
                    <a:pt x="4479004" y="1952047"/>
                    <a:pt x="4480312" y="1952917"/>
                  </a:cubicBezTo>
                  <a:cubicBezTo>
                    <a:pt x="4481195" y="1953342"/>
                    <a:pt x="4482928" y="1952917"/>
                    <a:pt x="4483804" y="1953774"/>
                  </a:cubicBezTo>
                  <a:cubicBezTo>
                    <a:pt x="4484922" y="1954898"/>
                    <a:pt x="4485538" y="1955952"/>
                    <a:pt x="4486440" y="1957266"/>
                  </a:cubicBezTo>
                  <a:cubicBezTo>
                    <a:pt x="4486890" y="1958136"/>
                    <a:pt x="4486643" y="1959908"/>
                    <a:pt x="4487310" y="1960797"/>
                  </a:cubicBezTo>
                  <a:cubicBezTo>
                    <a:pt x="4488180" y="1962073"/>
                    <a:pt x="4489068" y="1963185"/>
                    <a:pt x="4489938" y="1964302"/>
                  </a:cubicBezTo>
                  <a:cubicBezTo>
                    <a:pt x="4490580" y="1965153"/>
                    <a:pt x="4492351" y="1964054"/>
                    <a:pt x="4493431" y="1964302"/>
                  </a:cubicBezTo>
                  <a:lnTo>
                    <a:pt x="4493431" y="1950294"/>
                  </a:lnTo>
                  <a:cubicBezTo>
                    <a:pt x="4492136" y="1949621"/>
                    <a:pt x="4491005" y="1949176"/>
                    <a:pt x="4489938" y="1948535"/>
                  </a:cubicBezTo>
                  <a:cubicBezTo>
                    <a:pt x="4488421" y="1947443"/>
                    <a:pt x="4488180" y="1945449"/>
                    <a:pt x="4486440" y="1944998"/>
                  </a:cubicBezTo>
                  <a:cubicBezTo>
                    <a:pt x="4485341" y="1944808"/>
                    <a:pt x="4484033" y="1944382"/>
                    <a:pt x="4482928" y="1944141"/>
                  </a:cubicBezTo>
                  <a:cubicBezTo>
                    <a:pt x="4481404" y="1943677"/>
                    <a:pt x="4480096" y="1944382"/>
                    <a:pt x="4478540" y="1944141"/>
                  </a:cubicBezTo>
                  <a:cubicBezTo>
                    <a:pt x="4476807" y="1943677"/>
                    <a:pt x="4475924" y="1942166"/>
                    <a:pt x="4475041" y="1940661"/>
                  </a:cubicBezTo>
                  <a:cubicBezTo>
                    <a:pt x="4474178" y="1939340"/>
                    <a:pt x="4472870" y="1938667"/>
                    <a:pt x="4472438" y="1937169"/>
                  </a:cubicBezTo>
                  <a:cubicBezTo>
                    <a:pt x="4472216" y="1936070"/>
                    <a:pt x="4471809" y="1934711"/>
                    <a:pt x="4471523" y="1933651"/>
                  </a:cubicBezTo>
                  <a:cubicBezTo>
                    <a:pt x="4471104" y="1931219"/>
                    <a:pt x="4471523" y="1929250"/>
                    <a:pt x="4471523" y="1926647"/>
                  </a:cubicBezTo>
                  <a:cubicBezTo>
                    <a:pt x="4471523" y="1924018"/>
                    <a:pt x="4471974" y="1921617"/>
                    <a:pt x="4470654" y="1919624"/>
                  </a:cubicBezTo>
                  <a:cubicBezTo>
                    <a:pt x="4468926" y="1917230"/>
                    <a:pt x="4466304" y="1917230"/>
                    <a:pt x="4463681" y="1916125"/>
                  </a:cubicBezTo>
                  <a:lnTo>
                    <a:pt x="4461935" y="1919624"/>
                  </a:lnTo>
                  <a:cubicBezTo>
                    <a:pt x="4462341" y="1920938"/>
                    <a:pt x="4461935" y="1919858"/>
                    <a:pt x="4461935" y="1921376"/>
                  </a:cubicBezTo>
                  <a:close/>
                  <a:moveTo>
                    <a:pt x="4646676" y="1869732"/>
                  </a:moveTo>
                  <a:lnTo>
                    <a:pt x="4643183" y="1869732"/>
                  </a:lnTo>
                  <a:cubicBezTo>
                    <a:pt x="4641843" y="1869732"/>
                    <a:pt x="4640954" y="1870379"/>
                    <a:pt x="4639646" y="1870602"/>
                  </a:cubicBezTo>
                  <a:cubicBezTo>
                    <a:pt x="4639646" y="1876063"/>
                    <a:pt x="4640510" y="1880038"/>
                    <a:pt x="4637912" y="1884622"/>
                  </a:cubicBezTo>
                  <a:cubicBezTo>
                    <a:pt x="4637271" y="1885937"/>
                    <a:pt x="4635049" y="1885702"/>
                    <a:pt x="4634407" y="1887264"/>
                  </a:cubicBezTo>
                  <a:cubicBezTo>
                    <a:pt x="4633982" y="1888362"/>
                    <a:pt x="4633760" y="1889652"/>
                    <a:pt x="4633537" y="1890750"/>
                  </a:cubicBezTo>
                  <a:cubicBezTo>
                    <a:pt x="4632890" y="1893582"/>
                    <a:pt x="4633537" y="1895563"/>
                    <a:pt x="4633537" y="1898643"/>
                  </a:cubicBezTo>
                  <a:cubicBezTo>
                    <a:pt x="4633537" y="1901678"/>
                    <a:pt x="4632890" y="1903653"/>
                    <a:pt x="4633537" y="1906466"/>
                  </a:cubicBezTo>
                  <a:cubicBezTo>
                    <a:pt x="4633760" y="1907603"/>
                    <a:pt x="4633982" y="1909102"/>
                    <a:pt x="4634407" y="1909991"/>
                  </a:cubicBezTo>
                  <a:cubicBezTo>
                    <a:pt x="4635290" y="1911337"/>
                    <a:pt x="4636611" y="1911762"/>
                    <a:pt x="4637912" y="1912632"/>
                  </a:cubicBezTo>
                  <a:cubicBezTo>
                    <a:pt x="4640357" y="1914353"/>
                    <a:pt x="4642504" y="1914353"/>
                    <a:pt x="4644923" y="1916125"/>
                  </a:cubicBezTo>
                  <a:cubicBezTo>
                    <a:pt x="4646231" y="1917014"/>
                    <a:pt x="4646676" y="1918334"/>
                    <a:pt x="4647552" y="1919624"/>
                  </a:cubicBezTo>
                  <a:cubicBezTo>
                    <a:pt x="4648422" y="1920938"/>
                    <a:pt x="4650409" y="1920938"/>
                    <a:pt x="4651032" y="1922265"/>
                  </a:cubicBezTo>
                  <a:cubicBezTo>
                    <a:pt x="4651914" y="1923776"/>
                    <a:pt x="4650174" y="1925548"/>
                    <a:pt x="4650174" y="1927510"/>
                  </a:cubicBezTo>
                  <a:cubicBezTo>
                    <a:pt x="4650174" y="1928158"/>
                    <a:pt x="4651032" y="1928615"/>
                    <a:pt x="4651032" y="1929250"/>
                  </a:cubicBezTo>
                  <a:lnTo>
                    <a:pt x="4651032" y="1932762"/>
                  </a:lnTo>
                  <a:cubicBezTo>
                    <a:pt x="4651032" y="1934959"/>
                    <a:pt x="4649317" y="1935816"/>
                    <a:pt x="4649317" y="1938039"/>
                  </a:cubicBezTo>
                  <a:cubicBezTo>
                    <a:pt x="4649317" y="1940001"/>
                    <a:pt x="4649724" y="1941531"/>
                    <a:pt x="4650174" y="1943271"/>
                  </a:cubicBezTo>
                  <a:cubicBezTo>
                    <a:pt x="4650409" y="1944382"/>
                    <a:pt x="4650606" y="1945697"/>
                    <a:pt x="4651032" y="1946751"/>
                  </a:cubicBezTo>
                  <a:cubicBezTo>
                    <a:pt x="4651692" y="1948116"/>
                    <a:pt x="4652378" y="1949176"/>
                    <a:pt x="4653660" y="1950294"/>
                  </a:cubicBezTo>
                  <a:cubicBezTo>
                    <a:pt x="4654791" y="1951151"/>
                    <a:pt x="4655877" y="1951596"/>
                    <a:pt x="4657185" y="1952047"/>
                  </a:cubicBezTo>
                  <a:cubicBezTo>
                    <a:pt x="4659610" y="1952917"/>
                    <a:pt x="4661560" y="1952917"/>
                    <a:pt x="4664182" y="1952917"/>
                  </a:cubicBezTo>
                  <a:cubicBezTo>
                    <a:pt x="4667224" y="1952917"/>
                    <a:pt x="4669212" y="1952263"/>
                    <a:pt x="4672063" y="1952917"/>
                  </a:cubicBezTo>
                  <a:cubicBezTo>
                    <a:pt x="4673149" y="1953113"/>
                    <a:pt x="4674692" y="1953113"/>
                    <a:pt x="4675574" y="1953774"/>
                  </a:cubicBezTo>
                  <a:cubicBezTo>
                    <a:pt x="4676419" y="1954434"/>
                    <a:pt x="4675771" y="1956396"/>
                    <a:pt x="4676419" y="1957266"/>
                  </a:cubicBezTo>
                  <a:cubicBezTo>
                    <a:pt x="4678197" y="1959482"/>
                    <a:pt x="4679734" y="1961654"/>
                    <a:pt x="4682572" y="1962518"/>
                  </a:cubicBezTo>
                  <a:cubicBezTo>
                    <a:pt x="4684966" y="1963185"/>
                    <a:pt x="4686960" y="1962518"/>
                    <a:pt x="4689563" y="1962518"/>
                  </a:cubicBezTo>
                  <a:cubicBezTo>
                    <a:pt x="4692205" y="1962518"/>
                    <a:pt x="4693945" y="1962734"/>
                    <a:pt x="4696599" y="1962518"/>
                  </a:cubicBezTo>
                  <a:cubicBezTo>
                    <a:pt x="4700276" y="1962073"/>
                    <a:pt x="4701609" y="1958136"/>
                    <a:pt x="4705330" y="1958136"/>
                  </a:cubicBezTo>
                  <a:cubicBezTo>
                    <a:pt x="4707299" y="1958136"/>
                    <a:pt x="4709064" y="1958136"/>
                    <a:pt x="4710576" y="1959013"/>
                  </a:cubicBezTo>
                  <a:cubicBezTo>
                    <a:pt x="4712119" y="1959908"/>
                    <a:pt x="4712519" y="1960981"/>
                    <a:pt x="4714093" y="1961654"/>
                  </a:cubicBezTo>
                  <a:cubicBezTo>
                    <a:pt x="4715598" y="1962327"/>
                    <a:pt x="4714989" y="1965153"/>
                    <a:pt x="4716710" y="1965153"/>
                  </a:cubicBezTo>
                  <a:cubicBezTo>
                    <a:pt x="4718894" y="1965153"/>
                    <a:pt x="4719783" y="1962518"/>
                    <a:pt x="4721948" y="1962518"/>
                  </a:cubicBezTo>
                  <a:cubicBezTo>
                    <a:pt x="4725917" y="1962518"/>
                    <a:pt x="4728095" y="1965153"/>
                    <a:pt x="4730737" y="1967782"/>
                  </a:cubicBezTo>
                  <a:cubicBezTo>
                    <a:pt x="4732020" y="1969084"/>
                    <a:pt x="4732470" y="1970862"/>
                    <a:pt x="4734248" y="1971274"/>
                  </a:cubicBezTo>
                  <a:cubicBezTo>
                    <a:pt x="4735341" y="1971509"/>
                    <a:pt x="4736630" y="1971960"/>
                    <a:pt x="4737754" y="1972170"/>
                  </a:cubicBezTo>
                  <a:cubicBezTo>
                    <a:pt x="4739697" y="1972595"/>
                    <a:pt x="4740986" y="1972170"/>
                    <a:pt x="4743208" y="1972170"/>
                  </a:cubicBezTo>
                  <a:lnTo>
                    <a:pt x="4748256" y="1972170"/>
                  </a:lnTo>
                  <a:cubicBezTo>
                    <a:pt x="4748879" y="1972170"/>
                    <a:pt x="4749342" y="1971274"/>
                    <a:pt x="4749990" y="1971274"/>
                  </a:cubicBezTo>
                  <a:lnTo>
                    <a:pt x="4749990" y="1964302"/>
                  </a:lnTo>
                  <a:cubicBezTo>
                    <a:pt x="4750631" y="1963185"/>
                    <a:pt x="4749990" y="1961432"/>
                    <a:pt x="4750873" y="1960797"/>
                  </a:cubicBezTo>
                  <a:cubicBezTo>
                    <a:pt x="4751939" y="1960143"/>
                    <a:pt x="4753254" y="1959660"/>
                    <a:pt x="4754352" y="1959013"/>
                  </a:cubicBezTo>
                  <a:cubicBezTo>
                    <a:pt x="4755464" y="1958378"/>
                    <a:pt x="4756785" y="1958136"/>
                    <a:pt x="4757845" y="1957266"/>
                  </a:cubicBezTo>
                  <a:cubicBezTo>
                    <a:pt x="4759420" y="1956193"/>
                    <a:pt x="4760499" y="1954206"/>
                    <a:pt x="4760499" y="1952047"/>
                  </a:cubicBezTo>
                  <a:cubicBezTo>
                    <a:pt x="4760499" y="1950027"/>
                    <a:pt x="4760080" y="1948535"/>
                    <a:pt x="4759591" y="1946751"/>
                  </a:cubicBezTo>
                  <a:cubicBezTo>
                    <a:pt x="4759166" y="1945258"/>
                    <a:pt x="4757654" y="1944808"/>
                    <a:pt x="4756969" y="1943271"/>
                  </a:cubicBezTo>
                  <a:cubicBezTo>
                    <a:pt x="4756334" y="1941722"/>
                    <a:pt x="4755241" y="1940661"/>
                    <a:pt x="4755241" y="1938908"/>
                  </a:cubicBezTo>
                  <a:cubicBezTo>
                    <a:pt x="4755241" y="1937169"/>
                    <a:pt x="4757210" y="1936724"/>
                    <a:pt x="4757845" y="1935403"/>
                  </a:cubicBezTo>
                  <a:cubicBezTo>
                    <a:pt x="4758512" y="1934102"/>
                    <a:pt x="4760499" y="1933860"/>
                    <a:pt x="4761382" y="1932762"/>
                  </a:cubicBezTo>
                  <a:cubicBezTo>
                    <a:pt x="4762233" y="1931701"/>
                    <a:pt x="4762474" y="1930374"/>
                    <a:pt x="4763115" y="1929250"/>
                  </a:cubicBezTo>
                  <a:cubicBezTo>
                    <a:pt x="4764017" y="1927726"/>
                    <a:pt x="4765313" y="1926647"/>
                    <a:pt x="4765738" y="1924881"/>
                  </a:cubicBezTo>
                  <a:cubicBezTo>
                    <a:pt x="4767072" y="1921186"/>
                    <a:pt x="4767516" y="1918334"/>
                    <a:pt x="4768380" y="1914353"/>
                  </a:cubicBezTo>
                  <a:lnTo>
                    <a:pt x="4778870" y="1914353"/>
                  </a:lnTo>
                  <a:lnTo>
                    <a:pt x="4778870" y="1895995"/>
                  </a:lnTo>
                  <a:cubicBezTo>
                    <a:pt x="4783264" y="1895995"/>
                    <a:pt x="4785893" y="1896186"/>
                    <a:pt x="4790274" y="1895995"/>
                  </a:cubicBezTo>
                  <a:cubicBezTo>
                    <a:pt x="4792008" y="1895995"/>
                    <a:pt x="4793113" y="1895563"/>
                    <a:pt x="4794650" y="1895087"/>
                  </a:cubicBezTo>
                  <a:cubicBezTo>
                    <a:pt x="4796396" y="1894693"/>
                    <a:pt x="4797063" y="1893144"/>
                    <a:pt x="4798129" y="1891614"/>
                  </a:cubicBezTo>
                  <a:cubicBezTo>
                    <a:pt x="4798809" y="1890502"/>
                    <a:pt x="4799247" y="1889436"/>
                    <a:pt x="4799888" y="1888115"/>
                  </a:cubicBezTo>
                  <a:cubicBezTo>
                    <a:pt x="4798574" y="1887264"/>
                    <a:pt x="4798809" y="1884838"/>
                    <a:pt x="4797253" y="1884622"/>
                  </a:cubicBezTo>
                  <a:cubicBezTo>
                    <a:pt x="4795729" y="1884406"/>
                    <a:pt x="4794434" y="1884838"/>
                    <a:pt x="4792891" y="1884622"/>
                  </a:cubicBezTo>
                  <a:cubicBezTo>
                    <a:pt x="4791779" y="1884406"/>
                    <a:pt x="4790700" y="1884622"/>
                    <a:pt x="4789392" y="1884622"/>
                  </a:cubicBezTo>
                  <a:cubicBezTo>
                    <a:pt x="4786769" y="1884622"/>
                    <a:pt x="4785010" y="1883943"/>
                    <a:pt x="4782369" y="1883752"/>
                  </a:cubicBezTo>
                  <a:cubicBezTo>
                    <a:pt x="4781696" y="1881765"/>
                    <a:pt x="4780622" y="1880666"/>
                    <a:pt x="4780622" y="1878444"/>
                  </a:cubicBezTo>
                  <a:cubicBezTo>
                    <a:pt x="4780622" y="1876977"/>
                    <a:pt x="4782369" y="1876488"/>
                    <a:pt x="4782369" y="1874964"/>
                  </a:cubicBezTo>
                  <a:lnTo>
                    <a:pt x="4782369" y="1869732"/>
                  </a:lnTo>
                  <a:cubicBezTo>
                    <a:pt x="4782369" y="1867750"/>
                    <a:pt x="4782832" y="1866220"/>
                    <a:pt x="4782369" y="1864461"/>
                  </a:cubicBezTo>
                  <a:cubicBezTo>
                    <a:pt x="4782153" y="1863147"/>
                    <a:pt x="4781086" y="1862258"/>
                    <a:pt x="4780622" y="1860994"/>
                  </a:cubicBezTo>
                  <a:cubicBezTo>
                    <a:pt x="4779765" y="1858359"/>
                    <a:pt x="4778006" y="1857038"/>
                    <a:pt x="4778006" y="1854212"/>
                  </a:cubicBezTo>
                  <a:lnTo>
                    <a:pt x="4778006" y="1835994"/>
                  </a:lnTo>
                  <a:cubicBezTo>
                    <a:pt x="4781696" y="1836242"/>
                    <a:pt x="4783931" y="1836693"/>
                    <a:pt x="4787620" y="1836451"/>
                  </a:cubicBezTo>
                  <a:cubicBezTo>
                    <a:pt x="4788941" y="1836451"/>
                    <a:pt x="4789855" y="1835994"/>
                    <a:pt x="4791157" y="1835994"/>
                  </a:cubicBezTo>
                  <a:cubicBezTo>
                    <a:pt x="4791157" y="1834495"/>
                    <a:pt x="4790890" y="1833391"/>
                    <a:pt x="4791157" y="1832089"/>
                  </a:cubicBezTo>
                  <a:cubicBezTo>
                    <a:pt x="4791157" y="1831003"/>
                    <a:pt x="4790700" y="1829669"/>
                    <a:pt x="4791157" y="1828603"/>
                  </a:cubicBezTo>
                  <a:cubicBezTo>
                    <a:pt x="4791779" y="1827060"/>
                    <a:pt x="4792478" y="1826183"/>
                    <a:pt x="4793754" y="1825066"/>
                  </a:cubicBezTo>
                  <a:cubicBezTo>
                    <a:pt x="4794650" y="1824399"/>
                    <a:pt x="4796161" y="1825497"/>
                    <a:pt x="4797253" y="1825066"/>
                  </a:cubicBezTo>
                  <a:cubicBezTo>
                    <a:pt x="4798809" y="1824399"/>
                    <a:pt x="4799247" y="1822221"/>
                    <a:pt x="4800790" y="1821548"/>
                  </a:cubicBezTo>
                  <a:cubicBezTo>
                    <a:pt x="4803165" y="1820278"/>
                    <a:pt x="4805146" y="1819821"/>
                    <a:pt x="4807769" y="1818938"/>
                  </a:cubicBezTo>
                  <a:cubicBezTo>
                    <a:pt x="4806911" y="1816296"/>
                    <a:pt x="4807115" y="1813699"/>
                    <a:pt x="4805146" y="1811908"/>
                  </a:cubicBezTo>
                  <a:cubicBezTo>
                    <a:pt x="4803406" y="1810416"/>
                    <a:pt x="4800790" y="1810416"/>
                    <a:pt x="4798129" y="1810194"/>
                  </a:cubicBezTo>
                  <a:cubicBezTo>
                    <a:pt x="4795513" y="1809972"/>
                    <a:pt x="4793754" y="1810416"/>
                    <a:pt x="4791157" y="1810194"/>
                  </a:cubicBezTo>
                  <a:cubicBezTo>
                    <a:pt x="4789392" y="1810194"/>
                    <a:pt x="4788274" y="1810600"/>
                    <a:pt x="4786769" y="1810194"/>
                  </a:cubicBezTo>
                  <a:cubicBezTo>
                    <a:pt x="4785220" y="1809756"/>
                    <a:pt x="4784553" y="1808435"/>
                    <a:pt x="4783264" y="1807578"/>
                  </a:cubicBezTo>
                  <a:cubicBezTo>
                    <a:pt x="4782153" y="1806898"/>
                    <a:pt x="4780419" y="1806898"/>
                    <a:pt x="4779765" y="1805832"/>
                  </a:cubicBezTo>
                  <a:cubicBezTo>
                    <a:pt x="4779073" y="1804708"/>
                    <a:pt x="4779981" y="1803406"/>
                    <a:pt x="4779765" y="1802320"/>
                  </a:cubicBezTo>
                  <a:cubicBezTo>
                    <a:pt x="4779543" y="1801234"/>
                    <a:pt x="4780178" y="1799920"/>
                    <a:pt x="4779765" y="1798815"/>
                  </a:cubicBezTo>
                  <a:cubicBezTo>
                    <a:pt x="4779073" y="1797272"/>
                    <a:pt x="4776908" y="1797494"/>
                    <a:pt x="4776235" y="1796192"/>
                  </a:cubicBezTo>
                  <a:cubicBezTo>
                    <a:pt x="4774717" y="1793760"/>
                    <a:pt x="4774926" y="1790934"/>
                    <a:pt x="4772736" y="1789182"/>
                  </a:cubicBezTo>
                  <a:cubicBezTo>
                    <a:pt x="4771859" y="1788534"/>
                    <a:pt x="4770335" y="1788718"/>
                    <a:pt x="4769250" y="1788293"/>
                  </a:cubicBezTo>
                  <a:cubicBezTo>
                    <a:pt x="4768170" y="1787880"/>
                    <a:pt x="4766837" y="1787620"/>
                    <a:pt x="4765738" y="1787397"/>
                  </a:cubicBezTo>
                  <a:cubicBezTo>
                    <a:pt x="4765313" y="1788534"/>
                    <a:pt x="4765541" y="1789849"/>
                    <a:pt x="4764874" y="1790934"/>
                  </a:cubicBezTo>
                  <a:cubicBezTo>
                    <a:pt x="4764017" y="1792465"/>
                    <a:pt x="4762684" y="1793341"/>
                    <a:pt x="4761382" y="1794452"/>
                  </a:cubicBezTo>
                  <a:cubicBezTo>
                    <a:pt x="4760283" y="1795316"/>
                    <a:pt x="4760283" y="1797272"/>
                    <a:pt x="4758740" y="1797951"/>
                  </a:cubicBezTo>
                  <a:cubicBezTo>
                    <a:pt x="4756550" y="1798815"/>
                    <a:pt x="4754149" y="1798815"/>
                    <a:pt x="4751724" y="1799678"/>
                  </a:cubicBezTo>
                  <a:cubicBezTo>
                    <a:pt x="4749990" y="1800339"/>
                    <a:pt x="4749526" y="1801882"/>
                    <a:pt x="4748256" y="1803171"/>
                  </a:cubicBezTo>
                  <a:cubicBezTo>
                    <a:pt x="4746923" y="1804517"/>
                    <a:pt x="4745615" y="1805152"/>
                    <a:pt x="4744751" y="1806689"/>
                  </a:cubicBezTo>
                  <a:cubicBezTo>
                    <a:pt x="4743843" y="1807984"/>
                    <a:pt x="4742783" y="1808651"/>
                    <a:pt x="4742122" y="1810194"/>
                  </a:cubicBezTo>
                  <a:cubicBezTo>
                    <a:pt x="4741672" y="1811286"/>
                    <a:pt x="4741672" y="1812582"/>
                    <a:pt x="4741214" y="1813699"/>
                  </a:cubicBezTo>
                  <a:cubicBezTo>
                    <a:pt x="4740802" y="1814988"/>
                    <a:pt x="4740128" y="1815884"/>
                    <a:pt x="4739481" y="1817204"/>
                  </a:cubicBezTo>
                  <a:cubicBezTo>
                    <a:pt x="4738827" y="1818716"/>
                    <a:pt x="4737055" y="1819389"/>
                    <a:pt x="4735976" y="1820710"/>
                  </a:cubicBezTo>
                  <a:cubicBezTo>
                    <a:pt x="4734877" y="1822011"/>
                    <a:pt x="4734248" y="1823110"/>
                    <a:pt x="4733340" y="1824177"/>
                  </a:cubicBezTo>
                  <a:cubicBezTo>
                    <a:pt x="4732470" y="1825294"/>
                    <a:pt x="4732242" y="1827060"/>
                    <a:pt x="4730737" y="1827688"/>
                  </a:cubicBezTo>
                  <a:cubicBezTo>
                    <a:pt x="4729403" y="1828380"/>
                    <a:pt x="4728521" y="1829003"/>
                    <a:pt x="4727213" y="1829447"/>
                  </a:cubicBezTo>
                  <a:cubicBezTo>
                    <a:pt x="4723282" y="1831003"/>
                    <a:pt x="4719783" y="1829873"/>
                    <a:pt x="4715852" y="1831219"/>
                  </a:cubicBezTo>
                  <a:cubicBezTo>
                    <a:pt x="4714093" y="1831854"/>
                    <a:pt x="4713655" y="1833600"/>
                    <a:pt x="4712366" y="1834680"/>
                  </a:cubicBezTo>
                  <a:cubicBezTo>
                    <a:pt x="4711001" y="1835816"/>
                    <a:pt x="4709934" y="1835994"/>
                    <a:pt x="4708829" y="1837308"/>
                  </a:cubicBezTo>
                  <a:cubicBezTo>
                    <a:pt x="4707743" y="1838629"/>
                    <a:pt x="4707058" y="1840198"/>
                    <a:pt x="4706200" y="1841709"/>
                  </a:cubicBezTo>
                  <a:cubicBezTo>
                    <a:pt x="4705572" y="1842782"/>
                    <a:pt x="4706200" y="1844522"/>
                    <a:pt x="4705330" y="1845259"/>
                  </a:cubicBezTo>
                  <a:cubicBezTo>
                    <a:pt x="4704226" y="1846097"/>
                    <a:pt x="4702937" y="1846097"/>
                    <a:pt x="4701825" y="1846980"/>
                  </a:cubicBezTo>
                  <a:cubicBezTo>
                    <a:pt x="4700517" y="1848059"/>
                    <a:pt x="4699628" y="1848726"/>
                    <a:pt x="4698326" y="1849589"/>
                  </a:cubicBezTo>
                  <a:cubicBezTo>
                    <a:pt x="4697018" y="1850485"/>
                    <a:pt x="4695907" y="1851145"/>
                    <a:pt x="4694840" y="1852212"/>
                  </a:cubicBezTo>
                  <a:cubicBezTo>
                    <a:pt x="4693723" y="1853330"/>
                    <a:pt x="4693539" y="1854638"/>
                    <a:pt x="4692205" y="1855717"/>
                  </a:cubicBezTo>
                  <a:cubicBezTo>
                    <a:pt x="4690891" y="1856803"/>
                    <a:pt x="4689354" y="1857228"/>
                    <a:pt x="4687798" y="1857463"/>
                  </a:cubicBezTo>
                  <a:cubicBezTo>
                    <a:pt x="4686706" y="1857686"/>
                    <a:pt x="4685423" y="1858359"/>
                    <a:pt x="4684306" y="1858359"/>
                  </a:cubicBezTo>
                  <a:cubicBezTo>
                    <a:pt x="4681924" y="1858581"/>
                    <a:pt x="4679930" y="1858359"/>
                    <a:pt x="4677308" y="1858359"/>
                  </a:cubicBezTo>
                  <a:lnTo>
                    <a:pt x="4677308" y="1876717"/>
                  </a:lnTo>
                  <a:cubicBezTo>
                    <a:pt x="4674876" y="1876488"/>
                    <a:pt x="4673568" y="1875656"/>
                    <a:pt x="4671193" y="1875853"/>
                  </a:cubicBezTo>
                  <a:cubicBezTo>
                    <a:pt x="4669637" y="1876063"/>
                    <a:pt x="4669212" y="1877593"/>
                    <a:pt x="4667688" y="1877593"/>
                  </a:cubicBezTo>
                  <a:cubicBezTo>
                    <a:pt x="4665700" y="1877809"/>
                    <a:pt x="4664608" y="1877593"/>
                    <a:pt x="4662646" y="1877593"/>
                  </a:cubicBezTo>
                  <a:cubicBezTo>
                    <a:pt x="4660449" y="1877593"/>
                    <a:pt x="4659376" y="1877809"/>
                    <a:pt x="4657185" y="1877593"/>
                  </a:cubicBezTo>
                  <a:cubicBezTo>
                    <a:pt x="4653660" y="1877142"/>
                    <a:pt x="4652124" y="1874119"/>
                    <a:pt x="4650174" y="1871491"/>
                  </a:cubicBezTo>
                  <a:close/>
                  <a:moveTo>
                    <a:pt x="4522330" y="1988826"/>
                  </a:moveTo>
                  <a:cubicBezTo>
                    <a:pt x="4521688" y="1990331"/>
                    <a:pt x="4520158" y="1990763"/>
                    <a:pt x="4519701" y="1992331"/>
                  </a:cubicBezTo>
                  <a:cubicBezTo>
                    <a:pt x="4519485" y="1993404"/>
                    <a:pt x="4519930" y="1994719"/>
                    <a:pt x="4519701" y="1995792"/>
                  </a:cubicBezTo>
                  <a:lnTo>
                    <a:pt x="4523193" y="1998433"/>
                  </a:lnTo>
                  <a:lnTo>
                    <a:pt x="4523193" y="1994915"/>
                  </a:lnTo>
                  <a:cubicBezTo>
                    <a:pt x="4523193" y="1993849"/>
                    <a:pt x="4522330" y="1993404"/>
                    <a:pt x="4522330" y="1992331"/>
                  </a:cubicBezTo>
                  <a:close/>
                  <a:moveTo>
                    <a:pt x="4575733" y="2014181"/>
                  </a:moveTo>
                  <a:lnTo>
                    <a:pt x="4575733" y="2018569"/>
                  </a:lnTo>
                  <a:lnTo>
                    <a:pt x="4586255" y="2018569"/>
                  </a:lnTo>
                  <a:lnTo>
                    <a:pt x="4586255" y="2026443"/>
                  </a:lnTo>
                  <a:cubicBezTo>
                    <a:pt x="4588852" y="2026443"/>
                    <a:pt x="4590630" y="2026234"/>
                    <a:pt x="4593253" y="2026443"/>
                  </a:cubicBezTo>
                  <a:cubicBezTo>
                    <a:pt x="4594593" y="2026443"/>
                    <a:pt x="4595685" y="2026050"/>
                    <a:pt x="4596758" y="2026443"/>
                  </a:cubicBezTo>
                  <a:lnTo>
                    <a:pt x="4600270" y="2028196"/>
                  </a:lnTo>
                  <a:cubicBezTo>
                    <a:pt x="4601775" y="2028863"/>
                    <a:pt x="4601775" y="2030628"/>
                    <a:pt x="4602867" y="2031752"/>
                  </a:cubicBezTo>
                  <a:cubicBezTo>
                    <a:pt x="4604213" y="2033054"/>
                    <a:pt x="4604645" y="2034362"/>
                    <a:pt x="4606378" y="2035213"/>
                  </a:cubicBezTo>
                  <a:cubicBezTo>
                    <a:pt x="4608163" y="2036076"/>
                    <a:pt x="4609661" y="2036076"/>
                    <a:pt x="4611674" y="2036076"/>
                  </a:cubicBezTo>
                  <a:cubicBezTo>
                    <a:pt x="4615364" y="2036076"/>
                    <a:pt x="4616900" y="2033479"/>
                    <a:pt x="4620418" y="2032584"/>
                  </a:cubicBezTo>
                  <a:cubicBezTo>
                    <a:pt x="4621485" y="2032368"/>
                    <a:pt x="4622596" y="2032584"/>
                    <a:pt x="4623898" y="2032584"/>
                  </a:cubicBezTo>
                  <a:cubicBezTo>
                    <a:pt x="4626540" y="2032368"/>
                    <a:pt x="4628286" y="2032584"/>
                    <a:pt x="4630921" y="2032584"/>
                  </a:cubicBezTo>
                  <a:cubicBezTo>
                    <a:pt x="4633760" y="2032368"/>
                    <a:pt x="4635500" y="2031752"/>
                    <a:pt x="4638338" y="2031752"/>
                  </a:cubicBezTo>
                  <a:cubicBezTo>
                    <a:pt x="4641208" y="2031752"/>
                    <a:pt x="4643380" y="2031282"/>
                    <a:pt x="4645793" y="2032584"/>
                  </a:cubicBezTo>
                  <a:cubicBezTo>
                    <a:pt x="4647101" y="2033225"/>
                    <a:pt x="4646434" y="2035441"/>
                    <a:pt x="4647552" y="2036076"/>
                  </a:cubicBezTo>
                  <a:cubicBezTo>
                    <a:pt x="4648631" y="2036730"/>
                    <a:pt x="4649527" y="2038051"/>
                    <a:pt x="4651032" y="2038051"/>
                  </a:cubicBezTo>
                  <a:cubicBezTo>
                    <a:pt x="4652378" y="2038051"/>
                    <a:pt x="4653235" y="2038711"/>
                    <a:pt x="4654543" y="2038711"/>
                  </a:cubicBezTo>
                  <a:cubicBezTo>
                    <a:pt x="4657382" y="2038711"/>
                    <a:pt x="4658944" y="2037829"/>
                    <a:pt x="4661757" y="2037829"/>
                  </a:cubicBezTo>
                  <a:cubicBezTo>
                    <a:pt x="4665033" y="2037829"/>
                    <a:pt x="4667224" y="2038051"/>
                    <a:pt x="4670298" y="2038711"/>
                  </a:cubicBezTo>
                  <a:cubicBezTo>
                    <a:pt x="4673568" y="2039581"/>
                    <a:pt x="4674273" y="2042439"/>
                    <a:pt x="4677308" y="2043988"/>
                  </a:cubicBezTo>
                  <a:cubicBezTo>
                    <a:pt x="4678864" y="2044585"/>
                    <a:pt x="4679295" y="2046395"/>
                    <a:pt x="4680813" y="2046592"/>
                  </a:cubicBezTo>
                  <a:cubicBezTo>
                    <a:pt x="4682331" y="2046820"/>
                    <a:pt x="4683664" y="2046395"/>
                    <a:pt x="4685169" y="2046592"/>
                  </a:cubicBezTo>
                  <a:cubicBezTo>
                    <a:pt x="4688033" y="2047011"/>
                    <a:pt x="4690027" y="2047252"/>
                    <a:pt x="4693075" y="2047462"/>
                  </a:cubicBezTo>
                  <a:cubicBezTo>
                    <a:pt x="4693297" y="2046166"/>
                    <a:pt x="4692865" y="2045258"/>
                    <a:pt x="4693075" y="2043988"/>
                  </a:cubicBezTo>
                  <a:cubicBezTo>
                    <a:pt x="4693297" y="2042439"/>
                    <a:pt x="4694377" y="2041778"/>
                    <a:pt x="4694840" y="2040458"/>
                  </a:cubicBezTo>
                  <a:cubicBezTo>
                    <a:pt x="4695907" y="2040674"/>
                    <a:pt x="4697241" y="2040242"/>
                    <a:pt x="4698326" y="2040458"/>
                  </a:cubicBezTo>
                  <a:cubicBezTo>
                    <a:pt x="4699857" y="2040934"/>
                    <a:pt x="4700276" y="2042871"/>
                    <a:pt x="4701825" y="2043080"/>
                  </a:cubicBezTo>
                  <a:cubicBezTo>
                    <a:pt x="4702937" y="2043322"/>
                    <a:pt x="4704016" y="2043080"/>
                    <a:pt x="4705330" y="2043080"/>
                  </a:cubicBezTo>
                  <a:lnTo>
                    <a:pt x="4708829" y="2043080"/>
                  </a:lnTo>
                  <a:cubicBezTo>
                    <a:pt x="4711001" y="2042871"/>
                    <a:pt x="4711915" y="2041321"/>
                    <a:pt x="4714093" y="2041321"/>
                  </a:cubicBezTo>
                  <a:cubicBezTo>
                    <a:pt x="4716500" y="2041321"/>
                    <a:pt x="4718227" y="2042242"/>
                    <a:pt x="4720215" y="2043080"/>
                  </a:cubicBezTo>
                  <a:cubicBezTo>
                    <a:pt x="4721307" y="2043525"/>
                    <a:pt x="4722602" y="2043322"/>
                    <a:pt x="4723714" y="2043988"/>
                  </a:cubicBezTo>
                  <a:cubicBezTo>
                    <a:pt x="4725035" y="2044585"/>
                    <a:pt x="4725035" y="2046592"/>
                    <a:pt x="4726336" y="2047462"/>
                  </a:cubicBezTo>
                  <a:cubicBezTo>
                    <a:pt x="4728762" y="2049214"/>
                    <a:pt x="4730508" y="2050961"/>
                    <a:pt x="4733340" y="2051843"/>
                  </a:cubicBezTo>
                  <a:cubicBezTo>
                    <a:pt x="4735976" y="2052732"/>
                    <a:pt x="4737938" y="2052732"/>
                    <a:pt x="4740802" y="2052732"/>
                  </a:cubicBezTo>
                  <a:lnTo>
                    <a:pt x="4744751" y="2052732"/>
                  </a:lnTo>
                  <a:cubicBezTo>
                    <a:pt x="4746282" y="2052732"/>
                    <a:pt x="4746923" y="2051177"/>
                    <a:pt x="4748256" y="2050961"/>
                  </a:cubicBezTo>
                  <a:cubicBezTo>
                    <a:pt x="4746923" y="2048332"/>
                    <a:pt x="4746040" y="2046395"/>
                    <a:pt x="4744751" y="2043988"/>
                  </a:cubicBezTo>
                  <a:cubicBezTo>
                    <a:pt x="4743843" y="2042439"/>
                    <a:pt x="4742980" y="2041105"/>
                    <a:pt x="4741214" y="2040458"/>
                  </a:cubicBezTo>
                  <a:cubicBezTo>
                    <a:pt x="4740128" y="2040007"/>
                    <a:pt x="4738827" y="2040934"/>
                    <a:pt x="4737754" y="2040458"/>
                  </a:cubicBezTo>
                  <a:cubicBezTo>
                    <a:pt x="4734642" y="2039150"/>
                    <a:pt x="4733340" y="2036730"/>
                    <a:pt x="4731600" y="2033879"/>
                  </a:cubicBezTo>
                  <a:lnTo>
                    <a:pt x="4704467" y="2033879"/>
                  </a:lnTo>
                  <a:cubicBezTo>
                    <a:pt x="4704664" y="2032368"/>
                    <a:pt x="4703800" y="2031282"/>
                    <a:pt x="4704467" y="2029974"/>
                  </a:cubicBezTo>
                  <a:cubicBezTo>
                    <a:pt x="4705108" y="2028621"/>
                    <a:pt x="4705108" y="2027313"/>
                    <a:pt x="4706200" y="2026443"/>
                  </a:cubicBezTo>
                  <a:cubicBezTo>
                    <a:pt x="4707058" y="2025783"/>
                    <a:pt x="4708620" y="2025783"/>
                    <a:pt x="4709693" y="2025561"/>
                  </a:cubicBezTo>
                  <a:cubicBezTo>
                    <a:pt x="4712119" y="2024913"/>
                    <a:pt x="4714290" y="2026050"/>
                    <a:pt x="4716710" y="2025561"/>
                  </a:cubicBezTo>
                  <a:cubicBezTo>
                    <a:pt x="4719561" y="2025122"/>
                    <a:pt x="4721098" y="2023611"/>
                    <a:pt x="4723714" y="2022062"/>
                  </a:cubicBezTo>
                  <a:cubicBezTo>
                    <a:pt x="4721098" y="2021636"/>
                    <a:pt x="4719123" y="2021636"/>
                    <a:pt x="4716710" y="2021185"/>
                  </a:cubicBezTo>
                  <a:cubicBezTo>
                    <a:pt x="4715383" y="2020982"/>
                    <a:pt x="4714519" y="2019674"/>
                    <a:pt x="4713230" y="2019452"/>
                  </a:cubicBezTo>
                  <a:cubicBezTo>
                    <a:pt x="4712119" y="2019236"/>
                    <a:pt x="4710798" y="2019674"/>
                    <a:pt x="4709693" y="2019452"/>
                  </a:cubicBezTo>
                  <a:cubicBezTo>
                    <a:pt x="4706880" y="2019026"/>
                    <a:pt x="4704892" y="2017699"/>
                    <a:pt x="4701825" y="2017699"/>
                  </a:cubicBezTo>
                  <a:cubicBezTo>
                    <a:pt x="4699209" y="2017699"/>
                    <a:pt x="4697469" y="2018569"/>
                    <a:pt x="4694840" y="2018569"/>
                  </a:cubicBezTo>
                  <a:cubicBezTo>
                    <a:pt x="4693075" y="2018569"/>
                    <a:pt x="4692205" y="2017699"/>
                    <a:pt x="4690433" y="2017699"/>
                  </a:cubicBezTo>
                  <a:cubicBezTo>
                    <a:pt x="4686280" y="2017490"/>
                    <a:pt x="4683861" y="2018163"/>
                    <a:pt x="4679930" y="2016823"/>
                  </a:cubicBezTo>
                  <a:cubicBezTo>
                    <a:pt x="4677079" y="2015947"/>
                    <a:pt x="4675771" y="2014181"/>
                    <a:pt x="4672952" y="2013305"/>
                  </a:cubicBezTo>
                  <a:cubicBezTo>
                    <a:pt x="4670088" y="2012461"/>
                    <a:pt x="4667910" y="2011997"/>
                    <a:pt x="4665033" y="2011559"/>
                  </a:cubicBezTo>
                  <a:close/>
                  <a:moveTo>
                    <a:pt x="4765738" y="2043988"/>
                  </a:moveTo>
                  <a:cubicBezTo>
                    <a:pt x="4763331" y="2044179"/>
                    <a:pt x="4760499" y="2045074"/>
                    <a:pt x="4760499" y="2047462"/>
                  </a:cubicBezTo>
                  <a:cubicBezTo>
                    <a:pt x="4760499" y="2049214"/>
                    <a:pt x="4762233" y="2049652"/>
                    <a:pt x="4763115" y="2050961"/>
                  </a:cubicBezTo>
                  <a:cubicBezTo>
                    <a:pt x="4765541" y="2054256"/>
                    <a:pt x="4769472" y="2052732"/>
                    <a:pt x="4773606" y="2052732"/>
                  </a:cubicBezTo>
                  <a:cubicBezTo>
                    <a:pt x="4776235" y="2052732"/>
                    <a:pt x="4778209" y="2053380"/>
                    <a:pt x="4780622" y="2052732"/>
                  </a:cubicBezTo>
                  <a:cubicBezTo>
                    <a:pt x="4781943" y="2052281"/>
                    <a:pt x="4782832" y="2051627"/>
                    <a:pt x="4784128" y="2050961"/>
                  </a:cubicBezTo>
                  <a:cubicBezTo>
                    <a:pt x="4785652" y="2050338"/>
                    <a:pt x="4785220" y="2047913"/>
                    <a:pt x="4786769" y="2047462"/>
                  </a:cubicBezTo>
                  <a:cubicBezTo>
                    <a:pt x="4789582" y="2046592"/>
                    <a:pt x="4791583" y="2048128"/>
                    <a:pt x="4794650" y="2048332"/>
                  </a:cubicBezTo>
                  <a:cubicBezTo>
                    <a:pt x="4797717" y="2048541"/>
                    <a:pt x="4799450" y="2048332"/>
                    <a:pt x="4802517" y="2048332"/>
                  </a:cubicBezTo>
                  <a:cubicBezTo>
                    <a:pt x="4803863" y="2048332"/>
                    <a:pt x="4804727" y="2047462"/>
                    <a:pt x="4806035" y="2047462"/>
                  </a:cubicBezTo>
                  <a:cubicBezTo>
                    <a:pt x="4805807" y="2047011"/>
                    <a:pt x="4804276" y="2047913"/>
                    <a:pt x="4804276" y="2047462"/>
                  </a:cubicBezTo>
                  <a:cubicBezTo>
                    <a:pt x="4803863" y="2045931"/>
                    <a:pt x="4804473" y="2044852"/>
                    <a:pt x="4804276" y="2043080"/>
                  </a:cubicBezTo>
                  <a:cubicBezTo>
                    <a:pt x="4801647" y="2043080"/>
                    <a:pt x="4799666" y="2043525"/>
                    <a:pt x="4797253" y="2043080"/>
                  </a:cubicBezTo>
                  <a:cubicBezTo>
                    <a:pt x="4795958" y="2042871"/>
                    <a:pt x="4795316" y="2041569"/>
                    <a:pt x="4793754" y="2041321"/>
                  </a:cubicBezTo>
                  <a:cubicBezTo>
                    <a:pt x="4792478" y="2041105"/>
                    <a:pt x="4791354" y="2041569"/>
                    <a:pt x="4790274" y="2041321"/>
                  </a:cubicBezTo>
                  <a:cubicBezTo>
                    <a:pt x="4788071" y="2040934"/>
                    <a:pt x="4786979" y="2039581"/>
                    <a:pt x="4784553" y="2039581"/>
                  </a:cubicBezTo>
                  <a:cubicBezTo>
                    <a:pt x="4782369" y="2039581"/>
                    <a:pt x="4780851" y="2039823"/>
                    <a:pt x="4778870" y="2040458"/>
                  </a:cubicBezTo>
                  <a:cubicBezTo>
                    <a:pt x="4777568" y="2040934"/>
                    <a:pt x="4776685" y="2041778"/>
                    <a:pt x="4775377" y="2042242"/>
                  </a:cubicBezTo>
                  <a:cubicBezTo>
                    <a:pt x="4774298" y="2042648"/>
                    <a:pt x="4774057" y="2044852"/>
                    <a:pt x="4772736" y="2044852"/>
                  </a:cubicBezTo>
                  <a:cubicBezTo>
                    <a:pt x="4770126" y="2044852"/>
                    <a:pt x="4768380" y="2043525"/>
                    <a:pt x="4765738" y="2043988"/>
                  </a:cubicBezTo>
                  <a:close/>
                  <a:moveTo>
                    <a:pt x="4809502" y="2058854"/>
                  </a:moveTo>
                  <a:cubicBezTo>
                    <a:pt x="4806676" y="2059705"/>
                    <a:pt x="4805146" y="2061057"/>
                    <a:pt x="4802517" y="2062346"/>
                  </a:cubicBezTo>
                  <a:cubicBezTo>
                    <a:pt x="4803165" y="2063451"/>
                    <a:pt x="4803406" y="2064772"/>
                    <a:pt x="4804276" y="2065864"/>
                  </a:cubicBezTo>
                  <a:cubicBezTo>
                    <a:pt x="4805356" y="2067166"/>
                    <a:pt x="4806911" y="2067166"/>
                    <a:pt x="4807769" y="2068512"/>
                  </a:cubicBezTo>
                  <a:cubicBezTo>
                    <a:pt x="4808423" y="2069579"/>
                    <a:pt x="4808639" y="2070912"/>
                    <a:pt x="4809502" y="2071992"/>
                  </a:cubicBezTo>
                  <a:cubicBezTo>
                    <a:pt x="4810385" y="2073078"/>
                    <a:pt x="4810836" y="2074849"/>
                    <a:pt x="4812125" y="2075497"/>
                  </a:cubicBezTo>
                  <a:cubicBezTo>
                    <a:pt x="4813458" y="2076170"/>
                    <a:pt x="4814982" y="2076170"/>
                    <a:pt x="4816532" y="2076361"/>
                  </a:cubicBezTo>
                  <a:cubicBezTo>
                    <a:pt x="4819383" y="2077015"/>
                    <a:pt x="4821116" y="2076361"/>
                    <a:pt x="4824215" y="2076361"/>
                  </a:cubicBezTo>
                  <a:cubicBezTo>
                    <a:pt x="4828330" y="2076361"/>
                    <a:pt x="4830718" y="2076170"/>
                    <a:pt x="4834889" y="2075910"/>
                  </a:cubicBezTo>
                  <a:lnTo>
                    <a:pt x="4834045" y="2071992"/>
                  </a:lnTo>
                  <a:cubicBezTo>
                    <a:pt x="4832946" y="2071731"/>
                    <a:pt x="4831638" y="2071325"/>
                    <a:pt x="4830546" y="2071122"/>
                  </a:cubicBezTo>
                  <a:cubicBezTo>
                    <a:pt x="4829003" y="2070658"/>
                    <a:pt x="4827263" y="2070430"/>
                    <a:pt x="4826146" y="2069344"/>
                  </a:cubicBezTo>
                  <a:cubicBezTo>
                    <a:pt x="4825307" y="2068512"/>
                    <a:pt x="4826146" y="2066296"/>
                    <a:pt x="4825307" y="2065864"/>
                  </a:cubicBezTo>
                  <a:cubicBezTo>
                    <a:pt x="4824387" y="2065401"/>
                    <a:pt x="4822907" y="2065674"/>
                    <a:pt x="4821770" y="2064975"/>
                  </a:cubicBezTo>
                  <a:cubicBezTo>
                    <a:pt x="4820691" y="2064340"/>
                    <a:pt x="4819383" y="2064550"/>
                    <a:pt x="4818278" y="2064080"/>
                  </a:cubicBezTo>
                  <a:cubicBezTo>
                    <a:pt x="4816729" y="2063451"/>
                    <a:pt x="4816957" y="2061705"/>
                    <a:pt x="4815649" y="2060613"/>
                  </a:cubicBezTo>
                  <a:cubicBezTo>
                    <a:pt x="4814347" y="2060835"/>
                    <a:pt x="4810607" y="2058619"/>
                    <a:pt x="4809502" y="2058854"/>
                  </a:cubicBezTo>
                  <a:close/>
                  <a:moveTo>
                    <a:pt x="4815649" y="2047462"/>
                  </a:moveTo>
                  <a:cubicBezTo>
                    <a:pt x="4818062" y="2049881"/>
                    <a:pt x="4819154" y="2052281"/>
                    <a:pt x="4822666" y="2052732"/>
                  </a:cubicBezTo>
                  <a:cubicBezTo>
                    <a:pt x="4830133" y="2053602"/>
                    <a:pt x="4834045" y="2052732"/>
                    <a:pt x="4841487" y="2052732"/>
                  </a:cubicBezTo>
                  <a:lnTo>
                    <a:pt x="4844535" y="2052732"/>
                  </a:lnTo>
                  <a:cubicBezTo>
                    <a:pt x="4850657" y="2052732"/>
                    <a:pt x="4854187" y="2053164"/>
                    <a:pt x="4860309" y="2052732"/>
                  </a:cubicBezTo>
                  <a:cubicBezTo>
                    <a:pt x="4861629" y="2052732"/>
                    <a:pt x="4862499" y="2051843"/>
                    <a:pt x="4863801" y="2051843"/>
                  </a:cubicBezTo>
                  <a:cubicBezTo>
                    <a:pt x="4865122" y="2051843"/>
                    <a:pt x="4866214" y="2052065"/>
                    <a:pt x="4867313" y="2051843"/>
                  </a:cubicBezTo>
                  <a:cubicBezTo>
                    <a:pt x="4868430" y="2051627"/>
                    <a:pt x="4869713" y="2051177"/>
                    <a:pt x="4870805" y="2050961"/>
                  </a:cubicBezTo>
                  <a:cubicBezTo>
                    <a:pt x="4872139" y="2050751"/>
                    <a:pt x="4873015" y="2049881"/>
                    <a:pt x="4874310" y="2049214"/>
                  </a:cubicBezTo>
                  <a:cubicBezTo>
                    <a:pt x="4875860" y="2048541"/>
                    <a:pt x="4876057" y="2046166"/>
                    <a:pt x="4877816" y="2045741"/>
                  </a:cubicBezTo>
                  <a:cubicBezTo>
                    <a:pt x="4878914" y="2045506"/>
                    <a:pt x="4880216" y="2045741"/>
                    <a:pt x="4881340" y="2045741"/>
                  </a:cubicBezTo>
                  <a:cubicBezTo>
                    <a:pt x="4883715" y="2045506"/>
                    <a:pt x="4885683" y="2045931"/>
                    <a:pt x="4888325" y="2045741"/>
                  </a:cubicBezTo>
                  <a:cubicBezTo>
                    <a:pt x="4890058" y="2045741"/>
                    <a:pt x="4890941" y="2045931"/>
                    <a:pt x="4892700" y="2045741"/>
                  </a:cubicBezTo>
                  <a:cubicBezTo>
                    <a:pt x="4894472" y="2045506"/>
                    <a:pt x="4894668" y="2043734"/>
                    <a:pt x="4896218" y="2043080"/>
                  </a:cubicBezTo>
                  <a:lnTo>
                    <a:pt x="4894472" y="2039581"/>
                  </a:lnTo>
                  <a:cubicBezTo>
                    <a:pt x="4893360" y="2039823"/>
                    <a:pt x="4892059" y="2039359"/>
                    <a:pt x="4890941" y="2039581"/>
                  </a:cubicBezTo>
                  <a:cubicBezTo>
                    <a:pt x="4889417" y="2040007"/>
                    <a:pt x="4888991" y="2041963"/>
                    <a:pt x="4887461" y="2042242"/>
                  </a:cubicBezTo>
                  <a:cubicBezTo>
                    <a:pt x="4883289" y="2043080"/>
                    <a:pt x="4880457" y="2041778"/>
                    <a:pt x="4876057" y="2042242"/>
                  </a:cubicBezTo>
                  <a:cubicBezTo>
                    <a:pt x="4873447" y="2042439"/>
                    <a:pt x="4871472" y="2043734"/>
                    <a:pt x="4869053" y="2043988"/>
                  </a:cubicBezTo>
                  <a:lnTo>
                    <a:pt x="4865560" y="2043988"/>
                  </a:lnTo>
                  <a:cubicBezTo>
                    <a:pt x="4864233" y="2043988"/>
                    <a:pt x="4863376" y="2044852"/>
                    <a:pt x="4862074" y="2044852"/>
                  </a:cubicBezTo>
                  <a:cubicBezTo>
                    <a:pt x="4860740" y="2044852"/>
                    <a:pt x="4859864" y="2044585"/>
                    <a:pt x="4858562" y="2044852"/>
                  </a:cubicBezTo>
                  <a:cubicBezTo>
                    <a:pt x="4856397" y="2045074"/>
                    <a:pt x="4855495" y="2046592"/>
                    <a:pt x="4853324" y="2046592"/>
                  </a:cubicBezTo>
                  <a:cubicBezTo>
                    <a:pt x="4851349" y="2046592"/>
                    <a:pt x="4849787" y="2046395"/>
                    <a:pt x="4848053" y="2045741"/>
                  </a:cubicBezTo>
                  <a:cubicBezTo>
                    <a:pt x="4846104" y="2045074"/>
                    <a:pt x="4845627" y="2042871"/>
                    <a:pt x="4843665" y="2042242"/>
                  </a:cubicBezTo>
                  <a:cubicBezTo>
                    <a:pt x="4841265" y="2041569"/>
                    <a:pt x="4839296" y="2041569"/>
                    <a:pt x="4836687" y="2041321"/>
                  </a:cubicBezTo>
                  <a:cubicBezTo>
                    <a:pt x="4834718" y="2041105"/>
                    <a:pt x="4833385" y="2040458"/>
                    <a:pt x="4831429" y="2040458"/>
                  </a:cubicBezTo>
                  <a:cubicBezTo>
                    <a:pt x="4829454" y="2040458"/>
                    <a:pt x="4827924" y="2040934"/>
                    <a:pt x="4826146" y="2041321"/>
                  </a:cubicBezTo>
                  <a:cubicBezTo>
                    <a:pt x="4824641" y="2041569"/>
                    <a:pt x="4823307" y="2042439"/>
                    <a:pt x="4821770" y="2043080"/>
                  </a:cubicBezTo>
                  <a:cubicBezTo>
                    <a:pt x="4820031" y="2043734"/>
                    <a:pt x="4819154" y="2045741"/>
                    <a:pt x="4817154" y="2045741"/>
                  </a:cubicBezTo>
                  <a:lnTo>
                    <a:pt x="4813020" y="2045741"/>
                  </a:lnTo>
                  <a:close/>
                  <a:moveTo>
                    <a:pt x="4870805" y="2083377"/>
                  </a:moveTo>
                  <a:cubicBezTo>
                    <a:pt x="4868208" y="2084431"/>
                    <a:pt x="4866443" y="2085555"/>
                    <a:pt x="4863801" y="2086883"/>
                  </a:cubicBezTo>
                  <a:cubicBezTo>
                    <a:pt x="4864468" y="2088857"/>
                    <a:pt x="4865122" y="2089918"/>
                    <a:pt x="4865560" y="2092121"/>
                  </a:cubicBezTo>
                  <a:lnTo>
                    <a:pt x="4876057" y="2092121"/>
                  </a:lnTo>
                  <a:lnTo>
                    <a:pt x="4876057" y="2085994"/>
                  </a:lnTo>
                  <a:lnTo>
                    <a:pt x="4874310" y="2082501"/>
                  </a:lnTo>
                  <a:cubicBezTo>
                    <a:pt x="4873218" y="2082685"/>
                    <a:pt x="4871910" y="2082933"/>
                    <a:pt x="4870805" y="2083377"/>
                  </a:cubicBezTo>
                  <a:close/>
                  <a:moveTo>
                    <a:pt x="4877816" y="2068512"/>
                  </a:moveTo>
                  <a:cubicBezTo>
                    <a:pt x="4877816" y="2069795"/>
                    <a:pt x="4876939" y="2070658"/>
                    <a:pt x="4876939" y="2071992"/>
                  </a:cubicBezTo>
                  <a:cubicBezTo>
                    <a:pt x="4876939" y="2074849"/>
                    <a:pt x="4880457" y="2075497"/>
                    <a:pt x="4883086" y="2076361"/>
                  </a:cubicBezTo>
                  <a:cubicBezTo>
                    <a:pt x="4884178" y="2076596"/>
                    <a:pt x="4885270" y="2077250"/>
                    <a:pt x="4886579" y="2077250"/>
                  </a:cubicBezTo>
                  <a:cubicBezTo>
                    <a:pt x="4887912" y="2077250"/>
                    <a:pt x="4888750" y="2078101"/>
                    <a:pt x="4890058" y="2078101"/>
                  </a:cubicBezTo>
                  <a:cubicBezTo>
                    <a:pt x="4893138" y="2078101"/>
                    <a:pt x="4893564" y="2074373"/>
                    <a:pt x="4895367" y="2071992"/>
                  </a:cubicBezTo>
                  <a:cubicBezTo>
                    <a:pt x="4897310" y="2069344"/>
                    <a:pt x="4899710" y="2068023"/>
                    <a:pt x="4902339" y="2065864"/>
                  </a:cubicBezTo>
                  <a:cubicBezTo>
                    <a:pt x="4904105" y="2064340"/>
                    <a:pt x="4904739" y="2062346"/>
                    <a:pt x="4906702" y="2061451"/>
                  </a:cubicBezTo>
                  <a:cubicBezTo>
                    <a:pt x="4907813" y="2061057"/>
                    <a:pt x="4909102" y="2060613"/>
                    <a:pt x="4910239" y="2060613"/>
                  </a:cubicBezTo>
                  <a:cubicBezTo>
                    <a:pt x="4912658" y="2060162"/>
                    <a:pt x="4914804" y="2060162"/>
                    <a:pt x="4917205" y="2059705"/>
                  </a:cubicBezTo>
                  <a:cubicBezTo>
                    <a:pt x="4920500" y="2059082"/>
                    <a:pt x="4921180" y="2055101"/>
                    <a:pt x="4924240" y="2053602"/>
                  </a:cubicBezTo>
                  <a:cubicBezTo>
                    <a:pt x="4926412" y="2052485"/>
                    <a:pt x="4928622" y="2052065"/>
                    <a:pt x="4931232" y="2051843"/>
                  </a:cubicBezTo>
                  <a:cubicBezTo>
                    <a:pt x="4933861" y="2051627"/>
                    <a:pt x="4935835" y="2052281"/>
                    <a:pt x="4938223" y="2051843"/>
                  </a:cubicBezTo>
                  <a:cubicBezTo>
                    <a:pt x="4939334" y="2051843"/>
                    <a:pt x="4940655" y="2052065"/>
                    <a:pt x="4941735" y="2051843"/>
                  </a:cubicBezTo>
                  <a:cubicBezTo>
                    <a:pt x="4943036" y="2051627"/>
                    <a:pt x="4942598" y="2049214"/>
                    <a:pt x="4943494" y="2048332"/>
                  </a:cubicBezTo>
                  <a:cubicBezTo>
                    <a:pt x="4942160" y="2047678"/>
                    <a:pt x="4941074" y="2047252"/>
                    <a:pt x="4939982" y="2046592"/>
                  </a:cubicBezTo>
                  <a:cubicBezTo>
                    <a:pt x="4938452" y="2045506"/>
                    <a:pt x="4938223" y="2043734"/>
                    <a:pt x="4936496" y="2043080"/>
                  </a:cubicBezTo>
                  <a:cubicBezTo>
                    <a:pt x="4934089" y="2042242"/>
                    <a:pt x="4932089" y="2042242"/>
                    <a:pt x="4929473" y="2042242"/>
                  </a:cubicBezTo>
                  <a:cubicBezTo>
                    <a:pt x="4928139" y="2042242"/>
                    <a:pt x="4927079" y="2041963"/>
                    <a:pt x="4925980" y="2042242"/>
                  </a:cubicBezTo>
                  <a:cubicBezTo>
                    <a:pt x="4924863" y="2042439"/>
                    <a:pt x="4923567" y="2042871"/>
                    <a:pt x="4922475" y="2043080"/>
                  </a:cubicBezTo>
                  <a:cubicBezTo>
                    <a:pt x="4920741" y="2043734"/>
                    <a:pt x="4920741" y="2045931"/>
                    <a:pt x="4918983" y="2046592"/>
                  </a:cubicBezTo>
                  <a:cubicBezTo>
                    <a:pt x="4917890" y="2047011"/>
                    <a:pt x="4916570" y="2047011"/>
                    <a:pt x="4915465" y="2047462"/>
                  </a:cubicBezTo>
                  <a:cubicBezTo>
                    <a:pt x="4914379" y="2047913"/>
                    <a:pt x="4913058" y="2048128"/>
                    <a:pt x="4911966" y="2048332"/>
                  </a:cubicBezTo>
                  <a:cubicBezTo>
                    <a:pt x="4910410" y="2048757"/>
                    <a:pt x="4909978" y="2050497"/>
                    <a:pt x="4908454" y="2050961"/>
                  </a:cubicBezTo>
                  <a:cubicBezTo>
                    <a:pt x="4906924" y="2051418"/>
                    <a:pt x="4905603" y="2051177"/>
                    <a:pt x="4904105" y="2051843"/>
                  </a:cubicBezTo>
                  <a:cubicBezTo>
                    <a:pt x="4902993" y="2052281"/>
                    <a:pt x="4901704" y="2052065"/>
                    <a:pt x="4900593" y="2052732"/>
                  </a:cubicBezTo>
                  <a:cubicBezTo>
                    <a:pt x="4899501" y="2053380"/>
                    <a:pt x="4900777" y="2055564"/>
                    <a:pt x="4899710" y="2056231"/>
                  </a:cubicBezTo>
                  <a:cubicBezTo>
                    <a:pt x="4897513" y="2057552"/>
                    <a:pt x="4895100" y="2056682"/>
                    <a:pt x="4892700" y="2057107"/>
                  </a:cubicBezTo>
                  <a:cubicBezTo>
                    <a:pt x="4891182" y="2057311"/>
                    <a:pt x="4889874" y="2056441"/>
                    <a:pt x="4888325" y="2057107"/>
                  </a:cubicBezTo>
                  <a:cubicBezTo>
                    <a:pt x="4886794" y="2057736"/>
                    <a:pt x="4886991" y="2059705"/>
                    <a:pt x="4885683" y="2060613"/>
                  </a:cubicBezTo>
                  <a:cubicBezTo>
                    <a:pt x="4884388" y="2061451"/>
                    <a:pt x="4883289" y="2062162"/>
                    <a:pt x="4882197" y="2063222"/>
                  </a:cubicBezTo>
                  <a:cubicBezTo>
                    <a:pt x="4880667" y="2064772"/>
                    <a:pt x="4878698" y="2065401"/>
                    <a:pt x="4878698" y="2067617"/>
                  </a:cubicBezTo>
                  <a:lnTo>
                    <a:pt x="4878698" y="2069344"/>
                  </a:lnTo>
                  <a:cubicBezTo>
                    <a:pt x="4878470" y="2070912"/>
                    <a:pt x="4880019" y="2071547"/>
                    <a:pt x="4880457" y="2072855"/>
                  </a:cubicBezTo>
                  <a:close/>
                  <a:moveTo>
                    <a:pt x="4896218" y="1880234"/>
                  </a:moveTo>
                  <a:cubicBezTo>
                    <a:pt x="4895100" y="1880666"/>
                    <a:pt x="4895989" y="1882635"/>
                    <a:pt x="4895367" y="1883752"/>
                  </a:cubicBezTo>
                  <a:lnTo>
                    <a:pt x="4836909" y="1883752"/>
                  </a:lnTo>
                  <a:cubicBezTo>
                    <a:pt x="4833175" y="1883752"/>
                    <a:pt x="4833175" y="1888547"/>
                    <a:pt x="4829663" y="1889867"/>
                  </a:cubicBezTo>
                  <a:cubicBezTo>
                    <a:pt x="4827263" y="1890750"/>
                    <a:pt x="4825307" y="1890502"/>
                    <a:pt x="4822666" y="1890750"/>
                  </a:cubicBezTo>
                  <a:cubicBezTo>
                    <a:pt x="4818475" y="1890947"/>
                    <a:pt x="4815649" y="1891430"/>
                    <a:pt x="4812125" y="1893360"/>
                  </a:cubicBezTo>
                  <a:cubicBezTo>
                    <a:pt x="4810836" y="1894027"/>
                    <a:pt x="4810385" y="1895563"/>
                    <a:pt x="4809502" y="1896891"/>
                  </a:cubicBezTo>
                  <a:cubicBezTo>
                    <a:pt x="4808423" y="1898643"/>
                    <a:pt x="4807769" y="1900161"/>
                    <a:pt x="4807769" y="1902332"/>
                  </a:cubicBezTo>
                  <a:cubicBezTo>
                    <a:pt x="4807769" y="1904307"/>
                    <a:pt x="4808423" y="1905393"/>
                    <a:pt x="4808639" y="1907381"/>
                  </a:cubicBezTo>
                  <a:cubicBezTo>
                    <a:pt x="4812798" y="1905393"/>
                    <a:pt x="4815211" y="1904104"/>
                    <a:pt x="4819154" y="1902142"/>
                  </a:cubicBezTo>
                  <a:cubicBezTo>
                    <a:pt x="4820272" y="1901678"/>
                    <a:pt x="4821561" y="1901888"/>
                    <a:pt x="4822666" y="1901240"/>
                  </a:cubicBezTo>
                  <a:cubicBezTo>
                    <a:pt x="4823987" y="1900580"/>
                    <a:pt x="4823987" y="1898643"/>
                    <a:pt x="4825307" y="1897773"/>
                  </a:cubicBezTo>
                  <a:cubicBezTo>
                    <a:pt x="4826393" y="1897075"/>
                    <a:pt x="4827454" y="1896649"/>
                    <a:pt x="4828813" y="1895995"/>
                  </a:cubicBezTo>
                  <a:cubicBezTo>
                    <a:pt x="4830133" y="1895328"/>
                    <a:pt x="4830984" y="1894693"/>
                    <a:pt x="4832292" y="1894243"/>
                  </a:cubicBezTo>
                  <a:cubicBezTo>
                    <a:pt x="4833385" y="1893817"/>
                    <a:pt x="4834718" y="1894433"/>
                    <a:pt x="4835785" y="1894243"/>
                  </a:cubicBezTo>
                  <a:cubicBezTo>
                    <a:pt x="4837531" y="1893582"/>
                    <a:pt x="4837976" y="1892026"/>
                    <a:pt x="4839296" y="1890750"/>
                  </a:cubicBezTo>
                  <a:lnTo>
                    <a:pt x="4846294" y="1892496"/>
                  </a:lnTo>
                  <a:lnTo>
                    <a:pt x="4867960" y="1892496"/>
                  </a:lnTo>
                  <a:cubicBezTo>
                    <a:pt x="4869510" y="1892496"/>
                    <a:pt x="4870361" y="1892928"/>
                    <a:pt x="4871681" y="1893360"/>
                  </a:cubicBezTo>
                  <a:cubicBezTo>
                    <a:pt x="4873015" y="1893817"/>
                    <a:pt x="4873885" y="1894693"/>
                    <a:pt x="4875174" y="1895087"/>
                  </a:cubicBezTo>
                  <a:cubicBezTo>
                    <a:pt x="4877168" y="1895995"/>
                    <a:pt x="4878025" y="1898643"/>
                    <a:pt x="4880457" y="1898643"/>
                  </a:cubicBezTo>
                  <a:cubicBezTo>
                    <a:pt x="4882394" y="1898643"/>
                    <a:pt x="4883950" y="1898370"/>
                    <a:pt x="4885683" y="1897773"/>
                  </a:cubicBezTo>
                  <a:cubicBezTo>
                    <a:pt x="4886991" y="1897310"/>
                    <a:pt x="4887912" y="1896649"/>
                    <a:pt x="4889207" y="1895995"/>
                  </a:cubicBezTo>
                  <a:cubicBezTo>
                    <a:pt x="4890509" y="1895328"/>
                    <a:pt x="4890325" y="1893144"/>
                    <a:pt x="4891830" y="1892496"/>
                  </a:cubicBezTo>
                  <a:cubicBezTo>
                    <a:pt x="4892916" y="1892026"/>
                    <a:pt x="4894237" y="1892928"/>
                    <a:pt x="4895367" y="1892496"/>
                  </a:cubicBezTo>
                  <a:lnTo>
                    <a:pt x="4898834" y="1890750"/>
                  </a:lnTo>
                  <a:cubicBezTo>
                    <a:pt x="4900352" y="1890090"/>
                    <a:pt x="4900352" y="1888547"/>
                    <a:pt x="4901450" y="1887264"/>
                  </a:cubicBezTo>
                  <a:cubicBezTo>
                    <a:pt x="4903431" y="1884838"/>
                    <a:pt x="4904282" y="1882635"/>
                    <a:pt x="4904955" y="1879358"/>
                  </a:cubicBezTo>
                  <a:cubicBezTo>
                    <a:pt x="4901450" y="1879358"/>
                    <a:pt x="4899501" y="1878907"/>
                    <a:pt x="4896218" y="1880234"/>
                  </a:cubicBezTo>
                  <a:close/>
                  <a:moveTo>
                    <a:pt x="4794650" y="1954650"/>
                  </a:moveTo>
                  <a:cubicBezTo>
                    <a:pt x="4794650" y="1957266"/>
                    <a:pt x="4796161" y="1959482"/>
                    <a:pt x="4798129" y="1960797"/>
                  </a:cubicBezTo>
                  <a:cubicBezTo>
                    <a:pt x="4799012" y="1961222"/>
                    <a:pt x="4800542" y="1961432"/>
                    <a:pt x="4801647" y="1961654"/>
                  </a:cubicBezTo>
                  <a:cubicBezTo>
                    <a:pt x="4802968" y="1962073"/>
                    <a:pt x="4803863" y="1963185"/>
                    <a:pt x="4805146" y="1963407"/>
                  </a:cubicBezTo>
                  <a:cubicBezTo>
                    <a:pt x="4807527" y="1963839"/>
                    <a:pt x="4809502" y="1963407"/>
                    <a:pt x="4812125" y="1963407"/>
                  </a:cubicBezTo>
                  <a:cubicBezTo>
                    <a:pt x="4812125" y="1965153"/>
                    <a:pt x="4813020" y="1966258"/>
                    <a:pt x="4813020" y="1968030"/>
                  </a:cubicBezTo>
                  <a:cubicBezTo>
                    <a:pt x="4813020" y="1970862"/>
                    <a:pt x="4811280" y="1972170"/>
                    <a:pt x="4810385" y="1974792"/>
                  </a:cubicBezTo>
                  <a:cubicBezTo>
                    <a:pt x="4809959" y="1976113"/>
                    <a:pt x="4808867" y="1977002"/>
                    <a:pt x="4808639" y="1978317"/>
                  </a:cubicBezTo>
                  <a:cubicBezTo>
                    <a:pt x="4808423" y="1979625"/>
                    <a:pt x="4808639" y="1980685"/>
                    <a:pt x="4808639" y="1982247"/>
                  </a:cubicBezTo>
                  <a:cubicBezTo>
                    <a:pt x="4808639" y="1983778"/>
                    <a:pt x="4808423" y="1984851"/>
                    <a:pt x="4808639" y="1986184"/>
                  </a:cubicBezTo>
                  <a:cubicBezTo>
                    <a:pt x="4808867" y="1987727"/>
                    <a:pt x="4810836" y="1988134"/>
                    <a:pt x="4811280" y="1989689"/>
                  </a:cubicBezTo>
                  <a:cubicBezTo>
                    <a:pt x="4811699" y="1991207"/>
                    <a:pt x="4811699" y="1992490"/>
                    <a:pt x="4812125" y="1994058"/>
                  </a:cubicBezTo>
                  <a:cubicBezTo>
                    <a:pt x="4812588" y="1995360"/>
                    <a:pt x="4813458" y="1996255"/>
                    <a:pt x="4813909" y="1997557"/>
                  </a:cubicBezTo>
                  <a:cubicBezTo>
                    <a:pt x="4815211" y="1996681"/>
                    <a:pt x="4816532" y="1996052"/>
                    <a:pt x="4817421" y="1994915"/>
                  </a:cubicBezTo>
                  <a:cubicBezTo>
                    <a:pt x="4818278" y="1993849"/>
                    <a:pt x="4820475" y="1993849"/>
                    <a:pt x="4820888" y="1992331"/>
                  </a:cubicBezTo>
                  <a:cubicBezTo>
                    <a:pt x="4821770" y="1989454"/>
                    <a:pt x="4821770" y="1987486"/>
                    <a:pt x="4821770" y="1984438"/>
                  </a:cubicBezTo>
                  <a:cubicBezTo>
                    <a:pt x="4821770" y="1981834"/>
                    <a:pt x="4821561" y="1980031"/>
                    <a:pt x="4821770" y="1977434"/>
                  </a:cubicBezTo>
                  <a:cubicBezTo>
                    <a:pt x="4821770" y="1975878"/>
                    <a:pt x="4823517" y="1975218"/>
                    <a:pt x="4823517" y="1973687"/>
                  </a:cubicBezTo>
                  <a:lnTo>
                    <a:pt x="4823517" y="1950294"/>
                  </a:lnTo>
                  <a:lnTo>
                    <a:pt x="4834045" y="1950294"/>
                  </a:lnTo>
                  <a:lnTo>
                    <a:pt x="4834045" y="1958136"/>
                  </a:lnTo>
                  <a:lnTo>
                    <a:pt x="4832292" y="1961654"/>
                  </a:lnTo>
                  <a:lnTo>
                    <a:pt x="4833175" y="1965153"/>
                  </a:lnTo>
                  <a:cubicBezTo>
                    <a:pt x="4834464" y="1965394"/>
                    <a:pt x="4835601" y="1966017"/>
                    <a:pt x="4836687" y="1966017"/>
                  </a:cubicBezTo>
                  <a:cubicBezTo>
                    <a:pt x="4837779" y="1966017"/>
                    <a:pt x="4839093" y="1965826"/>
                    <a:pt x="4840185" y="1966017"/>
                  </a:cubicBezTo>
                  <a:cubicBezTo>
                    <a:pt x="4841487" y="1966258"/>
                    <a:pt x="4842376" y="1967566"/>
                    <a:pt x="4843665" y="1967782"/>
                  </a:cubicBezTo>
                  <a:cubicBezTo>
                    <a:pt x="4844764" y="1968030"/>
                    <a:pt x="4846104" y="1968436"/>
                    <a:pt x="4847164" y="1968658"/>
                  </a:cubicBezTo>
                  <a:cubicBezTo>
                    <a:pt x="4848256" y="1968887"/>
                    <a:pt x="4849348" y="1968658"/>
                    <a:pt x="4850657" y="1968658"/>
                  </a:cubicBezTo>
                  <a:lnTo>
                    <a:pt x="4850657" y="1975878"/>
                  </a:lnTo>
                  <a:cubicBezTo>
                    <a:pt x="4850657" y="1977434"/>
                    <a:pt x="4849171" y="1977872"/>
                    <a:pt x="4848923" y="1979193"/>
                  </a:cubicBezTo>
                  <a:cubicBezTo>
                    <a:pt x="4848720" y="1980285"/>
                    <a:pt x="4848053" y="1981561"/>
                    <a:pt x="4848053" y="1982692"/>
                  </a:cubicBezTo>
                  <a:lnTo>
                    <a:pt x="4848053" y="1986622"/>
                  </a:lnTo>
                  <a:cubicBezTo>
                    <a:pt x="4848053" y="1988134"/>
                    <a:pt x="4847831" y="1989232"/>
                    <a:pt x="4848053" y="1990572"/>
                  </a:cubicBezTo>
                  <a:cubicBezTo>
                    <a:pt x="4848256" y="1992064"/>
                    <a:pt x="4850460" y="1992331"/>
                    <a:pt x="4851558" y="1993182"/>
                  </a:cubicBezTo>
                  <a:cubicBezTo>
                    <a:pt x="4852860" y="1994287"/>
                    <a:pt x="4854187" y="1994915"/>
                    <a:pt x="4856118" y="1994915"/>
                  </a:cubicBezTo>
                  <a:lnTo>
                    <a:pt x="4867313" y="1994915"/>
                  </a:lnTo>
                  <a:cubicBezTo>
                    <a:pt x="4867535" y="1993626"/>
                    <a:pt x="4868208" y="1992756"/>
                    <a:pt x="4868208" y="1991417"/>
                  </a:cubicBezTo>
                  <a:lnTo>
                    <a:pt x="4868208" y="1986413"/>
                  </a:lnTo>
                  <a:cubicBezTo>
                    <a:pt x="4868208" y="1982882"/>
                    <a:pt x="4868430" y="1980685"/>
                    <a:pt x="4867313" y="1977434"/>
                  </a:cubicBezTo>
                  <a:cubicBezTo>
                    <a:pt x="4866874" y="1976113"/>
                    <a:pt x="4864912" y="1976539"/>
                    <a:pt x="4863801" y="1975675"/>
                  </a:cubicBezTo>
                  <a:cubicBezTo>
                    <a:pt x="4862499" y="1974602"/>
                    <a:pt x="4861629" y="1973465"/>
                    <a:pt x="4860309" y="1972170"/>
                  </a:cubicBezTo>
                  <a:cubicBezTo>
                    <a:pt x="4859210" y="1971071"/>
                    <a:pt x="4857438" y="1970862"/>
                    <a:pt x="4856803" y="1969535"/>
                  </a:cubicBezTo>
                  <a:cubicBezTo>
                    <a:pt x="4855933" y="1967782"/>
                    <a:pt x="4855076" y="1966467"/>
                    <a:pt x="4855076" y="1964302"/>
                  </a:cubicBezTo>
                  <a:cubicBezTo>
                    <a:pt x="4855076" y="1962073"/>
                    <a:pt x="4856587" y="1961222"/>
                    <a:pt x="4856803" y="1959013"/>
                  </a:cubicBezTo>
                  <a:lnTo>
                    <a:pt x="4856803" y="1955545"/>
                  </a:lnTo>
                  <a:cubicBezTo>
                    <a:pt x="4856803" y="1954206"/>
                    <a:pt x="4857254" y="1953113"/>
                    <a:pt x="4856803" y="1952047"/>
                  </a:cubicBezTo>
                  <a:cubicBezTo>
                    <a:pt x="4856118" y="1950497"/>
                    <a:pt x="4854403" y="1950681"/>
                    <a:pt x="4853324" y="1949392"/>
                  </a:cubicBezTo>
                  <a:cubicBezTo>
                    <a:pt x="4852187" y="1948116"/>
                    <a:pt x="4851761" y="1947030"/>
                    <a:pt x="4850657" y="1945893"/>
                  </a:cubicBezTo>
                  <a:cubicBezTo>
                    <a:pt x="4849571" y="1944808"/>
                    <a:pt x="4848479" y="1944141"/>
                    <a:pt x="4847164" y="1943271"/>
                  </a:cubicBezTo>
                  <a:cubicBezTo>
                    <a:pt x="4845843" y="1942388"/>
                    <a:pt x="4844122" y="1943525"/>
                    <a:pt x="4842789" y="1942388"/>
                  </a:cubicBezTo>
                  <a:cubicBezTo>
                    <a:pt x="4841913" y="1941722"/>
                    <a:pt x="4842598" y="1939759"/>
                    <a:pt x="4841913" y="1938908"/>
                  </a:cubicBezTo>
                  <a:lnTo>
                    <a:pt x="4842789" y="1932762"/>
                  </a:lnTo>
                  <a:cubicBezTo>
                    <a:pt x="4847164" y="1932762"/>
                    <a:pt x="4850041" y="1933860"/>
                    <a:pt x="4854187" y="1932762"/>
                  </a:cubicBezTo>
                  <a:cubicBezTo>
                    <a:pt x="4855692" y="1932565"/>
                    <a:pt x="4856118" y="1930577"/>
                    <a:pt x="4857680" y="1930120"/>
                  </a:cubicBezTo>
                  <a:cubicBezTo>
                    <a:pt x="4858772" y="1929923"/>
                    <a:pt x="4860067" y="1929479"/>
                    <a:pt x="4861179" y="1929250"/>
                  </a:cubicBezTo>
                  <a:cubicBezTo>
                    <a:pt x="4865122" y="1928615"/>
                    <a:pt x="4867732" y="1929923"/>
                    <a:pt x="4871681" y="1929250"/>
                  </a:cubicBezTo>
                  <a:cubicBezTo>
                    <a:pt x="4872774" y="1929047"/>
                    <a:pt x="4874082" y="1929479"/>
                    <a:pt x="4875174" y="1929250"/>
                  </a:cubicBezTo>
                  <a:cubicBezTo>
                    <a:pt x="4876939" y="1928818"/>
                    <a:pt x="4877816" y="1926856"/>
                    <a:pt x="4877816" y="1924881"/>
                  </a:cubicBezTo>
                  <a:cubicBezTo>
                    <a:pt x="4877816" y="1923345"/>
                    <a:pt x="4876507" y="1922716"/>
                    <a:pt x="4876057" y="1921376"/>
                  </a:cubicBezTo>
                  <a:cubicBezTo>
                    <a:pt x="4875415" y="1919858"/>
                    <a:pt x="4874526" y="1918773"/>
                    <a:pt x="4873447" y="1917852"/>
                  </a:cubicBezTo>
                  <a:cubicBezTo>
                    <a:pt x="4872367" y="1917014"/>
                    <a:pt x="4871015" y="1916760"/>
                    <a:pt x="4869954" y="1916125"/>
                  </a:cubicBezTo>
                  <a:cubicBezTo>
                    <a:pt x="4868621" y="1915267"/>
                    <a:pt x="4867732" y="1914169"/>
                    <a:pt x="4866443" y="1913515"/>
                  </a:cubicBezTo>
                  <a:cubicBezTo>
                    <a:pt x="4865122" y="1912823"/>
                    <a:pt x="4864468" y="1911089"/>
                    <a:pt x="4862931" y="1910880"/>
                  </a:cubicBezTo>
                  <a:lnTo>
                    <a:pt x="4859445" y="1910880"/>
                  </a:lnTo>
                  <a:cubicBezTo>
                    <a:pt x="4858137" y="1910880"/>
                    <a:pt x="4857013" y="1910664"/>
                    <a:pt x="4855933" y="1910880"/>
                  </a:cubicBezTo>
                  <a:cubicBezTo>
                    <a:pt x="4854613" y="1911337"/>
                    <a:pt x="4853724" y="1911978"/>
                    <a:pt x="4852409" y="1912632"/>
                  </a:cubicBezTo>
                  <a:cubicBezTo>
                    <a:pt x="4850891" y="1913293"/>
                    <a:pt x="4850891" y="1915045"/>
                    <a:pt x="4849787" y="1916125"/>
                  </a:cubicBezTo>
                  <a:cubicBezTo>
                    <a:pt x="4846510" y="1919433"/>
                    <a:pt x="4843894" y="1922481"/>
                    <a:pt x="4839296" y="1923129"/>
                  </a:cubicBezTo>
                  <a:cubicBezTo>
                    <a:pt x="4836909" y="1923586"/>
                    <a:pt x="4834718" y="1922716"/>
                    <a:pt x="4832292" y="1922265"/>
                  </a:cubicBezTo>
                  <a:cubicBezTo>
                    <a:pt x="4831181" y="1922043"/>
                    <a:pt x="4829860" y="1921617"/>
                    <a:pt x="4828813" y="1921376"/>
                  </a:cubicBezTo>
                  <a:cubicBezTo>
                    <a:pt x="4826146" y="1920735"/>
                    <a:pt x="4824387" y="1919624"/>
                    <a:pt x="4821770" y="1918773"/>
                  </a:cubicBezTo>
                  <a:cubicBezTo>
                    <a:pt x="4820888" y="1918544"/>
                    <a:pt x="4820272" y="1917014"/>
                    <a:pt x="4819154" y="1917014"/>
                  </a:cubicBezTo>
                  <a:lnTo>
                    <a:pt x="4815649" y="1917014"/>
                  </a:lnTo>
                  <a:cubicBezTo>
                    <a:pt x="4813693" y="1917230"/>
                    <a:pt x="4813249" y="1918989"/>
                    <a:pt x="4812125" y="1920513"/>
                  </a:cubicBezTo>
                  <a:cubicBezTo>
                    <a:pt x="4810385" y="1922926"/>
                    <a:pt x="4808867" y="1924665"/>
                    <a:pt x="4807769" y="1927510"/>
                  </a:cubicBezTo>
                  <a:cubicBezTo>
                    <a:pt x="4807115" y="1929250"/>
                    <a:pt x="4807972" y="1930984"/>
                    <a:pt x="4807769" y="1932762"/>
                  </a:cubicBezTo>
                  <a:cubicBezTo>
                    <a:pt x="4807527" y="1934102"/>
                    <a:pt x="4806035" y="1934711"/>
                    <a:pt x="4806035" y="1936254"/>
                  </a:cubicBezTo>
                  <a:cubicBezTo>
                    <a:pt x="4806035" y="1937575"/>
                    <a:pt x="4806270" y="1938667"/>
                    <a:pt x="4806035" y="1939759"/>
                  </a:cubicBezTo>
                  <a:cubicBezTo>
                    <a:pt x="4805807" y="1940877"/>
                    <a:pt x="4806676" y="1942166"/>
                    <a:pt x="4806035" y="1943271"/>
                  </a:cubicBezTo>
                  <a:cubicBezTo>
                    <a:pt x="4805146" y="1944604"/>
                    <a:pt x="4803863" y="1944998"/>
                    <a:pt x="4802517" y="1945893"/>
                  </a:cubicBezTo>
                  <a:cubicBezTo>
                    <a:pt x="4801647" y="1946363"/>
                    <a:pt x="4799888" y="1945258"/>
                    <a:pt x="4799012" y="1945893"/>
                  </a:cubicBezTo>
                  <a:cubicBezTo>
                    <a:pt x="4797717" y="1946751"/>
                    <a:pt x="4797253" y="1948116"/>
                    <a:pt x="4796396" y="1949392"/>
                  </a:cubicBezTo>
                  <a:cubicBezTo>
                    <a:pt x="4795316" y="1950942"/>
                    <a:pt x="4794650" y="1952447"/>
                    <a:pt x="4794650" y="1954650"/>
                  </a:cubicBezTo>
                  <a:close/>
                  <a:moveTo>
                    <a:pt x="4959248" y="1860994"/>
                  </a:moveTo>
                  <a:cubicBezTo>
                    <a:pt x="4957292" y="1863610"/>
                    <a:pt x="4955527" y="1865579"/>
                    <a:pt x="4953120" y="1867992"/>
                  </a:cubicBezTo>
                  <a:cubicBezTo>
                    <a:pt x="4951812" y="1869281"/>
                    <a:pt x="4951133" y="1870602"/>
                    <a:pt x="4949640" y="1871491"/>
                  </a:cubicBezTo>
                  <a:cubicBezTo>
                    <a:pt x="4948307" y="1872106"/>
                    <a:pt x="4947646" y="1873478"/>
                    <a:pt x="4946091" y="1874119"/>
                  </a:cubicBezTo>
                  <a:cubicBezTo>
                    <a:pt x="4945011" y="1874558"/>
                    <a:pt x="4943494" y="1873478"/>
                    <a:pt x="4942598" y="1874119"/>
                  </a:cubicBezTo>
                  <a:cubicBezTo>
                    <a:pt x="4941735" y="1874761"/>
                    <a:pt x="4941957" y="1876488"/>
                    <a:pt x="4941735" y="1877593"/>
                  </a:cubicBezTo>
                  <a:lnTo>
                    <a:pt x="4941735" y="1879358"/>
                  </a:lnTo>
                  <a:cubicBezTo>
                    <a:pt x="4941735" y="1882844"/>
                    <a:pt x="4943494" y="1884622"/>
                    <a:pt x="4943494" y="1888115"/>
                  </a:cubicBezTo>
                  <a:cubicBezTo>
                    <a:pt x="4943494" y="1889436"/>
                    <a:pt x="4942598" y="1890293"/>
                    <a:pt x="4942598" y="1891614"/>
                  </a:cubicBezTo>
                  <a:cubicBezTo>
                    <a:pt x="4942598" y="1894243"/>
                    <a:pt x="4943278" y="1896186"/>
                    <a:pt x="4942598" y="1898643"/>
                  </a:cubicBezTo>
                  <a:cubicBezTo>
                    <a:pt x="4942160" y="1900161"/>
                    <a:pt x="4940655" y="1900580"/>
                    <a:pt x="4939982" y="1902142"/>
                  </a:cubicBezTo>
                  <a:cubicBezTo>
                    <a:pt x="4939093" y="1904530"/>
                    <a:pt x="4937798" y="1906301"/>
                    <a:pt x="4937798" y="1908886"/>
                  </a:cubicBezTo>
                  <a:cubicBezTo>
                    <a:pt x="4937798" y="1910454"/>
                    <a:pt x="4938223" y="1911089"/>
                    <a:pt x="4938223" y="1912632"/>
                  </a:cubicBezTo>
                  <a:cubicBezTo>
                    <a:pt x="4938223" y="1915267"/>
                    <a:pt x="4937798" y="1917014"/>
                    <a:pt x="4937798" y="1919624"/>
                  </a:cubicBezTo>
                  <a:cubicBezTo>
                    <a:pt x="4939334" y="1919858"/>
                    <a:pt x="4940223" y="1919433"/>
                    <a:pt x="4941735" y="1919624"/>
                  </a:cubicBezTo>
                  <a:cubicBezTo>
                    <a:pt x="4943278" y="1919858"/>
                    <a:pt x="4943690" y="1921376"/>
                    <a:pt x="4945253" y="1921376"/>
                  </a:cubicBezTo>
                  <a:cubicBezTo>
                    <a:pt x="4947888" y="1921376"/>
                    <a:pt x="4949640" y="1920278"/>
                    <a:pt x="4952237" y="1919624"/>
                  </a:cubicBezTo>
                  <a:cubicBezTo>
                    <a:pt x="4952466" y="1916322"/>
                    <a:pt x="4953120" y="1914588"/>
                    <a:pt x="4953120" y="1911337"/>
                  </a:cubicBezTo>
                  <a:cubicBezTo>
                    <a:pt x="4953120" y="1907381"/>
                    <a:pt x="4952466" y="1905171"/>
                    <a:pt x="4952237" y="1901240"/>
                  </a:cubicBezTo>
                  <a:cubicBezTo>
                    <a:pt x="4952911" y="1901240"/>
                    <a:pt x="4953342" y="1900396"/>
                    <a:pt x="4953971" y="1900396"/>
                  </a:cubicBezTo>
                  <a:cubicBezTo>
                    <a:pt x="4958816" y="1900161"/>
                    <a:pt x="4961426" y="1900161"/>
                    <a:pt x="4966271" y="1900396"/>
                  </a:cubicBezTo>
                  <a:cubicBezTo>
                    <a:pt x="4967573" y="1900396"/>
                    <a:pt x="4968430" y="1901037"/>
                    <a:pt x="4969757" y="1901240"/>
                  </a:cubicBezTo>
                  <a:cubicBezTo>
                    <a:pt x="4969986" y="1898827"/>
                    <a:pt x="4970640" y="1897773"/>
                    <a:pt x="4970640" y="1895328"/>
                  </a:cubicBezTo>
                  <a:cubicBezTo>
                    <a:pt x="4970640" y="1892928"/>
                    <a:pt x="4969319" y="1891823"/>
                    <a:pt x="4967985" y="1889867"/>
                  </a:cubicBezTo>
                  <a:cubicBezTo>
                    <a:pt x="4967344" y="1888743"/>
                    <a:pt x="4964493" y="1889652"/>
                    <a:pt x="4964493" y="1888115"/>
                  </a:cubicBezTo>
                  <a:cubicBezTo>
                    <a:pt x="4964493" y="1886788"/>
                    <a:pt x="4965369" y="1885937"/>
                    <a:pt x="4965369" y="1884622"/>
                  </a:cubicBezTo>
                  <a:cubicBezTo>
                    <a:pt x="4965160" y="1882844"/>
                    <a:pt x="4965369" y="1882006"/>
                    <a:pt x="4965369" y="1880234"/>
                  </a:cubicBezTo>
                  <a:cubicBezTo>
                    <a:pt x="4964042" y="1880038"/>
                    <a:pt x="4963191" y="1879358"/>
                    <a:pt x="4961870" y="1879358"/>
                  </a:cubicBezTo>
                  <a:cubicBezTo>
                    <a:pt x="4959248" y="1879358"/>
                    <a:pt x="4957476" y="1880038"/>
                    <a:pt x="4954879" y="1880234"/>
                  </a:cubicBezTo>
                  <a:lnTo>
                    <a:pt x="4954879" y="1875199"/>
                  </a:lnTo>
                  <a:cubicBezTo>
                    <a:pt x="4954879" y="1873662"/>
                    <a:pt x="4955273" y="1872824"/>
                    <a:pt x="4955749" y="1871491"/>
                  </a:cubicBezTo>
                  <a:cubicBezTo>
                    <a:pt x="4956397" y="1869947"/>
                    <a:pt x="4958613" y="1870379"/>
                    <a:pt x="4959248" y="1868874"/>
                  </a:cubicBezTo>
                  <a:cubicBezTo>
                    <a:pt x="4959692" y="1867750"/>
                    <a:pt x="4960118" y="1866671"/>
                    <a:pt x="4960118" y="1865350"/>
                  </a:cubicBezTo>
                  <a:cubicBezTo>
                    <a:pt x="4960118" y="1863610"/>
                    <a:pt x="4959248" y="1862721"/>
                    <a:pt x="4959248" y="1860994"/>
                  </a:cubicBezTo>
                  <a:close/>
                  <a:moveTo>
                    <a:pt x="4937372" y="1956396"/>
                  </a:moveTo>
                  <a:cubicBezTo>
                    <a:pt x="4935169" y="1955304"/>
                    <a:pt x="4932762" y="1955063"/>
                    <a:pt x="4930362" y="1954650"/>
                  </a:cubicBezTo>
                  <a:cubicBezTo>
                    <a:pt x="4927974" y="1954206"/>
                    <a:pt x="4925758" y="1953342"/>
                    <a:pt x="4923351" y="1952917"/>
                  </a:cubicBezTo>
                  <a:lnTo>
                    <a:pt x="4922475" y="1959908"/>
                  </a:lnTo>
                  <a:cubicBezTo>
                    <a:pt x="4923567" y="1960981"/>
                    <a:pt x="4923777" y="1962734"/>
                    <a:pt x="4925110" y="1963407"/>
                  </a:cubicBezTo>
                  <a:lnTo>
                    <a:pt x="4928622" y="1965153"/>
                  </a:lnTo>
                  <a:cubicBezTo>
                    <a:pt x="4929930" y="1965826"/>
                    <a:pt x="4930781" y="1966017"/>
                    <a:pt x="4932311" y="1966017"/>
                  </a:cubicBezTo>
                  <a:lnTo>
                    <a:pt x="4939093" y="1966017"/>
                  </a:lnTo>
                  <a:lnTo>
                    <a:pt x="4939093" y="1959908"/>
                  </a:lnTo>
                  <a:cubicBezTo>
                    <a:pt x="4938223" y="1958803"/>
                    <a:pt x="4938661" y="1957050"/>
                    <a:pt x="4937372" y="1956396"/>
                  </a:cubicBezTo>
                  <a:close/>
                  <a:moveTo>
                    <a:pt x="4951374" y="1953774"/>
                  </a:moveTo>
                  <a:cubicBezTo>
                    <a:pt x="4951374" y="1955063"/>
                    <a:pt x="4950517" y="1955952"/>
                    <a:pt x="4950517" y="1957266"/>
                  </a:cubicBezTo>
                  <a:cubicBezTo>
                    <a:pt x="4950517" y="1958803"/>
                    <a:pt x="4952009" y="1959482"/>
                    <a:pt x="4952237" y="1960797"/>
                  </a:cubicBezTo>
                  <a:lnTo>
                    <a:pt x="4962531" y="1960797"/>
                  </a:lnTo>
                  <a:cubicBezTo>
                    <a:pt x="4965369" y="1960797"/>
                    <a:pt x="4966900" y="1959908"/>
                    <a:pt x="4969757" y="1959908"/>
                  </a:cubicBezTo>
                  <a:cubicBezTo>
                    <a:pt x="4971072" y="1959908"/>
                    <a:pt x="4971929" y="1960797"/>
                    <a:pt x="4973275" y="1960797"/>
                  </a:cubicBezTo>
                  <a:lnTo>
                    <a:pt x="4976749" y="1960797"/>
                  </a:lnTo>
                  <a:cubicBezTo>
                    <a:pt x="4977853" y="1960797"/>
                    <a:pt x="4979174" y="1961432"/>
                    <a:pt x="4980241" y="1961654"/>
                  </a:cubicBezTo>
                  <a:cubicBezTo>
                    <a:pt x="4981365" y="1961889"/>
                    <a:pt x="4982654" y="1962327"/>
                    <a:pt x="4983778" y="1962518"/>
                  </a:cubicBezTo>
                  <a:cubicBezTo>
                    <a:pt x="4984845" y="1962734"/>
                    <a:pt x="4986172" y="1963185"/>
                    <a:pt x="4987302" y="1963407"/>
                  </a:cubicBezTo>
                  <a:cubicBezTo>
                    <a:pt x="4988788" y="1963839"/>
                    <a:pt x="4989239" y="1965610"/>
                    <a:pt x="4990763" y="1966017"/>
                  </a:cubicBezTo>
                  <a:cubicBezTo>
                    <a:pt x="4993620" y="1966709"/>
                    <a:pt x="4995570" y="1966017"/>
                    <a:pt x="4998669" y="1966017"/>
                  </a:cubicBezTo>
                  <a:cubicBezTo>
                    <a:pt x="4998186" y="1961889"/>
                    <a:pt x="4997780" y="1959660"/>
                    <a:pt x="4998186" y="1955545"/>
                  </a:cubicBezTo>
                  <a:cubicBezTo>
                    <a:pt x="4994694" y="1955063"/>
                    <a:pt x="4992535" y="1955063"/>
                    <a:pt x="4989029" y="1954650"/>
                  </a:cubicBezTo>
                  <a:cubicBezTo>
                    <a:pt x="4986388" y="1954434"/>
                    <a:pt x="4984654" y="1954002"/>
                    <a:pt x="4982025" y="1953774"/>
                  </a:cubicBezTo>
                  <a:cubicBezTo>
                    <a:pt x="4980692" y="1953774"/>
                    <a:pt x="4979816" y="1952917"/>
                    <a:pt x="4978514" y="1952917"/>
                  </a:cubicBezTo>
                  <a:lnTo>
                    <a:pt x="4975002" y="1952917"/>
                  </a:lnTo>
                  <a:cubicBezTo>
                    <a:pt x="4972602" y="1952688"/>
                    <a:pt x="4970411" y="1951596"/>
                    <a:pt x="4967985" y="1951151"/>
                  </a:cubicBezTo>
                  <a:cubicBezTo>
                    <a:pt x="4964709" y="1950497"/>
                    <a:pt x="4962728" y="1949392"/>
                    <a:pt x="4959248" y="1949392"/>
                  </a:cubicBezTo>
                  <a:cubicBezTo>
                    <a:pt x="4957292" y="1949392"/>
                    <a:pt x="4955273" y="1948961"/>
                    <a:pt x="4953971" y="1950294"/>
                  </a:cubicBezTo>
                  <a:cubicBezTo>
                    <a:pt x="4953120" y="1951151"/>
                    <a:pt x="4953800" y="1952688"/>
                    <a:pt x="4953120" y="1953774"/>
                  </a:cubicBezTo>
                  <a:cubicBezTo>
                    <a:pt x="4952466" y="1954898"/>
                    <a:pt x="4951812" y="1955952"/>
                    <a:pt x="4951374" y="1957266"/>
                  </a:cubicBezTo>
                  <a:close/>
                  <a:moveTo>
                    <a:pt x="4982895" y="1933651"/>
                  </a:moveTo>
                  <a:lnTo>
                    <a:pt x="4982895" y="1937169"/>
                  </a:lnTo>
                  <a:cubicBezTo>
                    <a:pt x="4983124" y="1939340"/>
                    <a:pt x="4983549" y="1940661"/>
                    <a:pt x="4983778" y="1942826"/>
                  </a:cubicBezTo>
                  <a:cubicBezTo>
                    <a:pt x="4988159" y="1942604"/>
                    <a:pt x="4990337" y="1942388"/>
                    <a:pt x="4994694" y="1942826"/>
                  </a:cubicBezTo>
                  <a:lnTo>
                    <a:pt x="4994694" y="1931885"/>
                  </a:lnTo>
                  <a:lnTo>
                    <a:pt x="4984654" y="1931885"/>
                  </a:lnTo>
                  <a:lnTo>
                    <a:pt x="4984654" y="1937169"/>
                  </a:lnTo>
                  <a:close/>
                  <a:moveTo>
                    <a:pt x="5000415" y="1911762"/>
                  </a:moveTo>
                  <a:cubicBezTo>
                    <a:pt x="5003253" y="1908886"/>
                    <a:pt x="5005647" y="1906949"/>
                    <a:pt x="5005647" y="1902999"/>
                  </a:cubicBezTo>
                  <a:cubicBezTo>
                    <a:pt x="5005647" y="1900802"/>
                    <a:pt x="5003901" y="1899494"/>
                    <a:pt x="5002136" y="1898643"/>
                  </a:cubicBezTo>
                  <a:cubicBezTo>
                    <a:pt x="5000828" y="1897938"/>
                    <a:pt x="5000174" y="1896891"/>
                    <a:pt x="4998669" y="1896891"/>
                  </a:cubicBezTo>
                  <a:lnTo>
                    <a:pt x="4995176" y="1896891"/>
                  </a:lnTo>
                  <a:cubicBezTo>
                    <a:pt x="4993843" y="1896891"/>
                    <a:pt x="4992535" y="1896186"/>
                    <a:pt x="4991627" y="1896891"/>
                  </a:cubicBezTo>
                  <a:cubicBezTo>
                    <a:pt x="4990763" y="1897526"/>
                    <a:pt x="4991417" y="1899259"/>
                    <a:pt x="4990763" y="1900396"/>
                  </a:cubicBezTo>
                  <a:cubicBezTo>
                    <a:pt x="4989239" y="1902999"/>
                    <a:pt x="4988617" y="1904745"/>
                    <a:pt x="4987302" y="1907381"/>
                  </a:cubicBezTo>
                  <a:cubicBezTo>
                    <a:pt x="4989677" y="1908886"/>
                    <a:pt x="4991627" y="1910664"/>
                    <a:pt x="4994255" y="1911762"/>
                  </a:cubicBezTo>
                  <a:cubicBezTo>
                    <a:pt x="4995354" y="1912200"/>
                    <a:pt x="4999113" y="1911521"/>
                    <a:pt x="5000415" y="1911762"/>
                  </a:cubicBezTo>
                  <a:close/>
                  <a:moveTo>
                    <a:pt x="5004758" y="1917852"/>
                  </a:moveTo>
                  <a:cubicBezTo>
                    <a:pt x="5003012" y="1918119"/>
                    <a:pt x="5001939" y="1917426"/>
                    <a:pt x="5000415" y="1917852"/>
                  </a:cubicBezTo>
                  <a:cubicBezTo>
                    <a:pt x="4997564" y="1918773"/>
                    <a:pt x="4996027" y="1920087"/>
                    <a:pt x="4993398" y="1921376"/>
                  </a:cubicBezTo>
                  <a:lnTo>
                    <a:pt x="4994255" y="1924881"/>
                  </a:lnTo>
                  <a:cubicBezTo>
                    <a:pt x="4995354" y="1925091"/>
                    <a:pt x="4996694" y="1925339"/>
                    <a:pt x="4997780" y="1925732"/>
                  </a:cubicBezTo>
                  <a:cubicBezTo>
                    <a:pt x="4999113" y="1926215"/>
                    <a:pt x="4999983" y="1927072"/>
                    <a:pt x="5001291" y="1927510"/>
                  </a:cubicBezTo>
                  <a:cubicBezTo>
                    <a:pt x="5002593" y="1927948"/>
                    <a:pt x="5003469" y="1929047"/>
                    <a:pt x="5004758" y="1929250"/>
                  </a:cubicBezTo>
                  <a:cubicBezTo>
                    <a:pt x="5005882" y="1929479"/>
                    <a:pt x="5007190" y="1929250"/>
                    <a:pt x="5008257" y="1929250"/>
                  </a:cubicBezTo>
                  <a:cubicBezTo>
                    <a:pt x="5009800" y="1929479"/>
                    <a:pt x="5011121" y="1928615"/>
                    <a:pt x="5012645" y="1929250"/>
                  </a:cubicBezTo>
                  <a:cubicBezTo>
                    <a:pt x="5014207" y="1929923"/>
                    <a:pt x="5014855" y="1930984"/>
                    <a:pt x="5016150" y="1931885"/>
                  </a:cubicBezTo>
                  <a:cubicBezTo>
                    <a:pt x="5017046" y="1932311"/>
                    <a:pt x="5016595" y="1934311"/>
                    <a:pt x="5017046" y="1935403"/>
                  </a:cubicBezTo>
                  <a:cubicBezTo>
                    <a:pt x="5017687" y="1936934"/>
                    <a:pt x="5017884" y="1939340"/>
                    <a:pt x="5019668" y="1939759"/>
                  </a:cubicBezTo>
                  <a:cubicBezTo>
                    <a:pt x="5020767" y="1940001"/>
                    <a:pt x="5021846" y="1939759"/>
                    <a:pt x="5023167" y="1939759"/>
                  </a:cubicBezTo>
                  <a:lnTo>
                    <a:pt x="5026660" y="1939759"/>
                  </a:lnTo>
                  <a:cubicBezTo>
                    <a:pt x="5028628" y="1939759"/>
                    <a:pt x="5029962" y="1938458"/>
                    <a:pt x="5031898" y="1938458"/>
                  </a:cubicBezTo>
                  <a:cubicBezTo>
                    <a:pt x="5032794" y="1938458"/>
                    <a:pt x="5032794" y="1937169"/>
                    <a:pt x="5033645" y="1937169"/>
                  </a:cubicBezTo>
                  <a:cubicBezTo>
                    <a:pt x="5034978" y="1937169"/>
                    <a:pt x="5035861" y="1938039"/>
                    <a:pt x="5037181" y="1938039"/>
                  </a:cubicBezTo>
                  <a:cubicBezTo>
                    <a:pt x="5038490" y="1938039"/>
                    <a:pt x="5039366" y="1938908"/>
                    <a:pt x="5040687" y="1938908"/>
                  </a:cubicBezTo>
                  <a:cubicBezTo>
                    <a:pt x="5042871" y="1939080"/>
                    <a:pt x="5044179" y="1938908"/>
                    <a:pt x="5046357" y="1938908"/>
                  </a:cubicBezTo>
                  <a:cubicBezTo>
                    <a:pt x="5048542" y="1938908"/>
                    <a:pt x="5050085" y="1939080"/>
                    <a:pt x="5052079" y="1938908"/>
                  </a:cubicBezTo>
                  <a:cubicBezTo>
                    <a:pt x="5053596" y="1938667"/>
                    <a:pt x="5054022" y="1936934"/>
                    <a:pt x="5055539" y="1936254"/>
                  </a:cubicBezTo>
                  <a:cubicBezTo>
                    <a:pt x="5054904" y="1935149"/>
                    <a:pt x="5055342" y="1933651"/>
                    <a:pt x="5054688" y="1932762"/>
                  </a:cubicBezTo>
                  <a:cubicBezTo>
                    <a:pt x="5053837" y="1931701"/>
                    <a:pt x="5051825" y="1932311"/>
                    <a:pt x="5051196" y="1930984"/>
                  </a:cubicBezTo>
                  <a:cubicBezTo>
                    <a:pt x="5049437" y="1927294"/>
                    <a:pt x="5051380" y="1924665"/>
                    <a:pt x="5051196" y="1920513"/>
                  </a:cubicBezTo>
                  <a:cubicBezTo>
                    <a:pt x="5051196" y="1918773"/>
                    <a:pt x="5051825" y="1917693"/>
                    <a:pt x="5051196" y="1916125"/>
                  </a:cubicBezTo>
                  <a:cubicBezTo>
                    <a:pt x="5050510" y="1914588"/>
                    <a:pt x="5049862" y="1913705"/>
                    <a:pt x="5048542" y="1912632"/>
                  </a:cubicBezTo>
                  <a:cubicBezTo>
                    <a:pt x="5047672" y="1911978"/>
                    <a:pt x="5046154" y="1912200"/>
                    <a:pt x="5045036" y="1911762"/>
                  </a:cubicBezTo>
                  <a:cubicBezTo>
                    <a:pt x="5042420" y="1910454"/>
                    <a:pt x="5040255" y="1909991"/>
                    <a:pt x="5037181" y="1909991"/>
                  </a:cubicBezTo>
                  <a:cubicBezTo>
                    <a:pt x="5034102" y="1909991"/>
                    <a:pt x="5031898" y="1910454"/>
                    <a:pt x="5029301" y="1911762"/>
                  </a:cubicBezTo>
                  <a:cubicBezTo>
                    <a:pt x="5027764" y="1912391"/>
                    <a:pt x="5027326" y="1913940"/>
                    <a:pt x="5025790" y="1914353"/>
                  </a:cubicBezTo>
                  <a:cubicBezTo>
                    <a:pt x="5023408" y="1915045"/>
                    <a:pt x="5021427" y="1915267"/>
                    <a:pt x="5018792" y="1915267"/>
                  </a:cubicBezTo>
                  <a:cubicBezTo>
                    <a:pt x="5016150" y="1915267"/>
                    <a:pt x="5014448" y="1915045"/>
                    <a:pt x="5011788" y="1915267"/>
                  </a:cubicBezTo>
                  <a:cubicBezTo>
                    <a:pt x="5010023" y="1915267"/>
                    <a:pt x="5008708" y="1916125"/>
                    <a:pt x="5007375" y="1917014"/>
                  </a:cubicBezTo>
                  <a:cubicBezTo>
                    <a:pt x="5006066" y="1917852"/>
                    <a:pt x="5004993" y="1918334"/>
                    <a:pt x="5003901" y="1919624"/>
                  </a:cubicBezTo>
                  <a:cubicBezTo>
                    <a:pt x="5003012" y="1920735"/>
                    <a:pt x="5002809" y="1922043"/>
                    <a:pt x="5002136" y="1923129"/>
                  </a:cubicBezTo>
                  <a:close/>
                  <a:moveTo>
                    <a:pt x="5078342" y="1916582"/>
                  </a:moveTo>
                  <a:cubicBezTo>
                    <a:pt x="5078552" y="1918119"/>
                    <a:pt x="5078983" y="1919192"/>
                    <a:pt x="5079199" y="1920513"/>
                  </a:cubicBezTo>
                  <a:cubicBezTo>
                    <a:pt x="5079650" y="1922481"/>
                    <a:pt x="5080958" y="1923776"/>
                    <a:pt x="5080958" y="1925961"/>
                  </a:cubicBezTo>
                  <a:cubicBezTo>
                    <a:pt x="5080958" y="1929720"/>
                    <a:pt x="5080292" y="1931701"/>
                    <a:pt x="5080095" y="1935403"/>
                  </a:cubicBezTo>
                  <a:lnTo>
                    <a:pt x="5097576" y="1935403"/>
                  </a:lnTo>
                  <a:lnTo>
                    <a:pt x="5097576" y="1930984"/>
                  </a:lnTo>
                  <a:lnTo>
                    <a:pt x="5090166" y="1930984"/>
                  </a:lnTo>
                  <a:cubicBezTo>
                    <a:pt x="5090356" y="1928361"/>
                    <a:pt x="5090598" y="1926647"/>
                    <a:pt x="5090598" y="1924018"/>
                  </a:cubicBezTo>
                  <a:cubicBezTo>
                    <a:pt x="5090598" y="1922265"/>
                    <a:pt x="5089702" y="1921376"/>
                    <a:pt x="5089702" y="1919624"/>
                  </a:cubicBezTo>
                  <a:cubicBezTo>
                    <a:pt x="5089702" y="1918544"/>
                    <a:pt x="5090166" y="1917693"/>
                    <a:pt x="5090166" y="1916582"/>
                  </a:cubicBezTo>
                  <a:cubicBezTo>
                    <a:pt x="5085530" y="1916322"/>
                    <a:pt x="5082914" y="1916125"/>
                    <a:pt x="5078342" y="1916582"/>
                  </a:cubicBezTo>
                  <a:close/>
                  <a:moveTo>
                    <a:pt x="4897100" y="1930120"/>
                  </a:moveTo>
                  <a:cubicBezTo>
                    <a:pt x="4895989" y="1930374"/>
                    <a:pt x="4894668" y="1929923"/>
                    <a:pt x="4893564" y="1930120"/>
                  </a:cubicBezTo>
                  <a:cubicBezTo>
                    <a:pt x="4892274" y="1930374"/>
                    <a:pt x="4892700" y="1932762"/>
                    <a:pt x="4891830" y="1933651"/>
                  </a:cubicBezTo>
                  <a:cubicBezTo>
                    <a:pt x="4893360" y="1934311"/>
                    <a:pt x="4893792" y="1936070"/>
                    <a:pt x="4895367" y="1936254"/>
                  </a:cubicBezTo>
                  <a:lnTo>
                    <a:pt x="4898834" y="1936254"/>
                  </a:lnTo>
                  <a:lnTo>
                    <a:pt x="4902339" y="1936254"/>
                  </a:lnTo>
                  <a:cubicBezTo>
                    <a:pt x="4905178" y="1936470"/>
                    <a:pt x="4906702" y="1937169"/>
                    <a:pt x="4909540" y="1937169"/>
                  </a:cubicBezTo>
                  <a:cubicBezTo>
                    <a:pt x="4912182" y="1937169"/>
                    <a:pt x="4913725" y="1936724"/>
                    <a:pt x="4916328" y="1936254"/>
                  </a:cubicBezTo>
                  <a:cubicBezTo>
                    <a:pt x="4916328" y="1935816"/>
                    <a:pt x="4914595" y="1936934"/>
                    <a:pt x="4914595" y="1936254"/>
                  </a:cubicBezTo>
                  <a:cubicBezTo>
                    <a:pt x="4913947" y="1933428"/>
                    <a:pt x="4914595" y="1931701"/>
                    <a:pt x="4914595" y="1928818"/>
                  </a:cubicBezTo>
                  <a:cubicBezTo>
                    <a:pt x="4912658" y="1928818"/>
                    <a:pt x="4911331" y="1928361"/>
                    <a:pt x="4909312" y="1928361"/>
                  </a:cubicBezTo>
                  <a:lnTo>
                    <a:pt x="4898834" y="1928361"/>
                  </a:lnTo>
                  <a:cubicBezTo>
                    <a:pt x="4897513" y="1928361"/>
                    <a:pt x="4898180" y="1929923"/>
                    <a:pt x="4897100" y="1930120"/>
                  </a:cubicBezTo>
                  <a:close/>
                  <a:moveTo>
                    <a:pt x="5036312" y="1967782"/>
                  </a:moveTo>
                  <a:cubicBezTo>
                    <a:pt x="5037181" y="1967363"/>
                    <a:pt x="5038699" y="1968233"/>
                    <a:pt x="5039810" y="1967782"/>
                  </a:cubicBezTo>
                  <a:cubicBezTo>
                    <a:pt x="5041328" y="1967141"/>
                    <a:pt x="5040687" y="1964302"/>
                    <a:pt x="5042420" y="1964302"/>
                  </a:cubicBezTo>
                  <a:cubicBezTo>
                    <a:pt x="5043925" y="1964302"/>
                    <a:pt x="5044382" y="1966017"/>
                    <a:pt x="5045913" y="1966017"/>
                  </a:cubicBezTo>
                  <a:cubicBezTo>
                    <a:pt x="5048542" y="1966017"/>
                    <a:pt x="5050301" y="1965826"/>
                    <a:pt x="5052923" y="1966017"/>
                  </a:cubicBezTo>
                  <a:cubicBezTo>
                    <a:pt x="5054244" y="1966017"/>
                    <a:pt x="5055342" y="1965826"/>
                    <a:pt x="5056435" y="1966017"/>
                  </a:cubicBezTo>
                  <a:cubicBezTo>
                    <a:pt x="5059299" y="1966709"/>
                    <a:pt x="5060810" y="1968233"/>
                    <a:pt x="5063439" y="1969535"/>
                  </a:cubicBezTo>
                  <a:cubicBezTo>
                    <a:pt x="5066499" y="1971071"/>
                    <a:pt x="5067833" y="1973027"/>
                    <a:pt x="5070449" y="1974792"/>
                  </a:cubicBezTo>
                  <a:cubicBezTo>
                    <a:pt x="5071541" y="1975427"/>
                    <a:pt x="5072849" y="1975878"/>
                    <a:pt x="5073935" y="1976539"/>
                  </a:cubicBezTo>
                  <a:cubicBezTo>
                    <a:pt x="5075262" y="1977434"/>
                    <a:pt x="5075053" y="1979358"/>
                    <a:pt x="5076558" y="1980031"/>
                  </a:cubicBezTo>
                  <a:cubicBezTo>
                    <a:pt x="5077682" y="1980469"/>
                    <a:pt x="5078983" y="1979841"/>
                    <a:pt x="5080095" y="1980031"/>
                  </a:cubicBezTo>
                  <a:cubicBezTo>
                    <a:pt x="5081625" y="1980285"/>
                    <a:pt x="5082914" y="1980685"/>
                    <a:pt x="5084445" y="1980945"/>
                  </a:cubicBezTo>
                  <a:cubicBezTo>
                    <a:pt x="5085530" y="1980945"/>
                    <a:pt x="5086642" y="1981834"/>
                    <a:pt x="5087943" y="1981834"/>
                  </a:cubicBezTo>
                  <a:cubicBezTo>
                    <a:pt x="5092331" y="1982247"/>
                    <a:pt x="5095189" y="1980945"/>
                    <a:pt x="5099323" y="1981834"/>
                  </a:cubicBezTo>
                  <a:cubicBezTo>
                    <a:pt x="5100656" y="1982025"/>
                    <a:pt x="5101532" y="1983117"/>
                    <a:pt x="5102828" y="1983568"/>
                  </a:cubicBezTo>
                  <a:cubicBezTo>
                    <a:pt x="5105482" y="1984635"/>
                    <a:pt x="5107438" y="1986622"/>
                    <a:pt x="5109851" y="1987911"/>
                  </a:cubicBezTo>
                  <a:cubicBezTo>
                    <a:pt x="5110949" y="1988565"/>
                    <a:pt x="5112283" y="1989010"/>
                    <a:pt x="5113362" y="1989689"/>
                  </a:cubicBezTo>
                  <a:cubicBezTo>
                    <a:pt x="5114880" y="1990572"/>
                    <a:pt x="5115540" y="1991861"/>
                    <a:pt x="5116855" y="1993182"/>
                  </a:cubicBezTo>
                  <a:cubicBezTo>
                    <a:pt x="5119287" y="1995608"/>
                    <a:pt x="5121230" y="1997341"/>
                    <a:pt x="5122995" y="2000192"/>
                  </a:cubicBezTo>
                  <a:cubicBezTo>
                    <a:pt x="5123643" y="2001507"/>
                    <a:pt x="5124081" y="2002599"/>
                    <a:pt x="5124723" y="2003717"/>
                  </a:cubicBezTo>
                  <a:cubicBezTo>
                    <a:pt x="5127377" y="2007647"/>
                    <a:pt x="5131746" y="2009368"/>
                    <a:pt x="5131746" y="2014181"/>
                  </a:cubicBezTo>
                  <a:cubicBezTo>
                    <a:pt x="5131746" y="2015489"/>
                    <a:pt x="5130876" y="2016417"/>
                    <a:pt x="5130876" y="2017699"/>
                  </a:cubicBezTo>
                  <a:cubicBezTo>
                    <a:pt x="5130876" y="2019452"/>
                    <a:pt x="5131308" y="2020557"/>
                    <a:pt x="5130876" y="2022062"/>
                  </a:cubicBezTo>
                  <a:cubicBezTo>
                    <a:pt x="5129987" y="2024913"/>
                    <a:pt x="5128247" y="2026907"/>
                    <a:pt x="5125593" y="2028196"/>
                  </a:cubicBezTo>
                  <a:cubicBezTo>
                    <a:pt x="5124494" y="2028621"/>
                    <a:pt x="5123230" y="2028005"/>
                    <a:pt x="5122087" y="2028196"/>
                  </a:cubicBezTo>
                  <a:cubicBezTo>
                    <a:pt x="5121001" y="2028412"/>
                    <a:pt x="5119693" y="2028863"/>
                    <a:pt x="5118614" y="2029110"/>
                  </a:cubicBezTo>
                  <a:cubicBezTo>
                    <a:pt x="5117071" y="2029548"/>
                    <a:pt x="5116442" y="2030856"/>
                    <a:pt x="5115090" y="2031752"/>
                  </a:cubicBezTo>
                  <a:cubicBezTo>
                    <a:pt x="5113572" y="2032584"/>
                    <a:pt x="5112283" y="2033479"/>
                    <a:pt x="5111584" y="2035213"/>
                  </a:cubicBezTo>
                  <a:cubicBezTo>
                    <a:pt x="5111159" y="2036508"/>
                    <a:pt x="5109851" y="2037206"/>
                    <a:pt x="5109851" y="2038711"/>
                  </a:cubicBezTo>
                  <a:cubicBezTo>
                    <a:pt x="5109851" y="2040007"/>
                    <a:pt x="5110721" y="2040934"/>
                    <a:pt x="5110721" y="2042242"/>
                  </a:cubicBezTo>
                  <a:cubicBezTo>
                    <a:pt x="5111159" y="2045741"/>
                    <a:pt x="5114220" y="2048332"/>
                    <a:pt x="5117744" y="2048332"/>
                  </a:cubicBezTo>
                  <a:cubicBezTo>
                    <a:pt x="5121230" y="2048332"/>
                    <a:pt x="5123643" y="2047678"/>
                    <a:pt x="5126469" y="2045741"/>
                  </a:cubicBezTo>
                  <a:cubicBezTo>
                    <a:pt x="5127815" y="2044852"/>
                    <a:pt x="5128882" y="2043988"/>
                    <a:pt x="5129987" y="2043080"/>
                  </a:cubicBezTo>
                  <a:cubicBezTo>
                    <a:pt x="5130876" y="2042439"/>
                    <a:pt x="5130450" y="2040458"/>
                    <a:pt x="5130876" y="2039581"/>
                  </a:cubicBezTo>
                  <a:cubicBezTo>
                    <a:pt x="5131955" y="2037829"/>
                    <a:pt x="5133054" y="2036076"/>
                    <a:pt x="5135232" y="2036076"/>
                  </a:cubicBezTo>
                  <a:cubicBezTo>
                    <a:pt x="5139143" y="2036076"/>
                    <a:pt x="5141601" y="2036508"/>
                    <a:pt x="5144858" y="2038711"/>
                  </a:cubicBezTo>
                  <a:cubicBezTo>
                    <a:pt x="5146414" y="2039581"/>
                    <a:pt x="5147075" y="2041105"/>
                    <a:pt x="5148351" y="2042242"/>
                  </a:cubicBezTo>
                  <a:cubicBezTo>
                    <a:pt x="5149659" y="2043322"/>
                    <a:pt x="5150554" y="2043734"/>
                    <a:pt x="5151843" y="2044852"/>
                  </a:cubicBezTo>
                  <a:cubicBezTo>
                    <a:pt x="5153202" y="2045931"/>
                    <a:pt x="5153647" y="2047462"/>
                    <a:pt x="5155374" y="2048332"/>
                  </a:cubicBezTo>
                  <a:cubicBezTo>
                    <a:pt x="5156460" y="2048757"/>
                    <a:pt x="5157793" y="2048757"/>
                    <a:pt x="5158873" y="2049214"/>
                  </a:cubicBezTo>
                  <a:cubicBezTo>
                    <a:pt x="5160175" y="2049652"/>
                    <a:pt x="5161070" y="2050497"/>
                    <a:pt x="5162384" y="2050961"/>
                  </a:cubicBezTo>
                  <a:cubicBezTo>
                    <a:pt x="5165223" y="2051843"/>
                    <a:pt x="5167617" y="2052281"/>
                    <a:pt x="5170290" y="2053602"/>
                  </a:cubicBezTo>
                  <a:cubicBezTo>
                    <a:pt x="5171770" y="2054256"/>
                    <a:pt x="5172246" y="2055564"/>
                    <a:pt x="5173770" y="2056231"/>
                  </a:cubicBezTo>
                  <a:cubicBezTo>
                    <a:pt x="5175275" y="2056853"/>
                    <a:pt x="5176608" y="2056853"/>
                    <a:pt x="5178139" y="2057107"/>
                  </a:cubicBezTo>
                  <a:cubicBezTo>
                    <a:pt x="5180342" y="2057552"/>
                    <a:pt x="5181847" y="2058619"/>
                    <a:pt x="5184273" y="2058854"/>
                  </a:cubicBezTo>
                  <a:cubicBezTo>
                    <a:pt x="5187111" y="2059082"/>
                    <a:pt x="5188877" y="2058854"/>
                    <a:pt x="5191715" y="2058854"/>
                  </a:cubicBezTo>
                  <a:cubicBezTo>
                    <a:pt x="5194554" y="2058854"/>
                    <a:pt x="5196516" y="2059527"/>
                    <a:pt x="5199157" y="2058854"/>
                  </a:cubicBezTo>
                  <a:cubicBezTo>
                    <a:pt x="5200688" y="2058409"/>
                    <a:pt x="5201342" y="2057107"/>
                    <a:pt x="5202662" y="2056231"/>
                  </a:cubicBezTo>
                  <a:cubicBezTo>
                    <a:pt x="5203755" y="2055564"/>
                    <a:pt x="5205520" y="2055564"/>
                    <a:pt x="5206168" y="2054466"/>
                  </a:cubicBezTo>
                  <a:cubicBezTo>
                    <a:pt x="5206599" y="2053602"/>
                    <a:pt x="5206828" y="2052065"/>
                    <a:pt x="5207025" y="2050961"/>
                  </a:cubicBezTo>
                  <a:cubicBezTo>
                    <a:pt x="5207692" y="2048541"/>
                    <a:pt x="5207025" y="2046592"/>
                    <a:pt x="5207025" y="2043988"/>
                  </a:cubicBezTo>
                  <a:cubicBezTo>
                    <a:pt x="5208993" y="2043988"/>
                    <a:pt x="5210549" y="2044426"/>
                    <a:pt x="5212276" y="2043988"/>
                  </a:cubicBezTo>
                  <a:cubicBezTo>
                    <a:pt x="5215153" y="2043080"/>
                    <a:pt x="5216893" y="2041778"/>
                    <a:pt x="5219293" y="2040458"/>
                  </a:cubicBezTo>
                  <a:cubicBezTo>
                    <a:pt x="5220830" y="2039581"/>
                    <a:pt x="5221712" y="2038286"/>
                    <a:pt x="5222786" y="2036991"/>
                  </a:cubicBezTo>
                  <a:cubicBezTo>
                    <a:pt x="5225199" y="2034114"/>
                    <a:pt x="5226716" y="2030856"/>
                    <a:pt x="5230679" y="2030856"/>
                  </a:cubicBezTo>
                  <a:lnTo>
                    <a:pt x="5232438" y="2030856"/>
                  </a:lnTo>
                  <a:cubicBezTo>
                    <a:pt x="5233955" y="2030856"/>
                    <a:pt x="5234641" y="2032127"/>
                    <a:pt x="5235949" y="2032584"/>
                  </a:cubicBezTo>
                  <a:cubicBezTo>
                    <a:pt x="5237016" y="2032793"/>
                    <a:pt x="5238337" y="2033054"/>
                    <a:pt x="5239416" y="2033479"/>
                  </a:cubicBezTo>
                  <a:cubicBezTo>
                    <a:pt x="5240737" y="2033879"/>
                    <a:pt x="5241613" y="2034768"/>
                    <a:pt x="5242915" y="2035213"/>
                  </a:cubicBezTo>
                  <a:cubicBezTo>
                    <a:pt x="5245569" y="2036330"/>
                    <a:pt x="5247309" y="2037206"/>
                    <a:pt x="5249938" y="2038711"/>
                  </a:cubicBezTo>
                  <a:cubicBezTo>
                    <a:pt x="5251246" y="2039359"/>
                    <a:pt x="5252364" y="2039581"/>
                    <a:pt x="5253437" y="2040458"/>
                  </a:cubicBezTo>
                  <a:cubicBezTo>
                    <a:pt x="5255628" y="2042439"/>
                    <a:pt x="5256295" y="2045074"/>
                    <a:pt x="5257812" y="2047462"/>
                  </a:cubicBezTo>
                  <a:cubicBezTo>
                    <a:pt x="5258479" y="2048541"/>
                    <a:pt x="5258936" y="2049881"/>
                    <a:pt x="5259558" y="2050961"/>
                  </a:cubicBezTo>
                  <a:cubicBezTo>
                    <a:pt x="5261336" y="2053812"/>
                    <a:pt x="5264162" y="2053812"/>
                    <a:pt x="5266575" y="2056231"/>
                  </a:cubicBezTo>
                  <a:cubicBezTo>
                    <a:pt x="5267674" y="2057311"/>
                    <a:pt x="5268321" y="2058409"/>
                    <a:pt x="5269204" y="2059705"/>
                  </a:cubicBezTo>
                  <a:cubicBezTo>
                    <a:pt x="5270950" y="2062162"/>
                    <a:pt x="5272030" y="2064080"/>
                    <a:pt x="5273592" y="2066734"/>
                  </a:cubicBezTo>
                  <a:cubicBezTo>
                    <a:pt x="5274456" y="2068283"/>
                    <a:pt x="5275338" y="2069579"/>
                    <a:pt x="5276214" y="2071122"/>
                  </a:cubicBezTo>
                  <a:cubicBezTo>
                    <a:pt x="5277072" y="2072411"/>
                    <a:pt x="5277307" y="2074157"/>
                    <a:pt x="5278831" y="2074589"/>
                  </a:cubicBezTo>
                  <a:cubicBezTo>
                    <a:pt x="5280818" y="2075268"/>
                    <a:pt x="5282304" y="2074589"/>
                    <a:pt x="5284527" y="2074589"/>
                  </a:cubicBezTo>
                  <a:cubicBezTo>
                    <a:pt x="5289562" y="2074589"/>
                    <a:pt x="5292204" y="2074157"/>
                    <a:pt x="5297233" y="2073782"/>
                  </a:cubicBezTo>
                  <a:cubicBezTo>
                    <a:pt x="5299843" y="2073509"/>
                    <a:pt x="5301170" y="2072855"/>
                    <a:pt x="5303793" y="2072855"/>
                  </a:cubicBezTo>
                  <a:cubicBezTo>
                    <a:pt x="5308168" y="2072855"/>
                    <a:pt x="5309914" y="2075910"/>
                    <a:pt x="5313006" y="2079002"/>
                  </a:cubicBezTo>
                  <a:cubicBezTo>
                    <a:pt x="5315375" y="2081390"/>
                    <a:pt x="5316931" y="2083136"/>
                    <a:pt x="5319998" y="2084241"/>
                  </a:cubicBezTo>
                  <a:cubicBezTo>
                    <a:pt x="5321960" y="2084889"/>
                    <a:pt x="5323262" y="2085994"/>
                    <a:pt x="5325459" y="2085994"/>
                  </a:cubicBezTo>
                  <a:cubicBezTo>
                    <a:pt x="5327434" y="2085994"/>
                    <a:pt x="5328513" y="2085320"/>
                    <a:pt x="5330488" y="2085130"/>
                  </a:cubicBezTo>
                  <a:lnTo>
                    <a:pt x="5330488" y="2074373"/>
                  </a:lnTo>
                  <a:cubicBezTo>
                    <a:pt x="5330488" y="2071731"/>
                    <a:pt x="5328291" y="2070430"/>
                    <a:pt x="5326119" y="2069344"/>
                  </a:cubicBezTo>
                  <a:cubicBezTo>
                    <a:pt x="5325008" y="2068925"/>
                    <a:pt x="5323706" y="2068925"/>
                    <a:pt x="5322608" y="2068512"/>
                  </a:cubicBezTo>
                  <a:cubicBezTo>
                    <a:pt x="5321541" y="2068023"/>
                    <a:pt x="5319998" y="2068283"/>
                    <a:pt x="5319083" y="2067617"/>
                  </a:cubicBezTo>
                  <a:cubicBezTo>
                    <a:pt x="5318017" y="2066963"/>
                    <a:pt x="5318239" y="2065197"/>
                    <a:pt x="5317369" y="2064080"/>
                  </a:cubicBezTo>
                  <a:cubicBezTo>
                    <a:pt x="5316264" y="2062791"/>
                    <a:pt x="5315839" y="2061921"/>
                    <a:pt x="5314734" y="2060613"/>
                  </a:cubicBezTo>
                  <a:cubicBezTo>
                    <a:pt x="5313603" y="2059324"/>
                    <a:pt x="5312130" y="2058206"/>
                    <a:pt x="5310365" y="2057965"/>
                  </a:cubicBezTo>
                  <a:cubicBezTo>
                    <a:pt x="5309247" y="2057965"/>
                    <a:pt x="5307952" y="2058206"/>
                    <a:pt x="5306853" y="2057965"/>
                  </a:cubicBezTo>
                  <a:cubicBezTo>
                    <a:pt x="5305755" y="2057736"/>
                    <a:pt x="5304447" y="2058206"/>
                    <a:pt x="5303342" y="2057965"/>
                  </a:cubicBezTo>
                  <a:cubicBezTo>
                    <a:pt x="5301805" y="2057552"/>
                    <a:pt x="5301373" y="2055787"/>
                    <a:pt x="5299843" y="2055361"/>
                  </a:cubicBezTo>
                  <a:cubicBezTo>
                    <a:pt x="5298776" y="2055101"/>
                    <a:pt x="5297430" y="2054701"/>
                    <a:pt x="5296350" y="2054466"/>
                  </a:cubicBezTo>
                  <a:cubicBezTo>
                    <a:pt x="5295252" y="2054256"/>
                    <a:pt x="5294166" y="2053602"/>
                    <a:pt x="5292852" y="2053602"/>
                  </a:cubicBezTo>
                  <a:cubicBezTo>
                    <a:pt x="5290216" y="2053380"/>
                    <a:pt x="5288470" y="2053602"/>
                    <a:pt x="5285847" y="2053602"/>
                  </a:cubicBezTo>
                  <a:lnTo>
                    <a:pt x="5285847" y="2031282"/>
                  </a:lnTo>
                  <a:cubicBezTo>
                    <a:pt x="5279936" y="2031015"/>
                    <a:pt x="5276430" y="2030856"/>
                    <a:pt x="5270512" y="2031282"/>
                  </a:cubicBezTo>
                  <a:lnTo>
                    <a:pt x="5270512" y="2014632"/>
                  </a:lnTo>
                  <a:cubicBezTo>
                    <a:pt x="5275745" y="2014416"/>
                    <a:pt x="5278831" y="2014181"/>
                    <a:pt x="5284076" y="2014632"/>
                  </a:cubicBezTo>
                  <a:lnTo>
                    <a:pt x="5284076" y="2008943"/>
                  </a:lnTo>
                  <a:cubicBezTo>
                    <a:pt x="5282996" y="2008289"/>
                    <a:pt x="5281701" y="2008035"/>
                    <a:pt x="5280564" y="2007177"/>
                  </a:cubicBezTo>
                  <a:cubicBezTo>
                    <a:pt x="5279485" y="2006301"/>
                    <a:pt x="5279047" y="2004567"/>
                    <a:pt x="5277954" y="2003717"/>
                  </a:cubicBezTo>
                  <a:cubicBezTo>
                    <a:pt x="5276881" y="2002796"/>
                    <a:pt x="5275554" y="2001939"/>
                    <a:pt x="5274456" y="2001069"/>
                  </a:cubicBezTo>
                  <a:lnTo>
                    <a:pt x="5256974" y="2001069"/>
                  </a:lnTo>
                  <a:cubicBezTo>
                    <a:pt x="5256060" y="1999964"/>
                    <a:pt x="5255431" y="1998865"/>
                    <a:pt x="5254307" y="1997557"/>
                  </a:cubicBezTo>
                  <a:cubicBezTo>
                    <a:pt x="5253208" y="1996255"/>
                    <a:pt x="5251469" y="1996255"/>
                    <a:pt x="5250814" y="1994915"/>
                  </a:cubicBezTo>
                  <a:cubicBezTo>
                    <a:pt x="5249519" y="1992756"/>
                    <a:pt x="5249938" y="1990331"/>
                    <a:pt x="5249081" y="1987911"/>
                  </a:cubicBezTo>
                  <a:cubicBezTo>
                    <a:pt x="5248630" y="1986813"/>
                    <a:pt x="5248827" y="1985333"/>
                    <a:pt x="5248198" y="1984438"/>
                  </a:cubicBezTo>
                  <a:cubicBezTo>
                    <a:pt x="5247538" y="1983346"/>
                    <a:pt x="5245773" y="1983568"/>
                    <a:pt x="5244668" y="1982692"/>
                  </a:cubicBezTo>
                  <a:cubicBezTo>
                    <a:pt x="5243385" y="1981561"/>
                    <a:pt x="5242483" y="1980945"/>
                    <a:pt x="5241175" y="1980031"/>
                  </a:cubicBezTo>
                  <a:cubicBezTo>
                    <a:pt x="5239670" y="1978952"/>
                    <a:pt x="5238984" y="1977618"/>
                    <a:pt x="5237683" y="1976539"/>
                  </a:cubicBezTo>
                  <a:cubicBezTo>
                    <a:pt x="5236375" y="1975427"/>
                    <a:pt x="5235251" y="1975002"/>
                    <a:pt x="5234184" y="1973929"/>
                  </a:cubicBezTo>
                  <a:cubicBezTo>
                    <a:pt x="5231561" y="1971274"/>
                    <a:pt x="5230679" y="1968436"/>
                    <a:pt x="5227173" y="1966931"/>
                  </a:cubicBezTo>
                  <a:cubicBezTo>
                    <a:pt x="5225853" y="1966467"/>
                    <a:pt x="5224983" y="1965394"/>
                    <a:pt x="5223668" y="1965153"/>
                  </a:cubicBezTo>
                  <a:cubicBezTo>
                    <a:pt x="5220830" y="1964486"/>
                    <a:pt x="5218836" y="1965153"/>
                    <a:pt x="5215769" y="1965153"/>
                  </a:cubicBezTo>
                  <a:cubicBezTo>
                    <a:pt x="5212518" y="1965153"/>
                    <a:pt x="5210314" y="1963839"/>
                    <a:pt x="5207908" y="1961654"/>
                  </a:cubicBezTo>
                  <a:cubicBezTo>
                    <a:pt x="5206828" y="1960797"/>
                    <a:pt x="5207476" y="1958803"/>
                    <a:pt x="5206168" y="1958136"/>
                  </a:cubicBezTo>
                  <a:cubicBezTo>
                    <a:pt x="5205088" y="1957711"/>
                    <a:pt x="5203755" y="1958378"/>
                    <a:pt x="5202662" y="1958136"/>
                  </a:cubicBezTo>
                  <a:cubicBezTo>
                    <a:pt x="5201113" y="1957711"/>
                    <a:pt x="5199811" y="1957514"/>
                    <a:pt x="5198306" y="1957266"/>
                  </a:cubicBezTo>
                  <a:cubicBezTo>
                    <a:pt x="5195665" y="1956835"/>
                    <a:pt x="5193671" y="1955730"/>
                    <a:pt x="5191277" y="1954650"/>
                  </a:cubicBezTo>
                  <a:cubicBezTo>
                    <a:pt x="5188629" y="1953342"/>
                    <a:pt x="5186914" y="1951348"/>
                    <a:pt x="5184273" y="1950294"/>
                  </a:cubicBezTo>
                  <a:cubicBezTo>
                    <a:pt x="5182984" y="1949843"/>
                    <a:pt x="5182082" y="1948745"/>
                    <a:pt x="5180755" y="1948535"/>
                  </a:cubicBezTo>
                  <a:cubicBezTo>
                    <a:pt x="5179669" y="1948313"/>
                    <a:pt x="5178596" y="1948535"/>
                    <a:pt x="5177256" y="1948535"/>
                  </a:cubicBezTo>
                  <a:cubicBezTo>
                    <a:pt x="5172887" y="1948313"/>
                    <a:pt x="5170290" y="1948745"/>
                    <a:pt x="5165871" y="1948535"/>
                  </a:cubicBezTo>
                  <a:cubicBezTo>
                    <a:pt x="5164099" y="1948535"/>
                    <a:pt x="5163229" y="1947659"/>
                    <a:pt x="5161495" y="1947659"/>
                  </a:cubicBezTo>
                  <a:cubicBezTo>
                    <a:pt x="5157343" y="1947443"/>
                    <a:pt x="5154714" y="1948313"/>
                    <a:pt x="5150993" y="1946751"/>
                  </a:cubicBezTo>
                  <a:cubicBezTo>
                    <a:pt x="5148351" y="1945697"/>
                    <a:pt x="5146414" y="1943677"/>
                    <a:pt x="5143988" y="1942388"/>
                  </a:cubicBezTo>
                  <a:cubicBezTo>
                    <a:pt x="5141601" y="1941093"/>
                    <a:pt x="5139632" y="1939080"/>
                    <a:pt x="5136991" y="1938039"/>
                  </a:cubicBezTo>
                  <a:cubicBezTo>
                    <a:pt x="5135880" y="1937575"/>
                    <a:pt x="5134590" y="1937353"/>
                    <a:pt x="5133498" y="1937169"/>
                  </a:cubicBezTo>
                  <a:cubicBezTo>
                    <a:pt x="5131955" y="1936724"/>
                    <a:pt x="5130634" y="1936070"/>
                    <a:pt x="5129123" y="1935403"/>
                  </a:cubicBezTo>
                  <a:cubicBezTo>
                    <a:pt x="5126926" y="1934311"/>
                    <a:pt x="5125593" y="1931885"/>
                    <a:pt x="5122995" y="1931885"/>
                  </a:cubicBezTo>
                  <a:cubicBezTo>
                    <a:pt x="5121001" y="1931885"/>
                    <a:pt x="5119287" y="1931885"/>
                    <a:pt x="5117744" y="1932762"/>
                  </a:cubicBezTo>
                  <a:cubicBezTo>
                    <a:pt x="5116442" y="1933428"/>
                    <a:pt x="5116442" y="1935149"/>
                    <a:pt x="5115090" y="1936254"/>
                  </a:cubicBezTo>
                  <a:cubicBezTo>
                    <a:pt x="5112696" y="1938235"/>
                    <a:pt x="5110492" y="1939759"/>
                    <a:pt x="5107209" y="1939759"/>
                  </a:cubicBezTo>
                  <a:cubicBezTo>
                    <a:pt x="5104612" y="1939759"/>
                    <a:pt x="5102828" y="1939556"/>
                    <a:pt x="5100199" y="1939759"/>
                  </a:cubicBezTo>
                  <a:cubicBezTo>
                    <a:pt x="5098662" y="1939759"/>
                    <a:pt x="5098040" y="1940877"/>
                    <a:pt x="5096719" y="1941531"/>
                  </a:cubicBezTo>
                  <a:cubicBezTo>
                    <a:pt x="5094954" y="1942388"/>
                    <a:pt x="5093646" y="1943271"/>
                    <a:pt x="5093208" y="1944998"/>
                  </a:cubicBezTo>
                  <a:cubicBezTo>
                    <a:pt x="5092788" y="1947443"/>
                    <a:pt x="5094077" y="1949621"/>
                    <a:pt x="5093208" y="1952047"/>
                  </a:cubicBezTo>
                  <a:cubicBezTo>
                    <a:pt x="5092788" y="1953342"/>
                    <a:pt x="5092331" y="1954434"/>
                    <a:pt x="5091487" y="1955545"/>
                  </a:cubicBezTo>
                  <a:cubicBezTo>
                    <a:pt x="5090598" y="1956644"/>
                    <a:pt x="5089251" y="1956835"/>
                    <a:pt x="5087943" y="1957266"/>
                  </a:cubicBezTo>
                  <a:cubicBezTo>
                    <a:pt x="5085530" y="1958378"/>
                    <a:pt x="5083594" y="1958136"/>
                    <a:pt x="5080958" y="1958136"/>
                  </a:cubicBezTo>
                  <a:cubicBezTo>
                    <a:pt x="5077904" y="1958136"/>
                    <a:pt x="5075929" y="1957711"/>
                    <a:pt x="5073078" y="1957266"/>
                  </a:cubicBezTo>
                  <a:cubicBezTo>
                    <a:pt x="5070671" y="1957050"/>
                    <a:pt x="5068049" y="1957266"/>
                    <a:pt x="5066068" y="1955545"/>
                  </a:cubicBezTo>
                  <a:cubicBezTo>
                    <a:pt x="5064760" y="1954434"/>
                    <a:pt x="5064315" y="1953342"/>
                    <a:pt x="5063439" y="1952047"/>
                  </a:cubicBezTo>
                  <a:cubicBezTo>
                    <a:pt x="5062797" y="1950942"/>
                    <a:pt x="5064105" y="1949392"/>
                    <a:pt x="5063439" y="1948535"/>
                  </a:cubicBezTo>
                  <a:cubicBezTo>
                    <a:pt x="5061692" y="1946363"/>
                    <a:pt x="5059299" y="1945893"/>
                    <a:pt x="5056435" y="1945893"/>
                  </a:cubicBezTo>
                  <a:cubicBezTo>
                    <a:pt x="5055114" y="1945893"/>
                    <a:pt x="5054022" y="1945697"/>
                    <a:pt x="5052923" y="1945893"/>
                  </a:cubicBezTo>
                  <a:cubicBezTo>
                    <a:pt x="5051380" y="1946363"/>
                    <a:pt x="5050955" y="1947856"/>
                    <a:pt x="5049437" y="1948535"/>
                  </a:cubicBezTo>
                  <a:cubicBezTo>
                    <a:pt x="5048116" y="1948961"/>
                    <a:pt x="5047246" y="1949392"/>
                    <a:pt x="5045729" y="1949392"/>
                  </a:cubicBezTo>
                  <a:lnTo>
                    <a:pt x="5024024" y="1949392"/>
                  </a:lnTo>
                  <a:lnTo>
                    <a:pt x="5024024" y="1956396"/>
                  </a:lnTo>
                  <a:cubicBezTo>
                    <a:pt x="5025377" y="1957050"/>
                    <a:pt x="5026456" y="1957050"/>
                    <a:pt x="5027523" y="1958136"/>
                  </a:cubicBezTo>
                  <a:cubicBezTo>
                    <a:pt x="5028628" y="1959260"/>
                    <a:pt x="5030406" y="1959482"/>
                    <a:pt x="5031035" y="1960797"/>
                  </a:cubicBezTo>
                  <a:cubicBezTo>
                    <a:pt x="5031701" y="1961889"/>
                    <a:pt x="5031035" y="1963185"/>
                    <a:pt x="5031035" y="1964302"/>
                  </a:cubicBezTo>
                  <a:cubicBezTo>
                    <a:pt x="5031276" y="1966709"/>
                    <a:pt x="5031035" y="1968658"/>
                    <a:pt x="5031035" y="1971274"/>
                  </a:cubicBezTo>
                  <a:lnTo>
                    <a:pt x="5036312" y="1971274"/>
                  </a:lnTo>
                  <a:cubicBezTo>
                    <a:pt x="5036731" y="1970208"/>
                    <a:pt x="5035429" y="1968233"/>
                    <a:pt x="5036312" y="1967782"/>
                  </a:cubicBezTo>
                  <a:close/>
                  <a:moveTo>
                    <a:pt x="5060810" y="1995792"/>
                  </a:moveTo>
                  <a:cubicBezTo>
                    <a:pt x="5059502" y="1996681"/>
                    <a:pt x="5058175" y="1997341"/>
                    <a:pt x="5057305" y="1998433"/>
                  </a:cubicBezTo>
                  <a:cubicBezTo>
                    <a:pt x="5056435" y="1999532"/>
                    <a:pt x="5054244" y="1999532"/>
                    <a:pt x="5053837" y="2001069"/>
                  </a:cubicBezTo>
                  <a:cubicBezTo>
                    <a:pt x="5053596" y="2002154"/>
                    <a:pt x="5054022" y="2003450"/>
                    <a:pt x="5053837" y="2004567"/>
                  </a:cubicBezTo>
                  <a:cubicBezTo>
                    <a:pt x="5053596" y="2005679"/>
                    <a:pt x="5053164" y="2006968"/>
                    <a:pt x="5052923" y="2008035"/>
                  </a:cubicBezTo>
                  <a:cubicBezTo>
                    <a:pt x="5052714" y="2009171"/>
                    <a:pt x="5052079" y="2010251"/>
                    <a:pt x="5052079" y="2011559"/>
                  </a:cubicBezTo>
                  <a:cubicBezTo>
                    <a:pt x="5052079" y="2013121"/>
                    <a:pt x="5050301" y="2013540"/>
                    <a:pt x="5050301" y="2015102"/>
                  </a:cubicBezTo>
                  <a:cubicBezTo>
                    <a:pt x="5050301" y="2017052"/>
                    <a:pt x="5053596" y="2016163"/>
                    <a:pt x="5055539" y="2015947"/>
                  </a:cubicBezTo>
                  <a:cubicBezTo>
                    <a:pt x="5056841" y="2015947"/>
                    <a:pt x="5057984" y="2016163"/>
                    <a:pt x="5059057" y="2015947"/>
                  </a:cubicBezTo>
                  <a:cubicBezTo>
                    <a:pt x="5060581" y="2015489"/>
                    <a:pt x="5061477" y="2014632"/>
                    <a:pt x="5062556" y="2013305"/>
                  </a:cubicBezTo>
                  <a:cubicBezTo>
                    <a:pt x="5063223" y="2012461"/>
                    <a:pt x="5062994" y="2010924"/>
                    <a:pt x="5063439" y="2009813"/>
                  </a:cubicBezTo>
                  <a:cubicBezTo>
                    <a:pt x="5065636" y="2005437"/>
                    <a:pt x="5067833" y="2002599"/>
                    <a:pt x="5067833" y="1997557"/>
                  </a:cubicBezTo>
                  <a:lnTo>
                    <a:pt x="5067833" y="1995792"/>
                  </a:lnTo>
                  <a:cubicBezTo>
                    <a:pt x="5067598" y="1994287"/>
                    <a:pt x="5065395" y="1994287"/>
                    <a:pt x="5064315" y="1993182"/>
                  </a:cubicBezTo>
                  <a:cubicBezTo>
                    <a:pt x="5062994" y="1994058"/>
                    <a:pt x="5062131" y="1994915"/>
                    <a:pt x="5060810" y="1995792"/>
                  </a:cubicBezTo>
                  <a:close/>
                  <a:moveTo>
                    <a:pt x="4912817" y="2030856"/>
                  </a:moveTo>
                  <a:cubicBezTo>
                    <a:pt x="4913058" y="2032127"/>
                    <a:pt x="4912658" y="2033054"/>
                    <a:pt x="4912817" y="2034362"/>
                  </a:cubicBezTo>
                  <a:cubicBezTo>
                    <a:pt x="4913058" y="2035873"/>
                    <a:pt x="4914137" y="2036508"/>
                    <a:pt x="4914595" y="2037829"/>
                  </a:cubicBezTo>
                  <a:cubicBezTo>
                    <a:pt x="4915687" y="2037619"/>
                    <a:pt x="4917008" y="2038051"/>
                    <a:pt x="4918119" y="2037829"/>
                  </a:cubicBezTo>
                  <a:cubicBezTo>
                    <a:pt x="4919637" y="2037619"/>
                    <a:pt x="4919846" y="2035213"/>
                    <a:pt x="4921624" y="2035213"/>
                  </a:cubicBezTo>
                  <a:cubicBezTo>
                    <a:pt x="4923777" y="2035213"/>
                    <a:pt x="4924704" y="2036991"/>
                    <a:pt x="4926850" y="2036991"/>
                  </a:cubicBezTo>
                  <a:lnTo>
                    <a:pt x="4928622" y="2036991"/>
                  </a:lnTo>
                  <a:cubicBezTo>
                    <a:pt x="4930362" y="2036991"/>
                    <a:pt x="4930781" y="2035003"/>
                    <a:pt x="4932089" y="2034362"/>
                  </a:cubicBezTo>
                  <a:lnTo>
                    <a:pt x="4929473" y="2030856"/>
                  </a:lnTo>
                  <a:close/>
                  <a:moveTo>
                    <a:pt x="5003012" y="2041321"/>
                  </a:moveTo>
                  <a:cubicBezTo>
                    <a:pt x="5003012" y="2042648"/>
                    <a:pt x="5003673" y="2043525"/>
                    <a:pt x="5003901" y="2044852"/>
                  </a:cubicBezTo>
                  <a:lnTo>
                    <a:pt x="5014448" y="2044852"/>
                  </a:lnTo>
                  <a:cubicBezTo>
                    <a:pt x="5015725" y="2043988"/>
                    <a:pt x="5017046" y="2043525"/>
                    <a:pt x="5017884" y="2042242"/>
                  </a:cubicBezTo>
                  <a:cubicBezTo>
                    <a:pt x="5019224" y="2040458"/>
                    <a:pt x="5020538" y="2039150"/>
                    <a:pt x="5020538" y="2036991"/>
                  </a:cubicBezTo>
                  <a:cubicBezTo>
                    <a:pt x="5020538" y="2033479"/>
                    <a:pt x="5019897" y="2031479"/>
                    <a:pt x="5018792" y="2028196"/>
                  </a:cubicBezTo>
                  <a:cubicBezTo>
                    <a:pt x="5018366" y="2026665"/>
                    <a:pt x="5016817" y="2026050"/>
                    <a:pt x="5016150" y="2024672"/>
                  </a:cubicBezTo>
                  <a:cubicBezTo>
                    <a:pt x="5011121" y="2026665"/>
                    <a:pt x="5008257" y="2028412"/>
                    <a:pt x="5003901" y="2031752"/>
                  </a:cubicBezTo>
                  <a:cubicBezTo>
                    <a:pt x="5003469" y="2034362"/>
                    <a:pt x="5003012" y="2038711"/>
                    <a:pt x="5003012" y="2041321"/>
                  </a:cubicBezTo>
                  <a:close/>
                  <a:moveTo>
                    <a:pt x="5296350" y="1997557"/>
                  </a:moveTo>
                  <a:cubicBezTo>
                    <a:pt x="5296566" y="2000192"/>
                    <a:pt x="5297233" y="2001939"/>
                    <a:pt x="5297233" y="2004567"/>
                  </a:cubicBezTo>
                  <a:cubicBezTo>
                    <a:pt x="5297233" y="2005183"/>
                    <a:pt x="5296795" y="2005679"/>
                    <a:pt x="5296795" y="2006301"/>
                  </a:cubicBezTo>
                  <a:cubicBezTo>
                    <a:pt x="5302713" y="2006301"/>
                    <a:pt x="5306218" y="2005679"/>
                    <a:pt x="5312130" y="2006301"/>
                  </a:cubicBezTo>
                  <a:cubicBezTo>
                    <a:pt x="5314734" y="2006530"/>
                    <a:pt x="5316474" y="2007850"/>
                    <a:pt x="5319083" y="2008035"/>
                  </a:cubicBezTo>
                  <a:cubicBezTo>
                    <a:pt x="5321738" y="2008289"/>
                    <a:pt x="5323503" y="2008035"/>
                    <a:pt x="5326119" y="2008035"/>
                  </a:cubicBezTo>
                  <a:cubicBezTo>
                    <a:pt x="5328754" y="2008035"/>
                    <a:pt x="5330488" y="2008289"/>
                    <a:pt x="5333110" y="2008035"/>
                  </a:cubicBezTo>
                  <a:cubicBezTo>
                    <a:pt x="5334654" y="2008035"/>
                    <a:pt x="5335333" y="2006968"/>
                    <a:pt x="5336635" y="2006301"/>
                  </a:cubicBezTo>
                  <a:cubicBezTo>
                    <a:pt x="5338368" y="2005437"/>
                    <a:pt x="5338368" y="2003285"/>
                    <a:pt x="5340134" y="2002796"/>
                  </a:cubicBezTo>
                  <a:cubicBezTo>
                    <a:pt x="5341226" y="2002599"/>
                    <a:pt x="5342515" y="2003285"/>
                    <a:pt x="5343626" y="2002796"/>
                  </a:cubicBezTo>
                  <a:cubicBezTo>
                    <a:pt x="5344731" y="2002402"/>
                    <a:pt x="5346039" y="2002154"/>
                    <a:pt x="5347112" y="2001939"/>
                  </a:cubicBezTo>
                  <a:cubicBezTo>
                    <a:pt x="5348878" y="2001285"/>
                    <a:pt x="5349754" y="1999964"/>
                    <a:pt x="5350611" y="1998433"/>
                  </a:cubicBezTo>
                  <a:cubicBezTo>
                    <a:pt x="5352186" y="1996052"/>
                    <a:pt x="5353462" y="1994287"/>
                    <a:pt x="5354161" y="1991417"/>
                  </a:cubicBezTo>
                  <a:cubicBezTo>
                    <a:pt x="5354554" y="1989010"/>
                    <a:pt x="5354161" y="1986813"/>
                    <a:pt x="5355031" y="1984438"/>
                  </a:cubicBezTo>
                  <a:cubicBezTo>
                    <a:pt x="5355450" y="1982882"/>
                    <a:pt x="5357183" y="1982457"/>
                    <a:pt x="5357628" y="1980945"/>
                  </a:cubicBezTo>
                  <a:cubicBezTo>
                    <a:pt x="5357850" y="1979841"/>
                    <a:pt x="5358517" y="1978742"/>
                    <a:pt x="5358517" y="1977434"/>
                  </a:cubicBezTo>
                  <a:cubicBezTo>
                    <a:pt x="5358517" y="1975878"/>
                    <a:pt x="5356961" y="1975218"/>
                    <a:pt x="5356771" y="1973929"/>
                  </a:cubicBezTo>
                  <a:cubicBezTo>
                    <a:pt x="5355450" y="1974132"/>
                    <a:pt x="5354326" y="1974792"/>
                    <a:pt x="5353278" y="1974792"/>
                  </a:cubicBezTo>
                  <a:cubicBezTo>
                    <a:pt x="5352186" y="1974792"/>
                    <a:pt x="5350846" y="1974602"/>
                    <a:pt x="5349754" y="1974792"/>
                  </a:cubicBezTo>
                  <a:cubicBezTo>
                    <a:pt x="5348446" y="1975002"/>
                    <a:pt x="5347531" y="1975878"/>
                    <a:pt x="5346242" y="1976539"/>
                  </a:cubicBezTo>
                  <a:cubicBezTo>
                    <a:pt x="5344928" y="1977218"/>
                    <a:pt x="5343398" y="1977218"/>
                    <a:pt x="5342743" y="1978317"/>
                  </a:cubicBezTo>
                  <a:cubicBezTo>
                    <a:pt x="5341454" y="1980469"/>
                    <a:pt x="5343398" y="1982882"/>
                    <a:pt x="5342743" y="1985333"/>
                  </a:cubicBezTo>
                  <a:cubicBezTo>
                    <a:pt x="5342318" y="1986813"/>
                    <a:pt x="5340781" y="1987486"/>
                    <a:pt x="5340134" y="1988826"/>
                  </a:cubicBezTo>
                  <a:cubicBezTo>
                    <a:pt x="5339460" y="1989886"/>
                    <a:pt x="5340134" y="1991861"/>
                    <a:pt x="5339264" y="1992331"/>
                  </a:cubicBezTo>
                  <a:cubicBezTo>
                    <a:pt x="5338368" y="1992756"/>
                    <a:pt x="5336819" y="1992331"/>
                    <a:pt x="5335727" y="1992331"/>
                  </a:cubicBezTo>
                  <a:cubicBezTo>
                    <a:pt x="5329847" y="1993182"/>
                    <a:pt x="5326341" y="1992331"/>
                    <a:pt x="5320220" y="1992331"/>
                  </a:cubicBezTo>
                  <a:lnTo>
                    <a:pt x="5316474" y="1992331"/>
                  </a:lnTo>
                  <a:lnTo>
                    <a:pt x="5313006" y="1992331"/>
                  </a:lnTo>
                  <a:cubicBezTo>
                    <a:pt x="5308606" y="1992331"/>
                    <a:pt x="5305964" y="1992490"/>
                    <a:pt x="5301595" y="1992331"/>
                  </a:cubicBezTo>
                  <a:cubicBezTo>
                    <a:pt x="5300281" y="1992331"/>
                    <a:pt x="5299424" y="1991417"/>
                    <a:pt x="5298090" y="1991417"/>
                  </a:cubicBezTo>
                  <a:cubicBezTo>
                    <a:pt x="5298090" y="1992756"/>
                    <a:pt x="5296350" y="1996255"/>
                    <a:pt x="5296350" y="1997557"/>
                  </a:cubicBezTo>
                  <a:close/>
                  <a:moveTo>
                    <a:pt x="5397049" y="2008035"/>
                  </a:moveTo>
                  <a:cubicBezTo>
                    <a:pt x="5397049" y="2009813"/>
                    <a:pt x="5399004" y="2010251"/>
                    <a:pt x="5399627" y="2011559"/>
                  </a:cubicBezTo>
                  <a:cubicBezTo>
                    <a:pt x="5401189" y="2014416"/>
                    <a:pt x="5404485" y="2014181"/>
                    <a:pt x="5406682" y="2016823"/>
                  </a:cubicBezTo>
                  <a:cubicBezTo>
                    <a:pt x="5407564" y="2017909"/>
                    <a:pt x="5407564" y="2019236"/>
                    <a:pt x="5408428" y="2020335"/>
                  </a:cubicBezTo>
                  <a:cubicBezTo>
                    <a:pt x="5409526" y="2021839"/>
                    <a:pt x="5410161" y="2023167"/>
                    <a:pt x="5411927" y="2023814"/>
                  </a:cubicBezTo>
                  <a:cubicBezTo>
                    <a:pt x="5413235" y="2024265"/>
                    <a:pt x="5413902" y="2025561"/>
                    <a:pt x="5415432" y="2025561"/>
                  </a:cubicBezTo>
                  <a:cubicBezTo>
                    <a:pt x="5416962" y="2025561"/>
                    <a:pt x="5417407" y="2024056"/>
                    <a:pt x="5418912" y="2023814"/>
                  </a:cubicBezTo>
                  <a:cubicBezTo>
                    <a:pt x="5418512" y="2022748"/>
                    <a:pt x="5418512" y="2021446"/>
                    <a:pt x="5418029" y="2020335"/>
                  </a:cubicBezTo>
                  <a:cubicBezTo>
                    <a:pt x="5417407" y="2018785"/>
                    <a:pt x="5415857" y="2018353"/>
                    <a:pt x="5415432" y="2016823"/>
                  </a:cubicBezTo>
                  <a:cubicBezTo>
                    <a:pt x="5415006" y="2015743"/>
                    <a:pt x="5415857" y="2014416"/>
                    <a:pt x="5415432" y="2013305"/>
                  </a:cubicBezTo>
                  <a:cubicBezTo>
                    <a:pt x="5414791" y="2011800"/>
                    <a:pt x="5413673" y="2011133"/>
                    <a:pt x="5412784" y="2009813"/>
                  </a:cubicBezTo>
                  <a:cubicBezTo>
                    <a:pt x="5411063" y="2006968"/>
                    <a:pt x="5408212" y="2006758"/>
                    <a:pt x="5405818" y="2004567"/>
                  </a:cubicBezTo>
                  <a:cubicBezTo>
                    <a:pt x="5404700" y="2003717"/>
                    <a:pt x="5402960" y="2003894"/>
                    <a:pt x="5402294" y="2002796"/>
                  </a:cubicBezTo>
                  <a:cubicBezTo>
                    <a:pt x="5401627" y="2001729"/>
                    <a:pt x="5402510" y="2000427"/>
                    <a:pt x="5402294" y="1999297"/>
                  </a:cubicBezTo>
                  <a:cubicBezTo>
                    <a:pt x="5402084" y="1998224"/>
                    <a:pt x="5402294" y="1997113"/>
                    <a:pt x="5402294" y="1995792"/>
                  </a:cubicBezTo>
                  <a:lnTo>
                    <a:pt x="5398776" y="1995792"/>
                  </a:lnTo>
                  <a:cubicBezTo>
                    <a:pt x="5397468" y="1995792"/>
                    <a:pt x="5396610" y="1996478"/>
                    <a:pt x="5395277" y="1996681"/>
                  </a:cubicBezTo>
                  <a:cubicBezTo>
                    <a:pt x="5395709" y="1997995"/>
                    <a:pt x="5396820" y="1998865"/>
                    <a:pt x="5397049" y="2000192"/>
                  </a:cubicBezTo>
                  <a:cubicBezTo>
                    <a:pt x="5397468" y="2001729"/>
                    <a:pt x="5397690" y="2003285"/>
                    <a:pt x="5397906" y="2004783"/>
                  </a:cubicBezTo>
                  <a:cubicBezTo>
                    <a:pt x="5397906" y="2006104"/>
                    <a:pt x="5397049" y="2006758"/>
                    <a:pt x="5397049" y="2008035"/>
                  </a:cubicBezTo>
                  <a:close/>
                  <a:moveTo>
                    <a:pt x="5482850" y="2066734"/>
                  </a:moveTo>
                  <a:cubicBezTo>
                    <a:pt x="5483713" y="2068023"/>
                    <a:pt x="5484158" y="2069141"/>
                    <a:pt x="5485479" y="2070265"/>
                  </a:cubicBezTo>
                  <a:cubicBezTo>
                    <a:pt x="5487454" y="2071992"/>
                    <a:pt x="5489822" y="2071992"/>
                    <a:pt x="5492489" y="2071992"/>
                  </a:cubicBezTo>
                  <a:lnTo>
                    <a:pt x="5495988" y="2071992"/>
                  </a:lnTo>
                  <a:cubicBezTo>
                    <a:pt x="5497480" y="2071731"/>
                    <a:pt x="5497944" y="2070004"/>
                    <a:pt x="5499506" y="2069344"/>
                  </a:cubicBezTo>
                  <a:cubicBezTo>
                    <a:pt x="5499023" y="2068023"/>
                    <a:pt x="5498363" y="2066963"/>
                    <a:pt x="5497715" y="2065864"/>
                  </a:cubicBezTo>
                  <a:cubicBezTo>
                    <a:pt x="5497068" y="2064772"/>
                    <a:pt x="5497480" y="2063451"/>
                    <a:pt x="5496864" y="2062346"/>
                  </a:cubicBezTo>
                  <a:cubicBezTo>
                    <a:pt x="5496198" y="2061267"/>
                    <a:pt x="5494451" y="2061921"/>
                    <a:pt x="5493378" y="2061451"/>
                  </a:cubicBezTo>
                  <a:cubicBezTo>
                    <a:pt x="5491149" y="2060613"/>
                    <a:pt x="5489638" y="2059705"/>
                    <a:pt x="5487015" y="2059705"/>
                  </a:cubicBezTo>
                  <a:cubicBezTo>
                    <a:pt x="5485028" y="2059705"/>
                    <a:pt x="5483929" y="2060346"/>
                    <a:pt x="5481986" y="2060613"/>
                  </a:cubicBezTo>
                  <a:cubicBezTo>
                    <a:pt x="5482183" y="2061705"/>
                    <a:pt x="5482424" y="2065864"/>
                    <a:pt x="5482850" y="2066734"/>
                  </a:cubicBezTo>
                  <a:close/>
                  <a:moveTo>
                    <a:pt x="5188629" y="2100872"/>
                  </a:moveTo>
                  <a:lnTo>
                    <a:pt x="5188629" y="2104345"/>
                  </a:lnTo>
                  <a:cubicBezTo>
                    <a:pt x="5188432" y="2105926"/>
                    <a:pt x="5186686" y="2106371"/>
                    <a:pt x="5186032" y="2107888"/>
                  </a:cubicBezTo>
                  <a:cubicBezTo>
                    <a:pt x="5185365" y="2109425"/>
                    <a:pt x="5184273" y="2110079"/>
                    <a:pt x="5183409" y="2111387"/>
                  </a:cubicBezTo>
                  <a:cubicBezTo>
                    <a:pt x="5181847" y="2113794"/>
                    <a:pt x="5180545" y="2115743"/>
                    <a:pt x="5179034" y="2118391"/>
                  </a:cubicBezTo>
                  <a:cubicBezTo>
                    <a:pt x="5178355" y="2119712"/>
                    <a:pt x="5176837" y="2120347"/>
                    <a:pt x="5176412" y="2121916"/>
                  </a:cubicBezTo>
                  <a:cubicBezTo>
                    <a:pt x="5175529" y="2124309"/>
                    <a:pt x="5175529" y="2126272"/>
                    <a:pt x="5175529" y="2128913"/>
                  </a:cubicBezTo>
                  <a:cubicBezTo>
                    <a:pt x="5175529" y="2130196"/>
                    <a:pt x="5175275" y="2131313"/>
                    <a:pt x="5175529" y="2132399"/>
                  </a:cubicBezTo>
                  <a:cubicBezTo>
                    <a:pt x="5175738" y="2133911"/>
                    <a:pt x="5177910" y="2134342"/>
                    <a:pt x="5178139" y="2135885"/>
                  </a:cubicBezTo>
                  <a:cubicBezTo>
                    <a:pt x="5178596" y="2138305"/>
                    <a:pt x="5178139" y="2140299"/>
                    <a:pt x="5178139" y="2142902"/>
                  </a:cubicBezTo>
                  <a:lnTo>
                    <a:pt x="5178139" y="2149875"/>
                  </a:lnTo>
                  <a:cubicBezTo>
                    <a:pt x="5178139" y="2151887"/>
                    <a:pt x="5177701" y="2153424"/>
                    <a:pt x="5177256" y="2155170"/>
                  </a:cubicBezTo>
                  <a:cubicBezTo>
                    <a:pt x="5177047" y="2156707"/>
                    <a:pt x="5176183" y="2158015"/>
                    <a:pt x="5175529" y="2159546"/>
                  </a:cubicBezTo>
                  <a:cubicBezTo>
                    <a:pt x="5174856" y="2161095"/>
                    <a:pt x="5172887" y="2161520"/>
                    <a:pt x="5172887" y="2163241"/>
                  </a:cubicBezTo>
                  <a:lnTo>
                    <a:pt x="5172887" y="2192597"/>
                  </a:lnTo>
                  <a:cubicBezTo>
                    <a:pt x="5172887" y="2194534"/>
                    <a:pt x="5172246" y="2195658"/>
                    <a:pt x="5171154" y="2197176"/>
                  </a:cubicBezTo>
                  <a:cubicBezTo>
                    <a:pt x="5170290" y="2198268"/>
                    <a:pt x="5168703" y="2198058"/>
                    <a:pt x="5167617" y="2198954"/>
                  </a:cubicBezTo>
                  <a:cubicBezTo>
                    <a:pt x="5166315" y="2200046"/>
                    <a:pt x="5165871" y="2201589"/>
                    <a:pt x="5164099" y="2202402"/>
                  </a:cubicBezTo>
                  <a:cubicBezTo>
                    <a:pt x="5162384" y="2203316"/>
                    <a:pt x="5160854" y="2203316"/>
                    <a:pt x="5158873" y="2203316"/>
                  </a:cubicBezTo>
                  <a:cubicBezTo>
                    <a:pt x="5155374" y="2203316"/>
                    <a:pt x="5153412" y="2202237"/>
                    <a:pt x="5150097" y="2201589"/>
                  </a:cubicBezTo>
                  <a:cubicBezTo>
                    <a:pt x="5149043" y="2201354"/>
                    <a:pt x="5147735" y="2201786"/>
                    <a:pt x="5146617" y="2201589"/>
                  </a:cubicBezTo>
                  <a:cubicBezTo>
                    <a:pt x="5145081" y="2201354"/>
                    <a:pt x="5144433" y="2199805"/>
                    <a:pt x="5143118" y="2198954"/>
                  </a:cubicBezTo>
                  <a:cubicBezTo>
                    <a:pt x="5141785" y="2198058"/>
                    <a:pt x="5140477" y="2197874"/>
                    <a:pt x="5139632" y="2196293"/>
                  </a:cubicBezTo>
                  <a:cubicBezTo>
                    <a:pt x="5139143" y="2195233"/>
                    <a:pt x="5140045" y="2193912"/>
                    <a:pt x="5139632" y="2192820"/>
                  </a:cubicBezTo>
                  <a:cubicBezTo>
                    <a:pt x="5138750" y="2191283"/>
                    <a:pt x="5137245" y="2191524"/>
                    <a:pt x="5136108" y="2190203"/>
                  </a:cubicBezTo>
                  <a:cubicBezTo>
                    <a:pt x="5132393" y="2185790"/>
                    <a:pt x="5128882" y="2184050"/>
                    <a:pt x="5123853" y="2181428"/>
                  </a:cubicBezTo>
                  <a:cubicBezTo>
                    <a:pt x="5120773" y="2179897"/>
                    <a:pt x="5118614" y="2179015"/>
                    <a:pt x="5115090" y="2177935"/>
                  </a:cubicBezTo>
                  <a:cubicBezTo>
                    <a:pt x="5113572" y="2177503"/>
                    <a:pt x="5112042" y="2177065"/>
                    <a:pt x="5110721" y="2176183"/>
                  </a:cubicBezTo>
                  <a:cubicBezTo>
                    <a:pt x="5107857" y="2173985"/>
                    <a:pt x="5107679" y="2171103"/>
                    <a:pt x="5105482" y="2168302"/>
                  </a:cubicBezTo>
                  <a:cubicBezTo>
                    <a:pt x="5104612" y="2167172"/>
                    <a:pt x="5104815" y="2165451"/>
                    <a:pt x="5103729" y="2164816"/>
                  </a:cubicBezTo>
                  <a:cubicBezTo>
                    <a:pt x="5102828" y="2164346"/>
                    <a:pt x="5101304" y="2165026"/>
                    <a:pt x="5100199" y="2164816"/>
                  </a:cubicBezTo>
                  <a:cubicBezTo>
                    <a:pt x="5099132" y="2164562"/>
                    <a:pt x="5097824" y="2163940"/>
                    <a:pt x="5096719" y="2163940"/>
                  </a:cubicBezTo>
                  <a:cubicBezTo>
                    <a:pt x="5095189" y="2163699"/>
                    <a:pt x="5093893" y="2164346"/>
                    <a:pt x="5092331" y="2163940"/>
                  </a:cubicBezTo>
                  <a:cubicBezTo>
                    <a:pt x="5091023" y="2163699"/>
                    <a:pt x="5089931" y="2162822"/>
                    <a:pt x="5088826" y="2162200"/>
                  </a:cubicBezTo>
                  <a:cubicBezTo>
                    <a:pt x="5087518" y="2161285"/>
                    <a:pt x="5085994" y="2161095"/>
                    <a:pt x="5085321" y="2159546"/>
                  </a:cubicBezTo>
                  <a:cubicBezTo>
                    <a:pt x="5084883" y="2158453"/>
                    <a:pt x="5086184" y="2157596"/>
                    <a:pt x="5086184" y="2156288"/>
                  </a:cubicBezTo>
                  <a:cubicBezTo>
                    <a:pt x="5086184" y="2154739"/>
                    <a:pt x="5085321" y="2154072"/>
                    <a:pt x="5085321" y="2152516"/>
                  </a:cubicBezTo>
                  <a:cubicBezTo>
                    <a:pt x="5085321" y="2149030"/>
                    <a:pt x="5087092" y="2147068"/>
                    <a:pt x="5087092" y="2143556"/>
                  </a:cubicBezTo>
                  <a:lnTo>
                    <a:pt x="5087092" y="2142039"/>
                  </a:lnTo>
                  <a:cubicBezTo>
                    <a:pt x="5086851" y="2140705"/>
                    <a:pt x="5085530" y="2139810"/>
                    <a:pt x="5085321" y="2138527"/>
                  </a:cubicBezTo>
                  <a:cubicBezTo>
                    <a:pt x="5085118" y="2137194"/>
                    <a:pt x="5083594" y="2136546"/>
                    <a:pt x="5083594" y="2135041"/>
                  </a:cubicBezTo>
                  <a:cubicBezTo>
                    <a:pt x="5083594" y="2133504"/>
                    <a:pt x="5084660" y="2132844"/>
                    <a:pt x="5085321" y="2131517"/>
                  </a:cubicBezTo>
                  <a:cubicBezTo>
                    <a:pt x="5085994" y="2130196"/>
                    <a:pt x="5088159" y="2130888"/>
                    <a:pt x="5088826" y="2129770"/>
                  </a:cubicBezTo>
                  <a:cubicBezTo>
                    <a:pt x="5089480" y="2128913"/>
                    <a:pt x="5089080" y="2127351"/>
                    <a:pt x="5089702" y="2126272"/>
                  </a:cubicBezTo>
                  <a:cubicBezTo>
                    <a:pt x="5090356" y="2124951"/>
                    <a:pt x="5091664" y="2124075"/>
                    <a:pt x="5092331" y="2122785"/>
                  </a:cubicBezTo>
                  <a:cubicBezTo>
                    <a:pt x="5093208" y="2121192"/>
                    <a:pt x="5093893" y="2119712"/>
                    <a:pt x="5094954" y="2118391"/>
                  </a:cubicBezTo>
                  <a:cubicBezTo>
                    <a:pt x="5097119" y="2115743"/>
                    <a:pt x="5100199" y="2115108"/>
                    <a:pt x="5101977" y="2112257"/>
                  </a:cubicBezTo>
                  <a:cubicBezTo>
                    <a:pt x="5102612" y="2111152"/>
                    <a:pt x="5102402" y="2109851"/>
                    <a:pt x="5102828" y="2108765"/>
                  </a:cubicBezTo>
                  <a:lnTo>
                    <a:pt x="5099323" y="2108765"/>
                  </a:lnTo>
                  <a:cubicBezTo>
                    <a:pt x="5096960" y="2108333"/>
                    <a:pt x="5094732" y="2107437"/>
                    <a:pt x="5092331" y="2107018"/>
                  </a:cubicBezTo>
                  <a:cubicBezTo>
                    <a:pt x="5089480" y="2106371"/>
                    <a:pt x="5087518" y="2105482"/>
                    <a:pt x="5084445" y="2105272"/>
                  </a:cubicBezTo>
                  <a:lnTo>
                    <a:pt x="5080958" y="2105272"/>
                  </a:lnTo>
                  <a:cubicBezTo>
                    <a:pt x="5076558" y="2105272"/>
                    <a:pt x="5073935" y="2105659"/>
                    <a:pt x="5069566" y="2105272"/>
                  </a:cubicBezTo>
                  <a:cubicBezTo>
                    <a:pt x="5067833" y="2105272"/>
                    <a:pt x="5066715" y="2103932"/>
                    <a:pt x="5065198" y="2103513"/>
                  </a:cubicBezTo>
                  <a:cubicBezTo>
                    <a:pt x="5063890" y="2103075"/>
                    <a:pt x="5063223" y="2101754"/>
                    <a:pt x="5061692" y="2101754"/>
                  </a:cubicBezTo>
                  <a:cubicBezTo>
                    <a:pt x="5060365" y="2101754"/>
                    <a:pt x="5059299" y="2101977"/>
                    <a:pt x="5058175" y="2101754"/>
                  </a:cubicBezTo>
                  <a:cubicBezTo>
                    <a:pt x="5057095" y="2101545"/>
                    <a:pt x="5055793" y="2101977"/>
                    <a:pt x="5054688" y="2101754"/>
                  </a:cubicBezTo>
                  <a:cubicBezTo>
                    <a:pt x="5052923" y="2101329"/>
                    <a:pt x="5052923" y="2099119"/>
                    <a:pt x="5051196" y="2098243"/>
                  </a:cubicBezTo>
                  <a:cubicBezTo>
                    <a:pt x="5049862" y="2097614"/>
                    <a:pt x="5048980" y="2096700"/>
                    <a:pt x="5047672" y="2096496"/>
                  </a:cubicBezTo>
                  <a:cubicBezTo>
                    <a:pt x="5046573" y="2096274"/>
                    <a:pt x="5045271" y="2096700"/>
                    <a:pt x="5044179" y="2096496"/>
                  </a:cubicBezTo>
                  <a:cubicBezTo>
                    <a:pt x="5042871" y="2096274"/>
                    <a:pt x="5041995" y="2095195"/>
                    <a:pt x="5040687" y="2094731"/>
                  </a:cubicBezTo>
                  <a:cubicBezTo>
                    <a:pt x="5039569" y="2094541"/>
                    <a:pt x="5038261" y="2094331"/>
                    <a:pt x="5037181" y="2093855"/>
                  </a:cubicBezTo>
                  <a:cubicBezTo>
                    <a:pt x="5034565" y="2092566"/>
                    <a:pt x="5033022" y="2090159"/>
                    <a:pt x="5030158" y="2089486"/>
                  </a:cubicBezTo>
                  <a:cubicBezTo>
                    <a:pt x="5028869" y="2089270"/>
                    <a:pt x="5027999" y="2089486"/>
                    <a:pt x="5026456" y="2089486"/>
                  </a:cubicBezTo>
                  <a:lnTo>
                    <a:pt x="5023167" y="2089486"/>
                  </a:lnTo>
                  <a:cubicBezTo>
                    <a:pt x="5021846" y="2089486"/>
                    <a:pt x="5020964" y="2090369"/>
                    <a:pt x="5019668" y="2090369"/>
                  </a:cubicBezTo>
                  <a:cubicBezTo>
                    <a:pt x="5018366" y="2090369"/>
                    <a:pt x="5017471" y="2089918"/>
                    <a:pt x="5016150" y="2089918"/>
                  </a:cubicBezTo>
                  <a:lnTo>
                    <a:pt x="5016150" y="2096496"/>
                  </a:lnTo>
                  <a:cubicBezTo>
                    <a:pt x="5016817" y="2097614"/>
                    <a:pt x="5015953" y="2099608"/>
                    <a:pt x="5017046" y="2100014"/>
                  </a:cubicBezTo>
                  <a:cubicBezTo>
                    <a:pt x="5019224" y="2101081"/>
                    <a:pt x="5021618" y="2101081"/>
                    <a:pt x="5024024" y="2101754"/>
                  </a:cubicBezTo>
                  <a:cubicBezTo>
                    <a:pt x="5025377" y="2102192"/>
                    <a:pt x="5026247" y="2102846"/>
                    <a:pt x="5027523" y="2103513"/>
                  </a:cubicBezTo>
                  <a:cubicBezTo>
                    <a:pt x="5028628" y="2103932"/>
                    <a:pt x="5029962" y="2103729"/>
                    <a:pt x="5031035" y="2104345"/>
                  </a:cubicBezTo>
                  <a:cubicBezTo>
                    <a:pt x="5032152" y="2105050"/>
                    <a:pt x="5030597" y="2106783"/>
                    <a:pt x="5031035" y="2107888"/>
                  </a:cubicBezTo>
                  <a:cubicBezTo>
                    <a:pt x="5029739" y="2108333"/>
                    <a:pt x="5029085" y="2109635"/>
                    <a:pt x="5027523" y="2109635"/>
                  </a:cubicBezTo>
                  <a:cubicBezTo>
                    <a:pt x="5024469" y="2109851"/>
                    <a:pt x="5022710" y="2109635"/>
                    <a:pt x="5019668" y="2109635"/>
                  </a:cubicBezTo>
                  <a:cubicBezTo>
                    <a:pt x="5017046" y="2109635"/>
                    <a:pt x="5015287" y="2109425"/>
                    <a:pt x="5012645" y="2109635"/>
                  </a:cubicBezTo>
                  <a:cubicBezTo>
                    <a:pt x="5011121" y="2109635"/>
                    <a:pt x="5010467" y="2110974"/>
                    <a:pt x="5009153" y="2111387"/>
                  </a:cubicBezTo>
                  <a:cubicBezTo>
                    <a:pt x="5007190" y="2112257"/>
                    <a:pt x="5006295" y="2113794"/>
                    <a:pt x="5004758" y="2114867"/>
                  </a:cubicBezTo>
                  <a:cubicBezTo>
                    <a:pt x="5001710" y="2117305"/>
                    <a:pt x="5000174" y="2118817"/>
                    <a:pt x="4996897" y="2121033"/>
                  </a:cubicBezTo>
                  <a:cubicBezTo>
                    <a:pt x="4995354" y="2121916"/>
                    <a:pt x="4994046" y="2122785"/>
                    <a:pt x="4992535" y="2123662"/>
                  </a:cubicBezTo>
                  <a:cubicBezTo>
                    <a:pt x="4990973" y="2124525"/>
                    <a:pt x="4989468" y="2125167"/>
                    <a:pt x="4988159" y="2126272"/>
                  </a:cubicBezTo>
                  <a:cubicBezTo>
                    <a:pt x="4986616" y="2127592"/>
                    <a:pt x="4984654" y="2128450"/>
                    <a:pt x="4984654" y="2130634"/>
                  </a:cubicBezTo>
                  <a:lnTo>
                    <a:pt x="4984654" y="2132399"/>
                  </a:lnTo>
                  <a:cubicBezTo>
                    <a:pt x="4984654" y="2133701"/>
                    <a:pt x="4985537" y="2134584"/>
                    <a:pt x="4985537" y="2135885"/>
                  </a:cubicBezTo>
                  <a:cubicBezTo>
                    <a:pt x="4985746" y="2138527"/>
                    <a:pt x="4985746" y="2140299"/>
                    <a:pt x="4985537" y="2142902"/>
                  </a:cubicBezTo>
                  <a:cubicBezTo>
                    <a:pt x="4985537" y="2144242"/>
                    <a:pt x="4984654" y="2145290"/>
                    <a:pt x="4984654" y="2146376"/>
                  </a:cubicBezTo>
                  <a:cubicBezTo>
                    <a:pt x="4984445" y="2147931"/>
                    <a:pt x="4984203" y="2149246"/>
                    <a:pt x="4983778" y="2150795"/>
                  </a:cubicBezTo>
                  <a:cubicBezTo>
                    <a:pt x="4983314" y="2152300"/>
                    <a:pt x="4982654" y="2153824"/>
                    <a:pt x="4981149" y="2154256"/>
                  </a:cubicBezTo>
                  <a:cubicBezTo>
                    <a:pt x="4979174" y="2154961"/>
                    <a:pt x="4977612" y="2154256"/>
                    <a:pt x="4975453" y="2154256"/>
                  </a:cubicBezTo>
                  <a:cubicBezTo>
                    <a:pt x="4969986" y="2154256"/>
                    <a:pt x="4966468" y="2154535"/>
                    <a:pt x="4961870" y="2151646"/>
                  </a:cubicBezTo>
                  <a:cubicBezTo>
                    <a:pt x="4960556" y="2150973"/>
                    <a:pt x="4961426" y="2148605"/>
                    <a:pt x="4960118" y="2148160"/>
                  </a:cubicBezTo>
                  <a:cubicBezTo>
                    <a:pt x="4959026" y="2147728"/>
                    <a:pt x="4957705" y="2148160"/>
                    <a:pt x="4956606" y="2148160"/>
                  </a:cubicBezTo>
                  <a:cubicBezTo>
                    <a:pt x="4953342" y="2147728"/>
                    <a:pt x="4951374" y="2148160"/>
                    <a:pt x="4947888" y="2148160"/>
                  </a:cubicBezTo>
                  <a:cubicBezTo>
                    <a:pt x="4947424" y="2145557"/>
                    <a:pt x="4946313" y="2142902"/>
                    <a:pt x="4946091" y="2140299"/>
                  </a:cubicBezTo>
                  <a:lnTo>
                    <a:pt x="4939334" y="2140299"/>
                  </a:lnTo>
                  <a:cubicBezTo>
                    <a:pt x="4936496" y="2140299"/>
                    <a:pt x="4934966" y="2141810"/>
                    <a:pt x="4932089" y="2142039"/>
                  </a:cubicBezTo>
                  <a:cubicBezTo>
                    <a:pt x="4929473" y="2142261"/>
                    <a:pt x="4927511" y="2141581"/>
                    <a:pt x="4925110" y="2142039"/>
                  </a:cubicBezTo>
                  <a:cubicBezTo>
                    <a:pt x="4922234" y="2142420"/>
                    <a:pt x="4920500" y="2143785"/>
                    <a:pt x="4918119" y="2145557"/>
                  </a:cubicBezTo>
                  <a:cubicBezTo>
                    <a:pt x="4917008" y="2146192"/>
                    <a:pt x="4917205" y="2147931"/>
                    <a:pt x="4916328" y="2149030"/>
                  </a:cubicBezTo>
                  <a:cubicBezTo>
                    <a:pt x="4915268" y="2150567"/>
                    <a:pt x="4914137" y="2151437"/>
                    <a:pt x="4912817" y="2152516"/>
                  </a:cubicBezTo>
                  <a:cubicBezTo>
                    <a:pt x="4911528" y="2153646"/>
                    <a:pt x="4911744" y="2155844"/>
                    <a:pt x="4910239" y="2156028"/>
                  </a:cubicBezTo>
                  <a:cubicBezTo>
                    <a:pt x="4907813" y="2156466"/>
                    <a:pt x="4905603" y="2155170"/>
                    <a:pt x="4903209" y="2156028"/>
                  </a:cubicBezTo>
                  <a:cubicBezTo>
                    <a:pt x="4899285" y="2157329"/>
                    <a:pt x="4898180" y="2161520"/>
                    <a:pt x="4897100" y="2165673"/>
                  </a:cubicBezTo>
                  <a:cubicBezTo>
                    <a:pt x="4896859" y="2166759"/>
                    <a:pt x="4896421" y="2168093"/>
                    <a:pt x="4896218" y="2169172"/>
                  </a:cubicBezTo>
                  <a:cubicBezTo>
                    <a:pt x="4895551" y="2171103"/>
                    <a:pt x="4894668" y="2173128"/>
                    <a:pt x="4892700" y="2173560"/>
                  </a:cubicBezTo>
                  <a:cubicBezTo>
                    <a:pt x="4891620" y="2173744"/>
                    <a:pt x="4890325" y="2173319"/>
                    <a:pt x="4889207" y="2173560"/>
                  </a:cubicBezTo>
                  <a:cubicBezTo>
                    <a:pt x="4886794" y="2173985"/>
                    <a:pt x="4884820" y="2173560"/>
                    <a:pt x="4882197" y="2173560"/>
                  </a:cubicBezTo>
                  <a:lnTo>
                    <a:pt x="4882197" y="2179669"/>
                  </a:lnTo>
                  <a:cubicBezTo>
                    <a:pt x="4882845" y="2180786"/>
                    <a:pt x="4883086" y="2182094"/>
                    <a:pt x="4883950" y="2183155"/>
                  </a:cubicBezTo>
                  <a:cubicBezTo>
                    <a:pt x="4885055" y="2184527"/>
                    <a:pt x="4886382" y="2184527"/>
                    <a:pt x="4887461" y="2185790"/>
                  </a:cubicBezTo>
                  <a:cubicBezTo>
                    <a:pt x="4888325" y="2186933"/>
                    <a:pt x="4889207" y="2188013"/>
                    <a:pt x="4889207" y="2189537"/>
                  </a:cubicBezTo>
                  <a:lnTo>
                    <a:pt x="4889207" y="2196293"/>
                  </a:lnTo>
                  <a:lnTo>
                    <a:pt x="4873885" y="2196293"/>
                  </a:lnTo>
                  <a:cubicBezTo>
                    <a:pt x="4873885" y="2195880"/>
                    <a:pt x="4874310" y="2195880"/>
                    <a:pt x="4874310" y="2195449"/>
                  </a:cubicBezTo>
                  <a:cubicBezTo>
                    <a:pt x="4874310" y="2192820"/>
                    <a:pt x="4873447" y="2191054"/>
                    <a:pt x="4873447" y="2188457"/>
                  </a:cubicBezTo>
                  <a:cubicBezTo>
                    <a:pt x="4873447" y="2187136"/>
                    <a:pt x="4873885" y="2186273"/>
                    <a:pt x="4873885" y="2184907"/>
                  </a:cubicBezTo>
                  <a:lnTo>
                    <a:pt x="4864055" y="2184907"/>
                  </a:lnTo>
                  <a:cubicBezTo>
                    <a:pt x="4862499" y="2184907"/>
                    <a:pt x="4861629" y="2185149"/>
                    <a:pt x="4860309" y="2185790"/>
                  </a:cubicBezTo>
                  <a:cubicBezTo>
                    <a:pt x="4859000" y="2186457"/>
                    <a:pt x="4857908" y="2186673"/>
                    <a:pt x="4856803" y="2187568"/>
                  </a:cubicBezTo>
                  <a:cubicBezTo>
                    <a:pt x="4855495" y="2188654"/>
                    <a:pt x="4854816" y="2189537"/>
                    <a:pt x="4854187" y="2191054"/>
                  </a:cubicBezTo>
                  <a:cubicBezTo>
                    <a:pt x="4853082" y="2193245"/>
                    <a:pt x="4853324" y="2195449"/>
                    <a:pt x="4853324" y="2198058"/>
                  </a:cubicBezTo>
                  <a:cubicBezTo>
                    <a:pt x="4853324" y="2202402"/>
                    <a:pt x="4854187" y="2205310"/>
                    <a:pt x="4853324" y="2209438"/>
                  </a:cubicBezTo>
                  <a:cubicBezTo>
                    <a:pt x="4853082" y="2210542"/>
                    <a:pt x="4852650" y="2211863"/>
                    <a:pt x="4852409" y="2212924"/>
                  </a:cubicBezTo>
                  <a:cubicBezTo>
                    <a:pt x="4851761" y="2214714"/>
                    <a:pt x="4850041" y="2215127"/>
                    <a:pt x="4848923" y="2216435"/>
                  </a:cubicBezTo>
                  <a:cubicBezTo>
                    <a:pt x="4847615" y="2217978"/>
                    <a:pt x="4846510" y="2219083"/>
                    <a:pt x="4845399" y="2220861"/>
                  </a:cubicBezTo>
                  <a:cubicBezTo>
                    <a:pt x="4844764" y="2222144"/>
                    <a:pt x="4843468" y="2223007"/>
                    <a:pt x="4842789" y="2224316"/>
                  </a:cubicBezTo>
                  <a:cubicBezTo>
                    <a:pt x="4842160" y="2225433"/>
                    <a:pt x="4842598" y="2226741"/>
                    <a:pt x="4841913" y="2227821"/>
                  </a:cubicBezTo>
                  <a:cubicBezTo>
                    <a:pt x="4841265" y="2228913"/>
                    <a:pt x="4839519" y="2228742"/>
                    <a:pt x="4838414" y="2229580"/>
                  </a:cubicBezTo>
                  <a:cubicBezTo>
                    <a:pt x="4836039" y="2231745"/>
                    <a:pt x="4834242" y="2233961"/>
                    <a:pt x="4832292" y="2236590"/>
                  </a:cubicBezTo>
                  <a:cubicBezTo>
                    <a:pt x="4831638" y="2237689"/>
                    <a:pt x="4831638" y="2239219"/>
                    <a:pt x="4830546" y="2240114"/>
                  </a:cubicBezTo>
                  <a:cubicBezTo>
                    <a:pt x="4829454" y="2240972"/>
                    <a:pt x="4828146" y="2241194"/>
                    <a:pt x="4827054" y="2241848"/>
                  </a:cubicBezTo>
                  <a:cubicBezTo>
                    <a:pt x="4825942" y="2242483"/>
                    <a:pt x="4824837" y="2243181"/>
                    <a:pt x="4823517" y="2243594"/>
                  </a:cubicBezTo>
                  <a:cubicBezTo>
                    <a:pt x="4822215" y="2244045"/>
                    <a:pt x="4821345" y="2245118"/>
                    <a:pt x="4820031" y="2245340"/>
                  </a:cubicBezTo>
                  <a:cubicBezTo>
                    <a:pt x="4818932" y="2245556"/>
                    <a:pt x="4817618" y="2245340"/>
                    <a:pt x="4816532" y="2245340"/>
                  </a:cubicBezTo>
                  <a:cubicBezTo>
                    <a:pt x="4814982" y="2245556"/>
                    <a:pt x="4813909" y="2246191"/>
                    <a:pt x="4812125" y="2246191"/>
                  </a:cubicBezTo>
                  <a:cubicBezTo>
                    <a:pt x="4806035" y="2246649"/>
                    <a:pt x="4802517" y="2246014"/>
                    <a:pt x="4796396" y="2246191"/>
                  </a:cubicBezTo>
                  <a:cubicBezTo>
                    <a:pt x="4794650" y="2246191"/>
                    <a:pt x="4793754" y="2246903"/>
                    <a:pt x="4792008" y="2247087"/>
                  </a:cubicBezTo>
                  <a:cubicBezTo>
                    <a:pt x="4788274" y="2247544"/>
                    <a:pt x="4786344" y="2248833"/>
                    <a:pt x="4783264" y="2250611"/>
                  </a:cubicBezTo>
                  <a:cubicBezTo>
                    <a:pt x="4781696" y="2251481"/>
                    <a:pt x="4780622" y="2253005"/>
                    <a:pt x="4778870" y="2253246"/>
                  </a:cubicBezTo>
                  <a:cubicBezTo>
                    <a:pt x="4774926" y="2253900"/>
                    <a:pt x="4772304" y="2252357"/>
                    <a:pt x="4768380" y="2253246"/>
                  </a:cubicBezTo>
                  <a:cubicBezTo>
                    <a:pt x="4766386" y="2253659"/>
                    <a:pt x="4765738" y="2255634"/>
                    <a:pt x="4764017" y="2256751"/>
                  </a:cubicBezTo>
                  <a:cubicBezTo>
                    <a:pt x="4760925" y="2258720"/>
                    <a:pt x="4758512" y="2259787"/>
                    <a:pt x="4755241" y="2261076"/>
                  </a:cubicBezTo>
                  <a:cubicBezTo>
                    <a:pt x="4750873" y="2262854"/>
                    <a:pt x="4748022" y="2264600"/>
                    <a:pt x="4743843" y="2266327"/>
                  </a:cubicBezTo>
                  <a:cubicBezTo>
                    <a:pt x="4742313" y="2267032"/>
                    <a:pt x="4740802" y="2267242"/>
                    <a:pt x="4739481" y="2268112"/>
                  </a:cubicBezTo>
                  <a:cubicBezTo>
                    <a:pt x="4737055" y="2269629"/>
                    <a:pt x="4735747" y="2272277"/>
                    <a:pt x="4735112" y="2275103"/>
                  </a:cubicBezTo>
                  <a:cubicBezTo>
                    <a:pt x="4734642" y="2277503"/>
                    <a:pt x="4735341" y="2279478"/>
                    <a:pt x="4735112" y="2282126"/>
                  </a:cubicBezTo>
                  <a:cubicBezTo>
                    <a:pt x="4735112" y="2283663"/>
                    <a:pt x="4733778" y="2284329"/>
                    <a:pt x="4733340" y="2285612"/>
                  </a:cubicBezTo>
                  <a:cubicBezTo>
                    <a:pt x="4732020" y="2285428"/>
                    <a:pt x="4730934" y="2285828"/>
                    <a:pt x="4729867" y="2285612"/>
                  </a:cubicBezTo>
                  <a:cubicBezTo>
                    <a:pt x="4728521" y="2285428"/>
                    <a:pt x="4727657" y="2284082"/>
                    <a:pt x="4726336" y="2283866"/>
                  </a:cubicBezTo>
                  <a:cubicBezTo>
                    <a:pt x="4725244" y="2283663"/>
                    <a:pt x="4723923" y="2283466"/>
                    <a:pt x="4722844" y="2282983"/>
                  </a:cubicBezTo>
                  <a:cubicBezTo>
                    <a:pt x="4721733" y="2282577"/>
                    <a:pt x="4720215" y="2282983"/>
                    <a:pt x="4719351" y="2282126"/>
                  </a:cubicBezTo>
                  <a:cubicBezTo>
                    <a:pt x="4718462" y="2281256"/>
                    <a:pt x="4719783" y="2279719"/>
                    <a:pt x="4719351" y="2278614"/>
                  </a:cubicBezTo>
                  <a:cubicBezTo>
                    <a:pt x="4718685" y="2277090"/>
                    <a:pt x="4717376" y="2276627"/>
                    <a:pt x="4716710" y="2275103"/>
                  </a:cubicBezTo>
                  <a:cubicBezTo>
                    <a:pt x="4715852" y="2277713"/>
                    <a:pt x="4715383" y="2279948"/>
                    <a:pt x="4714093" y="2282126"/>
                  </a:cubicBezTo>
                  <a:cubicBezTo>
                    <a:pt x="4713433" y="2283199"/>
                    <a:pt x="4711230" y="2282577"/>
                    <a:pt x="4710576" y="2283866"/>
                  </a:cubicBezTo>
                  <a:cubicBezTo>
                    <a:pt x="4710137" y="2284958"/>
                    <a:pt x="4710576" y="2286076"/>
                    <a:pt x="4710576" y="2287384"/>
                  </a:cubicBezTo>
                  <a:lnTo>
                    <a:pt x="4710576" y="2290864"/>
                  </a:lnTo>
                  <a:cubicBezTo>
                    <a:pt x="4710576" y="2292153"/>
                    <a:pt x="4711484" y="2293067"/>
                    <a:pt x="4711484" y="2294362"/>
                  </a:cubicBezTo>
                  <a:cubicBezTo>
                    <a:pt x="4711668" y="2297455"/>
                    <a:pt x="4711668" y="2299214"/>
                    <a:pt x="4711484" y="2302249"/>
                  </a:cubicBezTo>
                  <a:lnTo>
                    <a:pt x="4711484" y="2305767"/>
                  </a:lnTo>
                  <a:cubicBezTo>
                    <a:pt x="4711230" y="2307291"/>
                    <a:pt x="4709509" y="2307951"/>
                    <a:pt x="4708829" y="2309272"/>
                  </a:cubicBezTo>
                  <a:cubicBezTo>
                    <a:pt x="4707972" y="2310765"/>
                    <a:pt x="4705756" y="2311025"/>
                    <a:pt x="4705330" y="2312746"/>
                  </a:cubicBezTo>
                  <a:cubicBezTo>
                    <a:pt x="4705108" y="2313870"/>
                    <a:pt x="4705330" y="2314936"/>
                    <a:pt x="4705330" y="2316257"/>
                  </a:cubicBezTo>
                  <a:cubicBezTo>
                    <a:pt x="4705330" y="2318880"/>
                    <a:pt x="4705108" y="2321064"/>
                    <a:pt x="4706200" y="2323287"/>
                  </a:cubicBezTo>
                  <a:cubicBezTo>
                    <a:pt x="4706880" y="2324792"/>
                    <a:pt x="4707972" y="2325446"/>
                    <a:pt x="4708829" y="2326779"/>
                  </a:cubicBezTo>
                  <a:cubicBezTo>
                    <a:pt x="4709693" y="2328075"/>
                    <a:pt x="4711484" y="2328075"/>
                    <a:pt x="4712366" y="2329421"/>
                  </a:cubicBezTo>
                  <a:cubicBezTo>
                    <a:pt x="4713858" y="2331586"/>
                    <a:pt x="4713858" y="2333999"/>
                    <a:pt x="4714989" y="2336387"/>
                  </a:cubicBezTo>
                  <a:cubicBezTo>
                    <a:pt x="4716932" y="2340756"/>
                    <a:pt x="4719351" y="2343181"/>
                    <a:pt x="4721948" y="2346921"/>
                  </a:cubicBezTo>
                  <a:lnTo>
                    <a:pt x="4721098" y="2350414"/>
                  </a:lnTo>
                  <a:cubicBezTo>
                    <a:pt x="4719561" y="2349747"/>
                    <a:pt x="4719123" y="2348210"/>
                    <a:pt x="4717573" y="2347804"/>
                  </a:cubicBezTo>
                  <a:cubicBezTo>
                    <a:pt x="4716056" y="2347379"/>
                    <a:pt x="4714741" y="2348210"/>
                    <a:pt x="4713230" y="2347804"/>
                  </a:cubicBezTo>
                  <a:cubicBezTo>
                    <a:pt x="4711668" y="2347379"/>
                    <a:pt x="4711230" y="2345359"/>
                    <a:pt x="4709693" y="2345175"/>
                  </a:cubicBezTo>
                  <a:cubicBezTo>
                    <a:pt x="4708620" y="2344953"/>
                    <a:pt x="4707508" y="2344273"/>
                    <a:pt x="4706200" y="2344273"/>
                  </a:cubicBezTo>
                  <a:cubicBezTo>
                    <a:pt x="4704664" y="2344273"/>
                    <a:pt x="4704016" y="2345816"/>
                    <a:pt x="4702708" y="2346058"/>
                  </a:cubicBezTo>
                  <a:lnTo>
                    <a:pt x="4702708" y="2352833"/>
                  </a:lnTo>
                  <a:cubicBezTo>
                    <a:pt x="4702708" y="2354560"/>
                    <a:pt x="4704226" y="2355221"/>
                    <a:pt x="4705330" y="2356554"/>
                  </a:cubicBezTo>
                  <a:cubicBezTo>
                    <a:pt x="4707508" y="2359190"/>
                    <a:pt x="4709261" y="2360936"/>
                    <a:pt x="4711484" y="2363552"/>
                  </a:cubicBezTo>
                  <a:cubicBezTo>
                    <a:pt x="4712519" y="2364866"/>
                    <a:pt x="4712989" y="2365952"/>
                    <a:pt x="4714093" y="2367045"/>
                  </a:cubicBezTo>
                  <a:cubicBezTo>
                    <a:pt x="4715186" y="2368149"/>
                    <a:pt x="4716500" y="2368797"/>
                    <a:pt x="4717573" y="2369654"/>
                  </a:cubicBezTo>
                  <a:cubicBezTo>
                    <a:pt x="4718894" y="2370753"/>
                    <a:pt x="4720215" y="2371394"/>
                    <a:pt x="4721098" y="2373198"/>
                  </a:cubicBezTo>
                  <a:cubicBezTo>
                    <a:pt x="4721733" y="2374499"/>
                    <a:pt x="4722844" y="2375154"/>
                    <a:pt x="4722844" y="2376684"/>
                  </a:cubicBezTo>
                  <a:cubicBezTo>
                    <a:pt x="4723028" y="2379738"/>
                    <a:pt x="4722602" y="2381732"/>
                    <a:pt x="4722844" y="2384558"/>
                  </a:cubicBezTo>
                  <a:cubicBezTo>
                    <a:pt x="4723028" y="2387377"/>
                    <a:pt x="4724177" y="2389803"/>
                    <a:pt x="4725454" y="2392419"/>
                  </a:cubicBezTo>
                  <a:cubicBezTo>
                    <a:pt x="4726336" y="2394140"/>
                    <a:pt x="4727441" y="2395073"/>
                    <a:pt x="4728095" y="2396807"/>
                  </a:cubicBezTo>
                  <a:cubicBezTo>
                    <a:pt x="4729403" y="2399874"/>
                    <a:pt x="4730273" y="2402078"/>
                    <a:pt x="4730737" y="2405583"/>
                  </a:cubicBezTo>
                  <a:cubicBezTo>
                    <a:pt x="4730934" y="2407297"/>
                    <a:pt x="4731410" y="2408212"/>
                    <a:pt x="4731600" y="2409964"/>
                  </a:cubicBezTo>
                  <a:cubicBezTo>
                    <a:pt x="4731829" y="2411710"/>
                    <a:pt x="4731410" y="2412599"/>
                    <a:pt x="4731600" y="2414320"/>
                  </a:cubicBezTo>
                  <a:cubicBezTo>
                    <a:pt x="4732020" y="2417597"/>
                    <a:pt x="4733543" y="2419540"/>
                    <a:pt x="4735112" y="2422207"/>
                  </a:cubicBezTo>
                  <a:cubicBezTo>
                    <a:pt x="4735747" y="2423509"/>
                    <a:pt x="4737055" y="2424404"/>
                    <a:pt x="4737754" y="2425706"/>
                  </a:cubicBezTo>
                  <a:cubicBezTo>
                    <a:pt x="4739697" y="2428982"/>
                    <a:pt x="4741462" y="2430938"/>
                    <a:pt x="4742980" y="2434443"/>
                  </a:cubicBezTo>
                  <a:cubicBezTo>
                    <a:pt x="4743430" y="2435771"/>
                    <a:pt x="4744542" y="2436641"/>
                    <a:pt x="4744751" y="2438006"/>
                  </a:cubicBezTo>
                  <a:cubicBezTo>
                    <a:pt x="4744935" y="2439047"/>
                    <a:pt x="4745615" y="2440387"/>
                    <a:pt x="4745615" y="2441498"/>
                  </a:cubicBezTo>
                  <a:cubicBezTo>
                    <a:pt x="4746282" y="2445638"/>
                    <a:pt x="4745170" y="2448680"/>
                    <a:pt x="4745615" y="2452827"/>
                  </a:cubicBezTo>
                  <a:cubicBezTo>
                    <a:pt x="4746040" y="2455697"/>
                    <a:pt x="4747361" y="2457881"/>
                    <a:pt x="4748256" y="2460726"/>
                  </a:cubicBezTo>
                  <a:cubicBezTo>
                    <a:pt x="4748669" y="2462028"/>
                    <a:pt x="4749774" y="2462910"/>
                    <a:pt x="4749990" y="2464200"/>
                  </a:cubicBezTo>
                  <a:cubicBezTo>
                    <a:pt x="4750422" y="2465755"/>
                    <a:pt x="4750873" y="2467070"/>
                    <a:pt x="4750873" y="2468803"/>
                  </a:cubicBezTo>
                  <a:lnTo>
                    <a:pt x="4750873" y="2483484"/>
                  </a:lnTo>
                  <a:cubicBezTo>
                    <a:pt x="4748256" y="2483484"/>
                    <a:pt x="4746282" y="2482862"/>
                    <a:pt x="4743843" y="2483484"/>
                  </a:cubicBezTo>
                  <a:cubicBezTo>
                    <a:pt x="4740986" y="2484361"/>
                    <a:pt x="4739258" y="2486539"/>
                    <a:pt x="4736845" y="2487847"/>
                  </a:cubicBezTo>
                  <a:cubicBezTo>
                    <a:pt x="4735747" y="2488552"/>
                    <a:pt x="4734445" y="2488958"/>
                    <a:pt x="4733340" y="2489625"/>
                  </a:cubicBezTo>
                  <a:cubicBezTo>
                    <a:pt x="4731600" y="2490952"/>
                    <a:pt x="4731162" y="2492260"/>
                    <a:pt x="4729867" y="2494006"/>
                  </a:cubicBezTo>
                  <a:lnTo>
                    <a:pt x="4730737" y="2497493"/>
                  </a:lnTo>
                  <a:cubicBezTo>
                    <a:pt x="4734877" y="2497493"/>
                    <a:pt x="4738192" y="2496839"/>
                    <a:pt x="4741214" y="2499245"/>
                  </a:cubicBezTo>
                  <a:cubicBezTo>
                    <a:pt x="4743430" y="2500979"/>
                    <a:pt x="4743430" y="2504293"/>
                    <a:pt x="4745615" y="2506268"/>
                  </a:cubicBezTo>
                  <a:cubicBezTo>
                    <a:pt x="4746713" y="2507145"/>
                    <a:pt x="4748022" y="2507354"/>
                    <a:pt x="4749114" y="2508021"/>
                  </a:cubicBezTo>
                  <a:cubicBezTo>
                    <a:pt x="4750212" y="2508675"/>
                    <a:pt x="4751285" y="2509100"/>
                    <a:pt x="4752606" y="2509786"/>
                  </a:cubicBezTo>
                  <a:cubicBezTo>
                    <a:pt x="4755241" y="2511075"/>
                    <a:pt x="4756969" y="2512174"/>
                    <a:pt x="4759591" y="2513260"/>
                  </a:cubicBezTo>
                  <a:cubicBezTo>
                    <a:pt x="4760728" y="2513704"/>
                    <a:pt x="4762017" y="2513704"/>
                    <a:pt x="4763115" y="2514123"/>
                  </a:cubicBezTo>
                  <a:cubicBezTo>
                    <a:pt x="4765738" y="2515234"/>
                    <a:pt x="4767275" y="2516778"/>
                    <a:pt x="4770126" y="2517648"/>
                  </a:cubicBezTo>
                  <a:cubicBezTo>
                    <a:pt x="4772126" y="2518092"/>
                    <a:pt x="4773606" y="2517648"/>
                    <a:pt x="4775796" y="2517648"/>
                  </a:cubicBezTo>
                  <a:cubicBezTo>
                    <a:pt x="4778006" y="2517648"/>
                    <a:pt x="4779327" y="2517857"/>
                    <a:pt x="4781511" y="2517648"/>
                  </a:cubicBezTo>
                  <a:cubicBezTo>
                    <a:pt x="4784128" y="2517393"/>
                    <a:pt x="4786102" y="2516327"/>
                    <a:pt x="4788503" y="2515889"/>
                  </a:cubicBezTo>
                  <a:cubicBezTo>
                    <a:pt x="4789582" y="2515889"/>
                    <a:pt x="4790890" y="2516111"/>
                    <a:pt x="4792008" y="2515889"/>
                  </a:cubicBezTo>
                  <a:cubicBezTo>
                    <a:pt x="4794008" y="2515431"/>
                    <a:pt x="4794650" y="2513704"/>
                    <a:pt x="4796396" y="2512383"/>
                  </a:cubicBezTo>
                  <a:cubicBezTo>
                    <a:pt x="4797494" y="2511742"/>
                    <a:pt x="4799247" y="2511742"/>
                    <a:pt x="4799888" y="2510643"/>
                  </a:cubicBezTo>
                  <a:cubicBezTo>
                    <a:pt x="4800790" y="2509323"/>
                    <a:pt x="4801647" y="2508446"/>
                    <a:pt x="4802517" y="2507145"/>
                  </a:cubicBezTo>
                  <a:cubicBezTo>
                    <a:pt x="4803165" y="2506268"/>
                    <a:pt x="4802968" y="2504516"/>
                    <a:pt x="4803406" y="2503627"/>
                  </a:cubicBezTo>
                  <a:cubicBezTo>
                    <a:pt x="4804276" y="2502331"/>
                    <a:pt x="4805807" y="2502115"/>
                    <a:pt x="4806911" y="2500979"/>
                  </a:cubicBezTo>
                  <a:cubicBezTo>
                    <a:pt x="4807972" y="2499899"/>
                    <a:pt x="4808226" y="2498140"/>
                    <a:pt x="4809502" y="2497493"/>
                  </a:cubicBezTo>
                  <a:cubicBezTo>
                    <a:pt x="4811699" y="2496407"/>
                    <a:pt x="4813909" y="2496839"/>
                    <a:pt x="4816532" y="2496635"/>
                  </a:cubicBezTo>
                  <a:cubicBezTo>
                    <a:pt x="4819154" y="2496407"/>
                    <a:pt x="4821116" y="2496635"/>
                    <a:pt x="4823517" y="2495746"/>
                  </a:cubicBezTo>
                  <a:cubicBezTo>
                    <a:pt x="4825307" y="2495092"/>
                    <a:pt x="4825307" y="2492895"/>
                    <a:pt x="4827054" y="2492260"/>
                  </a:cubicBezTo>
                  <a:cubicBezTo>
                    <a:pt x="4829454" y="2491403"/>
                    <a:pt x="4831429" y="2491403"/>
                    <a:pt x="4834045" y="2491403"/>
                  </a:cubicBezTo>
                  <a:cubicBezTo>
                    <a:pt x="4840185" y="2491403"/>
                    <a:pt x="4843894" y="2492476"/>
                    <a:pt x="4849787" y="2494006"/>
                  </a:cubicBezTo>
                  <a:cubicBezTo>
                    <a:pt x="4852860" y="2494902"/>
                    <a:pt x="4854613" y="2496635"/>
                    <a:pt x="4857680" y="2497493"/>
                  </a:cubicBezTo>
                  <a:cubicBezTo>
                    <a:pt x="4859210" y="2497924"/>
                    <a:pt x="4860309" y="2498140"/>
                    <a:pt x="4862074" y="2498401"/>
                  </a:cubicBezTo>
                  <a:cubicBezTo>
                    <a:pt x="4864468" y="2498591"/>
                    <a:pt x="4865789" y="2499245"/>
                    <a:pt x="4868208" y="2499245"/>
                  </a:cubicBezTo>
                  <a:cubicBezTo>
                    <a:pt x="4870138" y="2499245"/>
                    <a:pt x="4871681" y="2499048"/>
                    <a:pt x="4873447" y="2498401"/>
                  </a:cubicBezTo>
                  <a:cubicBezTo>
                    <a:pt x="4875174" y="2497753"/>
                    <a:pt x="4875631" y="2496172"/>
                    <a:pt x="4876939" y="2494902"/>
                  </a:cubicBezTo>
                  <a:cubicBezTo>
                    <a:pt x="4878260" y="2493556"/>
                    <a:pt x="4879346" y="2492895"/>
                    <a:pt x="4880457" y="2491403"/>
                  </a:cubicBezTo>
                  <a:cubicBezTo>
                    <a:pt x="4882197" y="2488958"/>
                    <a:pt x="4883289" y="2486786"/>
                    <a:pt x="4884820" y="2484361"/>
                  </a:cubicBezTo>
                  <a:cubicBezTo>
                    <a:pt x="4886128" y="2482392"/>
                    <a:pt x="4887690" y="2481510"/>
                    <a:pt x="4889207" y="2479998"/>
                  </a:cubicBezTo>
                  <a:cubicBezTo>
                    <a:pt x="4894668" y="2474550"/>
                    <a:pt x="4897723" y="2470162"/>
                    <a:pt x="4904955" y="2467724"/>
                  </a:cubicBezTo>
                  <a:cubicBezTo>
                    <a:pt x="4906035" y="2467495"/>
                    <a:pt x="4907362" y="2467305"/>
                    <a:pt x="4908454" y="2466841"/>
                  </a:cubicBezTo>
                  <a:cubicBezTo>
                    <a:pt x="4909750" y="2466435"/>
                    <a:pt x="4910670" y="2465578"/>
                    <a:pt x="4911966" y="2465127"/>
                  </a:cubicBezTo>
                  <a:cubicBezTo>
                    <a:pt x="4913261" y="2464682"/>
                    <a:pt x="4914137" y="2463577"/>
                    <a:pt x="4915465" y="2463336"/>
                  </a:cubicBezTo>
                  <a:cubicBezTo>
                    <a:pt x="4916570" y="2463133"/>
                    <a:pt x="4917636" y="2463336"/>
                    <a:pt x="4918983" y="2463336"/>
                  </a:cubicBezTo>
                  <a:cubicBezTo>
                    <a:pt x="4920291" y="2463336"/>
                    <a:pt x="4921357" y="2463133"/>
                    <a:pt x="4922475" y="2463336"/>
                  </a:cubicBezTo>
                  <a:cubicBezTo>
                    <a:pt x="4923777" y="2463577"/>
                    <a:pt x="4924704" y="2464682"/>
                    <a:pt x="4925980" y="2465127"/>
                  </a:cubicBezTo>
                  <a:cubicBezTo>
                    <a:pt x="4927511" y="2465578"/>
                    <a:pt x="4927974" y="2467305"/>
                    <a:pt x="4929473" y="2467724"/>
                  </a:cubicBezTo>
                  <a:cubicBezTo>
                    <a:pt x="4931892" y="2468403"/>
                    <a:pt x="4933861" y="2467724"/>
                    <a:pt x="4936496" y="2467724"/>
                  </a:cubicBezTo>
                  <a:cubicBezTo>
                    <a:pt x="4939093" y="2467724"/>
                    <a:pt x="4941074" y="2468187"/>
                    <a:pt x="4943494" y="2467724"/>
                  </a:cubicBezTo>
                  <a:cubicBezTo>
                    <a:pt x="4945011" y="2467495"/>
                    <a:pt x="4945665" y="2465755"/>
                    <a:pt x="4947011" y="2465127"/>
                  </a:cubicBezTo>
                  <a:cubicBezTo>
                    <a:pt x="4950517" y="2463133"/>
                    <a:pt x="4951583" y="2460523"/>
                    <a:pt x="4954879" y="2458104"/>
                  </a:cubicBezTo>
                  <a:cubicBezTo>
                    <a:pt x="4956397" y="2457024"/>
                    <a:pt x="4957959" y="2456592"/>
                    <a:pt x="4959248" y="2455462"/>
                  </a:cubicBezTo>
                  <a:cubicBezTo>
                    <a:pt x="4960556" y="2454382"/>
                    <a:pt x="4960785" y="2452827"/>
                    <a:pt x="4961870" y="2451976"/>
                  </a:cubicBezTo>
                  <a:cubicBezTo>
                    <a:pt x="4962956" y="2451100"/>
                    <a:pt x="4962956" y="2448915"/>
                    <a:pt x="4964493" y="2448471"/>
                  </a:cubicBezTo>
                  <a:cubicBezTo>
                    <a:pt x="4965573" y="2448248"/>
                    <a:pt x="4966900" y="2448680"/>
                    <a:pt x="4967985" y="2448471"/>
                  </a:cubicBezTo>
                  <a:cubicBezTo>
                    <a:pt x="4971294" y="2447378"/>
                    <a:pt x="4973694" y="2446737"/>
                    <a:pt x="4977212" y="2446737"/>
                  </a:cubicBezTo>
                  <a:cubicBezTo>
                    <a:pt x="4979816" y="2446737"/>
                    <a:pt x="4981149" y="2447378"/>
                    <a:pt x="4983778" y="2447594"/>
                  </a:cubicBezTo>
                  <a:cubicBezTo>
                    <a:pt x="4988617" y="2448039"/>
                    <a:pt x="4991417" y="2446928"/>
                    <a:pt x="4996027" y="2447594"/>
                  </a:cubicBezTo>
                  <a:cubicBezTo>
                    <a:pt x="4998669" y="2448039"/>
                    <a:pt x="5000599" y="2449144"/>
                    <a:pt x="5003012" y="2450210"/>
                  </a:cubicBezTo>
                  <a:lnTo>
                    <a:pt x="5006536" y="2451976"/>
                  </a:lnTo>
                  <a:cubicBezTo>
                    <a:pt x="5008073" y="2452611"/>
                    <a:pt x="5008708" y="2453913"/>
                    <a:pt x="5010023" y="2454598"/>
                  </a:cubicBezTo>
                  <a:cubicBezTo>
                    <a:pt x="5012226" y="2455919"/>
                    <a:pt x="5013534" y="2458104"/>
                    <a:pt x="5016150" y="2458104"/>
                  </a:cubicBezTo>
                  <a:cubicBezTo>
                    <a:pt x="5018366" y="2458104"/>
                    <a:pt x="5019459" y="2456764"/>
                    <a:pt x="5021618" y="2456764"/>
                  </a:cubicBezTo>
                  <a:cubicBezTo>
                    <a:pt x="5022951" y="2456764"/>
                    <a:pt x="5023605" y="2457259"/>
                    <a:pt x="5024926" y="2457259"/>
                  </a:cubicBezTo>
                  <a:lnTo>
                    <a:pt x="5031898" y="2457259"/>
                  </a:lnTo>
                  <a:cubicBezTo>
                    <a:pt x="5034565" y="2457259"/>
                    <a:pt x="5037181" y="2457024"/>
                    <a:pt x="5039810" y="2457259"/>
                  </a:cubicBezTo>
                  <a:cubicBezTo>
                    <a:pt x="5041125" y="2457259"/>
                    <a:pt x="5042204" y="2457024"/>
                    <a:pt x="5043303" y="2457259"/>
                  </a:cubicBezTo>
                  <a:cubicBezTo>
                    <a:pt x="5044636" y="2457672"/>
                    <a:pt x="5045481" y="2458332"/>
                    <a:pt x="5046802" y="2458980"/>
                  </a:cubicBezTo>
                  <a:cubicBezTo>
                    <a:pt x="5048370" y="2459634"/>
                    <a:pt x="5048542" y="2461380"/>
                    <a:pt x="5049437" y="2462485"/>
                  </a:cubicBezTo>
                  <a:cubicBezTo>
                    <a:pt x="5050758" y="2464009"/>
                    <a:pt x="5052288" y="2464873"/>
                    <a:pt x="5052923" y="2466841"/>
                  </a:cubicBezTo>
                  <a:cubicBezTo>
                    <a:pt x="5053164" y="2467946"/>
                    <a:pt x="5053837" y="2469076"/>
                    <a:pt x="5053837" y="2470365"/>
                  </a:cubicBezTo>
                  <a:cubicBezTo>
                    <a:pt x="5054022" y="2474550"/>
                    <a:pt x="5053837" y="2476715"/>
                    <a:pt x="5053837" y="2480856"/>
                  </a:cubicBezTo>
                  <a:cubicBezTo>
                    <a:pt x="5059057" y="2480856"/>
                    <a:pt x="5062994" y="2480189"/>
                    <a:pt x="5066957" y="2483484"/>
                  </a:cubicBezTo>
                  <a:cubicBezTo>
                    <a:pt x="5068246" y="2484602"/>
                    <a:pt x="5068906" y="2485682"/>
                    <a:pt x="5069566" y="2486990"/>
                  </a:cubicBezTo>
                  <a:cubicBezTo>
                    <a:pt x="5070868" y="2489206"/>
                    <a:pt x="5071300" y="2491403"/>
                    <a:pt x="5071300" y="2494006"/>
                  </a:cubicBezTo>
                  <a:cubicBezTo>
                    <a:pt x="5071541" y="2498401"/>
                    <a:pt x="5071135" y="2501258"/>
                    <a:pt x="5072195" y="2505405"/>
                  </a:cubicBezTo>
                  <a:cubicBezTo>
                    <a:pt x="5072424" y="2506503"/>
                    <a:pt x="5072424" y="2507799"/>
                    <a:pt x="5073078" y="2508872"/>
                  </a:cubicBezTo>
                  <a:cubicBezTo>
                    <a:pt x="5073719" y="2510161"/>
                    <a:pt x="5074399" y="2511742"/>
                    <a:pt x="5075701" y="2512383"/>
                  </a:cubicBezTo>
                  <a:cubicBezTo>
                    <a:pt x="5076793" y="2513037"/>
                    <a:pt x="5077904" y="2512383"/>
                    <a:pt x="5079199" y="2512383"/>
                  </a:cubicBezTo>
                  <a:cubicBezTo>
                    <a:pt x="5083803" y="2512383"/>
                    <a:pt x="5087518" y="2510161"/>
                    <a:pt x="5089702" y="2506268"/>
                  </a:cubicBezTo>
                  <a:cubicBezTo>
                    <a:pt x="5090356" y="2505182"/>
                    <a:pt x="5089931" y="2503868"/>
                    <a:pt x="5090598" y="2502738"/>
                  </a:cubicBezTo>
                  <a:cubicBezTo>
                    <a:pt x="5092077" y="2499899"/>
                    <a:pt x="5095398" y="2500134"/>
                    <a:pt x="5097576" y="2497493"/>
                  </a:cubicBezTo>
                  <a:cubicBezTo>
                    <a:pt x="5098465" y="2496407"/>
                    <a:pt x="5098465" y="2495092"/>
                    <a:pt x="5099323" y="2494006"/>
                  </a:cubicBezTo>
                  <a:cubicBezTo>
                    <a:pt x="5100199" y="2492895"/>
                    <a:pt x="5101977" y="2492686"/>
                    <a:pt x="5102828" y="2491403"/>
                  </a:cubicBezTo>
                  <a:cubicBezTo>
                    <a:pt x="5103729" y="2490069"/>
                    <a:pt x="5104815" y="2489206"/>
                    <a:pt x="5105482" y="2487847"/>
                  </a:cubicBezTo>
                  <a:cubicBezTo>
                    <a:pt x="5106790" y="2485682"/>
                    <a:pt x="5107209" y="2483484"/>
                    <a:pt x="5108111" y="2480856"/>
                  </a:cubicBezTo>
                  <a:cubicBezTo>
                    <a:pt x="5108543" y="2479567"/>
                    <a:pt x="5109432" y="2478671"/>
                    <a:pt x="5109851" y="2477363"/>
                  </a:cubicBezTo>
                  <a:cubicBezTo>
                    <a:pt x="5112467" y="2478227"/>
                    <a:pt x="5114880" y="2478036"/>
                    <a:pt x="5116855" y="2479998"/>
                  </a:cubicBezTo>
                  <a:cubicBezTo>
                    <a:pt x="5117922" y="2481110"/>
                    <a:pt x="5119484" y="2481751"/>
                    <a:pt x="5119484" y="2483484"/>
                  </a:cubicBezTo>
                  <a:cubicBezTo>
                    <a:pt x="5119484" y="2486990"/>
                    <a:pt x="5116645" y="2488088"/>
                    <a:pt x="5114220" y="2490520"/>
                  </a:cubicBezTo>
                  <a:cubicBezTo>
                    <a:pt x="5111159" y="2493556"/>
                    <a:pt x="5110721" y="2497493"/>
                    <a:pt x="5110721" y="2502115"/>
                  </a:cubicBezTo>
                  <a:cubicBezTo>
                    <a:pt x="5110721" y="2504725"/>
                    <a:pt x="5111159" y="2506268"/>
                    <a:pt x="5111584" y="2508872"/>
                  </a:cubicBezTo>
                  <a:cubicBezTo>
                    <a:pt x="5112696" y="2508224"/>
                    <a:pt x="5114467" y="2508872"/>
                    <a:pt x="5115090" y="2508021"/>
                  </a:cubicBezTo>
                  <a:cubicBezTo>
                    <a:pt x="5115775" y="2507145"/>
                    <a:pt x="5115090" y="2504941"/>
                    <a:pt x="5115947" y="2504516"/>
                  </a:cubicBezTo>
                  <a:cubicBezTo>
                    <a:pt x="5117293" y="2503627"/>
                    <a:pt x="5117744" y="2501874"/>
                    <a:pt x="5119484" y="2501874"/>
                  </a:cubicBezTo>
                  <a:cubicBezTo>
                    <a:pt x="5121001" y="2501874"/>
                    <a:pt x="5121440" y="2503627"/>
                    <a:pt x="5122995" y="2503627"/>
                  </a:cubicBezTo>
                  <a:cubicBezTo>
                    <a:pt x="5124297" y="2503627"/>
                    <a:pt x="5125161" y="2503417"/>
                    <a:pt x="5126469" y="2503627"/>
                  </a:cubicBezTo>
                  <a:lnTo>
                    <a:pt x="5126469" y="2513926"/>
                  </a:lnTo>
                  <a:cubicBezTo>
                    <a:pt x="5126469" y="2515889"/>
                    <a:pt x="5124938" y="2516778"/>
                    <a:pt x="5124723" y="2518530"/>
                  </a:cubicBezTo>
                  <a:lnTo>
                    <a:pt x="5124723" y="2522010"/>
                  </a:lnTo>
                  <a:cubicBezTo>
                    <a:pt x="5124081" y="2525960"/>
                    <a:pt x="5123230" y="2528373"/>
                    <a:pt x="5122995" y="2532526"/>
                  </a:cubicBezTo>
                  <a:cubicBezTo>
                    <a:pt x="5124081" y="2532316"/>
                    <a:pt x="5125383" y="2532970"/>
                    <a:pt x="5126469" y="2532526"/>
                  </a:cubicBezTo>
                  <a:cubicBezTo>
                    <a:pt x="5128247" y="2531668"/>
                    <a:pt x="5128666" y="2530316"/>
                    <a:pt x="5129987" y="2529033"/>
                  </a:cubicBezTo>
                  <a:cubicBezTo>
                    <a:pt x="5131517" y="2527522"/>
                    <a:pt x="5131955" y="2524639"/>
                    <a:pt x="5134375" y="2524639"/>
                  </a:cubicBezTo>
                  <a:cubicBezTo>
                    <a:pt x="5136534" y="2524639"/>
                    <a:pt x="5138534" y="2524639"/>
                    <a:pt x="5139632" y="2526391"/>
                  </a:cubicBezTo>
                  <a:cubicBezTo>
                    <a:pt x="5141150" y="2528836"/>
                    <a:pt x="5139842" y="2531408"/>
                    <a:pt x="5140477" y="2534291"/>
                  </a:cubicBezTo>
                  <a:cubicBezTo>
                    <a:pt x="5141353" y="2537555"/>
                    <a:pt x="5145081" y="2538012"/>
                    <a:pt x="5147500" y="2540425"/>
                  </a:cubicBezTo>
                  <a:cubicBezTo>
                    <a:pt x="5148351" y="2541276"/>
                    <a:pt x="5150097" y="2541276"/>
                    <a:pt x="5150993" y="2542152"/>
                  </a:cubicBezTo>
                  <a:cubicBezTo>
                    <a:pt x="5152326" y="2543473"/>
                    <a:pt x="5151843" y="2545429"/>
                    <a:pt x="5151843" y="2547429"/>
                  </a:cubicBezTo>
                  <a:lnTo>
                    <a:pt x="5151843" y="2549156"/>
                  </a:lnTo>
                  <a:cubicBezTo>
                    <a:pt x="5151843" y="2550464"/>
                    <a:pt x="5150993" y="2551334"/>
                    <a:pt x="5150993" y="2552649"/>
                  </a:cubicBezTo>
                  <a:cubicBezTo>
                    <a:pt x="5150764" y="2555290"/>
                    <a:pt x="5150764" y="2557062"/>
                    <a:pt x="5150993" y="2559665"/>
                  </a:cubicBezTo>
                  <a:cubicBezTo>
                    <a:pt x="5150993" y="2560993"/>
                    <a:pt x="5150764" y="2562091"/>
                    <a:pt x="5150993" y="2563164"/>
                  </a:cubicBezTo>
                  <a:cubicBezTo>
                    <a:pt x="5151843" y="2566041"/>
                    <a:pt x="5154072" y="2567552"/>
                    <a:pt x="5156263" y="2569298"/>
                  </a:cubicBezTo>
                  <a:cubicBezTo>
                    <a:pt x="5158447" y="2571051"/>
                    <a:pt x="5160645" y="2572124"/>
                    <a:pt x="5163229" y="2573680"/>
                  </a:cubicBezTo>
                  <a:cubicBezTo>
                    <a:pt x="5164550" y="2574347"/>
                    <a:pt x="5165223" y="2575864"/>
                    <a:pt x="5166753" y="2576296"/>
                  </a:cubicBezTo>
                  <a:cubicBezTo>
                    <a:pt x="5169166" y="2577160"/>
                    <a:pt x="5171154" y="2577160"/>
                    <a:pt x="5173770" y="2577160"/>
                  </a:cubicBezTo>
                  <a:cubicBezTo>
                    <a:pt x="5178139" y="2577160"/>
                    <a:pt x="5181422" y="2576296"/>
                    <a:pt x="5185143" y="2578023"/>
                  </a:cubicBezTo>
                  <a:cubicBezTo>
                    <a:pt x="5186686" y="2578722"/>
                    <a:pt x="5186476" y="2580925"/>
                    <a:pt x="5187797" y="2581567"/>
                  </a:cubicBezTo>
                  <a:cubicBezTo>
                    <a:pt x="5188877" y="2582227"/>
                    <a:pt x="5190197" y="2581751"/>
                    <a:pt x="5191277" y="2582430"/>
                  </a:cubicBezTo>
                  <a:cubicBezTo>
                    <a:pt x="5192572" y="2583084"/>
                    <a:pt x="5193449" y="2584424"/>
                    <a:pt x="5194795" y="2585078"/>
                  </a:cubicBezTo>
                  <a:cubicBezTo>
                    <a:pt x="5196103" y="2585719"/>
                    <a:pt x="5196732" y="2587243"/>
                    <a:pt x="5198306" y="2587688"/>
                  </a:cubicBezTo>
                  <a:cubicBezTo>
                    <a:pt x="5201342" y="2588787"/>
                    <a:pt x="5203526" y="2588564"/>
                    <a:pt x="5207025" y="2588564"/>
                  </a:cubicBezTo>
                  <a:cubicBezTo>
                    <a:pt x="5212740" y="2588564"/>
                    <a:pt x="5217102" y="2588113"/>
                    <a:pt x="5221071" y="2584189"/>
                  </a:cubicBezTo>
                  <a:cubicBezTo>
                    <a:pt x="5224773" y="2580500"/>
                    <a:pt x="5224557" y="2576296"/>
                    <a:pt x="5224557" y="2571051"/>
                  </a:cubicBezTo>
                  <a:lnTo>
                    <a:pt x="5231345" y="2571051"/>
                  </a:lnTo>
                  <a:cubicBezTo>
                    <a:pt x="5235708" y="2571051"/>
                    <a:pt x="5238788" y="2574112"/>
                    <a:pt x="5240305" y="2578023"/>
                  </a:cubicBezTo>
                  <a:cubicBezTo>
                    <a:pt x="5240521" y="2579154"/>
                    <a:pt x="5240096" y="2580500"/>
                    <a:pt x="5240305" y="2581567"/>
                  </a:cubicBezTo>
                  <a:cubicBezTo>
                    <a:pt x="5240972" y="2584424"/>
                    <a:pt x="5241613" y="2586818"/>
                    <a:pt x="5243810" y="2588564"/>
                  </a:cubicBezTo>
                  <a:cubicBezTo>
                    <a:pt x="5245989" y="2590317"/>
                    <a:pt x="5248630" y="2591187"/>
                    <a:pt x="5251691" y="2591187"/>
                  </a:cubicBezTo>
                  <a:cubicBezTo>
                    <a:pt x="5256472" y="2591187"/>
                    <a:pt x="5258701" y="2587243"/>
                    <a:pt x="5262213" y="2584189"/>
                  </a:cubicBezTo>
                  <a:cubicBezTo>
                    <a:pt x="5263521" y="2583084"/>
                    <a:pt x="5264416" y="2582430"/>
                    <a:pt x="5265693" y="2581567"/>
                  </a:cubicBezTo>
                  <a:cubicBezTo>
                    <a:pt x="5268550" y="2579363"/>
                    <a:pt x="5270512" y="2578023"/>
                    <a:pt x="5273592" y="2576296"/>
                  </a:cubicBezTo>
                  <a:cubicBezTo>
                    <a:pt x="5274894" y="2575655"/>
                    <a:pt x="5275745" y="2574347"/>
                    <a:pt x="5277072" y="2573680"/>
                  </a:cubicBezTo>
                  <a:cubicBezTo>
                    <a:pt x="5279936" y="2571940"/>
                    <a:pt x="5282552" y="2571051"/>
                    <a:pt x="5286044" y="2571051"/>
                  </a:cubicBezTo>
                  <a:cubicBezTo>
                    <a:pt x="5288032" y="2571051"/>
                    <a:pt x="5289118" y="2571940"/>
                    <a:pt x="5291080" y="2571940"/>
                  </a:cubicBezTo>
                  <a:cubicBezTo>
                    <a:pt x="5298522" y="2572124"/>
                    <a:pt x="5302713" y="2571267"/>
                    <a:pt x="5310130" y="2571267"/>
                  </a:cubicBezTo>
                  <a:cubicBezTo>
                    <a:pt x="5311698" y="2571267"/>
                    <a:pt x="5312740" y="2570175"/>
                    <a:pt x="5313857" y="2569298"/>
                  </a:cubicBezTo>
                  <a:cubicBezTo>
                    <a:pt x="5314950" y="2568448"/>
                    <a:pt x="5316683" y="2568625"/>
                    <a:pt x="5317369" y="2567552"/>
                  </a:cubicBezTo>
                  <a:cubicBezTo>
                    <a:pt x="5318017" y="2566676"/>
                    <a:pt x="5316931" y="2565126"/>
                    <a:pt x="5317369" y="2564053"/>
                  </a:cubicBezTo>
                  <a:cubicBezTo>
                    <a:pt x="5318448" y="2561443"/>
                    <a:pt x="5320220" y="2559881"/>
                    <a:pt x="5320868" y="2557062"/>
                  </a:cubicBezTo>
                  <a:cubicBezTo>
                    <a:pt x="5321738" y="2552890"/>
                    <a:pt x="5319331" y="2549156"/>
                    <a:pt x="5321738" y="2545676"/>
                  </a:cubicBezTo>
                  <a:cubicBezTo>
                    <a:pt x="5323262" y="2543232"/>
                    <a:pt x="5326341" y="2543911"/>
                    <a:pt x="5328754" y="2542152"/>
                  </a:cubicBezTo>
                  <a:cubicBezTo>
                    <a:pt x="5330488" y="2540844"/>
                    <a:pt x="5332222" y="2539320"/>
                    <a:pt x="5332222" y="2536901"/>
                  </a:cubicBezTo>
                  <a:lnTo>
                    <a:pt x="5332222" y="2535186"/>
                  </a:lnTo>
                  <a:cubicBezTo>
                    <a:pt x="5332222" y="2533186"/>
                    <a:pt x="5330062" y="2532526"/>
                    <a:pt x="5329612" y="2530779"/>
                  </a:cubicBezTo>
                  <a:cubicBezTo>
                    <a:pt x="5329180" y="2528836"/>
                    <a:pt x="5329612" y="2527268"/>
                    <a:pt x="5329612" y="2525090"/>
                  </a:cubicBezTo>
                  <a:cubicBezTo>
                    <a:pt x="5329612" y="2519857"/>
                    <a:pt x="5329847" y="2516511"/>
                    <a:pt x="5331358" y="2511501"/>
                  </a:cubicBezTo>
                  <a:cubicBezTo>
                    <a:pt x="5331580" y="2510161"/>
                    <a:pt x="5332666" y="2509323"/>
                    <a:pt x="5333110" y="2508021"/>
                  </a:cubicBezTo>
                  <a:cubicBezTo>
                    <a:pt x="5333345" y="2506916"/>
                    <a:pt x="5333530" y="2505595"/>
                    <a:pt x="5334000" y="2504516"/>
                  </a:cubicBezTo>
                  <a:cubicBezTo>
                    <a:pt x="5334425" y="2503208"/>
                    <a:pt x="5335079" y="2502331"/>
                    <a:pt x="5335727" y="2500979"/>
                  </a:cubicBezTo>
                  <a:cubicBezTo>
                    <a:pt x="5337282" y="2497924"/>
                    <a:pt x="5339264" y="2496172"/>
                    <a:pt x="5341880" y="2494006"/>
                  </a:cubicBezTo>
                  <a:cubicBezTo>
                    <a:pt x="5343182" y="2492895"/>
                    <a:pt x="5344261" y="2492260"/>
                    <a:pt x="5345372" y="2491403"/>
                  </a:cubicBezTo>
                  <a:cubicBezTo>
                    <a:pt x="5346477" y="2490520"/>
                    <a:pt x="5348008" y="2490069"/>
                    <a:pt x="5348878" y="2488749"/>
                  </a:cubicBezTo>
                  <a:cubicBezTo>
                    <a:pt x="5349538" y="2487656"/>
                    <a:pt x="5349957" y="2486539"/>
                    <a:pt x="5350611" y="2485237"/>
                  </a:cubicBezTo>
                  <a:cubicBezTo>
                    <a:pt x="5351278" y="2483935"/>
                    <a:pt x="5352186" y="2483072"/>
                    <a:pt x="5352421" y="2481751"/>
                  </a:cubicBezTo>
                  <a:cubicBezTo>
                    <a:pt x="5352599" y="2480646"/>
                    <a:pt x="5352186" y="2479332"/>
                    <a:pt x="5352421" y="2478227"/>
                  </a:cubicBezTo>
                  <a:cubicBezTo>
                    <a:pt x="5352599" y="2477166"/>
                    <a:pt x="5353024" y="2475826"/>
                    <a:pt x="5353278" y="2474753"/>
                  </a:cubicBezTo>
                  <a:cubicBezTo>
                    <a:pt x="5353697" y="2473229"/>
                    <a:pt x="5355031" y="2472575"/>
                    <a:pt x="5355888" y="2471204"/>
                  </a:cubicBezTo>
                  <a:cubicBezTo>
                    <a:pt x="5356771" y="2469711"/>
                    <a:pt x="5357628" y="2468613"/>
                    <a:pt x="5359387" y="2467724"/>
                  </a:cubicBezTo>
                  <a:cubicBezTo>
                    <a:pt x="5360689" y="2467070"/>
                    <a:pt x="5361800" y="2466632"/>
                    <a:pt x="5362898" y="2465978"/>
                  </a:cubicBezTo>
                  <a:cubicBezTo>
                    <a:pt x="5364213" y="2465330"/>
                    <a:pt x="5366150" y="2466435"/>
                    <a:pt x="5367280" y="2465127"/>
                  </a:cubicBezTo>
                  <a:cubicBezTo>
                    <a:pt x="5368359" y="2463793"/>
                    <a:pt x="5366854" y="2462269"/>
                    <a:pt x="5367280" y="2460726"/>
                  </a:cubicBezTo>
                  <a:cubicBezTo>
                    <a:pt x="5367458" y="2459634"/>
                    <a:pt x="5368143" y="2458332"/>
                    <a:pt x="5368143" y="2457259"/>
                  </a:cubicBezTo>
                  <a:cubicBezTo>
                    <a:pt x="5368143" y="2456135"/>
                    <a:pt x="5369013" y="2455030"/>
                    <a:pt x="5369013" y="2453741"/>
                  </a:cubicBezTo>
                  <a:cubicBezTo>
                    <a:pt x="5369242" y="2450674"/>
                    <a:pt x="5369013" y="2448915"/>
                    <a:pt x="5369013" y="2445861"/>
                  </a:cubicBezTo>
                  <a:cubicBezTo>
                    <a:pt x="5370969" y="2442991"/>
                    <a:pt x="5372303" y="2440158"/>
                    <a:pt x="5374284" y="2437085"/>
                  </a:cubicBezTo>
                  <a:cubicBezTo>
                    <a:pt x="5376214" y="2434266"/>
                    <a:pt x="5377999" y="2432507"/>
                    <a:pt x="5378665" y="2429198"/>
                  </a:cubicBezTo>
                  <a:cubicBezTo>
                    <a:pt x="5379535" y="2425274"/>
                    <a:pt x="5380405" y="2422626"/>
                    <a:pt x="5381275" y="2418695"/>
                  </a:cubicBezTo>
                  <a:cubicBezTo>
                    <a:pt x="5381504" y="2417597"/>
                    <a:pt x="5381936" y="2416289"/>
                    <a:pt x="5382171" y="2415228"/>
                  </a:cubicBezTo>
                  <a:cubicBezTo>
                    <a:pt x="5382361" y="2414098"/>
                    <a:pt x="5383015" y="2413222"/>
                    <a:pt x="5383015" y="2411933"/>
                  </a:cubicBezTo>
                  <a:lnTo>
                    <a:pt x="5383015" y="2393981"/>
                  </a:lnTo>
                  <a:cubicBezTo>
                    <a:pt x="5383015" y="2392419"/>
                    <a:pt x="5381040" y="2391994"/>
                    <a:pt x="5380405" y="2390673"/>
                  </a:cubicBezTo>
                  <a:cubicBezTo>
                    <a:pt x="5379745" y="2389371"/>
                    <a:pt x="5379281" y="2388273"/>
                    <a:pt x="5378665" y="2387193"/>
                  </a:cubicBezTo>
                  <a:cubicBezTo>
                    <a:pt x="5377776" y="2385631"/>
                    <a:pt x="5376024" y="2385244"/>
                    <a:pt x="5375141" y="2383688"/>
                  </a:cubicBezTo>
                  <a:cubicBezTo>
                    <a:pt x="5374493" y="2382367"/>
                    <a:pt x="5372735" y="2381732"/>
                    <a:pt x="5372500" y="2380183"/>
                  </a:cubicBezTo>
                  <a:lnTo>
                    <a:pt x="5372500" y="2376684"/>
                  </a:lnTo>
                  <a:cubicBezTo>
                    <a:pt x="5372500" y="2375357"/>
                    <a:pt x="5372303" y="2374245"/>
                    <a:pt x="5372500" y="2373198"/>
                  </a:cubicBezTo>
                  <a:cubicBezTo>
                    <a:pt x="5373204" y="2370328"/>
                    <a:pt x="5375363" y="2369007"/>
                    <a:pt x="5376024" y="2366175"/>
                  </a:cubicBezTo>
                  <a:cubicBezTo>
                    <a:pt x="5376443" y="2363768"/>
                    <a:pt x="5376024" y="2361799"/>
                    <a:pt x="5376024" y="2359190"/>
                  </a:cubicBezTo>
                  <a:lnTo>
                    <a:pt x="5374284" y="2358294"/>
                  </a:lnTo>
                  <a:lnTo>
                    <a:pt x="5374284" y="2347804"/>
                  </a:lnTo>
                  <a:cubicBezTo>
                    <a:pt x="5374284" y="2346483"/>
                    <a:pt x="5374493" y="2345359"/>
                    <a:pt x="5374284" y="2344273"/>
                  </a:cubicBezTo>
                  <a:cubicBezTo>
                    <a:pt x="5373808" y="2342343"/>
                    <a:pt x="5372080" y="2341638"/>
                    <a:pt x="5370785" y="2339917"/>
                  </a:cubicBezTo>
                  <a:cubicBezTo>
                    <a:pt x="5368823" y="2337282"/>
                    <a:pt x="5367039" y="2335993"/>
                    <a:pt x="5365508" y="2332882"/>
                  </a:cubicBezTo>
                  <a:cubicBezTo>
                    <a:pt x="5364835" y="2331370"/>
                    <a:pt x="5363330" y="2330938"/>
                    <a:pt x="5362898" y="2329421"/>
                  </a:cubicBezTo>
                  <a:cubicBezTo>
                    <a:pt x="5362682" y="2328297"/>
                    <a:pt x="5363102" y="2327008"/>
                    <a:pt x="5362898" y="2325897"/>
                  </a:cubicBezTo>
                  <a:cubicBezTo>
                    <a:pt x="5362448" y="2324576"/>
                    <a:pt x="5361800" y="2323680"/>
                    <a:pt x="5361146" y="2322391"/>
                  </a:cubicBezTo>
                  <a:cubicBezTo>
                    <a:pt x="5360479" y="2321064"/>
                    <a:pt x="5360054" y="2320004"/>
                    <a:pt x="5359387" y="2318880"/>
                  </a:cubicBezTo>
                  <a:cubicBezTo>
                    <a:pt x="5358517" y="2317584"/>
                    <a:pt x="5356771" y="2317362"/>
                    <a:pt x="5355888" y="2316257"/>
                  </a:cubicBezTo>
                  <a:cubicBezTo>
                    <a:pt x="5353907" y="2314092"/>
                    <a:pt x="5352186" y="2312092"/>
                    <a:pt x="5349754" y="2310149"/>
                  </a:cubicBezTo>
                  <a:cubicBezTo>
                    <a:pt x="5348446" y="2309031"/>
                    <a:pt x="5347785" y="2308142"/>
                    <a:pt x="5346242" y="2307520"/>
                  </a:cubicBezTo>
                  <a:cubicBezTo>
                    <a:pt x="5344731" y="2306828"/>
                    <a:pt x="5343182" y="2306828"/>
                    <a:pt x="5341880" y="2305767"/>
                  </a:cubicBezTo>
                  <a:cubicBezTo>
                    <a:pt x="5340318" y="2304675"/>
                    <a:pt x="5339264" y="2303589"/>
                    <a:pt x="5339264" y="2301601"/>
                  </a:cubicBezTo>
                  <a:lnTo>
                    <a:pt x="5339264" y="2284729"/>
                  </a:lnTo>
                  <a:cubicBezTo>
                    <a:pt x="5336635" y="2284514"/>
                    <a:pt x="5334863" y="2283866"/>
                    <a:pt x="5332222" y="2283866"/>
                  </a:cubicBezTo>
                  <a:cubicBezTo>
                    <a:pt x="5328075" y="2283866"/>
                    <a:pt x="5325903" y="2284329"/>
                    <a:pt x="5321738" y="2283866"/>
                  </a:cubicBezTo>
                  <a:cubicBezTo>
                    <a:pt x="5319998" y="2283866"/>
                    <a:pt x="5318899" y="2282761"/>
                    <a:pt x="5317369" y="2282126"/>
                  </a:cubicBezTo>
                  <a:cubicBezTo>
                    <a:pt x="5316048" y="2281694"/>
                    <a:pt x="5314950" y="2280996"/>
                    <a:pt x="5313857" y="2280380"/>
                  </a:cubicBezTo>
                  <a:cubicBezTo>
                    <a:pt x="5311222" y="2278399"/>
                    <a:pt x="5309057" y="2276627"/>
                    <a:pt x="5308606" y="2273382"/>
                  </a:cubicBezTo>
                  <a:lnTo>
                    <a:pt x="5308606" y="2269883"/>
                  </a:lnTo>
                  <a:cubicBezTo>
                    <a:pt x="5308606" y="2268772"/>
                    <a:pt x="5307710" y="2267667"/>
                    <a:pt x="5307710" y="2266327"/>
                  </a:cubicBezTo>
                  <a:cubicBezTo>
                    <a:pt x="5307514" y="2263305"/>
                    <a:pt x="5307710" y="2261533"/>
                    <a:pt x="5307710" y="2258491"/>
                  </a:cubicBezTo>
                  <a:cubicBezTo>
                    <a:pt x="5306390" y="2258237"/>
                    <a:pt x="5305310" y="2259133"/>
                    <a:pt x="5304243" y="2258491"/>
                  </a:cubicBezTo>
                  <a:cubicBezTo>
                    <a:pt x="5303139" y="2257831"/>
                    <a:pt x="5301373" y="2257831"/>
                    <a:pt x="5300732" y="2256751"/>
                  </a:cubicBezTo>
                  <a:cubicBezTo>
                    <a:pt x="5299424" y="2254764"/>
                    <a:pt x="5302021" y="2251684"/>
                    <a:pt x="5300732" y="2249690"/>
                  </a:cubicBezTo>
                  <a:cubicBezTo>
                    <a:pt x="5300071" y="2248833"/>
                    <a:pt x="5298300" y="2249538"/>
                    <a:pt x="5297233" y="2248833"/>
                  </a:cubicBezTo>
                  <a:cubicBezTo>
                    <a:pt x="5295925" y="2248185"/>
                    <a:pt x="5295042" y="2247544"/>
                    <a:pt x="5293715" y="2247087"/>
                  </a:cubicBezTo>
                  <a:cubicBezTo>
                    <a:pt x="5291080" y="2246014"/>
                    <a:pt x="5289118" y="2245340"/>
                    <a:pt x="5286724" y="2243594"/>
                  </a:cubicBezTo>
                  <a:cubicBezTo>
                    <a:pt x="5285378" y="2242699"/>
                    <a:pt x="5285181" y="2241194"/>
                    <a:pt x="5284076" y="2240114"/>
                  </a:cubicBezTo>
                  <a:cubicBezTo>
                    <a:pt x="5282996" y="2238978"/>
                    <a:pt x="5281447" y="2238559"/>
                    <a:pt x="5280564" y="2237479"/>
                  </a:cubicBezTo>
                  <a:cubicBezTo>
                    <a:pt x="5279713" y="2236349"/>
                    <a:pt x="5279713" y="2235060"/>
                    <a:pt x="5278831" y="2233961"/>
                  </a:cubicBezTo>
                  <a:cubicBezTo>
                    <a:pt x="5277739" y="2232659"/>
                    <a:pt x="5276214" y="2232005"/>
                    <a:pt x="5274456" y="2231320"/>
                  </a:cubicBezTo>
                  <a:cubicBezTo>
                    <a:pt x="5270512" y="2229580"/>
                    <a:pt x="5268099" y="2229148"/>
                    <a:pt x="5263953" y="2227821"/>
                  </a:cubicBezTo>
                  <a:cubicBezTo>
                    <a:pt x="5262435" y="2227421"/>
                    <a:pt x="5260905" y="2226964"/>
                    <a:pt x="5259558" y="2226081"/>
                  </a:cubicBezTo>
                  <a:cubicBezTo>
                    <a:pt x="5258041" y="2225217"/>
                    <a:pt x="5256472" y="2224316"/>
                    <a:pt x="5256060" y="2222576"/>
                  </a:cubicBezTo>
                  <a:cubicBezTo>
                    <a:pt x="5255628" y="2220207"/>
                    <a:pt x="5256707" y="2217978"/>
                    <a:pt x="5256060" y="2215578"/>
                  </a:cubicBezTo>
                  <a:cubicBezTo>
                    <a:pt x="5255190" y="2212740"/>
                    <a:pt x="5252548" y="2211419"/>
                    <a:pt x="5251691" y="2208549"/>
                  </a:cubicBezTo>
                  <a:cubicBezTo>
                    <a:pt x="5251246" y="2207044"/>
                    <a:pt x="5251907" y="2205723"/>
                    <a:pt x="5251691" y="2204205"/>
                  </a:cubicBezTo>
                  <a:cubicBezTo>
                    <a:pt x="5251469" y="2203094"/>
                    <a:pt x="5251056" y="2201786"/>
                    <a:pt x="5250814" y="2200681"/>
                  </a:cubicBezTo>
                  <a:cubicBezTo>
                    <a:pt x="5250599" y="2199385"/>
                    <a:pt x="5249265" y="2198465"/>
                    <a:pt x="5249081" y="2197176"/>
                  </a:cubicBezTo>
                  <a:cubicBezTo>
                    <a:pt x="5248827" y="2196103"/>
                    <a:pt x="5249081" y="2194991"/>
                    <a:pt x="5249081" y="2193683"/>
                  </a:cubicBezTo>
                  <a:lnTo>
                    <a:pt x="5249081" y="2190203"/>
                  </a:lnTo>
                  <a:cubicBezTo>
                    <a:pt x="5248827" y="2187568"/>
                    <a:pt x="5248389" y="2185790"/>
                    <a:pt x="5248198" y="2183155"/>
                  </a:cubicBezTo>
                  <a:cubicBezTo>
                    <a:pt x="5248198" y="2181853"/>
                    <a:pt x="5248389" y="2180786"/>
                    <a:pt x="5248198" y="2179669"/>
                  </a:cubicBezTo>
                  <a:cubicBezTo>
                    <a:pt x="5247309" y="2176830"/>
                    <a:pt x="5245125" y="2175516"/>
                    <a:pt x="5242915" y="2173560"/>
                  </a:cubicBezTo>
                  <a:cubicBezTo>
                    <a:pt x="5241416" y="2172239"/>
                    <a:pt x="5239416" y="2171801"/>
                    <a:pt x="5238559" y="2170061"/>
                  </a:cubicBezTo>
                  <a:cubicBezTo>
                    <a:pt x="5237683" y="2168512"/>
                    <a:pt x="5237683" y="2166759"/>
                    <a:pt x="5237683" y="2164816"/>
                  </a:cubicBezTo>
                  <a:cubicBezTo>
                    <a:pt x="5237683" y="2162200"/>
                    <a:pt x="5239416" y="2160416"/>
                    <a:pt x="5239416" y="2157780"/>
                  </a:cubicBezTo>
                  <a:cubicBezTo>
                    <a:pt x="5239416" y="2154256"/>
                    <a:pt x="5236584" y="2151887"/>
                    <a:pt x="5233295" y="2150795"/>
                  </a:cubicBezTo>
                  <a:cubicBezTo>
                    <a:pt x="5232215" y="2150567"/>
                    <a:pt x="5230895" y="2150795"/>
                    <a:pt x="5229790" y="2150795"/>
                  </a:cubicBezTo>
                  <a:cubicBezTo>
                    <a:pt x="5228716" y="2150795"/>
                    <a:pt x="5227396" y="2150973"/>
                    <a:pt x="5226291" y="2150795"/>
                  </a:cubicBezTo>
                  <a:cubicBezTo>
                    <a:pt x="5224983" y="2150567"/>
                    <a:pt x="5224119" y="2149246"/>
                    <a:pt x="5222786" y="2149030"/>
                  </a:cubicBezTo>
                  <a:cubicBezTo>
                    <a:pt x="5219960" y="2148370"/>
                    <a:pt x="5217560" y="2148605"/>
                    <a:pt x="5214905" y="2147290"/>
                  </a:cubicBezTo>
                  <a:cubicBezTo>
                    <a:pt x="5213597" y="2146636"/>
                    <a:pt x="5212067" y="2146636"/>
                    <a:pt x="5211406" y="2145557"/>
                  </a:cubicBezTo>
                  <a:cubicBezTo>
                    <a:pt x="5210759" y="2144649"/>
                    <a:pt x="5211667" y="2143150"/>
                    <a:pt x="5211406" y="2142039"/>
                  </a:cubicBezTo>
                  <a:cubicBezTo>
                    <a:pt x="5211197" y="2140934"/>
                    <a:pt x="5211406" y="2139645"/>
                    <a:pt x="5211406" y="2138527"/>
                  </a:cubicBezTo>
                  <a:cubicBezTo>
                    <a:pt x="5211197" y="2137194"/>
                    <a:pt x="5209889" y="2136343"/>
                    <a:pt x="5209679" y="2135041"/>
                  </a:cubicBezTo>
                  <a:lnTo>
                    <a:pt x="5209679" y="2131517"/>
                  </a:lnTo>
                  <a:cubicBezTo>
                    <a:pt x="5209438" y="2127351"/>
                    <a:pt x="5210549" y="2124951"/>
                    <a:pt x="5209679" y="2121033"/>
                  </a:cubicBezTo>
                  <a:cubicBezTo>
                    <a:pt x="5209235" y="2119261"/>
                    <a:pt x="5207025" y="2119039"/>
                    <a:pt x="5206168" y="2117496"/>
                  </a:cubicBezTo>
                  <a:cubicBezTo>
                    <a:pt x="5205520" y="2116429"/>
                    <a:pt x="5205945" y="2115108"/>
                    <a:pt x="5205285" y="2113997"/>
                  </a:cubicBezTo>
                  <a:cubicBezTo>
                    <a:pt x="5204396" y="2112486"/>
                    <a:pt x="5202224" y="2112257"/>
                    <a:pt x="5201780" y="2110511"/>
                  </a:cubicBezTo>
                  <a:cubicBezTo>
                    <a:pt x="5201583" y="2109425"/>
                    <a:pt x="5202008" y="2108104"/>
                    <a:pt x="5201780" y="2107018"/>
                  </a:cubicBezTo>
                  <a:cubicBezTo>
                    <a:pt x="5201342" y="2104593"/>
                    <a:pt x="5201342" y="2102434"/>
                    <a:pt x="5200942" y="2100014"/>
                  </a:cubicBezTo>
                  <a:cubicBezTo>
                    <a:pt x="5200688" y="2098935"/>
                    <a:pt x="5200453" y="2097614"/>
                    <a:pt x="5200021" y="2096496"/>
                  </a:cubicBezTo>
                  <a:cubicBezTo>
                    <a:pt x="5198713" y="2093626"/>
                    <a:pt x="5196516" y="2092121"/>
                    <a:pt x="5193906" y="2090369"/>
                  </a:cubicBezTo>
                  <a:cubicBezTo>
                    <a:pt x="5192795" y="2089734"/>
                    <a:pt x="5191486" y="2090623"/>
                    <a:pt x="5190394" y="2090369"/>
                  </a:cubicBezTo>
                  <a:lnTo>
                    <a:pt x="5189518" y="2093855"/>
                  </a:lnTo>
                  <a:cubicBezTo>
                    <a:pt x="5189937" y="2096496"/>
                    <a:pt x="5188877" y="2098243"/>
                    <a:pt x="5188629" y="2100872"/>
                  </a:cubicBezTo>
                  <a:close/>
                  <a:moveTo>
                    <a:pt x="4990763" y="2092121"/>
                  </a:moveTo>
                  <a:cubicBezTo>
                    <a:pt x="4989468" y="2092350"/>
                    <a:pt x="4988159" y="2092350"/>
                    <a:pt x="4987302" y="2092959"/>
                  </a:cubicBezTo>
                  <a:cubicBezTo>
                    <a:pt x="4985537" y="2094331"/>
                    <a:pt x="4983778" y="2095195"/>
                    <a:pt x="4983778" y="2097379"/>
                  </a:cubicBezTo>
                  <a:cubicBezTo>
                    <a:pt x="4983778" y="2099608"/>
                    <a:pt x="4983778" y="2101545"/>
                    <a:pt x="4985537" y="2102611"/>
                  </a:cubicBezTo>
                  <a:cubicBezTo>
                    <a:pt x="4986616" y="2103272"/>
                    <a:pt x="4987721" y="2103513"/>
                    <a:pt x="4989029" y="2103513"/>
                  </a:cubicBezTo>
                  <a:cubicBezTo>
                    <a:pt x="4990547" y="2103513"/>
                    <a:pt x="4991220" y="2101977"/>
                    <a:pt x="4992535" y="2101754"/>
                  </a:cubicBezTo>
                  <a:cubicBezTo>
                    <a:pt x="4994922" y="2101329"/>
                    <a:pt x="4996897" y="2101081"/>
                    <a:pt x="4999539" y="2100872"/>
                  </a:cubicBezTo>
                  <a:lnTo>
                    <a:pt x="5003012" y="2100872"/>
                  </a:lnTo>
                  <a:cubicBezTo>
                    <a:pt x="5005647" y="2100656"/>
                    <a:pt x="5007375" y="2100205"/>
                    <a:pt x="5010023" y="2100014"/>
                  </a:cubicBezTo>
                  <a:lnTo>
                    <a:pt x="5010023" y="2092959"/>
                  </a:lnTo>
                  <a:lnTo>
                    <a:pt x="5003012" y="2091220"/>
                  </a:lnTo>
                  <a:cubicBezTo>
                    <a:pt x="5000174" y="2091893"/>
                    <a:pt x="4998186" y="2092769"/>
                    <a:pt x="4995176" y="2092959"/>
                  </a:cubicBezTo>
                  <a:cubicBezTo>
                    <a:pt x="4992090" y="2093233"/>
                    <a:pt x="4990337" y="2092959"/>
                    <a:pt x="4987302" y="2092959"/>
                  </a:cubicBezTo>
                  <a:close/>
                  <a:moveTo>
                    <a:pt x="5555513" y="2247938"/>
                  </a:moveTo>
                  <a:cubicBezTo>
                    <a:pt x="5556383" y="2249271"/>
                    <a:pt x="5557285" y="2250147"/>
                    <a:pt x="5558142" y="2251481"/>
                  </a:cubicBezTo>
                  <a:cubicBezTo>
                    <a:pt x="5558809" y="2252573"/>
                    <a:pt x="5559215" y="2253900"/>
                    <a:pt x="5559882" y="2255005"/>
                  </a:cubicBezTo>
                  <a:cubicBezTo>
                    <a:pt x="5560536" y="2256078"/>
                    <a:pt x="5562282" y="2255856"/>
                    <a:pt x="5563419" y="2256751"/>
                  </a:cubicBezTo>
                  <a:cubicBezTo>
                    <a:pt x="5564727" y="2257831"/>
                    <a:pt x="5566454" y="2258491"/>
                    <a:pt x="5566898" y="2260238"/>
                  </a:cubicBezTo>
                  <a:cubicBezTo>
                    <a:pt x="5567343" y="2262651"/>
                    <a:pt x="5566454" y="2264816"/>
                    <a:pt x="5566898" y="2267242"/>
                  </a:cubicBezTo>
                  <a:cubicBezTo>
                    <a:pt x="5567095" y="2268772"/>
                    <a:pt x="5568657" y="2269451"/>
                    <a:pt x="5569502" y="2270740"/>
                  </a:cubicBezTo>
                  <a:cubicBezTo>
                    <a:pt x="5570410" y="2272029"/>
                    <a:pt x="5570848" y="2273382"/>
                    <a:pt x="5572125" y="2274227"/>
                  </a:cubicBezTo>
                  <a:cubicBezTo>
                    <a:pt x="5573236" y="2274893"/>
                    <a:pt x="5574557" y="2275344"/>
                    <a:pt x="5575661" y="2275979"/>
                  </a:cubicBezTo>
                  <a:cubicBezTo>
                    <a:pt x="5579567" y="2278614"/>
                    <a:pt x="5582900" y="2279262"/>
                    <a:pt x="5587053" y="2281256"/>
                  </a:cubicBezTo>
                  <a:cubicBezTo>
                    <a:pt x="5589689" y="2282577"/>
                    <a:pt x="5591409" y="2283663"/>
                    <a:pt x="5594032" y="2284729"/>
                  </a:cubicBezTo>
                  <a:cubicBezTo>
                    <a:pt x="5595340" y="2285187"/>
                    <a:pt x="5596223" y="2286076"/>
                    <a:pt x="5597531" y="2286482"/>
                  </a:cubicBezTo>
                  <a:cubicBezTo>
                    <a:pt x="5598852" y="2286914"/>
                    <a:pt x="5599728" y="2288235"/>
                    <a:pt x="5601265" y="2288235"/>
                  </a:cubicBezTo>
                  <a:lnTo>
                    <a:pt x="5608904" y="2288235"/>
                  </a:lnTo>
                  <a:cubicBezTo>
                    <a:pt x="5608732" y="2287149"/>
                    <a:pt x="5609145" y="2285828"/>
                    <a:pt x="5608904" y="2284729"/>
                  </a:cubicBezTo>
                  <a:cubicBezTo>
                    <a:pt x="5608478" y="2283199"/>
                    <a:pt x="5607170" y="2282577"/>
                    <a:pt x="5606275" y="2281256"/>
                  </a:cubicBezTo>
                  <a:cubicBezTo>
                    <a:pt x="5605399" y="2279948"/>
                    <a:pt x="5604973" y="2278614"/>
                    <a:pt x="5603665" y="2277713"/>
                  </a:cubicBezTo>
                  <a:cubicBezTo>
                    <a:pt x="5602808" y="2277306"/>
                    <a:pt x="5601265" y="2277306"/>
                    <a:pt x="5600166" y="2276849"/>
                  </a:cubicBezTo>
                  <a:cubicBezTo>
                    <a:pt x="5598191" y="2275979"/>
                    <a:pt x="5596674" y="2276208"/>
                    <a:pt x="5594921" y="2275103"/>
                  </a:cubicBezTo>
                  <a:cubicBezTo>
                    <a:pt x="5592927" y="2274023"/>
                    <a:pt x="5592502" y="2271839"/>
                    <a:pt x="5590539" y="2270740"/>
                  </a:cubicBezTo>
                  <a:cubicBezTo>
                    <a:pt x="5589435" y="2270074"/>
                    <a:pt x="5588133" y="2270550"/>
                    <a:pt x="5587053" y="2269883"/>
                  </a:cubicBezTo>
                  <a:cubicBezTo>
                    <a:pt x="5585491" y="2268988"/>
                    <a:pt x="5584196" y="2268112"/>
                    <a:pt x="5583542" y="2266327"/>
                  </a:cubicBezTo>
                  <a:cubicBezTo>
                    <a:pt x="5583332" y="2265286"/>
                    <a:pt x="5583758" y="2263959"/>
                    <a:pt x="5583542" y="2262854"/>
                  </a:cubicBezTo>
                  <a:cubicBezTo>
                    <a:pt x="5582462" y="2259577"/>
                    <a:pt x="5580030" y="2257831"/>
                    <a:pt x="5577389" y="2255856"/>
                  </a:cubicBezTo>
                  <a:cubicBezTo>
                    <a:pt x="5574341" y="2253659"/>
                    <a:pt x="5572804" y="2251906"/>
                    <a:pt x="5569502" y="2249690"/>
                  </a:cubicBezTo>
                  <a:cubicBezTo>
                    <a:pt x="5567991" y="2248833"/>
                    <a:pt x="5566898" y="2247544"/>
                    <a:pt x="5565152" y="2247087"/>
                  </a:cubicBezTo>
                  <a:cubicBezTo>
                    <a:pt x="5564022" y="2246903"/>
                    <a:pt x="5562727" y="2247328"/>
                    <a:pt x="5561647" y="2247087"/>
                  </a:cubicBezTo>
                  <a:close/>
                  <a:moveTo>
                    <a:pt x="5728893" y="2558561"/>
                  </a:moveTo>
                  <a:cubicBezTo>
                    <a:pt x="5728893" y="2560135"/>
                    <a:pt x="5729331" y="2560993"/>
                    <a:pt x="5729757" y="2562288"/>
                  </a:cubicBezTo>
                  <a:cubicBezTo>
                    <a:pt x="5730201" y="2563609"/>
                    <a:pt x="5731059" y="2564479"/>
                    <a:pt x="5731503" y="2565774"/>
                  </a:cubicBezTo>
                  <a:cubicBezTo>
                    <a:pt x="5732145" y="2567343"/>
                    <a:pt x="5734132" y="2567793"/>
                    <a:pt x="5734132" y="2569527"/>
                  </a:cubicBezTo>
                  <a:lnTo>
                    <a:pt x="5734132" y="2591619"/>
                  </a:lnTo>
                  <a:lnTo>
                    <a:pt x="5716593" y="2591619"/>
                  </a:lnTo>
                  <a:cubicBezTo>
                    <a:pt x="5716409" y="2595105"/>
                    <a:pt x="5715292" y="2597321"/>
                    <a:pt x="5715736" y="2600813"/>
                  </a:cubicBezTo>
                  <a:cubicBezTo>
                    <a:pt x="5715736" y="2602128"/>
                    <a:pt x="5716593" y="2603004"/>
                    <a:pt x="5716593" y="2604338"/>
                  </a:cubicBezTo>
                  <a:lnTo>
                    <a:pt x="5716593" y="2608275"/>
                  </a:lnTo>
                  <a:lnTo>
                    <a:pt x="5739174" y="2608275"/>
                  </a:lnTo>
                  <a:lnTo>
                    <a:pt x="5739174" y="2637167"/>
                  </a:lnTo>
                  <a:lnTo>
                    <a:pt x="5754268" y="2637167"/>
                  </a:lnTo>
                  <a:cubicBezTo>
                    <a:pt x="5754477" y="2633211"/>
                    <a:pt x="5754477" y="2630601"/>
                    <a:pt x="5756014" y="2627096"/>
                  </a:cubicBezTo>
                  <a:cubicBezTo>
                    <a:pt x="5756675" y="2625534"/>
                    <a:pt x="5758414" y="2625534"/>
                    <a:pt x="5759532" y="2624486"/>
                  </a:cubicBezTo>
                  <a:cubicBezTo>
                    <a:pt x="5760624" y="2623369"/>
                    <a:pt x="5761958" y="2622937"/>
                    <a:pt x="5763037" y="2621819"/>
                  </a:cubicBezTo>
                  <a:cubicBezTo>
                    <a:pt x="5764129" y="2620740"/>
                    <a:pt x="5765895" y="2620740"/>
                    <a:pt x="5766504" y="2619178"/>
                  </a:cubicBezTo>
                  <a:cubicBezTo>
                    <a:pt x="5766987" y="2618117"/>
                    <a:pt x="5766987" y="2616790"/>
                    <a:pt x="5767387" y="2615711"/>
                  </a:cubicBezTo>
                  <a:cubicBezTo>
                    <a:pt x="5768720" y="2613088"/>
                    <a:pt x="5769800" y="2611335"/>
                    <a:pt x="5770924" y="2608706"/>
                  </a:cubicBezTo>
                  <a:cubicBezTo>
                    <a:pt x="5771343" y="2607379"/>
                    <a:pt x="5772442" y="2606490"/>
                    <a:pt x="5772670" y="2605189"/>
                  </a:cubicBezTo>
                  <a:cubicBezTo>
                    <a:pt x="5773089" y="2602801"/>
                    <a:pt x="5772670" y="2600813"/>
                    <a:pt x="5772670" y="2598216"/>
                  </a:cubicBezTo>
                  <a:lnTo>
                    <a:pt x="5784919" y="2598216"/>
                  </a:lnTo>
                  <a:cubicBezTo>
                    <a:pt x="5785161" y="2596426"/>
                    <a:pt x="5784481" y="2595359"/>
                    <a:pt x="5784919" y="2593803"/>
                  </a:cubicBezTo>
                  <a:cubicBezTo>
                    <a:pt x="5785377" y="2592463"/>
                    <a:pt x="5786234" y="2591619"/>
                    <a:pt x="5786653" y="2590317"/>
                  </a:cubicBezTo>
                  <a:cubicBezTo>
                    <a:pt x="5787104" y="2588787"/>
                    <a:pt x="5788628" y="2588348"/>
                    <a:pt x="5789295" y="2586818"/>
                  </a:cubicBezTo>
                  <a:cubicBezTo>
                    <a:pt x="5789707" y="2585719"/>
                    <a:pt x="5788628" y="2584424"/>
                    <a:pt x="5789295" y="2583332"/>
                  </a:cubicBezTo>
                  <a:cubicBezTo>
                    <a:pt x="5789961" y="2582011"/>
                    <a:pt x="5790831" y="2580925"/>
                    <a:pt x="5791892" y="2579820"/>
                  </a:cubicBezTo>
                  <a:cubicBezTo>
                    <a:pt x="5792800" y="2578919"/>
                    <a:pt x="5794768" y="2580665"/>
                    <a:pt x="5795410" y="2579820"/>
                  </a:cubicBezTo>
                  <a:cubicBezTo>
                    <a:pt x="5796311" y="2578722"/>
                    <a:pt x="5797188" y="2577839"/>
                    <a:pt x="5797188" y="2576296"/>
                  </a:cubicBezTo>
                  <a:cubicBezTo>
                    <a:pt x="5797188" y="2575001"/>
                    <a:pt x="5796311" y="2574112"/>
                    <a:pt x="5796311" y="2572772"/>
                  </a:cubicBezTo>
                  <a:cubicBezTo>
                    <a:pt x="5796311" y="2571051"/>
                    <a:pt x="5796070" y="2569971"/>
                    <a:pt x="5795410" y="2568448"/>
                  </a:cubicBezTo>
                  <a:cubicBezTo>
                    <a:pt x="5794546" y="2566428"/>
                    <a:pt x="5792577" y="2564904"/>
                    <a:pt x="5790164" y="2564904"/>
                  </a:cubicBezTo>
                  <a:cubicBezTo>
                    <a:pt x="5787974" y="2564904"/>
                    <a:pt x="5786469" y="2565590"/>
                    <a:pt x="5784919" y="2566676"/>
                  </a:cubicBezTo>
                  <a:cubicBezTo>
                    <a:pt x="5784043" y="2567343"/>
                    <a:pt x="5785586" y="2569298"/>
                    <a:pt x="5784919" y="2570175"/>
                  </a:cubicBezTo>
                  <a:cubicBezTo>
                    <a:pt x="5783618" y="2571737"/>
                    <a:pt x="5781401" y="2571051"/>
                    <a:pt x="5779211" y="2571051"/>
                  </a:cubicBezTo>
                  <a:cubicBezTo>
                    <a:pt x="5775725" y="2571051"/>
                    <a:pt x="5773547" y="2570403"/>
                    <a:pt x="5770041" y="2570175"/>
                  </a:cubicBezTo>
                  <a:lnTo>
                    <a:pt x="5765653" y="2570175"/>
                  </a:lnTo>
                  <a:cubicBezTo>
                    <a:pt x="5764352" y="2570175"/>
                    <a:pt x="5763437" y="2569298"/>
                    <a:pt x="5762161" y="2569298"/>
                  </a:cubicBezTo>
                  <a:cubicBezTo>
                    <a:pt x="5760624" y="2569298"/>
                    <a:pt x="5759958" y="2570626"/>
                    <a:pt x="5758649" y="2570841"/>
                  </a:cubicBezTo>
                  <a:lnTo>
                    <a:pt x="5757779" y="2563164"/>
                  </a:lnTo>
                  <a:cubicBezTo>
                    <a:pt x="5758853" y="2560542"/>
                    <a:pt x="5760396" y="2559018"/>
                    <a:pt x="5760396" y="2556148"/>
                  </a:cubicBezTo>
                  <a:cubicBezTo>
                    <a:pt x="5760396" y="2553074"/>
                    <a:pt x="5757119" y="2552217"/>
                    <a:pt x="5755144" y="2550039"/>
                  </a:cubicBezTo>
                  <a:cubicBezTo>
                    <a:pt x="5753836" y="2548502"/>
                    <a:pt x="5753385" y="2546730"/>
                    <a:pt x="5751645" y="2545676"/>
                  </a:cubicBezTo>
                  <a:cubicBezTo>
                    <a:pt x="5750560" y="2545003"/>
                    <a:pt x="5749251" y="2546108"/>
                    <a:pt x="5748147" y="2545676"/>
                  </a:cubicBezTo>
                  <a:cubicBezTo>
                    <a:pt x="5747473" y="2547213"/>
                    <a:pt x="5745943" y="2547645"/>
                    <a:pt x="5745524" y="2549156"/>
                  </a:cubicBezTo>
                  <a:cubicBezTo>
                    <a:pt x="5745314" y="2550261"/>
                    <a:pt x="5745733" y="2551576"/>
                    <a:pt x="5745524" y="2552649"/>
                  </a:cubicBezTo>
                  <a:cubicBezTo>
                    <a:pt x="5745092" y="2554173"/>
                    <a:pt x="5743530" y="2554649"/>
                    <a:pt x="5742870" y="2556148"/>
                  </a:cubicBezTo>
                  <a:cubicBezTo>
                    <a:pt x="5741797" y="2555506"/>
                    <a:pt x="5740495" y="2555290"/>
                    <a:pt x="5739371" y="2554395"/>
                  </a:cubicBezTo>
                  <a:cubicBezTo>
                    <a:pt x="5738069" y="2553315"/>
                    <a:pt x="5737625" y="2552217"/>
                    <a:pt x="5736767" y="2550921"/>
                  </a:cubicBezTo>
                  <a:cubicBezTo>
                    <a:pt x="5735434" y="2549156"/>
                    <a:pt x="5735002" y="2547835"/>
                    <a:pt x="5735002" y="2545676"/>
                  </a:cubicBezTo>
                  <a:cubicBezTo>
                    <a:pt x="5735002" y="2543708"/>
                    <a:pt x="5735694" y="2542362"/>
                    <a:pt x="5735891" y="2540425"/>
                  </a:cubicBezTo>
                  <a:cubicBezTo>
                    <a:pt x="5735891" y="2539117"/>
                    <a:pt x="5736767" y="2538202"/>
                    <a:pt x="5736767" y="2536901"/>
                  </a:cubicBezTo>
                  <a:cubicBezTo>
                    <a:pt x="5736767" y="2535612"/>
                    <a:pt x="5736329" y="2534291"/>
                    <a:pt x="5735891" y="2533415"/>
                  </a:cubicBezTo>
                  <a:cubicBezTo>
                    <a:pt x="5735434" y="2532526"/>
                    <a:pt x="5733281" y="2534062"/>
                    <a:pt x="5732392" y="2533415"/>
                  </a:cubicBezTo>
                  <a:cubicBezTo>
                    <a:pt x="5731275" y="2532526"/>
                    <a:pt x="5731503" y="2530779"/>
                    <a:pt x="5730633" y="2529890"/>
                  </a:cubicBezTo>
                  <a:cubicBezTo>
                    <a:pt x="5729528" y="2528836"/>
                    <a:pt x="5728208" y="2528557"/>
                    <a:pt x="5727128" y="2527268"/>
                  </a:cubicBezTo>
                  <a:cubicBezTo>
                    <a:pt x="5726252" y="2526182"/>
                    <a:pt x="5726252" y="2524886"/>
                    <a:pt x="5725369" y="2523769"/>
                  </a:cubicBezTo>
                  <a:cubicBezTo>
                    <a:pt x="5724277" y="2522251"/>
                    <a:pt x="5722981" y="2521819"/>
                    <a:pt x="5721889" y="2520257"/>
                  </a:cubicBezTo>
                  <a:cubicBezTo>
                    <a:pt x="5720778" y="2518746"/>
                    <a:pt x="5720118" y="2517393"/>
                    <a:pt x="5719260" y="2515889"/>
                  </a:cubicBezTo>
                  <a:cubicBezTo>
                    <a:pt x="5718378" y="2514580"/>
                    <a:pt x="5717520" y="2513704"/>
                    <a:pt x="5716593" y="2512383"/>
                  </a:cubicBezTo>
                  <a:cubicBezTo>
                    <a:pt x="5715736" y="2511075"/>
                    <a:pt x="5715527" y="2509545"/>
                    <a:pt x="5714022" y="2508872"/>
                  </a:cubicBezTo>
                  <a:cubicBezTo>
                    <a:pt x="5712472" y="2508224"/>
                    <a:pt x="5710688" y="2508021"/>
                    <a:pt x="5708726" y="2508021"/>
                  </a:cubicBezTo>
                  <a:cubicBezTo>
                    <a:pt x="5706567" y="2508021"/>
                    <a:pt x="5704382" y="2509323"/>
                    <a:pt x="5704382" y="2511501"/>
                  </a:cubicBezTo>
                  <a:cubicBezTo>
                    <a:pt x="5704382" y="2514384"/>
                    <a:pt x="5705881" y="2516111"/>
                    <a:pt x="5706992" y="2518530"/>
                  </a:cubicBezTo>
                  <a:cubicBezTo>
                    <a:pt x="5707437" y="2519857"/>
                    <a:pt x="5708097" y="2520715"/>
                    <a:pt x="5708726" y="2522010"/>
                  </a:cubicBezTo>
                  <a:cubicBezTo>
                    <a:pt x="5710275" y="2525090"/>
                    <a:pt x="5711158" y="2527268"/>
                    <a:pt x="5713101" y="2529890"/>
                  </a:cubicBezTo>
                  <a:cubicBezTo>
                    <a:pt x="5715527" y="2532970"/>
                    <a:pt x="5717959" y="2534513"/>
                    <a:pt x="5720994" y="2536901"/>
                  </a:cubicBezTo>
                  <a:cubicBezTo>
                    <a:pt x="5722061" y="2537555"/>
                    <a:pt x="5723616" y="2537555"/>
                    <a:pt x="5724505" y="2538653"/>
                  </a:cubicBezTo>
                  <a:cubicBezTo>
                    <a:pt x="5725369" y="2539771"/>
                    <a:pt x="5725598" y="2540844"/>
                    <a:pt x="5726252" y="2542152"/>
                  </a:cubicBezTo>
                  <a:cubicBezTo>
                    <a:pt x="5726677" y="2543232"/>
                    <a:pt x="5726677" y="2544571"/>
                    <a:pt x="5727128" y="2545676"/>
                  </a:cubicBezTo>
                  <a:cubicBezTo>
                    <a:pt x="5727795" y="2547213"/>
                    <a:pt x="5729077" y="2547835"/>
                    <a:pt x="5729757" y="2549156"/>
                  </a:cubicBezTo>
                  <a:cubicBezTo>
                    <a:pt x="5729757" y="2551785"/>
                    <a:pt x="5728893" y="2555932"/>
                    <a:pt x="5728893" y="2558561"/>
                  </a:cubicBezTo>
                  <a:close/>
                  <a:moveTo>
                    <a:pt x="5617692" y="2754033"/>
                  </a:moveTo>
                  <a:cubicBezTo>
                    <a:pt x="5616587" y="2754909"/>
                    <a:pt x="5617038" y="2756668"/>
                    <a:pt x="5615933" y="2757519"/>
                  </a:cubicBezTo>
                  <a:cubicBezTo>
                    <a:pt x="5615051" y="2758224"/>
                    <a:pt x="5613317" y="2757125"/>
                    <a:pt x="5612428" y="2757519"/>
                  </a:cubicBezTo>
                  <a:cubicBezTo>
                    <a:pt x="5611558" y="2757982"/>
                    <a:pt x="5611983" y="2759944"/>
                    <a:pt x="5611558" y="2760611"/>
                  </a:cubicBezTo>
                  <a:lnTo>
                    <a:pt x="5625560" y="2760611"/>
                  </a:lnTo>
                  <a:lnTo>
                    <a:pt x="5625560" y="2756668"/>
                  </a:lnTo>
                  <a:cubicBezTo>
                    <a:pt x="5625560" y="2755379"/>
                    <a:pt x="5624690" y="2754483"/>
                    <a:pt x="5624690" y="2753194"/>
                  </a:cubicBezTo>
                  <a:cubicBezTo>
                    <a:pt x="5623610" y="2754261"/>
                    <a:pt x="5618759" y="2753194"/>
                    <a:pt x="5617692" y="2754033"/>
                  </a:cubicBezTo>
                  <a:close/>
                  <a:moveTo>
                    <a:pt x="5639587" y="2745301"/>
                  </a:moveTo>
                  <a:cubicBezTo>
                    <a:pt x="5640235" y="2745301"/>
                    <a:pt x="5640641" y="2743739"/>
                    <a:pt x="5641308" y="2743536"/>
                  </a:cubicBezTo>
                  <a:cubicBezTo>
                    <a:pt x="5642425" y="2742895"/>
                    <a:pt x="5643733" y="2742666"/>
                    <a:pt x="5644807" y="2741809"/>
                  </a:cubicBezTo>
                  <a:cubicBezTo>
                    <a:pt x="5645937" y="2740882"/>
                    <a:pt x="5645511" y="2738951"/>
                    <a:pt x="5646553" y="2738272"/>
                  </a:cubicBezTo>
                  <a:cubicBezTo>
                    <a:pt x="5647677" y="2737662"/>
                    <a:pt x="5648756" y="2736951"/>
                    <a:pt x="5650077" y="2736538"/>
                  </a:cubicBezTo>
                  <a:cubicBezTo>
                    <a:pt x="5653785" y="2735027"/>
                    <a:pt x="5656427" y="2735643"/>
                    <a:pt x="5660580" y="2735643"/>
                  </a:cubicBezTo>
                  <a:cubicBezTo>
                    <a:pt x="5660580" y="2732163"/>
                    <a:pt x="5660580" y="2730188"/>
                    <a:pt x="5661482" y="2726924"/>
                  </a:cubicBezTo>
                  <a:cubicBezTo>
                    <a:pt x="5661685" y="2725343"/>
                    <a:pt x="5663215" y="2724696"/>
                    <a:pt x="5664079" y="2723407"/>
                  </a:cubicBezTo>
                  <a:cubicBezTo>
                    <a:pt x="5665844" y="2720555"/>
                    <a:pt x="5668460" y="2719470"/>
                    <a:pt x="5671096" y="2717272"/>
                  </a:cubicBezTo>
                  <a:cubicBezTo>
                    <a:pt x="5672391" y="2716174"/>
                    <a:pt x="5673934" y="2715545"/>
                    <a:pt x="5674607" y="2713767"/>
                  </a:cubicBezTo>
                  <a:cubicBezTo>
                    <a:pt x="5675471" y="2711373"/>
                    <a:pt x="5675896" y="2709189"/>
                    <a:pt x="5676360" y="2706744"/>
                  </a:cubicBezTo>
                  <a:cubicBezTo>
                    <a:pt x="5676804" y="2704331"/>
                    <a:pt x="5677433" y="2702172"/>
                    <a:pt x="5678106" y="2699778"/>
                  </a:cubicBezTo>
                  <a:cubicBezTo>
                    <a:pt x="5678538" y="2698413"/>
                    <a:pt x="5679427" y="2697575"/>
                    <a:pt x="5679846" y="2696279"/>
                  </a:cubicBezTo>
                  <a:cubicBezTo>
                    <a:pt x="5680297" y="2695174"/>
                    <a:pt x="5680297" y="2693828"/>
                    <a:pt x="5680748" y="2692774"/>
                  </a:cubicBezTo>
                  <a:cubicBezTo>
                    <a:pt x="5681364" y="2691225"/>
                    <a:pt x="5682907" y="2691003"/>
                    <a:pt x="5684215" y="2690126"/>
                  </a:cubicBezTo>
                  <a:cubicBezTo>
                    <a:pt x="5686418" y="2688361"/>
                    <a:pt x="5688399" y="2687072"/>
                    <a:pt x="5691231" y="2686640"/>
                  </a:cubicBezTo>
                  <a:cubicBezTo>
                    <a:pt x="5692330" y="2686367"/>
                    <a:pt x="5693403" y="2686640"/>
                    <a:pt x="5694718" y="2686640"/>
                  </a:cubicBezTo>
                  <a:cubicBezTo>
                    <a:pt x="5698877" y="2686640"/>
                    <a:pt x="5701087" y="2686856"/>
                    <a:pt x="5705220" y="2686640"/>
                  </a:cubicBezTo>
                  <a:cubicBezTo>
                    <a:pt x="5706567" y="2686640"/>
                    <a:pt x="5707437" y="2685986"/>
                    <a:pt x="5708726" y="2685732"/>
                  </a:cubicBezTo>
                  <a:cubicBezTo>
                    <a:pt x="5708097" y="2684424"/>
                    <a:pt x="5707653" y="2683363"/>
                    <a:pt x="5706992" y="2682259"/>
                  </a:cubicBezTo>
                  <a:cubicBezTo>
                    <a:pt x="5705881" y="2680493"/>
                    <a:pt x="5703493" y="2680049"/>
                    <a:pt x="5703493" y="2677902"/>
                  </a:cubicBezTo>
                  <a:cubicBezTo>
                    <a:pt x="5703493" y="2674162"/>
                    <a:pt x="5705881" y="2671927"/>
                    <a:pt x="5707862" y="2669095"/>
                  </a:cubicBezTo>
                  <a:cubicBezTo>
                    <a:pt x="5709837" y="2666472"/>
                    <a:pt x="5711793" y="2665393"/>
                    <a:pt x="5714873" y="2663863"/>
                  </a:cubicBezTo>
                  <a:cubicBezTo>
                    <a:pt x="5715977" y="2663431"/>
                    <a:pt x="5717260" y="2663431"/>
                    <a:pt x="5718378" y="2663024"/>
                  </a:cubicBezTo>
                  <a:cubicBezTo>
                    <a:pt x="5719908" y="2662313"/>
                    <a:pt x="5719908" y="2660389"/>
                    <a:pt x="5720994" y="2659500"/>
                  </a:cubicBezTo>
                  <a:cubicBezTo>
                    <a:pt x="5722315" y="2658383"/>
                    <a:pt x="5724067" y="2657697"/>
                    <a:pt x="5724505" y="2655951"/>
                  </a:cubicBezTo>
                  <a:cubicBezTo>
                    <a:pt x="5724728" y="2654896"/>
                    <a:pt x="5724277" y="2653550"/>
                    <a:pt x="5724505" y="2652477"/>
                  </a:cubicBezTo>
                  <a:cubicBezTo>
                    <a:pt x="5724728" y="2651372"/>
                    <a:pt x="5724505" y="2650331"/>
                    <a:pt x="5724505" y="2648985"/>
                  </a:cubicBezTo>
                  <a:cubicBezTo>
                    <a:pt x="5724505" y="2647473"/>
                    <a:pt x="5726252" y="2647200"/>
                    <a:pt x="5726252" y="2645727"/>
                  </a:cubicBezTo>
                  <a:lnTo>
                    <a:pt x="5726252" y="2634964"/>
                  </a:lnTo>
                  <a:cubicBezTo>
                    <a:pt x="5722543" y="2634964"/>
                    <a:pt x="5720340" y="2635167"/>
                    <a:pt x="5716593" y="2634964"/>
                  </a:cubicBezTo>
                  <a:cubicBezTo>
                    <a:pt x="5714022" y="2634964"/>
                    <a:pt x="5711609" y="2635630"/>
                    <a:pt x="5709615" y="2634087"/>
                  </a:cubicBezTo>
                  <a:cubicBezTo>
                    <a:pt x="5708726" y="2633433"/>
                    <a:pt x="5709170" y="2631459"/>
                    <a:pt x="5708726" y="2630601"/>
                  </a:cubicBezTo>
                  <a:cubicBezTo>
                    <a:pt x="5708097" y="2629515"/>
                    <a:pt x="5707653" y="2628385"/>
                    <a:pt x="5706992" y="2627096"/>
                  </a:cubicBezTo>
                  <a:cubicBezTo>
                    <a:pt x="5706332" y="2625775"/>
                    <a:pt x="5704795" y="2625363"/>
                    <a:pt x="5703493" y="2624486"/>
                  </a:cubicBezTo>
                  <a:cubicBezTo>
                    <a:pt x="5701741" y="2623369"/>
                    <a:pt x="5700210" y="2622715"/>
                    <a:pt x="5698001" y="2622715"/>
                  </a:cubicBezTo>
                  <a:cubicBezTo>
                    <a:pt x="5694718" y="2622715"/>
                    <a:pt x="5692755" y="2623369"/>
                    <a:pt x="5689473" y="2623597"/>
                  </a:cubicBezTo>
                  <a:lnTo>
                    <a:pt x="5689473" y="2640234"/>
                  </a:lnTo>
                  <a:lnTo>
                    <a:pt x="5682481" y="2643714"/>
                  </a:lnTo>
                  <a:cubicBezTo>
                    <a:pt x="5681179" y="2644368"/>
                    <a:pt x="5680055" y="2644590"/>
                    <a:pt x="5678963" y="2645479"/>
                  </a:cubicBezTo>
                  <a:cubicBezTo>
                    <a:pt x="5677662" y="2646362"/>
                    <a:pt x="5676137" y="2646775"/>
                    <a:pt x="5675471" y="2648089"/>
                  </a:cubicBezTo>
                  <a:cubicBezTo>
                    <a:pt x="5674804" y="2649213"/>
                    <a:pt x="5675471" y="2650331"/>
                    <a:pt x="5675471" y="2651620"/>
                  </a:cubicBezTo>
                  <a:cubicBezTo>
                    <a:pt x="5675026" y="2655754"/>
                    <a:pt x="5676563" y="2657970"/>
                    <a:pt x="5676360" y="2662104"/>
                  </a:cubicBezTo>
                  <a:cubicBezTo>
                    <a:pt x="5676137" y="2665609"/>
                    <a:pt x="5673496" y="2666707"/>
                    <a:pt x="5671096" y="2669095"/>
                  </a:cubicBezTo>
                  <a:cubicBezTo>
                    <a:pt x="5668702" y="2671533"/>
                    <a:pt x="5667165" y="2673699"/>
                    <a:pt x="5664079" y="2675242"/>
                  </a:cubicBezTo>
                  <a:cubicBezTo>
                    <a:pt x="5661240" y="2676772"/>
                    <a:pt x="5658840" y="2677198"/>
                    <a:pt x="5656199" y="2678760"/>
                  </a:cubicBezTo>
                  <a:cubicBezTo>
                    <a:pt x="5653347" y="2680493"/>
                    <a:pt x="5652281" y="2682474"/>
                    <a:pt x="5649188" y="2683979"/>
                  </a:cubicBezTo>
                  <a:lnTo>
                    <a:pt x="5645696" y="2685732"/>
                  </a:lnTo>
                  <a:cubicBezTo>
                    <a:pt x="5644616" y="2686196"/>
                    <a:pt x="5643086" y="2686196"/>
                    <a:pt x="5642184" y="2686640"/>
                  </a:cubicBezTo>
                  <a:cubicBezTo>
                    <a:pt x="5640882" y="2687485"/>
                    <a:pt x="5640641" y="2689282"/>
                    <a:pt x="5639587" y="2690126"/>
                  </a:cubicBezTo>
                  <a:cubicBezTo>
                    <a:pt x="5638488" y="2691003"/>
                    <a:pt x="5637161" y="2691879"/>
                    <a:pt x="5636063" y="2692774"/>
                  </a:cubicBezTo>
                  <a:cubicBezTo>
                    <a:pt x="5634964" y="2693644"/>
                    <a:pt x="5634729" y="2695613"/>
                    <a:pt x="5633421" y="2696279"/>
                  </a:cubicBezTo>
                  <a:cubicBezTo>
                    <a:pt x="5632348" y="2696933"/>
                    <a:pt x="5631033" y="2696667"/>
                    <a:pt x="5629941" y="2697118"/>
                  </a:cubicBezTo>
                  <a:cubicBezTo>
                    <a:pt x="5627103" y="2698254"/>
                    <a:pt x="5624226" y="2698000"/>
                    <a:pt x="5622055" y="2699778"/>
                  </a:cubicBezTo>
                  <a:cubicBezTo>
                    <a:pt x="5620969" y="2700635"/>
                    <a:pt x="5620969" y="2702172"/>
                    <a:pt x="5620277" y="2703245"/>
                  </a:cubicBezTo>
                  <a:cubicBezTo>
                    <a:pt x="5618759" y="2705665"/>
                    <a:pt x="5618759" y="2708084"/>
                    <a:pt x="5616809" y="2710243"/>
                  </a:cubicBezTo>
                  <a:cubicBezTo>
                    <a:pt x="5615933" y="2711373"/>
                    <a:pt x="5614619" y="2712021"/>
                    <a:pt x="5613317" y="2712910"/>
                  </a:cubicBezTo>
                  <a:cubicBezTo>
                    <a:pt x="5612199" y="2713564"/>
                    <a:pt x="5611120" y="2713989"/>
                    <a:pt x="5609831" y="2714631"/>
                  </a:cubicBezTo>
                  <a:cubicBezTo>
                    <a:pt x="5608262" y="2715304"/>
                    <a:pt x="5607837" y="2716841"/>
                    <a:pt x="5606275" y="2717272"/>
                  </a:cubicBezTo>
                  <a:cubicBezTo>
                    <a:pt x="5605233" y="2717482"/>
                    <a:pt x="5603906" y="2717050"/>
                    <a:pt x="5602808" y="2717272"/>
                  </a:cubicBezTo>
                  <a:cubicBezTo>
                    <a:pt x="5601703" y="2717482"/>
                    <a:pt x="5600611" y="2717920"/>
                    <a:pt x="5599303" y="2718155"/>
                  </a:cubicBezTo>
                  <a:cubicBezTo>
                    <a:pt x="5599303" y="2719470"/>
                    <a:pt x="5599506" y="2720555"/>
                    <a:pt x="5599303" y="2721629"/>
                  </a:cubicBezTo>
                  <a:cubicBezTo>
                    <a:pt x="5599074" y="2722753"/>
                    <a:pt x="5598668" y="2724054"/>
                    <a:pt x="5598426" y="2725153"/>
                  </a:cubicBezTo>
                  <a:cubicBezTo>
                    <a:pt x="5597956" y="2726683"/>
                    <a:pt x="5595785" y="2726924"/>
                    <a:pt x="5595785" y="2728658"/>
                  </a:cubicBezTo>
                  <a:cubicBezTo>
                    <a:pt x="5595785" y="2731503"/>
                    <a:pt x="5597779" y="2733224"/>
                    <a:pt x="5600166" y="2734805"/>
                  </a:cubicBezTo>
                  <a:cubicBezTo>
                    <a:pt x="5601265" y="2735440"/>
                    <a:pt x="5602357" y="2736316"/>
                    <a:pt x="5603665" y="2736538"/>
                  </a:cubicBezTo>
                  <a:cubicBezTo>
                    <a:pt x="5607837" y="2737662"/>
                    <a:pt x="5610688" y="2736538"/>
                    <a:pt x="5615051" y="2736538"/>
                  </a:cubicBezTo>
                  <a:cubicBezTo>
                    <a:pt x="5617692" y="2736538"/>
                    <a:pt x="5619870" y="2736316"/>
                    <a:pt x="5622055" y="2737402"/>
                  </a:cubicBezTo>
                  <a:cubicBezTo>
                    <a:pt x="5623610" y="2738043"/>
                    <a:pt x="5624226" y="2739148"/>
                    <a:pt x="5625560" y="2740031"/>
                  </a:cubicBezTo>
                  <a:cubicBezTo>
                    <a:pt x="5626855" y="2740882"/>
                    <a:pt x="5626855" y="2742666"/>
                    <a:pt x="5628182" y="2743536"/>
                  </a:cubicBezTo>
                  <a:cubicBezTo>
                    <a:pt x="5630386" y="2744870"/>
                    <a:pt x="5632799" y="2745301"/>
                    <a:pt x="5635637" y="2745301"/>
                  </a:cubicBezTo>
                  <a:cubicBezTo>
                    <a:pt x="5637161" y="2745301"/>
                    <a:pt x="5638241" y="2745498"/>
                    <a:pt x="5639587" y="2745301"/>
                  </a:cubicBezTo>
                  <a:close/>
                  <a:moveTo>
                    <a:pt x="5220169" y="2601702"/>
                  </a:moveTo>
                  <a:cubicBezTo>
                    <a:pt x="5218836" y="2602376"/>
                    <a:pt x="5217756" y="2602376"/>
                    <a:pt x="5216658" y="2603449"/>
                  </a:cubicBezTo>
                  <a:cubicBezTo>
                    <a:pt x="5215604" y="2604554"/>
                    <a:pt x="5214905" y="2605404"/>
                    <a:pt x="5214905" y="2606973"/>
                  </a:cubicBezTo>
                  <a:cubicBezTo>
                    <a:pt x="5214905" y="2611551"/>
                    <a:pt x="5217756" y="2613761"/>
                    <a:pt x="5220169" y="2617444"/>
                  </a:cubicBezTo>
                  <a:lnTo>
                    <a:pt x="5223668" y="2616580"/>
                  </a:lnTo>
                  <a:lnTo>
                    <a:pt x="5223668" y="2602560"/>
                  </a:lnTo>
                  <a:cubicBezTo>
                    <a:pt x="5222360" y="2602560"/>
                    <a:pt x="5221236" y="2601252"/>
                    <a:pt x="5220169" y="2601702"/>
                  </a:cubicBezTo>
                  <a:close/>
                  <a:moveTo>
                    <a:pt x="5284076" y="2606065"/>
                  </a:moveTo>
                  <a:cubicBezTo>
                    <a:pt x="5284076" y="2607379"/>
                    <a:pt x="5283866" y="2608484"/>
                    <a:pt x="5284076" y="2609608"/>
                  </a:cubicBezTo>
                  <a:cubicBezTo>
                    <a:pt x="5284330" y="2610643"/>
                    <a:pt x="5283441" y="2611983"/>
                    <a:pt x="5284076" y="2613088"/>
                  </a:cubicBezTo>
                  <a:cubicBezTo>
                    <a:pt x="5284927" y="2614402"/>
                    <a:pt x="5286279" y="2614834"/>
                    <a:pt x="5287613" y="2615711"/>
                  </a:cubicBezTo>
                  <a:cubicBezTo>
                    <a:pt x="5288470" y="2616377"/>
                    <a:pt x="5290216" y="2614834"/>
                    <a:pt x="5291080" y="2615711"/>
                  </a:cubicBezTo>
                  <a:cubicBezTo>
                    <a:pt x="5291969" y="2616580"/>
                    <a:pt x="5291537" y="2618117"/>
                    <a:pt x="5291969" y="2619178"/>
                  </a:cubicBezTo>
                  <a:cubicBezTo>
                    <a:pt x="5292420" y="2620295"/>
                    <a:pt x="5292617" y="2621641"/>
                    <a:pt x="5292852" y="2622715"/>
                  </a:cubicBezTo>
                  <a:lnTo>
                    <a:pt x="5298960" y="2622715"/>
                  </a:lnTo>
                  <a:lnTo>
                    <a:pt x="5298960" y="2615933"/>
                  </a:lnTo>
                  <a:cubicBezTo>
                    <a:pt x="5298960" y="2614402"/>
                    <a:pt x="5298960" y="2613291"/>
                    <a:pt x="5298090" y="2612205"/>
                  </a:cubicBezTo>
                  <a:cubicBezTo>
                    <a:pt x="5297233" y="2611088"/>
                    <a:pt x="5295252" y="2611551"/>
                    <a:pt x="5294591" y="2610434"/>
                  </a:cubicBezTo>
                  <a:cubicBezTo>
                    <a:pt x="5293715" y="2609132"/>
                    <a:pt x="5293061" y="2608275"/>
                    <a:pt x="5291969" y="2606973"/>
                  </a:cubicBezTo>
                  <a:cubicBezTo>
                    <a:pt x="5291283" y="2606065"/>
                    <a:pt x="5291969" y="2603874"/>
                    <a:pt x="5291080" y="2603449"/>
                  </a:cubicBezTo>
                  <a:cubicBezTo>
                    <a:pt x="5290216" y="2603004"/>
                    <a:pt x="5288686" y="2603690"/>
                    <a:pt x="5287613" y="2603449"/>
                  </a:cubicBezTo>
                  <a:cubicBezTo>
                    <a:pt x="5286476" y="2603214"/>
                    <a:pt x="5285378" y="2606065"/>
                    <a:pt x="5284076" y="2606065"/>
                  </a:cubicBezTo>
                  <a:close/>
                  <a:moveTo>
                    <a:pt x="5229790" y="2631459"/>
                  </a:moveTo>
                  <a:cubicBezTo>
                    <a:pt x="5230679" y="2634322"/>
                    <a:pt x="5232654" y="2635630"/>
                    <a:pt x="5233295" y="2638482"/>
                  </a:cubicBezTo>
                  <a:cubicBezTo>
                    <a:pt x="5233536" y="2639593"/>
                    <a:pt x="5233295" y="2640901"/>
                    <a:pt x="5233295" y="2641980"/>
                  </a:cubicBezTo>
                  <a:lnTo>
                    <a:pt x="5233295" y="2645479"/>
                  </a:lnTo>
                  <a:cubicBezTo>
                    <a:pt x="5233295" y="2647010"/>
                    <a:pt x="5234387" y="2647683"/>
                    <a:pt x="5235079" y="2648985"/>
                  </a:cubicBezTo>
                  <a:cubicBezTo>
                    <a:pt x="5235949" y="2650718"/>
                    <a:pt x="5237016" y="2651620"/>
                    <a:pt x="5238559" y="2652477"/>
                  </a:cubicBezTo>
                  <a:cubicBezTo>
                    <a:pt x="5239670" y="2653125"/>
                    <a:pt x="5240972" y="2653360"/>
                    <a:pt x="5242058" y="2654223"/>
                  </a:cubicBezTo>
                  <a:cubicBezTo>
                    <a:pt x="5244464" y="2655951"/>
                    <a:pt x="5246655" y="2657697"/>
                    <a:pt x="5248198" y="2660389"/>
                  </a:cubicBezTo>
                  <a:cubicBezTo>
                    <a:pt x="5248827" y="2661456"/>
                    <a:pt x="5248630" y="2662777"/>
                    <a:pt x="5249081" y="2663863"/>
                  </a:cubicBezTo>
                  <a:cubicBezTo>
                    <a:pt x="5249697" y="2665393"/>
                    <a:pt x="5251056" y="2666034"/>
                    <a:pt x="5251691" y="2667342"/>
                  </a:cubicBezTo>
                  <a:cubicBezTo>
                    <a:pt x="5253437" y="2670213"/>
                    <a:pt x="5255431" y="2671311"/>
                    <a:pt x="5256974" y="2674327"/>
                  </a:cubicBezTo>
                  <a:cubicBezTo>
                    <a:pt x="5258269" y="2677013"/>
                    <a:pt x="5258701" y="2678969"/>
                    <a:pt x="5260460" y="2681401"/>
                  </a:cubicBezTo>
                  <a:cubicBezTo>
                    <a:pt x="5261082" y="2682474"/>
                    <a:pt x="5262632" y="2682259"/>
                    <a:pt x="5264162" y="2682259"/>
                  </a:cubicBezTo>
                  <a:lnTo>
                    <a:pt x="5272258" y="2682259"/>
                  </a:lnTo>
                  <a:cubicBezTo>
                    <a:pt x="5272474" y="2678061"/>
                    <a:pt x="5272893" y="2675889"/>
                    <a:pt x="5272722" y="2671718"/>
                  </a:cubicBezTo>
                  <a:cubicBezTo>
                    <a:pt x="5272722" y="2671089"/>
                    <a:pt x="5272258" y="2670663"/>
                    <a:pt x="5272258" y="2669965"/>
                  </a:cubicBezTo>
                  <a:lnTo>
                    <a:pt x="5286724" y="2669965"/>
                  </a:lnTo>
                  <a:lnTo>
                    <a:pt x="5286724" y="2661024"/>
                  </a:lnTo>
                  <a:cubicBezTo>
                    <a:pt x="5286724" y="2658173"/>
                    <a:pt x="5284076" y="2657068"/>
                    <a:pt x="5284076" y="2654223"/>
                  </a:cubicBezTo>
                  <a:cubicBezTo>
                    <a:pt x="5284076" y="2652699"/>
                    <a:pt x="5284927" y="2651804"/>
                    <a:pt x="5285847" y="2650718"/>
                  </a:cubicBezTo>
                  <a:cubicBezTo>
                    <a:pt x="5286476" y="2649861"/>
                    <a:pt x="5288470" y="2650331"/>
                    <a:pt x="5289340" y="2649861"/>
                  </a:cubicBezTo>
                  <a:cubicBezTo>
                    <a:pt x="5290883" y="2648762"/>
                    <a:pt x="5292617" y="2648089"/>
                    <a:pt x="5292852" y="2646362"/>
                  </a:cubicBezTo>
                  <a:cubicBezTo>
                    <a:pt x="5293061" y="2645263"/>
                    <a:pt x="5292420" y="2644368"/>
                    <a:pt x="5292420" y="2643098"/>
                  </a:cubicBezTo>
                  <a:cubicBezTo>
                    <a:pt x="5292420" y="2641523"/>
                    <a:pt x="5292852" y="2640901"/>
                    <a:pt x="5292852" y="2639320"/>
                  </a:cubicBezTo>
                  <a:cubicBezTo>
                    <a:pt x="5292852" y="2638018"/>
                    <a:pt x="5291969" y="2637167"/>
                    <a:pt x="5291969" y="2635846"/>
                  </a:cubicBezTo>
                  <a:cubicBezTo>
                    <a:pt x="5291969" y="2634532"/>
                    <a:pt x="5292420" y="2633694"/>
                    <a:pt x="5292420" y="2632348"/>
                  </a:cubicBezTo>
                  <a:lnTo>
                    <a:pt x="5272030" y="2632348"/>
                  </a:lnTo>
                  <a:cubicBezTo>
                    <a:pt x="5270512" y="2632348"/>
                    <a:pt x="5269642" y="2633878"/>
                    <a:pt x="5268321" y="2634087"/>
                  </a:cubicBezTo>
                  <a:cubicBezTo>
                    <a:pt x="5266785" y="2634322"/>
                    <a:pt x="5265483" y="2633878"/>
                    <a:pt x="5263953" y="2634087"/>
                  </a:cubicBezTo>
                  <a:cubicBezTo>
                    <a:pt x="5262632" y="2634322"/>
                    <a:pt x="5261946" y="2635846"/>
                    <a:pt x="5260460" y="2635846"/>
                  </a:cubicBezTo>
                  <a:cubicBezTo>
                    <a:pt x="5259108" y="2635846"/>
                    <a:pt x="5258041" y="2635408"/>
                    <a:pt x="5256974" y="2634964"/>
                  </a:cubicBezTo>
                  <a:cubicBezTo>
                    <a:pt x="5255431" y="2634322"/>
                    <a:pt x="5255431" y="2632348"/>
                    <a:pt x="5254307" y="2631459"/>
                  </a:cubicBezTo>
                  <a:cubicBezTo>
                    <a:pt x="5253208" y="2630601"/>
                    <a:pt x="5251907" y="2629935"/>
                    <a:pt x="5250814" y="2628849"/>
                  </a:cubicBezTo>
                  <a:cubicBezTo>
                    <a:pt x="5249697" y="2627712"/>
                    <a:pt x="5249265" y="2626429"/>
                    <a:pt x="5248198" y="2625363"/>
                  </a:cubicBezTo>
                  <a:cubicBezTo>
                    <a:pt x="5246655" y="2623781"/>
                    <a:pt x="5245989" y="2621819"/>
                    <a:pt x="5243810" y="2621819"/>
                  </a:cubicBezTo>
                  <a:cubicBezTo>
                    <a:pt x="5241416" y="2621819"/>
                    <a:pt x="5239880" y="2622035"/>
                    <a:pt x="5237683" y="2622715"/>
                  </a:cubicBezTo>
                  <a:cubicBezTo>
                    <a:pt x="5236165" y="2623146"/>
                    <a:pt x="5234641" y="2622480"/>
                    <a:pt x="5233295" y="2623597"/>
                  </a:cubicBezTo>
                  <a:cubicBezTo>
                    <a:pt x="5232438" y="2624226"/>
                    <a:pt x="5233079" y="2626239"/>
                    <a:pt x="5232438" y="2627096"/>
                  </a:cubicBezTo>
                  <a:cubicBezTo>
                    <a:pt x="5232654" y="2628385"/>
                    <a:pt x="5229618" y="2630392"/>
                    <a:pt x="5229790" y="2631459"/>
                  </a:cubicBezTo>
                  <a:close/>
                  <a:moveTo>
                    <a:pt x="4151109" y="1741874"/>
                  </a:moveTo>
                  <a:cubicBezTo>
                    <a:pt x="4149998" y="1743214"/>
                    <a:pt x="4148035" y="1742979"/>
                    <a:pt x="4147597" y="1744503"/>
                  </a:cubicBezTo>
                  <a:cubicBezTo>
                    <a:pt x="4147356" y="1745621"/>
                    <a:pt x="4146950" y="1746929"/>
                    <a:pt x="4146715" y="1748002"/>
                  </a:cubicBezTo>
                  <a:cubicBezTo>
                    <a:pt x="4146473" y="1749323"/>
                    <a:pt x="4147597" y="1750244"/>
                    <a:pt x="4147597" y="1751749"/>
                  </a:cubicBezTo>
                  <a:cubicBezTo>
                    <a:pt x="4147597" y="1753069"/>
                    <a:pt x="4146715" y="1753711"/>
                    <a:pt x="4146715" y="1755025"/>
                  </a:cubicBezTo>
                  <a:cubicBezTo>
                    <a:pt x="4146715" y="1756562"/>
                    <a:pt x="4148467" y="1757000"/>
                    <a:pt x="4148467" y="1758530"/>
                  </a:cubicBezTo>
                  <a:cubicBezTo>
                    <a:pt x="4148467" y="1760054"/>
                    <a:pt x="4147597" y="1760708"/>
                    <a:pt x="4147597" y="1762277"/>
                  </a:cubicBezTo>
                  <a:cubicBezTo>
                    <a:pt x="4147597" y="1763782"/>
                    <a:pt x="4148677" y="1765103"/>
                    <a:pt x="4148467" y="1766411"/>
                  </a:cubicBezTo>
                  <a:cubicBezTo>
                    <a:pt x="4148226" y="1767922"/>
                    <a:pt x="4146264" y="1768386"/>
                    <a:pt x="4145826" y="1769916"/>
                  </a:cubicBezTo>
                  <a:cubicBezTo>
                    <a:pt x="4144746" y="1773199"/>
                    <a:pt x="4144956" y="1775586"/>
                    <a:pt x="4144956" y="1779117"/>
                  </a:cubicBezTo>
                  <a:cubicBezTo>
                    <a:pt x="4144956" y="1784153"/>
                    <a:pt x="4144746" y="1787220"/>
                    <a:pt x="4146715" y="1791811"/>
                  </a:cubicBezTo>
                  <a:cubicBezTo>
                    <a:pt x="4148035" y="1794884"/>
                    <a:pt x="4150652" y="1795532"/>
                    <a:pt x="4153706" y="1797088"/>
                  </a:cubicBezTo>
                  <a:cubicBezTo>
                    <a:pt x="4155249" y="1797729"/>
                    <a:pt x="4155681" y="1799215"/>
                    <a:pt x="4157218" y="1799678"/>
                  </a:cubicBezTo>
                  <a:cubicBezTo>
                    <a:pt x="4159840" y="1800586"/>
                    <a:pt x="4161567" y="1800586"/>
                    <a:pt x="4164437" y="1800586"/>
                  </a:cubicBezTo>
                  <a:cubicBezTo>
                    <a:pt x="4168381" y="1800586"/>
                    <a:pt x="4170375" y="1799920"/>
                    <a:pt x="4174293" y="1799678"/>
                  </a:cubicBezTo>
                  <a:cubicBezTo>
                    <a:pt x="4174293" y="1797088"/>
                    <a:pt x="4174731" y="1795316"/>
                    <a:pt x="4174731" y="1792681"/>
                  </a:cubicBezTo>
                  <a:cubicBezTo>
                    <a:pt x="4174731" y="1791138"/>
                    <a:pt x="4174293" y="1790039"/>
                    <a:pt x="4174293" y="1788534"/>
                  </a:cubicBezTo>
                  <a:cubicBezTo>
                    <a:pt x="4174293" y="1786991"/>
                    <a:pt x="4174731" y="1786331"/>
                    <a:pt x="4174731" y="1784788"/>
                  </a:cubicBezTo>
                  <a:cubicBezTo>
                    <a:pt x="4174515" y="1782159"/>
                    <a:pt x="4173213" y="1780425"/>
                    <a:pt x="4172997" y="1777796"/>
                  </a:cubicBezTo>
                  <a:lnTo>
                    <a:pt x="4172997" y="1774272"/>
                  </a:lnTo>
                  <a:lnTo>
                    <a:pt x="4172997" y="1770773"/>
                  </a:lnTo>
                  <a:cubicBezTo>
                    <a:pt x="4172737" y="1769262"/>
                    <a:pt x="4171003" y="1768614"/>
                    <a:pt x="4170375" y="1767306"/>
                  </a:cubicBezTo>
                  <a:cubicBezTo>
                    <a:pt x="4169708" y="1765960"/>
                    <a:pt x="4168603" y="1765103"/>
                    <a:pt x="4167733" y="1763782"/>
                  </a:cubicBezTo>
                  <a:cubicBezTo>
                    <a:pt x="4167060" y="1762690"/>
                    <a:pt x="4166850" y="1761375"/>
                    <a:pt x="4165987" y="1760251"/>
                  </a:cubicBezTo>
                  <a:cubicBezTo>
                    <a:pt x="4165079" y="1758950"/>
                    <a:pt x="4163358" y="1758753"/>
                    <a:pt x="4162482" y="1757654"/>
                  </a:cubicBezTo>
                  <a:cubicBezTo>
                    <a:pt x="4161567" y="1756562"/>
                    <a:pt x="4160932" y="1755463"/>
                    <a:pt x="4159840" y="1754174"/>
                  </a:cubicBezTo>
                  <a:cubicBezTo>
                    <a:pt x="4158773" y="1752866"/>
                    <a:pt x="4157465" y="1752174"/>
                    <a:pt x="4157218" y="1750669"/>
                  </a:cubicBezTo>
                  <a:cubicBezTo>
                    <a:pt x="4156582" y="1747837"/>
                    <a:pt x="4156582" y="1745837"/>
                    <a:pt x="4156341" y="1742770"/>
                  </a:cubicBezTo>
                  <a:close/>
                  <a:moveTo>
                    <a:pt x="1505102" y="395293"/>
                  </a:moveTo>
                  <a:lnTo>
                    <a:pt x="1517364" y="386518"/>
                  </a:lnTo>
                  <a:lnTo>
                    <a:pt x="1538395" y="381266"/>
                  </a:lnTo>
                  <a:lnTo>
                    <a:pt x="1517364" y="367258"/>
                  </a:lnTo>
                  <a:lnTo>
                    <a:pt x="1484090" y="365531"/>
                  </a:lnTo>
                  <a:lnTo>
                    <a:pt x="1461344" y="365531"/>
                  </a:lnTo>
                  <a:lnTo>
                    <a:pt x="1464837" y="381266"/>
                  </a:lnTo>
                  <a:lnTo>
                    <a:pt x="1470088" y="393541"/>
                  </a:lnTo>
                  <a:close/>
                  <a:moveTo>
                    <a:pt x="1414030" y="701738"/>
                  </a:moveTo>
                  <a:cubicBezTo>
                    <a:pt x="1421498" y="701738"/>
                    <a:pt x="1425860" y="698671"/>
                    <a:pt x="1431550" y="694709"/>
                  </a:cubicBezTo>
                  <a:cubicBezTo>
                    <a:pt x="1434191" y="692962"/>
                    <a:pt x="1435074" y="689895"/>
                    <a:pt x="1436820" y="687698"/>
                  </a:cubicBezTo>
                  <a:lnTo>
                    <a:pt x="1435074" y="680732"/>
                  </a:lnTo>
                  <a:cubicBezTo>
                    <a:pt x="1432445" y="682047"/>
                    <a:pt x="1431124" y="684663"/>
                    <a:pt x="1428045" y="685977"/>
                  </a:cubicBezTo>
                  <a:cubicBezTo>
                    <a:pt x="1425860" y="686835"/>
                    <a:pt x="1423231" y="686835"/>
                    <a:pt x="1421047" y="687698"/>
                  </a:cubicBezTo>
                  <a:cubicBezTo>
                    <a:pt x="1414906" y="690340"/>
                    <a:pt x="1410976" y="693407"/>
                    <a:pt x="1405286" y="696506"/>
                  </a:cubicBezTo>
                  <a:cubicBezTo>
                    <a:pt x="1408347" y="698220"/>
                    <a:pt x="1410106" y="701738"/>
                    <a:pt x="1414030" y="701738"/>
                  </a:cubicBezTo>
                  <a:close/>
                  <a:moveTo>
                    <a:pt x="1459579" y="698220"/>
                  </a:moveTo>
                  <a:lnTo>
                    <a:pt x="1473587" y="691216"/>
                  </a:lnTo>
                  <a:lnTo>
                    <a:pt x="1487627" y="692962"/>
                  </a:lnTo>
                  <a:cubicBezTo>
                    <a:pt x="1488039" y="697782"/>
                    <a:pt x="1488909" y="700417"/>
                    <a:pt x="1489348" y="705230"/>
                  </a:cubicBezTo>
                  <a:lnTo>
                    <a:pt x="1489348" y="712241"/>
                  </a:lnTo>
                  <a:lnTo>
                    <a:pt x="1482356" y="715752"/>
                  </a:lnTo>
                  <a:lnTo>
                    <a:pt x="1464837" y="715752"/>
                  </a:ln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grpSp>
          <p:nvGrpSpPr>
            <p:cNvPr id="1588" name="Google Shape;1588;p94"/>
            <p:cNvGrpSpPr/>
            <p:nvPr/>
          </p:nvGrpSpPr>
          <p:grpSpPr>
            <a:xfrm>
              <a:off x="5606830" y="2084879"/>
              <a:ext cx="213866" cy="213864"/>
              <a:chOff x="1947982" y="3568374"/>
              <a:chExt cx="483641" cy="483636"/>
            </a:xfrm>
          </p:grpSpPr>
          <p:sp>
            <p:nvSpPr>
              <p:cNvPr id="1589" name="Google Shape;1589;p94"/>
              <p:cNvSpPr/>
              <p:nvPr/>
            </p:nvSpPr>
            <p:spPr>
              <a:xfrm>
                <a:off x="1947982" y="3568374"/>
                <a:ext cx="483641" cy="483636"/>
              </a:xfrm>
              <a:custGeom>
                <a:avLst/>
                <a:gdLst/>
                <a:ahLst/>
                <a:cxnLst/>
                <a:rect l="l" t="t" r="r" b="b"/>
                <a:pathLst>
                  <a:path w="644855" h="644848" extrusionOk="0">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590" name="Google Shape;1590;p94"/>
              <p:cNvSpPr/>
              <p:nvPr/>
            </p:nvSpPr>
            <p:spPr>
              <a:xfrm>
                <a:off x="2079457" y="3699848"/>
                <a:ext cx="220689" cy="220689"/>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grpSp>
        <p:grpSp>
          <p:nvGrpSpPr>
            <p:cNvPr id="1591" name="Google Shape;1591;p94"/>
            <p:cNvGrpSpPr/>
            <p:nvPr/>
          </p:nvGrpSpPr>
          <p:grpSpPr>
            <a:xfrm>
              <a:off x="4606219" y="2874219"/>
              <a:ext cx="164051" cy="164049"/>
              <a:chOff x="1618687" y="3177336"/>
              <a:chExt cx="483641" cy="483636"/>
            </a:xfrm>
          </p:grpSpPr>
          <p:sp>
            <p:nvSpPr>
              <p:cNvPr id="1592" name="Google Shape;1592;p94"/>
              <p:cNvSpPr/>
              <p:nvPr/>
            </p:nvSpPr>
            <p:spPr>
              <a:xfrm>
                <a:off x="1618687" y="3177336"/>
                <a:ext cx="483641" cy="483636"/>
              </a:xfrm>
              <a:custGeom>
                <a:avLst/>
                <a:gdLst/>
                <a:ahLst/>
                <a:cxnLst/>
                <a:rect l="l" t="t" r="r" b="b"/>
                <a:pathLst>
                  <a:path w="644855" h="644848" extrusionOk="0">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593" name="Google Shape;1593;p94"/>
              <p:cNvSpPr/>
              <p:nvPr/>
            </p:nvSpPr>
            <p:spPr>
              <a:xfrm>
                <a:off x="1750161" y="3308810"/>
                <a:ext cx="220689" cy="220689"/>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grpSp>
        <p:grpSp>
          <p:nvGrpSpPr>
            <p:cNvPr id="1594" name="Google Shape;1594;p94"/>
            <p:cNvGrpSpPr/>
            <p:nvPr/>
          </p:nvGrpSpPr>
          <p:grpSpPr>
            <a:xfrm>
              <a:off x="3578237" y="3097524"/>
              <a:ext cx="243658" cy="243753"/>
              <a:chOff x="1690945" y="3403052"/>
              <a:chExt cx="483641" cy="483636"/>
            </a:xfrm>
          </p:grpSpPr>
          <p:sp>
            <p:nvSpPr>
              <p:cNvPr id="1595" name="Google Shape;1595;p94"/>
              <p:cNvSpPr/>
              <p:nvPr/>
            </p:nvSpPr>
            <p:spPr>
              <a:xfrm>
                <a:off x="1690945" y="3403052"/>
                <a:ext cx="483641" cy="483636"/>
              </a:xfrm>
              <a:custGeom>
                <a:avLst/>
                <a:gdLst/>
                <a:ahLst/>
                <a:cxnLst/>
                <a:rect l="l" t="t" r="r" b="b"/>
                <a:pathLst>
                  <a:path w="644855" h="644848" extrusionOk="0">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596" name="Google Shape;1596;p94"/>
              <p:cNvSpPr/>
              <p:nvPr/>
            </p:nvSpPr>
            <p:spPr>
              <a:xfrm>
                <a:off x="1822419" y="3534526"/>
                <a:ext cx="220689" cy="220689"/>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grpSp>
        <p:grpSp>
          <p:nvGrpSpPr>
            <p:cNvPr id="1597" name="Google Shape;1597;p94"/>
            <p:cNvGrpSpPr/>
            <p:nvPr/>
          </p:nvGrpSpPr>
          <p:grpSpPr>
            <a:xfrm>
              <a:off x="2970748" y="2091316"/>
              <a:ext cx="179721" cy="179719"/>
              <a:chOff x="1422758" y="2393620"/>
              <a:chExt cx="483641" cy="483636"/>
            </a:xfrm>
          </p:grpSpPr>
          <p:sp>
            <p:nvSpPr>
              <p:cNvPr id="1598" name="Google Shape;1598;p94"/>
              <p:cNvSpPr/>
              <p:nvPr/>
            </p:nvSpPr>
            <p:spPr>
              <a:xfrm>
                <a:off x="1422758" y="2393620"/>
                <a:ext cx="483641" cy="483636"/>
              </a:xfrm>
              <a:custGeom>
                <a:avLst/>
                <a:gdLst/>
                <a:ahLst/>
                <a:cxnLst/>
                <a:rect l="l" t="t" r="r" b="b"/>
                <a:pathLst>
                  <a:path w="644855" h="644848" extrusionOk="0">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599" name="Google Shape;1599;p94"/>
              <p:cNvSpPr/>
              <p:nvPr/>
            </p:nvSpPr>
            <p:spPr>
              <a:xfrm>
                <a:off x="1554232" y="2525094"/>
                <a:ext cx="220689" cy="220689"/>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grpSp>
      </p:grpSp>
      <p:sp>
        <p:nvSpPr>
          <p:cNvPr id="1600" name="Google Shape;1600;p9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DEMOGRAPHICS</a:t>
            </a:r>
            <a:endParaRPr/>
          </a:p>
        </p:txBody>
      </p:sp>
      <p:sp>
        <p:nvSpPr>
          <p:cNvPr id="1601" name="Google Shape;1601;p94"/>
          <p:cNvSpPr/>
          <p:nvPr/>
        </p:nvSpPr>
        <p:spPr>
          <a:xfrm>
            <a:off x="3131144" y="1608746"/>
            <a:ext cx="5293181" cy="2587334"/>
          </a:xfrm>
          <a:custGeom>
            <a:avLst/>
            <a:gdLst/>
            <a:ahLst/>
            <a:cxnLst/>
            <a:rect l="l" t="t" r="r" b="b"/>
            <a:pathLst>
              <a:path w="6009925" h="2937916" extrusionOk="0">
                <a:moveTo>
                  <a:pt x="326574" y="737615"/>
                </a:moveTo>
                <a:cubicBezTo>
                  <a:pt x="326574" y="737615"/>
                  <a:pt x="323081" y="734123"/>
                  <a:pt x="323081" y="730637"/>
                </a:cubicBezTo>
                <a:cubicBezTo>
                  <a:pt x="323081" y="727119"/>
                  <a:pt x="330962" y="728002"/>
                  <a:pt x="330962" y="728002"/>
                </a:cubicBezTo>
                <a:lnTo>
                  <a:pt x="352831" y="728865"/>
                </a:lnTo>
                <a:lnTo>
                  <a:pt x="372116" y="742022"/>
                </a:lnTo>
                <a:lnTo>
                  <a:pt x="392252" y="752513"/>
                </a:lnTo>
                <a:lnTo>
                  <a:pt x="413277" y="757764"/>
                </a:lnTo>
                <a:lnTo>
                  <a:pt x="430790" y="753376"/>
                </a:lnTo>
                <a:lnTo>
                  <a:pt x="445668" y="759510"/>
                </a:lnTo>
                <a:lnTo>
                  <a:pt x="459657" y="759510"/>
                </a:lnTo>
                <a:lnTo>
                  <a:pt x="473671" y="770889"/>
                </a:lnTo>
                <a:lnTo>
                  <a:pt x="495566" y="781392"/>
                </a:lnTo>
                <a:lnTo>
                  <a:pt x="506952" y="793654"/>
                </a:lnTo>
                <a:cubicBezTo>
                  <a:pt x="506952" y="793654"/>
                  <a:pt x="520103" y="798048"/>
                  <a:pt x="523595" y="798048"/>
                </a:cubicBezTo>
                <a:cubicBezTo>
                  <a:pt x="527088" y="798048"/>
                  <a:pt x="532358" y="794575"/>
                  <a:pt x="532358" y="794575"/>
                </a:cubicBezTo>
                <a:lnTo>
                  <a:pt x="545477" y="802436"/>
                </a:lnTo>
                <a:lnTo>
                  <a:pt x="554234" y="814679"/>
                </a:lnTo>
                <a:lnTo>
                  <a:pt x="574389" y="819911"/>
                </a:lnTo>
                <a:lnTo>
                  <a:pt x="570877" y="831297"/>
                </a:lnTo>
                <a:lnTo>
                  <a:pt x="590124" y="839215"/>
                </a:lnTo>
                <a:lnTo>
                  <a:pt x="586632" y="849680"/>
                </a:lnTo>
                <a:lnTo>
                  <a:pt x="598893" y="854094"/>
                </a:lnTo>
                <a:lnTo>
                  <a:pt x="611149" y="855840"/>
                </a:lnTo>
                <a:lnTo>
                  <a:pt x="612044" y="868083"/>
                </a:lnTo>
                <a:lnTo>
                  <a:pt x="621633" y="881221"/>
                </a:lnTo>
                <a:lnTo>
                  <a:pt x="624287" y="896118"/>
                </a:lnTo>
                <a:lnTo>
                  <a:pt x="629526" y="910132"/>
                </a:lnTo>
                <a:lnTo>
                  <a:pt x="645299" y="911859"/>
                </a:lnTo>
                <a:lnTo>
                  <a:pt x="649700" y="928496"/>
                </a:lnTo>
                <a:lnTo>
                  <a:pt x="666318" y="944283"/>
                </a:lnTo>
                <a:lnTo>
                  <a:pt x="670674" y="955636"/>
                </a:lnTo>
                <a:lnTo>
                  <a:pt x="687317" y="964412"/>
                </a:lnTo>
                <a:lnTo>
                  <a:pt x="703954" y="970527"/>
                </a:lnTo>
                <a:lnTo>
                  <a:pt x="717975" y="974902"/>
                </a:lnTo>
                <a:lnTo>
                  <a:pt x="720591" y="983672"/>
                </a:lnTo>
                <a:lnTo>
                  <a:pt x="738111" y="995038"/>
                </a:lnTo>
                <a:lnTo>
                  <a:pt x="751249" y="1004684"/>
                </a:lnTo>
                <a:lnTo>
                  <a:pt x="758234" y="1025677"/>
                </a:lnTo>
                <a:lnTo>
                  <a:pt x="758234" y="1042339"/>
                </a:lnTo>
                <a:lnTo>
                  <a:pt x="748595" y="1031805"/>
                </a:lnTo>
                <a:lnTo>
                  <a:pt x="737222" y="1017790"/>
                </a:lnTo>
                <a:lnTo>
                  <a:pt x="734593" y="1009053"/>
                </a:lnTo>
                <a:lnTo>
                  <a:pt x="720591" y="1000328"/>
                </a:lnTo>
                <a:lnTo>
                  <a:pt x="710965" y="996784"/>
                </a:lnTo>
                <a:lnTo>
                  <a:pt x="709206" y="982789"/>
                </a:lnTo>
                <a:lnTo>
                  <a:pt x="697833" y="982789"/>
                </a:lnTo>
                <a:lnTo>
                  <a:pt x="688200" y="975772"/>
                </a:lnTo>
                <a:lnTo>
                  <a:pt x="679437" y="972273"/>
                </a:lnTo>
                <a:lnTo>
                  <a:pt x="670674" y="969657"/>
                </a:lnTo>
                <a:lnTo>
                  <a:pt x="660184" y="971384"/>
                </a:lnTo>
                <a:lnTo>
                  <a:pt x="668915" y="982789"/>
                </a:lnTo>
                <a:lnTo>
                  <a:pt x="680307" y="989787"/>
                </a:lnTo>
                <a:lnTo>
                  <a:pt x="691718" y="999420"/>
                </a:lnTo>
                <a:lnTo>
                  <a:pt x="715346" y="1015161"/>
                </a:lnTo>
                <a:lnTo>
                  <a:pt x="723220" y="1031805"/>
                </a:lnTo>
                <a:lnTo>
                  <a:pt x="731964" y="1052849"/>
                </a:lnTo>
                <a:lnTo>
                  <a:pt x="731113" y="1069460"/>
                </a:lnTo>
                <a:lnTo>
                  <a:pt x="729361" y="1092244"/>
                </a:lnTo>
                <a:lnTo>
                  <a:pt x="729361" y="1117625"/>
                </a:lnTo>
                <a:lnTo>
                  <a:pt x="721455" y="1123734"/>
                </a:lnTo>
                <a:lnTo>
                  <a:pt x="721455" y="1140364"/>
                </a:lnTo>
                <a:lnTo>
                  <a:pt x="731113" y="1157909"/>
                </a:lnTo>
                <a:lnTo>
                  <a:pt x="727614" y="1174534"/>
                </a:lnTo>
                <a:lnTo>
                  <a:pt x="730243" y="1187665"/>
                </a:lnTo>
                <a:lnTo>
                  <a:pt x="737222" y="1199051"/>
                </a:lnTo>
                <a:lnTo>
                  <a:pt x="736339" y="1215694"/>
                </a:lnTo>
                <a:lnTo>
                  <a:pt x="745978" y="1229702"/>
                </a:lnTo>
                <a:lnTo>
                  <a:pt x="759110" y="1241082"/>
                </a:lnTo>
                <a:lnTo>
                  <a:pt x="767003" y="1264710"/>
                </a:lnTo>
                <a:lnTo>
                  <a:pt x="778370" y="1274349"/>
                </a:lnTo>
                <a:lnTo>
                  <a:pt x="781005" y="1286605"/>
                </a:lnTo>
                <a:lnTo>
                  <a:pt x="791527" y="1300619"/>
                </a:lnTo>
                <a:lnTo>
                  <a:pt x="807275" y="1300619"/>
                </a:lnTo>
                <a:lnTo>
                  <a:pt x="818667" y="1310227"/>
                </a:lnTo>
                <a:lnTo>
                  <a:pt x="836161" y="1318113"/>
                </a:lnTo>
                <a:lnTo>
                  <a:pt x="848429" y="1330407"/>
                </a:lnTo>
                <a:lnTo>
                  <a:pt x="851922" y="1345279"/>
                </a:lnTo>
                <a:lnTo>
                  <a:pt x="858069" y="1360169"/>
                </a:lnTo>
                <a:lnTo>
                  <a:pt x="865924" y="1384680"/>
                </a:lnTo>
                <a:lnTo>
                  <a:pt x="876439" y="1395171"/>
                </a:lnTo>
                <a:lnTo>
                  <a:pt x="889565" y="1407433"/>
                </a:lnTo>
                <a:lnTo>
                  <a:pt x="893076" y="1416189"/>
                </a:lnTo>
                <a:lnTo>
                  <a:pt x="882561" y="1424070"/>
                </a:lnTo>
                <a:lnTo>
                  <a:pt x="889565" y="1433728"/>
                </a:lnTo>
                <a:lnTo>
                  <a:pt x="902715" y="1443316"/>
                </a:lnTo>
                <a:lnTo>
                  <a:pt x="919365" y="1453832"/>
                </a:lnTo>
                <a:lnTo>
                  <a:pt x="928985" y="1465224"/>
                </a:lnTo>
                <a:lnTo>
                  <a:pt x="927226" y="1474876"/>
                </a:lnTo>
                <a:lnTo>
                  <a:pt x="930725" y="1482750"/>
                </a:lnTo>
                <a:lnTo>
                  <a:pt x="943863" y="1488001"/>
                </a:lnTo>
                <a:lnTo>
                  <a:pt x="956106" y="1498504"/>
                </a:lnTo>
                <a:lnTo>
                  <a:pt x="964876" y="1507242"/>
                </a:lnTo>
                <a:lnTo>
                  <a:pt x="965746" y="1517745"/>
                </a:lnTo>
                <a:lnTo>
                  <a:pt x="972756" y="1514265"/>
                </a:lnTo>
                <a:lnTo>
                  <a:pt x="974509" y="1502879"/>
                </a:lnTo>
                <a:lnTo>
                  <a:pt x="969244" y="1489729"/>
                </a:lnTo>
                <a:lnTo>
                  <a:pt x="957853" y="1484490"/>
                </a:lnTo>
                <a:lnTo>
                  <a:pt x="956106" y="1473098"/>
                </a:lnTo>
                <a:lnTo>
                  <a:pt x="942968" y="1463490"/>
                </a:lnTo>
                <a:lnTo>
                  <a:pt x="937729" y="1448612"/>
                </a:lnTo>
                <a:lnTo>
                  <a:pt x="932478" y="1434566"/>
                </a:lnTo>
                <a:lnTo>
                  <a:pt x="921086" y="1424070"/>
                </a:lnTo>
                <a:lnTo>
                  <a:pt x="917594" y="1410074"/>
                </a:lnTo>
                <a:lnTo>
                  <a:pt x="906208" y="1405699"/>
                </a:lnTo>
                <a:lnTo>
                  <a:pt x="899217" y="1388173"/>
                </a:lnTo>
                <a:lnTo>
                  <a:pt x="886085" y="1373301"/>
                </a:lnTo>
                <a:lnTo>
                  <a:pt x="884326" y="1354010"/>
                </a:lnTo>
                <a:lnTo>
                  <a:pt x="894835" y="1353159"/>
                </a:lnTo>
                <a:lnTo>
                  <a:pt x="909726" y="1359274"/>
                </a:lnTo>
                <a:lnTo>
                  <a:pt x="918463" y="1369828"/>
                </a:lnTo>
                <a:lnTo>
                  <a:pt x="919365" y="1386439"/>
                </a:lnTo>
                <a:lnTo>
                  <a:pt x="935107" y="1408328"/>
                </a:lnTo>
                <a:lnTo>
                  <a:pt x="951757" y="1425822"/>
                </a:lnTo>
                <a:lnTo>
                  <a:pt x="966641" y="1438084"/>
                </a:lnTo>
                <a:lnTo>
                  <a:pt x="977138" y="1450359"/>
                </a:lnTo>
                <a:lnTo>
                  <a:pt x="979760" y="1464329"/>
                </a:lnTo>
                <a:lnTo>
                  <a:pt x="995508" y="1473098"/>
                </a:lnTo>
                <a:lnTo>
                  <a:pt x="1006894" y="1486223"/>
                </a:lnTo>
                <a:lnTo>
                  <a:pt x="1015657" y="1500251"/>
                </a:lnTo>
                <a:lnTo>
                  <a:pt x="1034046" y="1519491"/>
                </a:lnTo>
                <a:lnTo>
                  <a:pt x="1041057" y="1536166"/>
                </a:lnTo>
                <a:lnTo>
                  <a:pt x="1050677" y="1544027"/>
                </a:lnTo>
                <a:lnTo>
                  <a:pt x="1041057" y="1550168"/>
                </a:lnTo>
                <a:lnTo>
                  <a:pt x="1038434" y="1560645"/>
                </a:lnTo>
                <a:lnTo>
                  <a:pt x="1058557" y="1576412"/>
                </a:lnTo>
                <a:lnTo>
                  <a:pt x="1075194" y="1589525"/>
                </a:lnTo>
                <a:lnTo>
                  <a:pt x="1095375" y="1595691"/>
                </a:lnTo>
                <a:lnTo>
                  <a:pt x="1116349" y="1607959"/>
                </a:lnTo>
                <a:lnTo>
                  <a:pt x="1140860" y="1618424"/>
                </a:lnTo>
                <a:lnTo>
                  <a:pt x="1168006" y="1631575"/>
                </a:lnTo>
                <a:lnTo>
                  <a:pt x="1189901" y="1637709"/>
                </a:lnTo>
                <a:lnTo>
                  <a:pt x="1203890" y="1636814"/>
                </a:lnTo>
                <a:lnTo>
                  <a:pt x="1208303" y="1629803"/>
                </a:lnTo>
                <a:lnTo>
                  <a:pt x="1224070" y="1628076"/>
                </a:lnTo>
                <a:lnTo>
                  <a:pt x="1241564" y="1636814"/>
                </a:lnTo>
                <a:lnTo>
                  <a:pt x="1260817" y="1651679"/>
                </a:lnTo>
                <a:lnTo>
                  <a:pt x="1271314" y="1663992"/>
                </a:lnTo>
                <a:lnTo>
                  <a:pt x="1287081" y="1663992"/>
                </a:lnTo>
                <a:lnTo>
                  <a:pt x="1293228" y="1663992"/>
                </a:lnTo>
                <a:lnTo>
                  <a:pt x="1301978" y="1667471"/>
                </a:lnTo>
                <a:lnTo>
                  <a:pt x="1311611" y="1680610"/>
                </a:lnTo>
                <a:lnTo>
                  <a:pt x="1330864" y="1686744"/>
                </a:lnTo>
                <a:lnTo>
                  <a:pt x="1331747" y="1677974"/>
                </a:lnTo>
                <a:lnTo>
                  <a:pt x="1342282" y="1683245"/>
                </a:lnTo>
                <a:lnTo>
                  <a:pt x="1352759" y="1698129"/>
                </a:lnTo>
                <a:cubicBezTo>
                  <a:pt x="1352759" y="1698129"/>
                  <a:pt x="1368539" y="1715642"/>
                  <a:pt x="1372025" y="1718246"/>
                </a:cubicBezTo>
                <a:cubicBezTo>
                  <a:pt x="1375517" y="1720888"/>
                  <a:pt x="1370279" y="1733994"/>
                  <a:pt x="1370279" y="1733994"/>
                </a:cubicBezTo>
                <a:lnTo>
                  <a:pt x="1376387" y="1741011"/>
                </a:lnTo>
                <a:lnTo>
                  <a:pt x="1384293" y="1737518"/>
                </a:lnTo>
                <a:lnTo>
                  <a:pt x="1394783" y="1742770"/>
                </a:lnTo>
                <a:lnTo>
                  <a:pt x="1409668" y="1756784"/>
                </a:lnTo>
                <a:cubicBezTo>
                  <a:pt x="1409668" y="1756784"/>
                  <a:pt x="1420190" y="1766411"/>
                  <a:pt x="1425435" y="1761159"/>
                </a:cubicBezTo>
                <a:lnTo>
                  <a:pt x="1451686" y="1774272"/>
                </a:lnTo>
                <a:lnTo>
                  <a:pt x="1465700" y="1780425"/>
                </a:lnTo>
                <a:lnTo>
                  <a:pt x="1464837" y="1766411"/>
                </a:lnTo>
                <a:lnTo>
                  <a:pt x="1471834" y="1757654"/>
                </a:lnTo>
                <a:lnTo>
                  <a:pt x="1496352" y="1759394"/>
                </a:lnTo>
                <a:lnTo>
                  <a:pt x="1499000" y="1768170"/>
                </a:lnTo>
                <a:lnTo>
                  <a:pt x="1506854" y="1767306"/>
                </a:lnTo>
                <a:lnTo>
                  <a:pt x="1511242" y="1755921"/>
                </a:lnTo>
                <a:lnTo>
                  <a:pt x="1502479" y="1745392"/>
                </a:lnTo>
                <a:lnTo>
                  <a:pt x="1477086" y="1745392"/>
                </a:lnTo>
                <a:lnTo>
                  <a:pt x="1460461" y="1744503"/>
                </a:lnTo>
                <a:lnTo>
                  <a:pt x="1435944" y="1742770"/>
                </a:lnTo>
                <a:lnTo>
                  <a:pt x="1424539" y="1734877"/>
                </a:lnTo>
                <a:lnTo>
                  <a:pt x="1408804" y="1718246"/>
                </a:lnTo>
                <a:lnTo>
                  <a:pt x="1409668" y="1705121"/>
                </a:lnTo>
                <a:lnTo>
                  <a:pt x="1409668" y="1687620"/>
                </a:lnTo>
                <a:lnTo>
                  <a:pt x="1414906" y="1665725"/>
                </a:lnTo>
                <a:lnTo>
                  <a:pt x="1414906" y="1650822"/>
                </a:lnTo>
                <a:lnTo>
                  <a:pt x="1407045" y="1639455"/>
                </a:lnTo>
                <a:lnTo>
                  <a:pt x="1391284" y="1631575"/>
                </a:lnTo>
                <a:lnTo>
                  <a:pt x="1367637" y="1633327"/>
                </a:lnTo>
                <a:lnTo>
                  <a:pt x="1351000" y="1629803"/>
                </a:lnTo>
                <a:lnTo>
                  <a:pt x="1332604" y="1636814"/>
                </a:lnTo>
                <a:lnTo>
                  <a:pt x="1320368" y="1628946"/>
                </a:lnTo>
                <a:lnTo>
                  <a:pt x="1331747" y="1620189"/>
                </a:lnTo>
                <a:lnTo>
                  <a:pt x="1331747" y="1604429"/>
                </a:lnTo>
                <a:lnTo>
                  <a:pt x="1336116" y="1594808"/>
                </a:lnTo>
                <a:lnTo>
                  <a:pt x="1342282" y="1579035"/>
                </a:lnTo>
                <a:lnTo>
                  <a:pt x="1342282" y="1561515"/>
                </a:lnTo>
                <a:lnTo>
                  <a:pt x="1352759" y="1554543"/>
                </a:lnTo>
                <a:lnTo>
                  <a:pt x="1354524" y="1541411"/>
                </a:lnTo>
                <a:lnTo>
                  <a:pt x="1346638" y="1536166"/>
                </a:lnTo>
                <a:lnTo>
                  <a:pt x="1320368" y="1537893"/>
                </a:lnTo>
                <a:lnTo>
                  <a:pt x="1303731" y="1540535"/>
                </a:lnTo>
                <a:lnTo>
                  <a:pt x="1296714" y="1552778"/>
                </a:lnTo>
                <a:lnTo>
                  <a:pt x="1289723" y="1571148"/>
                </a:lnTo>
                <a:lnTo>
                  <a:pt x="1281842" y="1587779"/>
                </a:lnTo>
                <a:lnTo>
                  <a:pt x="1267815" y="1589525"/>
                </a:lnTo>
                <a:lnTo>
                  <a:pt x="1247692" y="1594808"/>
                </a:lnTo>
                <a:lnTo>
                  <a:pt x="1226680" y="1597437"/>
                </a:lnTo>
                <a:lnTo>
                  <a:pt x="1217053" y="1585163"/>
                </a:lnTo>
                <a:lnTo>
                  <a:pt x="1199527" y="1576412"/>
                </a:lnTo>
                <a:lnTo>
                  <a:pt x="1193399" y="1562404"/>
                </a:lnTo>
                <a:lnTo>
                  <a:pt x="1181144" y="1544027"/>
                </a:lnTo>
                <a:lnTo>
                  <a:pt x="1174140" y="1512493"/>
                </a:lnTo>
                <a:lnTo>
                  <a:pt x="1171511" y="1489729"/>
                </a:lnTo>
                <a:lnTo>
                  <a:pt x="1180274" y="1472247"/>
                </a:lnTo>
                <a:lnTo>
                  <a:pt x="1184649" y="1452086"/>
                </a:lnTo>
                <a:lnTo>
                  <a:pt x="1175886" y="1431042"/>
                </a:lnTo>
                <a:lnTo>
                  <a:pt x="1191660" y="1410950"/>
                </a:lnTo>
                <a:lnTo>
                  <a:pt x="1204785" y="1410074"/>
                </a:lnTo>
                <a:lnTo>
                  <a:pt x="1217917" y="1399565"/>
                </a:lnTo>
                <a:lnTo>
                  <a:pt x="1231055" y="1387284"/>
                </a:lnTo>
                <a:lnTo>
                  <a:pt x="1249445" y="1389900"/>
                </a:lnTo>
                <a:lnTo>
                  <a:pt x="1262564" y="1394313"/>
                </a:lnTo>
                <a:lnTo>
                  <a:pt x="1273079" y="1389900"/>
                </a:lnTo>
                <a:lnTo>
                  <a:pt x="1281842" y="1401305"/>
                </a:lnTo>
                <a:lnTo>
                  <a:pt x="1297597" y="1401305"/>
                </a:lnTo>
                <a:lnTo>
                  <a:pt x="1309846" y="1400409"/>
                </a:lnTo>
                <a:lnTo>
                  <a:pt x="1307217" y="1391672"/>
                </a:lnTo>
                <a:lnTo>
                  <a:pt x="1311611" y="1377664"/>
                </a:lnTo>
                <a:lnTo>
                  <a:pt x="1330864" y="1376768"/>
                </a:lnTo>
                <a:lnTo>
                  <a:pt x="1344009" y="1375054"/>
                </a:lnTo>
                <a:lnTo>
                  <a:pt x="1368539" y="1377664"/>
                </a:lnTo>
                <a:lnTo>
                  <a:pt x="1378146" y="1389900"/>
                </a:lnTo>
                <a:lnTo>
                  <a:pt x="1386027" y="1389900"/>
                </a:lnTo>
                <a:lnTo>
                  <a:pt x="1391284" y="1382934"/>
                </a:lnTo>
                <a:lnTo>
                  <a:pt x="1398270" y="1381175"/>
                </a:lnTo>
                <a:lnTo>
                  <a:pt x="1409668" y="1391672"/>
                </a:lnTo>
                <a:lnTo>
                  <a:pt x="1420190" y="1404791"/>
                </a:lnTo>
                <a:lnTo>
                  <a:pt x="1420190" y="1419694"/>
                </a:lnTo>
                <a:lnTo>
                  <a:pt x="1426286" y="1428451"/>
                </a:lnTo>
                <a:lnTo>
                  <a:pt x="1428908" y="1438084"/>
                </a:lnTo>
                <a:lnTo>
                  <a:pt x="1436820" y="1445088"/>
                </a:lnTo>
                <a:lnTo>
                  <a:pt x="1441164" y="1455597"/>
                </a:lnTo>
                <a:lnTo>
                  <a:pt x="1450822" y="1460817"/>
                </a:lnTo>
                <a:lnTo>
                  <a:pt x="1451686" y="1472247"/>
                </a:lnTo>
                <a:lnTo>
                  <a:pt x="1460461" y="1474876"/>
                </a:lnTo>
                <a:lnTo>
                  <a:pt x="1465700" y="1466964"/>
                </a:lnTo>
                <a:lnTo>
                  <a:pt x="1470088" y="1454715"/>
                </a:lnTo>
                <a:lnTo>
                  <a:pt x="1464837" y="1439849"/>
                </a:lnTo>
                <a:lnTo>
                  <a:pt x="1459579" y="1417053"/>
                </a:lnTo>
                <a:lnTo>
                  <a:pt x="1448206" y="1396942"/>
                </a:lnTo>
                <a:lnTo>
                  <a:pt x="1448206" y="1370685"/>
                </a:lnTo>
                <a:cubicBezTo>
                  <a:pt x="1448206" y="1367142"/>
                  <a:pt x="1454302" y="1352289"/>
                  <a:pt x="1454302" y="1352289"/>
                </a:cubicBezTo>
                <a:lnTo>
                  <a:pt x="1463941" y="1333011"/>
                </a:lnTo>
                <a:lnTo>
                  <a:pt x="1478864" y="1326883"/>
                </a:lnTo>
                <a:lnTo>
                  <a:pt x="1496352" y="1311979"/>
                </a:lnTo>
                <a:lnTo>
                  <a:pt x="1512976" y="1300619"/>
                </a:lnTo>
                <a:lnTo>
                  <a:pt x="1528749" y="1294510"/>
                </a:lnTo>
                <a:lnTo>
                  <a:pt x="1531372" y="1283106"/>
                </a:lnTo>
                <a:lnTo>
                  <a:pt x="1543621" y="1276102"/>
                </a:lnTo>
                <a:lnTo>
                  <a:pt x="1533124" y="1256830"/>
                </a:lnTo>
                <a:lnTo>
                  <a:pt x="1525238" y="1248092"/>
                </a:lnTo>
                <a:lnTo>
                  <a:pt x="1528749" y="1237583"/>
                </a:lnTo>
                <a:lnTo>
                  <a:pt x="1521739" y="1227937"/>
                </a:lnTo>
                <a:lnTo>
                  <a:pt x="1534001" y="1221828"/>
                </a:lnTo>
                <a:lnTo>
                  <a:pt x="1544504" y="1235836"/>
                </a:lnTo>
                <a:lnTo>
                  <a:pt x="1550657" y="1221828"/>
                </a:lnTo>
                <a:lnTo>
                  <a:pt x="1557629" y="1209541"/>
                </a:lnTo>
                <a:lnTo>
                  <a:pt x="1565509" y="1201686"/>
                </a:lnTo>
                <a:lnTo>
                  <a:pt x="1573402" y="1175423"/>
                </a:lnTo>
                <a:lnTo>
                  <a:pt x="1597050" y="1175423"/>
                </a:lnTo>
                <a:lnTo>
                  <a:pt x="1611947" y="1166647"/>
                </a:lnTo>
                <a:lnTo>
                  <a:pt x="1629441" y="1164888"/>
                </a:lnTo>
                <a:lnTo>
                  <a:pt x="1625066" y="1154372"/>
                </a:lnTo>
                <a:lnTo>
                  <a:pt x="1624183" y="1132497"/>
                </a:lnTo>
                <a:lnTo>
                  <a:pt x="1636426" y="1115853"/>
                </a:lnTo>
                <a:lnTo>
                  <a:pt x="1650453" y="1115853"/>
                </a:lnTo>
                <a:lnTo>
                  <a:pt x="1654841" y="1106252"/>
                </a:lnTo>
                <a:lnTo>
                  <a:pt x="1673231" y="1107103"/>
                </a:lnTo>
                <a:lnTo>
                  <a:pt x="1689842" y="1097476"/>
                </a:lnTo>
                <a:lnTo>
                  <a:pt x="1700339" y="1084345"/>
                </a:lnTo>
                <a:lnTo>
                  <a:pt x="1720513" y="1082592"/>
                </a:lnTo>
                <a:cubicBezTo>
                  <a:pt x="1720513" y="1082592"/>
                  <a:pt x="1738890" y="1086091"/>
                  <a:pt x="1742401" y="1086954"/>
                </a:cubicBezTo>
                <a:cubicBezTo>
                  <a:pt x="1745913" y="1087837"/>
                  <a:pt x="1737144" y="1093997"/>
                  <a:pt x="1737144" y="1093997"/>
                </a:cubicBezTo>
                <a:lnTo>
                  <a:pt x="1714373" y="1093997"/>
                </a:lnTo>
                <a:cubicBezTo>
                  <a:pt x="1714373" y="1093997"/>
                  <a:pt x="1705609" y="1100969"/>
                  <a:pt x="1702098" y="1102734"/>
                </a:cubicBezTo>
                <a:cubicBezTo>
                  <a:pt x="1698618" y="1104487"/>
                  <a:pt x="1702098" y="1117625"/>
                  <a:pt x="1702098" y="1117625"/>
                </a:cubicBezTo>
                <a:lnTo>
                  <a:pt x="1711737" y="1122000"/>
                </a:lnTo>
                <a:lnTo>
                  <a:pt x="1722253" y="1113231"/>
                </a:lnTo>
                <a:lnTo>
                  <a:pt x="1730127" y="1107986"/>
                </a:lnTo>
                <a:lnTo>
                  <a:pt x="1745024" y="1103604"/>
                </a:lnTo>
                <a:lnTo>
                  <a:pt x="1760785" y="1095730"/>
                </a:lnTo>
                <a:lnTo>
                  <a:pt x="1776552" y="1092244"/>
                </a:lnTo>
                <a:lnTo>
                  <a:pt x="1788788" y="1077340"/>
                </a:lnTo>
                <a:lnTo>
                  <a:pt x="1801069" y="1066838"/>
                </a:lnTo>
                <a:lnTo>
                  <a:pt x="1802803" y="1054582"/>
                </a:lnTo>
                <a:lnTo>
                  <a:pt x="1786172" y="1058957"/>
                </a:lnTo>
                <a:lnTo>
                  <a:pt x="1774786" y="1077340"/>
                </a:lnTo>
                <a:lnTo>
                  <a:pt x="1755521" y="1078198"/>
                </a:lnTo>
                <a:lnTo>
                  <a:pt x="1739760" y="1070317"/>
                </a:lnTo>
                <a:lnTo>
                  <a:pt x="1723136" y="1057179"/>
                </a:lnTo>
                <a:lnTo>
                  <a:pt x="1714373" y="1034446"/>
                </a:lnTo>
                <a:lnTo>
                  <a:pt x="1729276" y="1023048"/>
                </a:lnTo>
                <a:lnTo>
                  <a:pt x="1728374" y="1004684"/>
                </a:lnTo>
                <a:lnTo>
                  <a:pt x="1706499" y="1002925"/>
                </a:lnTo>
                <a:lnTo>
                  <a:pt x="1682845" y="1009910"/>
                </a:lnTo>
                <a:lnTo>
                  <a:pt x="1656588" y="1024788"/>
                </a:lnTo>
                <a:lnTo>
                  <a:pt x="1631188" y="1049337"/>
                </a:lnTo>
                <a:lnTo>
                  <a:pt x="1611039" y="1063345"/>
                </a:lnTo>
                <a:lnTo>
                  <a:pt x="1618932" y="1050213"/>
                </a:lnTo>
                <a:lnTo>
                  <a:pt x="1631188" y="1036180"/>
                </a:lnTo>
                <a:lnTo>
                  <a:pt x="1639081" y="1029176"/>
                </a:lnTo>
                <a:lnTo>
                  <a:pt x="1618932" y="1023937"/>
                </a:lnTo>
                <a:lnTo>
                  <a:pt x="1644332" y="1023937"/>
                </a:lnTo>
                <a:lnTo>
                  <a:pt x="1650453" y="1011669"/>
                </a:lnTo>
                <a:lnTo>
                  <a:pt x="1664468" y="1000328"/>
                </a:lnTo>
                <a:lnTo>
                  <a:pt x="1681111" y="999420"/>
                </a:lnTo>
                <a:lnTo>
                  <a:pt x="1688103" y="985392"/>
                </a:lnTo>
                <a:lnTo>
                  <a:pt x="1702098" y="980147"/>
                </a:lnTo>
                <a:lnTo>
                  <a:pt x="1724005" y="980147"/>
                </a:lnTo>
                <a:lnTo>
                  <a:pt x="1763395" y="979290"/>
                </a:lnTo>
                <a:lnTo>
                  <a:pt x="1783549" y="982789"/>
                </a:lnTo>
                <a:lnTo>
                  <a:pt x="1799304" y="981881"/>
                </a:lnTo>
                <a:lnTo>
                  <a:pt x="1815058" y="970527"/>
                </a:lnTo>
                <a:lnTo>
                  <a:pt x="1829085" y="954754"/>
                </a:lnTo>
                <a:lnTo>
                  <a:pt x="1854479" y="952144"/>
                </a:lnTo>
                <a:lnTo>
                  <a:pt x="1867623" y="946918"/>
                </a:lnTo>
                <a:lnTo>
                  <a:pt x="1874608" y="939863"/>
                </a:lnTo>
                <a:lnTo>
                  <a:pt x="1866734" y="932865"/>
                </a:lnTo>
                <a:lnTo>
                  <a:pt x="1871973" y="925880"/>
                </a:lnTo>
                <a:lnTo>
                  <a:pt x="1872856" y="910996"/>
                </a:lnTo>
                <a:lnTo>
                  <a:pt x="1854479" y="908354"/>
                </a:lnTo>
                <a:lnTo>
                  <a:pt x="1850967" y="899610"/>
                </a:lnTo>
                <a:lnTo>
                  <a:pt x="1830819" y="899610"/>
                </a:lnTo>
                <a:lnTo>
                  <a:pt x="1815058" y="908354"/>
                </a:lnTo>
                <a:lnTo>
                  <a:pt x="1804568" y="915358"/>
                </a:lnTo>
                <a:lnTo>
                  <a:pt x="1795818" y="911859"/>
                </a:lnTo>
                <a:lnTo>
                  <a:pt x="1799304" y="901338"/>
                </a:lnTo>
                <a:lnTo>
                  <a:pt x="1817687" y="895235"/>
                </a:lnTo>
                <a:lnTo>
                  <a:pt x="1839575" y="889952"/>
                </a:lnTo>
                <a:lnTo>
                  <a:pt x="1849196" y="881221"/>
                </a:lnTo>
                <a:lnTo>
                  <a:pt x="1835194" y="880332"/>
                </a:lnTo>
                <a:lnTo>
                  <a:pt x="1821205" y="873334"/>
                </a:lnTo>
                <a:lnTo>
                  <a:pt x="1802803" y="868083"/>
                </a:lnTo>
                <a:lnTo>
                  <a:pt x="1791411" y="857580"/>
                </a:lnTo>
                <a:lnTo>
                  <a:pt x="1778292" y="847070"/>
                </a:lnTo>
                <a:lnTo>
                  <a:pt x="1773053" y="837438"/>
                </a:lnTo>
                <a:lnTo>
                  <a:pt x="1780921" y="835685"/>
                </a:lnTo>
                <a:lnTo>
                  <a:pt x="1783549" y="828694"/>
                </a:lnTo>
                <a:lnTo>
                  <a:pt x="1771262" y="812038"/>
                </a:lnTo>
                <a:lnTo>
                  <a:pt x="1756416" y="793654"/>
                </a:lnTo>
                <a:lnTo>
                  <a:pt x="1735397" y="761257"/>
                </a:lnTo>
                <a:lnTo>
                  <a:pt x="1728374" y="746378"/>
                </a:lnTo>
                <a:lnTo>
                  <a:pt x="1712633" y="765657"/>
                </a:lnTo>
                <a:lnTo>
                  <a:pt x="1712633" y="782275"/>
                </a:lnTo>
                <a:lnTo>
                  <a:pt x="1695977" y="788415"/>
                </a:lnTo>
                <a:lnTo>
                  <a:pt x="1685486" y="799795"/>
                </a:lnTo>
                <a:lnTo>
                  <a:pt x="1669719" y="798912"/>
                </a:lnTo>
                <a:lnTo>
                  <a:pt x="1666208" y="788415"/>
                </a:lnTo>
                <a:lnTo>
                  <a:pt x="1655724" y="780548"/>
                </a:lnTo>
                <a:lnTo>
                  <a:pt x="1639951" y="784028"/>
                </a:lnTo>
                <a:lnTo>
                  <a:pt x="1644332" y="765657"/>
                </a:lnTo>
                <a:lnTo>
                  <a:pt x="1644332" y="741152"/>
                </a:lnTo>
                <a:lnTo>
                  <a:pt x="1643456" y="728002"/>
                </a:lnTo>
                <a:lnTo>
                  <a:pt x="1624183" y="727119"/>
                </a:lnTo>
                <a:lnTo>
                  <a:pt x="1609293" y="717492"/>
                </a:lnTo>
                <a:lnTo>
                  <a:pt x="1595304" y="703484"/>
                </a:lnTo>
                <a:lnTo>
                  <a:pt x="1570793" y="688606"/>
                </a:lnTo>
                <a:lnTo>
                  <a:pt x="1562017" y="695604"/>
                </a:lnTo>
                <a:lnTo>
                  <a:pt x="1541005" y="694709"/>
                </a:lnTo>
                <a:lnTo>
                  <a:pt x="1532242" y="689451"/>
                </a:lnTo>
                <a:lnTo>
                  <a:pt x="1508626" y="689451"/>
                </a:lnTo>
                <a:lnTo>
                  <a:pt x="1499000" y="699103"/>
                </a:lnTo>
                <a:lnTo>
                  <a:pt x="1507731" y="713104"/>
                </a:lnTo>
                <a:lnTo>
                  <a:pt x="1504226" y="731469"/>
                </a:lnTo>
                <a:lnTo>
                  <a:pt x="1506854" y="743750"/>
                </a:lnTo>
                <a:lnTo>
                  <a:pt x="1514735" y="760393"/>
                </a:lnTo>
                <a:lnTo>
                  <a:pt x="1502479" y="760393"/>
                </a:lnTo>
                <a:lnTo>
                  <a:pt x="1503375" y="776141"/>
                </a:lnTo>
                <a:lnTo>
                  <a:pt x="1495482" y="784917"/>
                </a:lnTo>
                <a:lnTo>
                  <a:pt x="1505959" y="791933"/>
                </a:lnTo>
                <a:lnTo>
                  <a:pt x="1521739" y="803319"/>
                </a:lnTo>
                <a:lnTo>
                  <a:pt x="1526120" y="823417"/>
                </a:lnTo>
                <a:lnTo>
                  <a:pt x="1526120" y="846181"/>
                </a:lnTo>
                <a:lnTo>
                  <a:pt x="1514735" y="861948"/>
                </a:lnTo>
                <a:lnTo>
                  <a:pt x="1499000" y="874210"/>
                </a:lnTo>
                <a:lnTo>
                  <a:pt x="1477086" y="876833"/>
                </a:lnTo>
                <a:lnTo>
                  <a:pt x="1489348" y="896118"/>
                </a:lnTo>
                <a:lnTo>
                  <a:pt x="1489348" y="920648"/>
                </a:lnTo>
                <a:lnTo>
                  <a:pt x="1495482" y="934612"/>
                </a:lnTo>
                <a:lnTo>
                  <a:pt x="1491983" y="946010"/>
                </a:lnTo>
                <a:lnTo>
                  <a:pt x="1482356" y="960024"/>
                </a:lnTo>
                <a:lnTo>
                  <a:pt x="1461344" y="962628"/>
                </a:lnTo>
                <a:lnTo>
                  <a:pt x="1449044" y="942486"/>
                </a:lnTo>
                <a:lnTo>
                  <a:pt x="1434191" y="924998"/>
                </a:lnTo>
                <a:lnTo>
                  <a:pt x="1434191" y="910132"/>
                </a:lnTo>
                <a:lnTo>
                  <a:pt x="1429823" y="889088"/>
                </a:lnTo>
                <a:lnTo>
                  <a:pt x="1432445" y="871588"/>
                </a:lnTo>
                <a:lnTo>
                  <a:pt x="1405286" y="868083"/>
                </a:lnTo>
                <a:lnTo>
                  <a:pt x="1385163" y="867225"/>
                </a:lnTo>
                <a:lnTo>
                  <a:pt x="1374654" y="861066"/>
                </a:lnTo>
                <a:lnTo>
                  <a:pt x="1349241" y="854957"/>
                </a:lnTo>
                <a:lnTo>
                  <a:pt x="1339627" y="844454"/>
                </a:lnTo>
                <a:lnTo>
                  <a:pt x="1317745" y="833050"/>
                </a:lnTo>
                <a:lnTo>
                  <a:pt x="1294980" y="820801"/>
                </a:lnTo>
                <a:lnTo>
                  <a:pt x="1265199" y="827798"/>
                </a:lnTo>
                <a:lnTo>
                  <a:pt x="1258176" y="816425"/>
                </a:lnTo>
                <a:lnTo>
                  <a:pt x="1245946" y="790155"/>
                </a:lnTo>
                <a:lnTo>
                  <a:pt x="1231055" y="783132"/>
                </a:lnTo>
                <a:lnTo>
                  <a:pt x="1221428" y="772642"/>
                </a:lnTo>
                <a:lnTo>
                  <a:pt x="1224934" y="740244"/>
                </a:lnTo>
                <a:lnTo>
                  <a:pt x="1239812" y="715752"/>
                </a:lnTo>
                <a:lnTo>
                  <a:pt x="1254683" y="693864"/>
                </a:lnTo>
                <a:lnTo>
                  <a:pt x="1273949" y="685977"/>
                </a:lnTo>
                <a:lnTo>
                  <a:pt x="1288859" y="674592"/>
                </a:lnTo>
                <a:lnTo>
                  <a:pt x="1282712" y="662324"/>
                </a:lnTo>
                <a:lnTo>
                  <a:pt x="1259065" y="657078"/>
                </a:lnTo>
                <a:lnTo>
                  <a:pt x="1231906" y="648309"/>
                </a:lnTo>
                <a:lnTo>
                  <a:pt x="1263459" y="652716"/>
                </a:lnTo>
                <a:lnTo>
                  <a:pt x="1288859" y="658825"/>
                </a:lnTo>
                <a:lnTo>
                  <a:pt x="1300232" y="656221"/>
                </a:lnTo>
                <a:lnTo>
                  <a:pt x="1302861" y="643077"/>
                </a:lnTo>
                <a:lnTo>
                  <a:pt x="1323835" y="650074"/>
                </a:lnTo>
                <a:lnTo>
                  <a:pt x="1336116" y="647445"/>
                </a:lnTo>
                <a:lnTo>
                  <a:pt x="1336998" y="636924"/>
                </a:lnTo>
                <a:lnTo>
                  <a:pt x="1344879" y="632567"/>
                </a:lnTo>
                <a:lnTo>
                  <a:pt x="1349241" y="618566"/>
                </a:lnTo>
                <a:lnTo>
                  <a:pt x="1334357" y="616819"/>
                </a:lnTo>
                <a:lnTo>
                  <a:pt x="1315123" y="615054"/>
                </a:lnTo>
                <a:lnTo>
                  <a:pt x="1308100" y="607161"/>
                </a:lnTo>
                <a:lnTo>
                  <a:pt x="1286205" y="598404"/>
                </a:lnTo>
                <a:lnTo>
                  <a:pt x="1301089" y="599274"/>
                </a:lnTo>
                <a:lnTo>
                  <a:pt x="1324743" y="605434"/>
                </a:lnTo>
                <a:lnTo>
                  <a:pt x="1340516" y="610666"/>
                </a:lnTo>
                <a:lnTo>
                  <a:pt x="1356264" y="605434"/>
                </a:lnTo>
                <a:lnTo>
                  <a:pt x="1366786" y="592308"/>
                </a:lnTo>
                <a:lnTo>
                  <a:pt x="1355394" y="581780"/>
                </a:lnTo>
                <a:lnTo>
                  <a:pt x="1371149" y="581780"/>
                </a:lnTo>
                <a:lnTo>
                  <a:pt x="1380801" y="591400"/>
                </a:lnTo>
                <a:lnTo>
                  <a:pt x="1372908" y="601910"/>
                </a:lnTo>
                <a:lnTo>
                  <a:pt x="1365884" y="621156"/>
                </a:lnTo>
                <a:lnTo>
                  <a:pt x="1365884" y="644823"/>
                </a:lnTo>
                <a:lnTo>
                  <a:pt x="1350117" y="650074"/>
                </a:lnTo>
                <a:lnTo>
                  <a:pt x="1354524" y="660571"/>
                </a:lnTo>
                <a:lnTo>
                  <a:pt x="1371149" y="661454"/>
                </a:lnTo>
                <a:lnTo>
                  <a:pt x="1371149" y="671093"/>
                </a:lnTo>
                <a:cubicBezTo>
                  <a:pt x="1371149" y="671093"/>
                  <a:pt x="1387760" y="674592"/>
                  <a:pt x="1393012" y="669328"/>
                </a:cubicBezTo>
                <a:lnTo>
                  <a:pt x="1399165" y="657078"/>
                </a:lnTo>
                <a:lnTo>
                  <a:pt x="1420190" y="657961"/>
                </a:lnTo>
                <a:lnTo>
                  <a:pt x="1431550" y="659714"/>
                </a:lnTo>
                <a:lnTo>
                  <a:pt x="1442935" y="664940"/>
                </a:lnTo>
                <a:lnTo>
                  <a:pt x="1459579" y="664940"/>
                </a:lnTo>
                <a:lnTo>
                  <a:pt x="1461344" y="651808"/>
                </a:lnTo>
                <a:lnTo>
                  <a:pt x="1444701" y="648309"/>
                </a:lnTo>
                <a:lnTo>
                  <a:pt x="1436820" y="631685"/>
                </a:lnTo>
                <a:lnTo>
                  <a:pt x="1416704" y="629964"/>
                </a:lnTo>
                <a:lnTo>
                  <a:pt x="1400905" y="616819"/>
                </a:lnTo>
                <a:lnTo>
                  <a:pt x="1386027" y="613295"/>
                </a:lnTo>
                <a:lnTo>
                  <a:pt x="1386027" y="603694"/>
                </a:lnTo>
                <a:lnTo>
                  <a:pt x="1400048" y="606278"/>
                </a:lnTo>
                <a:lnTo>
                  <a:pt x="1406175" y="599274"/>
                </a:lnTo>
                <a:lnTo>
                  <a:pt x="1404416" y="591400"/>
                </a:lnTo>
                <a:lnTo>
                  <a:pt x="1421047" y="591400"/>
                </a:lnTo>
                <a:lnTo>
                  <a:pt x="1427181" y="580015"/>
                </a:lnTo>
                <a:lnTo>
                  <a:pt x="1442935" y="568636"/>
                </a:lnTo>
                <a:lnTo>
                  <a:pt x="1448206" y="559015"/>
                </a:lnTo>
                <a:lnTo>
                  <a:pt x="1439437" y="548506"/>
                </a:lnTo>
                <a:lnTo>
                  <a:pt x="1431550" y="530993"/>
                </a:lnTo>
                <a:lnTo>
                  <a:pt x="1446460" y="528383"/>
                </a:lnTo>
                <a:lnTo>
                  <a:pt x="1450822" y="515251"/>
                </a:lnTo>
                <a:lnTo>
                  <a:pt x="1439437" y="502088"/>
                </a:lnTo>
                <a:lnTo>
                  <a:pt x="1423682" y="495096"/>
                </a:lnTo>
                <a:lnTo>
                  <a:pt x="1403534" y="484593"/>
                </a:lnTo>
                <a:lnTo>
                  <a:pt x="1426286" y="484593"/>
                </a:lnTo>
                <a:lnTo>
                  <a:pt x="1428908" y="477577"/>
                </a:lnTo>
                <a:lnTo>
                  <a:pt x="1445564" y="479323"/>
                </a:lnTo>
                <a:lnTo>
                  <a:pt x="1458715" y="487216"/>
                </a:lnTo>
                <a:lnTo>
                  <a:pt x="1477086" y="486371"/>
                </a:lnTo>
                <a:lnTo>
                  <a:pt x="1493716" y="482847"/>
                </a:lnTo>
                <a:lnTo>
                  <a:pt x="1479715" y="469715"/>
                </a:lnTo>
                <a:lnTo>
                  <a:pt x="1489348" y="467080"/>
                </a:lnTo>
                <a:lnTo>
                  <a:pt x="1504226" y="481964"/>
                </a:lnTo>
                <a:lnTo>
                  <a:pt x="1520856" y="483717"/>
                </a:lnTo>
                <a:lnTo>
                  <a:pt x="1527879" y="497712"/>
                </a:lnTo>
                <a:lnTo>
                  <a:pt x="1540135" y="500341"/>
                </a:lnTo>
                <a:lnTo>
                  <a:pt x="1547139" y="510851"/>
                </a:lnTo>
                <a:lnTo>
                  <a:pt x="1560258" y="516102"/>
                </a:lnTo>
                <a:lnTo>
                  <a:pt x="1567281" y="529247"/>
                </a:lnTo>
                <a:lnTo>
                  <a:pt x="1582140" y="534492"/>
                </a:lnTo>
                <a:lnTo>
                  <a:pt x="1594421" y="547623"/>
                </a:lnTo>
                <a:lnTo>
                  <a:pt x="1597050" y="563403"/>
                </a:lnTo>
                <a:lnTo>
                  <a:pt x="1579524" y="580015"/>
                </a:lnTo>
                <a:lnTo>
                  <a:pt x="1564659" y="596639"/>
                </a:lnTo>
                <a:lnTo>
                  <a:pt x="1572514" y="612406"/>
                </a:lnTo>
                <a:lnTo>
                  <a:pt x="1546244" y="615930"/>
                </a:lnTo>
                <a:lnTo>
                  <a:pt x="1532242" y="612406"/>
                </a:lnTo>
                <a:lnTo>
                  <a:pt x="1517364" y="612406"/>
                </a:lnTo>
                <a:lnTo>
                  <a:pt x="1499000" y="625538"/>
                </a:lnTo>
                <a:lnTo>
                  <a:pt x="1499000" y="639552"/>
                </a:lnTo>
                <a:lnTo>
                  <a:pt x="1520856" y="643077"/>
                </a:lnTo>
                <a:lnTo>
                  <a:pt x="1538395" y="642181"/>
                </a:lnTo>
                <a:lnTo>
                  <a:pt x="1542764" y="634301"/>
                </a:lnTo>
                <a:lnTo>
                  <a:pt x="1550657" y="629964"/>
                </a:lnTo>
                <a:lnTo>
                  <a:pt x="1562017" y="632567"/>
                </a:lnTo>
                <a:lnTo>
                  <a:pt x="1583023" y="638670"/>
                </a:lnTo>
                <a:lnTo>
                  <a:pt x="1603184" y="657961"/>
                </a:lnTo>
                <a:lnTo>
                  <a:pt x="1607540" y="668451"/>
                </a:lnTo>
                <a:lnTo>
                  <a:pt x="1619815" y="681564"/>
                </a:lnTo>
                <a:lnTo>
                  <a:pt x="1637334" y="681564"/>
                </a:lnTo>
                <a:lnTo>
                  <a:pt x="1655724" y="699103"/>
                </a:lnTo>
                <a:lnTo>
                  <a:pt x="1682845" y="699992"/>
                </a:lnTo>
                <a:lnTo>
                  <a:pt x="1700339" y="707840"/>
                </a:lnTo>
                <a:lnTo>
                  <a:pt x="1702098" y="697356"/>
                </a:lnTo>
                <a:lnTo>
                  <a:pt x="1673231" y="675462"/>
                </a:lnTo>
                <a:lnTo>
                  <a:pt x="1660963" y="665841"/>
                </a:lnTo>
                <a:lnTo>
                  <a:pt x="1654841" y="655319"/>
                </a:lnTo>
                <a:lnTo>
                  <a:pt x="1674101" y="664940"/>
                </a:lnTo>
                <a:lnTo>
                  <a:pt x="1706499" y="681564"/>
                </a:lnTo>
                <a:lnTo>
                  <a:pt x="1723136" y="691216"/>
                </a:lnTo>
                <a:lnTo>
                  <a:pt x="1723136" y="675462"/>
                </a:lnTo>
                <a:lnTo>
                  <a:pt x="1732768" y="661454"/>
                </a:lnTo>
                <a:lnTo>
                  <a:pt x="1716995" y="652716"/>
                </a:lnTo>
                <a:lnTo>
                  <a:pt x="1713490" y="630808"/>
                </a:lnTo>
                <a:lnTo>
                  <a:pt x="1691620" y="622928"/>
                </a:lnTo>
                <a:lnTo>
                  <a:pt x="1665338" y="594893"/>
                </a:lnTo>
                <a:lnTo>
                  <a:pt x="1674101" y="587013"/>
                </a:lnTo>
                <a:lnTo>
                  <a:pt x="1682845" y="580015"/>
                </a:lnTo>
                <a:lnTo>
                  <a:pt x="1717871" y="606278"/>
                </a:lnTo>
                <a:lnTo>
                  <a:pt x="1730127" y="622928"/>
                </a:lnTo>
                <a:lnTo>
                  <a:pt x="1745024" y="625538"/>
                </a:lnTo>
                <a:lnTo>
                  <a:pt x="1749412" y="606278"/>
                </a:lnTo>
                <a:lnTo>
                  <a:pt x="1767776" y="599274"/>
                </a:lnTo>
                <a:lnTo>
                  <a:pt x="1770399" y="591400"/>
                </a:lnTo>
                <a:lnTo>
                  <a:pt x="1782679" y="591400"/>
                </a:lnTo>
                <a:lnTo>
                  <a:pt x="1787925" y="582650"/>
                </a:lnTo>
                <a:lnTo>
                  <a:pt x="1787042" y="569493"/>
                </a:lnTo>
                <a:lnTo>
                  <a:pt x="1762531" y="569493"/>
                </a:lnTo>
                <a:lnTo>
                  <a:pt x="1762531" y="562502"/>
                </a:lnTo>
                <a:lnTo>
                  <a:pt x="1747666" y="551103"/>
                </a:lnTo>
                <a:lnTo>
                  <a:pt x="1737144" y="549370"/>
                </a:lnTo>
                <a:lnTo>
                  <a:pt x="1721370" y="542397"/>
                </a:lnTo>
                <a:lnTo>
                  <a:pt x="1709127" y="542397"/>
                </a:lnTo>
                <a:lnTo>
                  <a:pt x="1705609" y="532739"/>
                </a:lnTo>
                <a:lnTo>
                  <a:pt x="1701234" y="524014"/>
                </a:lnTo>
                <a:lnTo>
                  <a:pt x="1680222" y="524014"/>
                </a:lnTo>
                <a:lnTo>
                  <a:pt x="1671459" y="523100"/>
                </a:lnTo>
                <a:lnTo>
                  <a:pt x="1671459" y="508228"/>
                </a:lnTo>
                <a:lnTo>
                  <a:pt x="1686350" y="508228"/>
                </a:lnTo>
                <a:lnTo>
                  <a:pt x="1694237" y="501224"/>
                </a:lnTo>
                <a:lnTo>
                  <a:pt x="1674101" y="495979"/>
                </a:lnTo>
                <a:lnTo>
                  <a:pt x="1676711" y="489838"/>
                </a:lnTo>
                <a:lnTo>
                  <a:pt x="1686350" y="488099"/>
                </a:lnTo>
                <a:lnTo>
                  <a:pt x="1674964" y="477577"/>
                </a:lnTo>
                <a:lnTo>
                  <a:pt x="1659216" y="473221"/>
                </a:lnTo>
                <a:lnTo>
                  <a:pt x="1665338" y="463588"/>
                </a:lnTo>
                <a:lnTo>
                  <a:pt x="1648694" y="456577"/>
                </a:lnTo>
                <a:lnTo>
                  <a:pt x="1630318" y="457428"/>
                </a:lnTo>
                <a:lnTo>
                  <a:pt x="1627689" y="449573"/>
                </a:lnTo>
                <a:lnTo>
                  <a:pt x="1612792" y="448710"/>
                </a:lnTo>
                <a:lnTo>
                  <a:pt x="1606689" y="446951"/>
                </a:lnTo>
                <a:lnTo>
                  <a:pt x="1618932" y="439051"/>
                </a:lnTo>
                <a:lnTo>
                  <a:pt x="1602301" y="433819"/>
                </a:lnTo>
                <a:lnTo>
                  <a:pt x="1581277" y="439051"/>
                </a:lnTo>
                <a:lnTo>
                  <a:pt x="1567281" y="425043"/>
                </a:lnTo>
                <a:lnTo>
                  <a:pt x="1565509" y="417169"/>
                </a:lnTo>
                <a:lnTo>
                  <a:pt x="1552390" y="416286"/>
                </a:lnTo>
                <a:lnTo>
                  <a:pt x="1551539" y="406679"/>
                </a:lnTo>
                <a:lnTo>
                  <a:pt x="1530496" y="399643"/>
                </a:lnTo>
                <a:lnTo>
                  <a:pt x="1503375" y="399643"/>
                </a:lnTo>
                <a:lnTo>
                  <a:pt x="1499850" y="407530"/>
                </a:lnTo>
                <a:lnTo>
                  <a:pt x="1485861" y="409308"/>
                </a:lnTo>
                <a:lnTo>
                  <a:pt x="1472730" y="406679"/>
                </a:lnTo>
                <a:lnTo>
                  <a:pt x="1468329" y="416286"/>
                </a:lnTo>
                <a:lnTo>
                  <a:pt x="1455191" y="417169"/>
                </a:lnTo>
                <a:lnTo>
                  <a:pt x="1454302" y="404901"/>
                </a:lnTo>
                <a:lnTo>
                  <a:pt x="1462214" y="393541"/>
                </a:lnTo>
                <a:lnTo>
                  <a:pt x="1449044" y="377748"/>
                </a:lnTo>
                <a:lnTo>
                  <a:pt x="1442935" y="363791"/>
                </a:lnTo>
                <a:lnTo>
                  <a:pt x="1418431" y="363791"/>
                </a:lnTo>
                <a:lnTo>
                  <a:pt x="1407045" y="374256"/>
                </a:lnTo>
                <a:lnTo>
                  <a:pt x="1390389" y="375132"/>
                </a:lnTo>
                <a:lnTo>
                  <a:pt x="1379004" y="382155"/>
                </a:lnTo>
                <a:lnTo>
                  <a:pt x="1376387" y="396157"/>
                </a:lnTo>
                <a:lnTo>
                  <a:pt x="1386909" y="411035"/>
                </a:lnTo>
                <a:lnTo>
                  <a:pt x="1379893" y="420674"/>
                </a:lnTo>
                <a:lnTo>
                  <a:pt x="1393926" y="439051"/>
                </a:lnTo>
                <a:lnTo>
                  <a:pt x="1382534" y="440816"/>
                </a:lnTo>
                <a:lnTo>
                  <a:pt x="1366786" y="425043"/>
                </a:lnTo>
                <a:lnTo>
                  <a:pt x="1361535" y="404075"/>
                </a:lnTo>
                <a:lnTo>
                  <a:pt x="1359763" y="390048"/>
                </a:lnTo>
                <a:lnTo>
                  <a:pt x="1371149" y="375132"/>
                </a:lnTo>
                <a:lnTo>
                  <a:pt x="1387760" y="362889"/>
                </a:lnTo>
                <a:lnTo>
                  <a:pt x="1365015" y="362889"/>
                </a:lnTo>
                <a:lnTo>
                  <a:pt x="1340516" y="365531"/>
                </a:lnTo>
                <a:lnTo>
                  <a:pt x="1318609" y="383031"/>
                </a:lnTo>
                <a:lnTo>
                  <a:pt x="1305490" y="407530"/>
                </a:lnTo>
                <a:lnTo>
                  <a:pt x="1304620" y="438188"/>
                </a:lnTo>
                <a:lnTo>
                  <a:pt x="1324743" y="441667"/>
                </a:lnTo>
                <a:lnTo>
                  <a:pt x="1338757" y="442544"/>
                </a:lnTo>
                <a:lnTo>
                  <a:pt x="1344879" y="453929"/>
                </a:lnTo>
                <a:lnTo>
                  <a:pt x="1329118" y="451307"/>
                </a:lnTo>
                <a:lnTo>
                  <a:pt x="1312487" y="455675"/>
                </a:lnTo>
                <a:lnTo>
                  <a:pt x="1326489" y="469715"/>
                </a:lnTo>
                <a:lnTo>
                  <a:pt x="1345749" y="469715"/>
                </a:lnTo>
                <a:lnTo>
                  <a:pt x="1355394" y="466191"/>
                </a:lnTo>
                <a:lnTo>
                  <a:pt x="1368539" y="474973"/>
                </a:lnTo>
                <a:lnTo>
                  <a:pt x="1393012" y="482847"/>
                </a:lnTo>
                <a:lnTo>
                  <a:pt x="1378146" y="487216"/>
                </a:lnTo>
                <a:lnTo>
                  <a:pt x="1377270" y="499484"/>
                </a:lnTo>
                <a:lnTo>
                  <a:pt x="1387760" y="508228"/>
                </a:lnTo>
                <a:lnTo>
                  <a:pt x="1371149" y="531863"/>
                </a:lnTo>
                <a:lnTo>
                  <a:pt x="1363256" y="548506"/>
                </a:lnTo>
                <a:lnTo>
                  <a:pt x="1351000" y="561625"/>
                </a:lnTo>
                <a:lnTo>
                  <a:pt x="1339627" y="556386"/>
                </a:lnTo>
                <a:lnTo>
                  <a:pt x="1330864" y="536232"/>
                </a:lnTo>
                <a:lnTo>
                  <a:pt x="1339627" y="524014"/>
                </a:lnTo>
                <a:lnTo>
                  <a:pt x="1317745" y="504729"/>
                </a:lnTo>
                <a:lnTo>
                  <a:pt x="1300232" y="519595"/>
                </a:lnTo>
                <a:lnTo>
                  <a:pt x="1275708" y="492455"/>
                </a:lnTo>
                <a:lnTo>
                  <a:pt x="1266977" y="488962"/>
                </a:lnTo>
                <a:lnTo>
                  <a:pt x="1268698" y="474973"/>
                </a:lnTo>
                <a:lnTo>
                  <a:pt x="1265199" y="459193"/>
                </a:lnTo>
                <a:lnTo>
                  <a:pt x="1253813" y="457428"/>
                </a:lnTo>
                <a:lnTo>
                  <a:pt x="1252943" y="444290"/>
                </a:lnTo>
                <a:lnTo>
                  <a:pt x="1234560" y="429431"/>
                </a:lnTo>
                <a:lnTo>
                  <a:pt x="1212653" y="428548"/>
                </a:lnTo>
                <a:lnTo>
                  <a:pt x="1209160" y="437324"/>
                </a:lnTo>
                <a:lnTo>
                  <a:pt x="1199527" y="438188"/>
                </a:lnTo>
                <a:lnTo>
                  <a:pt x="1189901" y="452196"/>
                </a:lnTo>
                <a:lnTo>
                  <a:pt x="1195158" y="463588"/>
                </a:lnTo>
                <a:lnTo>
                  <a:pt x="1192517" y="472332"/>
                </a:lnTo>
                <a:lnTo>
                  <a:pt x="1210055" y="487216"/>
                </a:lnTo>
                <a:lnTo>
                  <a:pt x="1226680" y="496862"/>
                </a:lnTo>
                <a:lnTo>
                  <a:pt x="1221428" y="509968"/>
                </a:lnTo>
                <a:lnTo>
                  <a:pt x="1203051" y="506475"/>
                </a:lnTo>
                <a:lnTo>
                  <a:pt x="1208303" y="521354"/>
                </a:lnTo>
                <a:lnTo>
                  <a:pt x="1224070" y="520490"/>
                </a:lnTo>
                <a:lnTo>
                  <a:pt x="1241564" y="509968"/>
                </a:lnTo>
                <a:lnTo>
                  <a:pt x="1241564" y="525760"/>
                </a:lnTo>
                <a:lnTo>
                  <a:pt x="1210913" y="541515"/>
                </a:lnTo>
                <a:lnTo>
                  <a:pt x="1213554" y="564267"/>
                </a:lnTo>
                <a:lnTo>
                  <a:pt x="1194276" y="552030"/>
                </a:lnTo>
                <a:lnTo>
                  <a:pt x="1199527" y="536232"/>
                </a:lnTo>
                <a:lnTo>
                  <a:pt x="1187278" y="536232"/>
                </a:lnTo>
                <a:lnTo>
                  <a:pt x="1186408" y="521354"/>
                </a:lnTo>
                <a:lnTo>
                  <a:pt x="1197800" y="521354"/>
                </a:lnTo>
                <a:lnTo>
                  <a:pt x="1194276" y="499484"/>
                </a:lnTo>
                <a:lnTo>
                  <a:pt x="1166247" y="486371"/>
                </a:lnTo>
                <a:lnTo>
                  <a:pt x="1160125" y="502088"/>
                </a:lnTo>
                <a:lnTo>
                  <a:pt x="1145266" y="509104"/>
                </a:lnTo>
                <a:lnTo>
                  <a:pt x="1170635" y="525760"/>
                </a:lnTo>
                <a:lnTo>
                  <a:pt x="1158379" y="535368"/>
                </a:lnTo>
                <a:lnTo>
                  <a:pt x="1154004" y="547623"/>
                </a:lnTo>
                <a:lnTo>
                  <a:pt x="1106735" y="549370"/>
                </a:lnTo>
                <a:lnTo>
                  <a:pt x="1083075" y="539730"/>
                </a:lnTo>
                <a:lnTo>
                  <a:pt x="1065561" y="537127"/>
                </a:lnTo>
                <a:lnTo>
                  <a:pt x="1042822" y="524014"/>
                </a:lnTo>
                <a:lnTo>
                  <a:pt x="1027042" y="533622"/>
                </a:lnTo>
                <a:lnTo>
                  <a:pt x="1002538" y="544144"/>
                </a:lnTo>
                <a:lnTo>
                  <a:pt x="1008659" y="559015"/>
                </a:lnTo>
                <a:lnTo>
                  <a:pt x="1005147" y="581780"/>
                </a:lnTo>
                <a:lnTo>
                  <a:pt x="990282" y="554647"/>
                </a:lnTo>
                <a:lnTo>
                  <a:pt x="966641" y="544144"/>
                </a:lnTo>
                <a:lnTo>
                  <a:pt x="940358" y="549370"/>
                </a:lnTo>
                <a:lnTo>
                  <a:pt x="882561" y="544144"/>
                </a:lnTo>
                <a:lnTo>
                  <a:pt x="881703" y="536232"/>
                </a:lnTo>
                <a:lnTo>
                  <a:pt x="901846" y="529247"/>
                </a:lnTo>
                <a:lnTo>
                  <a:pt x="872940" y="514356"/>
                </a:lnTo>
                <a:lnTo>
                  <a:pt x="854557" y="515251"/>
                </a:lnTo>
                <a:lnTo>
                  <a:pt x="802900" y="500341"/>
                </a:lnTo>
                <a:lnTo>
                  <a:pt x="789755" y="488962"/>
                </a:lnTo>
                <a:lnTo>
                  <a:pt x="766140" y="486371"/>
                </a:lnTo>
                <a:lnTo>
                  <a:pt x="752125" y="487216"/>
                </a:lnTo>
                <a:lnTo>
                  <a:pt x="745978" y="496862"/>
                </a:lnTo>
                <a:lnTo>
                  <a:pt x="732853" y="499484"/>
                </a:lnTo>
                <a:lnTo>
                  <a:pt x="719721" y="477577"/>
                </a:lnTo>
                <a:lnTo>
                  <a:pt x="710965" y="496862"/>
                </a:lnTo>
                <a:lnTo>
                  <a:pt x="695185" y="494233"/>
                </a:lnTo>
                <a:lnTo>
                  <a:pt x="680307" y="468820"/>
                </a:lnTo>
                <a:lnTo>
                  <a:pt x="662813" y="464445"/>
                </a:lnTo>
                <a:lnTo>
                  <a:pt x="657529" y="481082"/>
                </a:lnTo>
                <a:lnTo>
                  <a:pt x="646182" y="491604"/>
                </a:lnTo>
                <a:lnTo>
                  <a:pt x="628656" y="494233"/>
                </a:lnTo>
                <a:lnTo>
                  <a:pt x="605885" y="502088"/>
                </a:lnTo>
                <a:lnTo>
                  <a:pt x="583133" y="513492"/>
                </a:lnTo>
                <a:lnTo>
                  <a:pt x="601497" y="495979"/>
                </a:lnTo>
                <a:lnTo>
                  <a:pt x="620769" y="490740"/>
                </a:lnTo>
                <a:lnTo>
                  <a:pt x="634796" y="485470"/>
                </a:lnTo>
                <a:lnTo>
                  <a:pt x="640918" y="476713"/>
                </a:lnTo>
                <a:lnTo>
                  <a:pt x="633056" y="474973"/>
                </a:lnTo>
                <a:lnTo>
                  <a:pt x="609403" y="482847"/>
                </a:lnTo>
                <a:lnTo>
                  <a:pt x="583133" y="494233"/>
                </a:lnTo>
                <a:lnTo>
                  <a:pt x="568236" y="495096"/>
                </a:lnTo>
                <a:lnTo>
                  <a:pt x="554234" y="495096"/>
                </a:lnTo>
                <a:lnTo>
                  <a:pt x="525335" y="510851"/>
                </a:lnTo>
                <a:lnTo>
                  <a:pt x="498195" y="508228"/>
                </a:lnTo>
                <a:lnTo>
                  <a:pt x="476326" y="491604"/>
                </a:lnTo>
                <a:lnTo>
                  <a:pt x="436892" y="489838"/>
                </a:lnTo>
                <a:lnTo>
                  <a:pt x="422897" y="481082"/>
                </a:lnTo>
                <a:lnTo>
                  <a:pt x="402774" y="477577"/>
                </a:lnTo>
                <a:lnTo>
                  <a:pt x="378244" y="482847"/>
                </a:lnTo>
                <a:lnTo>
                  <a:pt x="362496" y="474084"/>
                </a:lnTo>
                <a:lnTo>
                  <a:pt x="337096" y="474084"/>
                </a:lnTo>
                <a:lnTo>
                  <a:pt x="309962" y="467080"/>
                </a:lnTo>
                <a:lnTo>
                  <a:pt x="285426" y="467080"/>
                </a:lnTo>
                <a:lnTo>
                  <a:pt x="266153" y="467080"/>
                </a:lnTo>
                <a:lnTo>
                  <a:pt x="260915" y="454806"/>
                </a:lnTo>
                <a:lnTo>
                  <a:pt x="222389" y="453059"/>
                </a:lnTo>
                <a:lnTo>
                  <a:pt x="206628" y="454806"/>
                </a:lnTo>
                <a:lnTo>
                  <a:pt x="210991" y="445185"/>
                </a:lnTo>
                <a:lnTo>
                  <a:pt x="188233" y="444290"/>
                </a:lnTo>
                <a:lnTo>
                  <a:pt x="168122" y="455675"/>
                </a:lnTo>
                <a:lnTo>
                  <a:pt x="136569" y="455675"/>
                </a:lnTo>
                <a:lnTo>
                  <a:pt x="112928" y="473221"/>
                </a:lnTo>
                <a:lnTo>
                  <a:pt x="94545" y="473221"/>
                </a:lnTo>
                <a:lnTo>
                  <a:pt x="78803" y="485470"/>
                </a:lnTo>
                <a:lnTo>
                  <a:pt x="77044" y="501224"/>
                </a:lnTo>
                <a:lnTo>
                  <a:pt x="57778" y="514356"/>
                </a:lnTo>
                <a:lnTo>
                  <a:pt x="26238" y="515251"/>
                </a:lnTo>
                <a:lnTo>
                  <a:pt x="20129" y="532739"/>
                </a:lnTo>
                <a:lnTo>
                  <a:pt x="56026" y="548506"/>
                </a:lnTo>
                <a:lnTo>
                  <a:pt x="68300" y="565130"/>
                </a:lnTo>
                <a:lnTo>
                  <a:pt x="88430" y="573004"/>
                </a:lnTo>
                <a:lnTo>
                  <a:pt x="101549" y="593166"/>
                </a:lnTo>
                <a:lnTo>
                  <a:pt x="82270" y="595776"/>
                </a:lnTo>
                <a:lnTo>
                  <a:pt x="63919" y="592308"/>
                </a:lnTo>
                <a:lnTo>
                  <a:pt x="62160" y="577411"/>
                </a:lnTo>
                <a:lnTo>
                  <a:pt x="40284" y="588803"/>
                </a:lnTo>
                <a:lnTo>
                  <a:pt x="21888" y="590537"/>
                </a:lnTo>
                <a:lnTo>
                  <a:pt x="0" y="608056"/>
                </a:lnTo>
                <a:lnTo>
                  <a:pt x="10502" y="614210"/>
                </a:lnTo>
                <a:lnTo>
                  <a:pt x="21888" y="622928"/>
                </a:lnTo>
                <a:lnTo>
                  <a:pt x="28892" y="642181"/>
                </a:lnTo>
                <a:lnTo>
                  <a:pt x="85775" y="636054"/>
                </a:lnTo>
                <a:lnTo>
                  <a:pt x="99809" y="627316"/>
                </a:lnTo>
                <a:lnTo>
                  <a:pt x="114706" y="629043"/>
                </a:lnTo>
                <a:lnTo>
                  <a:pt x="111182" y="645687"/>
                </a:lnTo>
                <a:lnTo>
                  <a:pt x="111182" y="664940"/>
                </a:lnTo>
                <a:lnTo>
                  <a:pt x="91046" y="665841"/>
                </a:lnTo>
                <a:lnTo>
                  <a:pt x="70923" y="672839"/>
                </a:lnTo>
                <a:lnTo>
                  <a:pt x="53403" y="671093"/>
                </a:lnTo>
                <a:lnTo>
                  <a:pt x="48164" y="690340"/>
                </a:lnTo>
                <a:lnTo>
                  <a:pt x="27120" y="709618"/>
                </a:lnTo>
                <a:lnTo>
                  <a:pt x="31521" y="722756"/>
                </a:lnTo>
                <a:lnTo>
                  <a:pt x="41135" y="724496"/>
                </a:lnTo>
                <a:lnTo>
                  <a:pt x="44640" y="734993"/>
                </a:lnTo>
                <a:lnTo>
                  <a:pt x="52514" y="751630"/>
                </a:lnTo>
                <a:lnTo>
                  <a:pt x="76193" y="759510"/>
                </a:lnTo>
                <a:lnTo>
                  <a:pt x="87579" y="746378"/>
                </a:lnTo>
                <a:lnTo>
                  <a:pt x="100698" y="763885"/>
                </a:lnTo>
                <a:lnTo>
                  <a:pt x="98056" y="788415"/>
                </a:lnTo>
                <a:lnTo>
                  <a:pt x="110299" y="788415"/>
                </a:lnTo>
                <a:lnTo>
                  <a:pt x="118192" y="784028"/>
                </a:lnTo>
                <a:lnTo>
                  <a:pt x="136569" y="783132"/>
                </a:lnTo>
                <a:lnTo>
                  <a:pt x="148831" y="790155"/>
                </a:lnTo>
                <a:lnTo>
                  <a:pt x="155854" y="777900"/>
                </a:lnTo>
                <a:lnTo>
                  <a:pt x="167239" y="787546"/>
                </a:lnTo>
                <a:lnTo>
                  <a:pt x="181241" y="779627"/>
                </a:lnTo>
                <a:cubicBezTo>
                  <a:pt x="181241" y="779627"/>
                  <a:pt x="172465" y="796289"/>
                  <a:pt x="172465" y="801535"/>
                </a:cubicBezTo>
                <a:cubicBezTo>
                  <a:pt x="172465" y="806786"/>
                  <a:pt x="162864" y="814679"/>
                  <a:pt x="157581" y="817308"/>
                </a:cubicBezTo>
                <a:cubicBezTo>
                  <a:pt x="152355" y="819911"/>
                  <a:pt x="130467" y="838295"/>
                  <a:pt x="130467" y="838295"/>
                </a:cubicBezTo>
                <a:lnTo>
                  <a:pt x="120821" y="850563"/>
                </a:lnTo>
                <a:lnTo>
                  <a:pt x="103301" y="851458"/>
                </a:lnTo>
                <a:lnTo>
                  <a:pt x="85775" y="863695"/>
                </a:lnTo>
                <a:lnTo>
                  <a:pt x="62160" y="868972"/>
                </a:lnTo>
                <a:lnTo>
                  <a:pt x="42011" y="885596"/>
                </a:lnTo>
                <a:lnTo>
                  <a:pt x="53403" y="890847"/>
                </a:lnTo>
                <a:lnTo>
                  <a:pt x="73539" y="875944"/>
                </a:lnTo>
                <a:lnTo>
                  <a:pt x="86671" y="875080"/>
                </a:lnTo>
                <a:lnTo>
                  <a:pt x="108540" y="863695"/>
                </a:lnTo>
                <a:lnTo>
                  <a:pt x="133051" y="853198"/>
                </a:lnTo>
                <a:lnTo>
                  <a:pt x="182987" y="829576"/>
                </a:lnTo>
                <a:lnTo>
                  <a:pt x="189991" y="814679"/>
                </a:lnTo>
                <a:lnTo>
                  <a:pt x="241661" y="785780"/>
                </a:lnTo>
                <a:lnTo>
                  <a:pt x="228511" y="766514"/>
                </a:lnTo>
                <a:lnTo>
                  <a:pt x="254800" y="751630"/>
                </a:lnTo>
                <a:lnTo>
                  <a:pt x="268770" y="728002"/>
                </a:lnTo>
                <a:lnTo>
                  <a:pt x="291528" y="722756"/>
                </a:lnTo>
                <a:lnTo>
                  <a:pt x="303815" y="729735"/>
                </a:lnTo>
                <a:lnTo>
                  <a:pt x="276663" y="740244"/>
                </a:lnTo>
                <a:lnTo>
                  <a:pt x="269690" y="754272"/>
                </a:lnTo>
                <a:lnTo>
                  <a:pt x="273170" y="770007"/>
                </a:lnTo>
                <a:lnTo>
                  <a:pt x="307320" y="753376"/>
                </a:lnTo>
                <a:lnTo>
                  <a:pt x="331844" y="749026"/>
                </a:lnTo>
                <a:close/>
                <a:moveTo>
                  <a:pt x="254800" y="809396"/>
                </a:moveTo>
                <a:lnTo>
                  <a:pt x="254800" y="793654"/>
                </a:lnTo>
                <a:lnTo>
                  <a:pt x="242525" y="802436"/>
                </a:lnTo>
                <a:lnTo>
                  <a:pt x="218020" y="816425"/>
                </a:lnTo>
                <a:lnTo>
                  <a:pt x="225882" y="833050"/>
                </a:lnTo>
                <a:lnTo>
                  <a:pt x="241661" y="824337"/>
                </a:lnTo>
                <a:close/>
                <a:moveTo>
                  <a:pt x="32391" y="756862"/>
                </a:moveTo>
                <a:lnTo>
                  <a:pt x="27120" y="744632"/>
                </a:lnTo>
                <a:lnTo>
                  <a:pt x="13995" y="744632"/>
                </a:lnTo>
                <a:lnTo>
                  <a:pt x="7873" y="749026"/>
                </a:lnTo>
                <a:lnTo>
                  <a:pt x="10502" y="759510"/>
                </a:lnTo>
                <a:lnTo>
                  <a:pt x="25387" y="760393"/>
                </a:lnTo>
                <a:close/>
                <a:moveTo>
                  <a:pt x="761726" y="439921"/>
                </a:moveTo>
                <a:lnTo>
                  <a:pt x="780135" y="439921"/>
                </a:lnTo>
                <a:lnTo>
                  <a:pt x="791527" y="431158"/>
                </a:lnTo>
                <a:lnTo>
                  <a:pt x="795877" y="414540"/>
                </a:lnTo>
                <a:cubicBezTo>
                  <a:pt x="795877" y="414540"/>
                  <a:pt x="811650" y="407530"/>
                  <a:pt x="812533" y="404075"/>
                </a:cubicBezTo>
                <a:cubicBezTo>
                  <a:pt x="813384" y="400532"/>
                  <a:pt x="823893" y="392652"/>
                  <a:pt x="823893" y="392652"/>
                </a:cubicBezTo>
                <a:lnTo>
                  <a:pt x="855440" y="380390"/>
                </a:lnTo>
                <a:lnTo>
                  <a:pt x="874699" y="374256"/>
                </a:lnTo>
                <a:lnTo>
                  <a:pt x="872940" y="362889"/>
                </a:lnTo>
                <a:lnTo>
                  <a:pt x="848429" y="348900"/>
                </a:lnTo>
                <a:lnTo>
                  <a:pt x="834421" y="347129"/>
                </a:lnTo>
                <a:lnTo>
                  <a:pt x="817784" y="354145"/>
                </a:lnTo>
                <a:lnTo>
                  <a:pt x="798518" y="347992"/>
                </a:lnTo>
                <a:lnTo>
                  <a:pt x="779259" y="340988"/>
                </a:lnTo>
                <a:lnTo>
                  <a:pt x="755630" y="339242"/>
                </a:lnTo>
                <a:lnTo>
                  <a:pt x="724973" y="341883"/>
                </a:lnTo>
                <a:lnTo>
                  <a:pt x="724973" y="350627"/>
                </a:lnTo>
                <a:lnTo>
                  <a:pt x="729361" y="366394"/>
                </a:lnTo>
                <a:lnTo>
                  <a:pt x="724096" y="390048"/>
                </a:lnTo>
                <a:lnTo>
                  <a:pt x="699585" y="420674"/>
                </a:lnTo>
                <a:lnTo>
                  <a:pt x="730243" y="429431"/>
                </a:lnTo>
                <a:lnTo>
                  <a:pt x="746855" y="452196"/>
                </a:lnTo>
                <a:close/>
                <a:moveTo>
                  <a:pt x="1006043" y="534492"/>
                </a:moveTo>
                <a:lnTo>
                  <a:pt x="1020057" y="527488"/>
                </a:lnTo>
                <a:lnTo>
                  <a:pt x="1034046" y="524878"/>
                </a:lnTo>
                <a:lnTo>
                  <a:pt x="1034923" y="513492"/>
                </a:lnTo>
                <a:lnTo>
                  <a:pt x="1011301" y="519595"/>
                </a:lnTo>
                <a:lnTo>
                  <a:pt x="988536" y="530993"/>
                </a:lnTo>
                <a:close/>
                <a:moveTo>
                  <a:pt x="859802" y="500341"/>
                </a:moveTo>
                <a:lnTo>
                  <a:pt x="881703" y="501224"/>
                </a:lnTo>
                <a:lnTo>
                  <a:pt x="900074" y="501224"/>
                </a:lnTo>
                <a:lnTo>
                  <a:pt x="909726" y="517861"/>
                </a:lnTo>
                <a:lnTo>
                  <a:pt x="921950" y="524878"/>
                </a:lnTo>
                <a:lnTo>
                  <a:pt x="945597" y="524878"/>
                </a:lnTo>
                <a:lnTo>
                  <a:pt x="967492" y="524014"/>
                </a:lnTo>
                <a:lnTo>
                  <a:pt x="982389" y="516102"/>
                </a:lnTo>
                <a:lnTo>
                  <a:pt x="998137" y="511727"/>
                </a:lnTo>
                <a:lnTo>
                  <a:pt x="1013923" y="502970"/>
                </a:lnTo>
                <a:lnTo>
                  <a:pt x="1022661" y="497712"/>
                </a:lnTo>
                <a:lnTo>
                  <a:pt x="1029671" y="503859"/>
                </a:lnTo>
                <a:lnTo>
                  <a:pt x="1039298" y="502088"/>
                </a:lnTo>
                <a:lnTo>
                  <a:pt x="1063821" y="514356"/>
                </a:lnTo>
                <a:lnTo>
                  <a:pt x="1080477" y="515251"/>
                </a:lnTo>
                <a:lnTo>
                  <a:pt x="1095375" y="513492"/>
                </a:lnTo>
                <a:lnTo>
                  <a:pt x="1101451" y="502088"/>
                </a:lnTo>
                <a:lnTo>
                  <a:pt x="1089209" y="492455"/>
                </a:lnTo>
                <a:lnTo>
                  <a:pt x="1098854" y="491604"/>
                </a:lnTo>
                <a:lnTo>
                  <a:pt x="1113726" y="488962"/>
                </a:lnTo>
                <a:lnTo>
                  <a:pt x="1117225" y="481082"/>
                </a:lnTo>
                <a:lnTo>
                  <a:pt x="1103223" y="472332"/>
                </a:lnTo>
                <a:lnTo>
                  <a:pt x="1074318" y="462686"/>
                </a:lnTo>
                <a:lnTo>
                  <a:pt x="1059440" y="447814"/>
                </a:lnTo>
                <a:lnTo>
                  <a:pt x="1062062" y="432936"/>
                </a:lnTo>
                <a:lnTo>
                  <a:pt x="1048918" y="423297"/>
                </a:lnTo>
                <a:lnTo>
                  <a:pt x="1046302" y="403155"/>
                </a:lnTo>
                <a:lnTo>
                  <a:pt x="1035792" y="390048"/>
                </a:lnTo>
                <a:lnTo>
                  <a:pt x="1016552" y="382155"/>
                </a:lnTo>
                <a:lnTo>
                  <a:pt x="999896" y="382155"/>
                </a:lnTo>
                <a:lnTo>
                  <a:pt x="999896" y="397021"/>
                </a:lnTo>
                <a:lnTo>
                  <a:pt x="1003407" y="407530"/>
                </a:lnTo>
                <a:lnTo>
                  <a:pt x="1011301" y="421551"/>
                </a:lnTo>
                <a:lnTo>
                  <a:pt x="1006043" y="427666"/>
                </a:lnTo>
                <a:lnTo>
                  <a:pt x="999032" y="426802"/>
                </a:lnTo>
                <a:lnTo>
                  <a:pt x="992003" y="420674"/>
                </a:lnTo>
                <a:lnTo>
                  <a:pt x="990282" y="410171"/>
                </a:lnTo>
                <a:lnTo>
                  <a:pt x="985894" y="401396"/>
                </a:lnTo>
                <a:lnTo>
                  <a:pt x="972756" y="387407"/>
                </a:lnTo>
                <a:lnTo>
                  <a:pt x="959637" y="386518"/>
                </a:lnTo>
                <a:lnTo>
                  <a:pt x="963148" y="396157"/>
                </a:lnTo>
                <a:lnTo>
                  <a:pt x="968375" y="404075"/>
                </a:lnTo>
                <a:lnTo>
                  <a:pt x="953503" y="404075"/>
                </a:lnTo>
                <a:lnTo>
                  <a:pt x="952626" y="411035"/>
                </a:lnTo>
                <a:lnTo>
                  <a:pt x="940358" y="412813"/>
                </a:lnTo>
                <a:lnTo>
                  <a:pt x="942968" y="404901"/>
                </a:lnTo>
                <a:lnTo>
                  <a:pt x="946492" y="395293"/>
                </a:lnTo>
                <a:lnTo>
                  <a:pt x="935996" y="394404"/>
                </a:lnTo>
                <a:lnTo>
                  <a:pt x="922864" y="390048"/>
                </a:lnTo>
                <a:lnTo>
                  <a:pt x="909726" y="390905"/>
                </a:lnTo>
                <a:lnTo>
                  <a:pt x="907967" y="400532"/>
                </a:lnTo>
                <a:lnTo>
                  <a:pt x="897470" y="398786"/>
                </a:lnTo>
                <a:lnTo>
                  <a:pt x="900074" y="392652"/>
                </a:lnTo>
                <a:lnTo>
                  <a:pt x="897470" y="380390"/>
                </a:lnTo>
                <a:lnTo>
                  <a:pt x="890447" y="377748"/>
                </a:lnTo>
                <a:lnTo>
                  <a:pt x="874699" y="377748"/>
                </a:lnTo>
                <a:lnTo>
                  <a:pt x="864177" y="386518"/>
                </a:lnTo>
                <a:lnTo>
                  <a:pt x="853674" y="390905"/>
                </a:lnTo>
                <a:lnTo>
                  <a:pt x="839660" y="394404"/>
                </a:lnTo>
                <a:lnTo>
                  <a:pt x="827417" y="402291"/>
                </a:lnTo>
                <a:lnTo>
                  <a:pt x="830027" y="414540"/>
                </a:lnTo>
                <a:lnTo>
                  <a:pt x="815130" y="423297"/>
                </a:lnTo>
                <a:lnTo>
                  <a:pt x="816038" y="430320"/>
                </a:lnTo>
                <a:lnTo>
                  <a:pt x="826535" y="430320"/>
                </a:lnTo>
                <a:lnTo>
                  <a:pt x="833545" y="437324"/>
                </a:lnTo>
                <a:lnTo>
                  <a:pt x="846670" y="432936"/>
                </a:lnTo>
                <a:lnTo>
                  <a:pt x="863307" y="431158"/>
                </a:lnTo>
                <a:lnTo>
                  <a:pt x="873817" y="439051"/>
                </a:lnTo>
                <a:lnTo>
                  <a:pt x="857173" y="443458"/>
                </a:lnTo>
                <a:lnTo>
                  <a:pt x="842295" y="446951"/>
                </a:lnTo>
                <a:lnTo>
                  <a:pt x="835291" y="453929"/>
                </a:lnTo>
                <a:lnTo>
                  <a:pt x="854557" y="461835"/>
                </a:lnTo>
                <a:lnTo>
                  <a:pt x="873817" y="461835"/>
                </a:lnTo>
                <a:lnTo>
                  <a:pt x="894835" y="460082"/>
                </a:lnTo>
                <a:lnTo>
                  <a:pt x="913218" y="460082"/>
                </a:lnTo>
                <a:cubicBezTo>
                  <a:pt x="913218" y="460082"/>
                  <a:pt x="924617" y="465334"/>
                  <a:pt x="928084" y="466191"/>
                </a:cubicBezTo>
                <a:cubicBezTo>
                  <a:pt x="931583" y="467080"/>
                  <a:pt x="926344" y="474973"/>
                  <a:pt x="926344" y="474973"/>
                </a:cubicBezTo>
                <a:lnTo>
                  <a:pt x="895718" y="474084"/>
                </a:lnTo>
                <a:lnTo>
                  <a:pt x="867683" y="474084"/>
                </a:lnTo>
                <a:lnTo>
                  <a:pt x="847566" y="482847"/>
                </a:lnTo>
                <a:close/>
                <a:moveTo>
                  <a:pt x="847566" y="271811"/>
                </a:moveTo>
                <a:lnTo>
                  <a:pt x="862425" y="266566"/>
                </a:lnTo>
                <a:lnTo>
                  <a:pt x="866794" y="249942"/>
                </a:lnTo>
                <a:lnTo>
                  <a:pt x="872070" y="238556"/>
                </a:lnTo>
                <a:lnTo>
                  <a:pt x="852804" y="234168"/>
                </a:lnTo>
                <a:lnTo>
                  <a:pt x="843172" y="242938"/>
                </a:lnTo>
                <a:lnTo>
                  <a:pt x="823036" y="242938"/>
                </a:lnTo>
                <a:lnTo>
                  <a:pt x="809904" y="242061"/>
                </a:lnTo>
                <a:cubicBezTo>
                  <a:pt x="809904" y="242061"/>
                  <a:pt x="800258" y="256940"/>
                  <a:pt x="797636" y="260464"/>
                </a:cubicBezTo>
                <a:cubicBezTo>
                  <a:pt x="794994" y="263956"/>
                  <a:pt x="784504" y="273596"/>
                  <a:pt x="784504" y="273596"/>
                </a:cubicBezTo>
                <a:lnTo>
                  <a:pt x="768762" y="273596"/>
                </a:lnTo>
                <a:lnTo>
                  <a:pt x="753859" y="279698"/>
                </a:lnTo>
                <a:lnTo>
                  <a:pt x="759980" y="290226"/>
                </a:lnTo>
                <a:lnTo>
                  <a:pt x="777513" y="296373"/>
                </a:lnTo>
                <a:lnTo>
                  <a:pt x="784504" y="287610"/>
                </a:lnTo>
                <a:lnTo>
                  <a:pt x="794994" y="294582"/>
                </a:lnTo>
                <a:lnTo>
                  <a:pt x="804652" y="289350"/>
                </a:lnTo>
                <a:lnTo>
                  <a:pt x="806424" y="282308"/>
                </a:lnTo>
                <a:lnTo>
                  <a:pt x="817784" y="281470"/>
                </a:lnTo>
                <a:lnTo>
                  <a:pt x="821296" y="270954"/>
                </a:lnTo>
                <a:lnTo>
                  <a:pt x="830910" y="263956"/>
                </a:lnTo>
                <a:lnTo>
                  <a:pt x="838803" y="275342"/>
                </a:lnTo>
                <a:close/>
                <a:moveTo>
                  <a:pt x="819550" y="293738"/>
                </a:moveTo>
                <a:lnTo>
                  <a:pt x="810774" y="304228"/>
                </a:lnTo>
                <a:lnTo>
                  <a:pt x="827417" y="306844"/>
                </a:lnTo>
                <a:lnTo>
                  <a:pt x="836161" y="289350"/>
                </a:lnTo>
                <a:close/>
                <a:moveTo>
                  <a:pt x="889565" y="256063"/>
                </a:moveTo>
                <a:lnTo>
                  <a:pt x="891336" y="263074"/>
                </a:lnTo>
                <a:lnTo>
                  <a:pt x="910589" y="264820"/>
                </a:lnTo>
                <a:lnTo>
                  <a:pt x="909726" y="256063"/>
                </a:lnTo>
                <a:cubicBezTo>
                  <a:pt x="909726" y="256063"/>
                  <a:pt x="890447" y="259581"/>
                  <a:pt x="889565" y="256063"/>
                </a:cubicBezTo>
                <a:close/>
                <a:moveTo>
                  <a:pt x="884326" y="272700"/>
                </a:moveTo>
                <a:lnTo>
                  <a:pt x="867683" y="277958"/>
                </a:lnTo>
                <a:lnTo>
                  <a:pt x="858939" y="290226"/>
                </a:lnTo>
                <a:lnTo>
                  <a:pt x="850163" y="298970"/>
                </a:lnTo>
                <a:lnTo>
                  <a:pt x="840543" y="308597"/>
                </a:lnTo>
                <a:lnTo>
                  <a:pt x="842295" y="319112"/>
                </a:lnTo>
                <a:lnTo>
                  <a:pt x="861548" y="319982"/>
                </a:lnTo>
                <a:lnTo>
                  <a:pt x="878192" y="323500"/>
                </a:lnTo>
                <a:lnTo>
                  <a:pt x="893076" y="321722"/>
                </a:lnTo>
                <a:lnTo>
                  <a:pt x="906208" y="317347"/>
                </a:lnTo>
                <a:lnTo>
                  <a:pt x="928985" y="320859"/>
                </a:lnTo>
                <a:lnTo>
                  <a:pt x="943863" y="320859"/>
                </a:lnTo>
                <a:cubicBezTo>
                  <a:pt x="939476" y="326135"/>
                  <a:pt x="926344" y="326135"/>
                  <a:pt x="926344" y="326135"/>
                </a:cubicBezTo>
                <a:lnTo>
                  <a:pt x="909726" y="326135"/>
                </a:lnTo>
                <a:lnTo>
                  <a:pt x="898340" y="331381"/>
                </a:lnTo>
                <a:lnTo>
                  <a:pt x="900074" y="339242"/>
                </a:lnTo>
                <a:lnTo>
                  <a:pt x="910589" y="343661"/>
                </a:lnTo>
                <a:lnTo>
                  <a:pt x="932478" y="343661"/>
                </a:lnTo>
                <a:lnTo>
                  <a:pt x="954360" y="335749"/>
                </a:lnTo>
                <a:lnTo>
                  <a:pt x="968375" y="325227"/>
                </a:lnTo>
                <a:lnTo>
                  <a:pt x="984123" y="323500"/>
                </a:lnTo>
                <a:lnTo>
                  <a:pt x="1005147" y="323500"/>
                </a:lnTo>
                <a:lnTo>
                  <a:pt x="1026166" y="323500"/>
                </a:lnTo>
                <a:lnTo>
                  <a:pt x="1034046" y="313842"/>
                </a:lnTo>
                <a:lnTo>
                  <a:pt x="1039298" y="295452"/>
                </a:lnTo>
                <a:lnTo>
                  <a:pt x="1032300" y="288467"/>
                </a:lnTo>
                <a:lnTo>
                  <a:pt x="1022661" y="288467"/>
                </a:lnTo>
                <a:lnTo>
                  <a:pt x="1020908" y="296373"/>
                </a:lnTo>
                <a:lnTo>
                  <a:pt x="1008659" y="291992"/>
                </a:lnTo>
                <a:lnTo>
                  <a:pt x="993775" y="280574"/>
                </a:lnTo>
                <a:lnTo>
                  <a:pt x="993775" y="271811"/>
                </a:lnTo>
                <a:lnTo>
                  <a:pt x="988536" y="261346"/>
                </a:lnTo>
                <a:lnTo>
                  <a:pt x="975391" y="261346"/>
                </a:lnTo>
                <a:lnTo>
                  <a:pt x="970114" y="267449"/>
                </a:lnTo>
                <a:lnTo>
                  <a:pt x="960507" y="270071"/>
                </a:lnTo>
                <a:lnTo>
                  <a:pt x="961383" y="277082"/>
                </a:lnTo>
                <a:lnTo>
                  <a:pt x="971867" y="284086"/>
                </a:lnTo>
                <a:cubicBezTo>
                  <a:pt x="971867" y="290226"/>
                  <a:pt x="969244" y="297211"/>
                  <a:pt x="969244" y="297211"/>
                </a:cubicBezTo>
                <a:lnTo>
                  <a:pt x="982389" y="298970"/>
                </a:lnTo>
                <a:cubicBezTo>
                  <a:pt x="982389" y="298970"/>
                  <a:pt x="985894" y="305123"/>
                  <a:pt x="982389" y="305962"/>
                </a:cubicBezTo>
                <a:cubicBezTo>
                  <a:pt x="978877" y="306844"/>
                  <a:pt x="971867" y="306844"/>
                  <a:pt x="971867" y="306844"/>
                </a:cubicBezTo>
                <a:lnTo>
                  <a:pt x="954360" y="306844"/>
                </a:lnTo>
                <a:lnTo>
                  <a:pt x="942968" y="299859"/>
                </a:lnTo>
                <a:lnTo>
                  <a:pt x="931583" y="285826"/>
                </a:lnTo>
                <a:lnTo>
                  <a:pt x="917594" y="280574"/>
                </a:lnTo>
                <a:lnTo>
                  <a:pt x="905338" y="280574"/>
                </a:lnTo>
                <a:lnTo>
                  <a:pt x="893076" y="274459"/>
                </a:lnTo>
                <a:close/>
                <a:moveTo>
                  <a:pt x="901846" y="228917"/>
                </a:moveTo>
                <a:lnTo>
                  <a:pt x="900074" y="217570"/>
                </a:lnTo>
                <a:lnTo>
                  <a:pt x="886955" y="212286"/>
                </a:lnTo>
                <a:lnTo>
                  <a:pt x="878192" y="213163"/>
                </a:lnTo>
                <a:lnTo>
                  <a:pt x="881703" y="221926"/>
                </a:lnTo>
                <a:lnTo>
                  <a:pt x="888695" y="228060"/>
                </a:lnTo>
                <a:close/>
                <a:moveTo>
                  <a:pt x="932478" y="244690"/>
                </a:moveTo>
                <a:lnTo>
                  <a:pt x="942098" y="241198"/>
                </a:lnTo>
                <a:lnTo>
                  <a:pt x="961383" y="240309"/>
                </a:lnTo>
                <a:lnTo>
                  <a:pt x="965746" y="233311"/>
                </a:lnTo>
                <a:lnTo>
                  <a:pt x="956983" y="225431"/>
                </a:lnTo>
                <a:lnTo>
                  <a:pt x="965746" y="224555"/>
                </a:lnTo>
                <a:lnTo>
                  <a:pt x="971867" y="216674"/>
                </a:lnTo>
                <a:lnTo>
                  <a:pt x="961383" y="216674"/>
                </a:lnTo>
                <a:lnTo>
                  <a:pt x="939476" y="216674"/>
                </a:lnTo>
                <a:lnTo>
                  <a:pt x="926344" y="220179"/>
                </a:lnTo>
                <a:lnTo>
                  <a:pt x="914114" y="227152"/>
                </a:lnTo>
                <a:lnTo>
                  <a:pt x="923740" y="242938"/>
                </a:lnTo>
                <a:close/>
                <a:moveTo>
                  <a:pt x="914965" y="206152"/>
                </a:moveTo>
                <a:lnTo>
                  <a:pt x="930725" y="206152"/>
                </a:lnTo>
                <a:lnTo>
                  <a:pt x="951757" y="206152"/>
                </a:lnTo>
                <a:lnTo>
                  <a:pt x="977138" y="206152"/>
                </a:lnTo>
                <a:cubicBezTo>
                  <a:pt x="977138" y="206152"/>
                  <a:pt x="978026" y="197408"/>
                  <a:pt x="973626" y="196526"/>
                </a:cubicBezTo>
                <a:cubicBezTo>
                  <a:pt x="969244" y="195668"/>
                  <a:pt x="957853" y="191281"/>
                  <a:pt x="957853" y="191281"/>
                </a:cubicBezTo>
                <a:lnTo>
                  <a:pt x="941241" y="192163"/>
                </a:lnTo>
                <a:lnTo>
                  <a:pt x="927226" y="195668"/>
                </a:lnTo>
                <a:close/>
                <a:moveTo>
                  <a:pt x="999896" y="365531"/>
                </a:moveTo>
                <a:lnTo>
                  <a:pt x="993775" y="371646"/>
                </a:lnTo>
                <a:lnTo>
                  <a:pt x="1006043" y="373392"/>
                </a:lnTo>
                <a:lnTo>
                  <a:pt x="1010405" y="364636"/>
                </a:lnTo>
                <a:close/>
                <a:moveTo>
                  <a:pt x="1057687" y="385635"/>
                </a:moveTo>
                <a:lnTo>
                  <a:pt x="1061180" y="372510"/>
                </a:lnTo>
                <a:lnTo>
                  <a:pt x="1054207" y="366394"/>
                </a:lnTo>
                <a:lnTo>
                  <a:pt x="1027042" y="362007"/>
                </a:lnTo>
                <a:lnTo>
                  <a:pt x="1020057" y="369868"/>
                </a:lnTo>
                <a:cubicBezTo>
                  <a:pt x="1020057" y="369868"/>
                  <a:pt x="1031436" y="378663"/>
                  <a:pt x="1034923" y="379545"/>
                </a:cubicBezTo>
                <a:cubicBezTo>
                  <a:pt x="1038434" y="380390"/>
                  <a:pt x="1048048" y="392652"/>
                  <a:pt x="1048048" y="392652"/>
                </a:cubicBezTo>
                <a:close/>
                <a:moveTo>
                  <a:pt x="1155763" y="440816"/>
                </a:moveTo>
                <a:cubicBezTo>
                  <a:pt x="1159262" y="440816"/>
                  <a:pt x="1168006" y="430320"/>
                  <a:pt x="1168006" y="430320"/>
                </a:cubicBezTo>
                <a:lnTo>
                  <a:pt x="1188142" y="429431"/>
                </a:lnTo>
                <a:lnTo>
                  <a:pt x="1196009" y="415442"/>
                </a:lnTo>
                <a:lnTo>
                  <a:pt x="1189024" y="404075"/>
                </a:lnTo>
                <a:lnTo>
                  <a:pt x="1177632" y="393541"/>
                </a:lnTo>
                <a:lnTo>
                  <a:pt x="1165390" y="386518"/>
                </a:lnTo>
                <a:lnTo>
                  <a:pt x="1181144" y="379545"/>
                </a:lnTo>
                <a:cubicBezTo>
                  <a:pt x="1181144" y="379545"/>
                  <a:pt x="1183754" y="376021"/>
                  <a:pt x="1180274" y="371646"/>
                </a:cubicBezTo>
                <a:cubicBezTo>
                  <a:pt x="1176781" y="367258"/>
                  <a:pt x="1168006" y="360260"/>
                  <a:pt x="1168006" y="360260"/>
                </a:cubicBezTo>
                <a:lnTo>
                  <a:pt x="1161891" y="353269"/>
                </a:lnTo>
                <a:lnTo>
                  <a:pt x="1147889" y="354145"/>
                </a:lnTo>
                <a:lnTo>
                  <a:pt x="1146136" y="363791"/>
                </a:lnTo>
                <a:lnTo>
                  <a:pt x="1139971" y="363791"/>
                </a:lnTo>
                <a:lnTo>
                  <a:pt x="1127740" y="359365"/>
                </a:lnTo>
                <a:lnTo>
                  <a:pt x="1114571" y="362889"/>
                </a:lnTo>
                <a:lnTo>
                  <a:pt x="1117225" y="372510"/>
                </a:lnTo>
                <a:lnTo>
                  <a:pt x="1128623" y="383031"/>
                </a:lnTo>
                <a:lnTo>
                  <a:pt x="1124229" y="395293"/>
                </a:lnTo>
                <a:cubicBezTo>
                  <a:pt x="1124229" y="395293"/>
                  <a:pt x="1118990" y="400532"/>
                  <a:pt x="1115466" y="398786"/>
                </a:cubicBezTo>
                <a:cubicBezTo>
                  <a:pt x="1111973" y="397021"/>
                  <a:pt x="1103223" y="389166"/>
                  <a:pt x="1103223" y="389166"/>
                </a:cubicBezTo>
                <a:lnTo>
                  <a:pt x="1092707" y="390048"/>
                </a:lnTo>
                <a:lnTo>
                  <a:pt x="1090961" y="399643"/>
                </a:lnTo>
                <a:lnTo>
                  <a:pt x="1104080" y="407530"/>
                </a:lnTo>
                <a:lnTo>
                  <a:pt x="1113726" y="413645"/>
                </a:lnTo>
                <a:lnTo>
                  <a:pt x="1128623" y="417169"/>
                </a:lnTo>
                <a:cubicBezTo>
                  <a:pt x="1128623" y="417169"/>
                  <a:pt x="1135602" y="427666"/>
                  <a:pt x="1135602" y="431158"/>
                </a:cubicBezTo>
                <a:cubicBezTo>
                  <a:pt x="1135602" y="434689"/>
                  <a:pt x="1155763" y="440816"/>
                  <a:pt x="1155763" y="440816"/>
                </a:cubicBezTo>
                <a:close/>
                <a:moveTo>
                  <a:pt x="1232801" y="413645"/>
                </a:moveTo>
                <a:lnTo>
                  <a:pt x="1244180" y="405784"/>
                </a:lnTo>
                <a:lnTo>
                  <a:pt x="1245946" y="393541"/>
                </a:lnTo>
                <a:lnTo>
                  <a:pt x="1263459" y="397021"/>
                </a:lnTo>
                <a:lnTo>
                  <a:pt x="1273949" y="389166"/>
                </a:lnTo>
                <a:lnTo>
                  <a:pt x="1281842" y="375132"/>
                </a:lnTo>
                <a:lnTo>
                  <a:pt x="1293228" y="362889"/>
                </a:lnTo>
                <a:cubicBezTo>
                  <a:pt x="1293228" y="362889"/>
                  <a:pt x="1281842" y="355873"/>
                  <a:pt x="1277454" y="355873"/>
                </a:cubicBezTo>
                <a:lnTo>
                  <a:pt x="1261694" y="355873"/>
                </a:lnTo>
                <a:lnTo>
                  <a:pt x="1245946" y="350627"/>
                </a:lnTo>
                <a:cubicBezTo>
                  <a:pt x="1245946" y="350627"/>
                  <a:pt x="1226680" y="351497"/>
                  <a:pt x="1223168" y="351497"/>
                </a:cubicBezTo>
                <a:cubicBezTo>
                  <a:pt x="1219663" y="351497"/>
                  <a:pt x="1222305" y="357625"/>
                  <a:pt x="1222305" y="362889"/>
                </a:cubicBezTo>
                <a:cubicBezTo>
                  <a:pt x="1222305" y="368172"/>
                  <a:pt x="1210913" y="371646"/>
                  <a:pt x="1210913" y="371646"/>
                </a:cubicBezTo>
                <a:lnTo>
                  <a:pt x="1210913" y="393541"/>
                </a:lnTo>
                <a:cubicBezTo>
                  <a:pt x="1210913" y="393541"/>
                  <a:pt x="1216164" y="412813"/>
                  <a:pt x="1216164" y="416286"/>
                </a:cubicBezTo>
                <a:close/>
                <a:moveTo>
                  <a:pt x="1515617" y="561625"/>
                </a:moveTo>
                <a:lnTo>
                  <a:pt x="1530496" y="563403"/>
                </a:lnTo>
                <a:lnTo>
                  <a:pt x="1546244" y="559892"/>
                </a:lnTo>
                <a:lnTo>
                  <a:pt x="1554149" y="547623"/>
                </a:lnTo>
                <a:lnTo>
                  <a:pt x="1547139" y="534492"/>
                </a:lnTo>
                <a:cubicBezTo>
                  <a:pt x="1547139" y="534492"/>
                  <a:pt x="1525238" y="535368"/>
                  <a:pt x="1521739" y="535368"/>
                </a:cubicBezTo>
                <a:cubicBezTo>
                  <a:pt x="1518227" y="535368"/>
                  <a:pt x="1507731" y="550290"/>
                  <a:pt x="1507731" y="550290"/>
                </a:cubicBezTo>
                <a:close/>
                <a:moveTo>
                  <a:pt x="1059440" y="247307"/>
                </a:moveTo>
                <a:lnTo>
                  <a:pt x="1048048" y="232422"/>
                </a:lnTo>
                <a:lnTo>
                  <a:pt x="1034046" y="224555"/>
                </a:lnTo>
                <a:cubicBezTo>
                  <a:pt x="1034046" y="224555"/>
                  <a:pt x="1032300" y="230670"/>
                  <a:pt x="1034923" y="235953"/>
                </a:cubicBezTo>
                <a:cubicBezTo>
                  <a:pt x="1037558" y="241198"/>
                  <a:pt x="1049794" y="251694"/>
                  <a:pt x="1049794" y="251694"/>
                </a:cubicBezTo>
                <a:close/>
                <a:moveTo>
                  <a:pt x="1053318" y="313004"/>
                </a:moveTo>
                <a:lnTo>
                  <a:pt x="1056811" y="322618"/>
                </a:lnTo>
                <a:lnTo>
                  <a:pt x="1068197" y="321722"/>
                </a:lnTo>
                <a:cubicBezTo>
                  <a:pt x="1068197" y="321722"/>
                  <a:pt x="1072565" y="317347"/>
                  <a:pt x="1072565" y="313842"/>
                </a:cubicBezTo>
                <a:cubicBezTo>
                  <a:pt x="1072565" y="310368"/>
                  <a:pt x="1058557" y="305962"/>
                  <a:pt x="1059440" y="309467"/>
                </a:cubicBezTo>
                <a:cubicBezTo>
                  <a:pt x="1060303" y="313004"/>
                  <a:pt x="1053318" y="313004"/>
                  <a:pt x="1053318" y="313004"/>
                </a:cubicBezTo>
                <a:close/>
                <a:moveTo>
                  <a:pt x="1104080" y="305962"/>
                </a:moveTo>
                <a:lnTo>
                  <a:pt x="1114571" y="302463"/>
                </a:lnTo>
                <a:lnTo>
                  <a:pt x="1123359" y="300716"/>
                </a:lnTo>
                <a:lnTo>
                  <a:pt x="1130363" y="308597"/>
                </a:lnTo>
                <a:lnTo>
                  <a:pt x="1136497" y="324364"/>
                </a:lnTo>
                <a:lnTo>
                  <a:pt x="1145266" y="319982"/>
                </a:lnTo>
                <a:lnTo>
                  <a:pt x="1160125" y="319112"/>
                </a:lnTo>
                <a:lnTo>
                  <a:pt x="1170635" y="317347"/>
                </a:lnTo>
                <a:lnTo>
                  <a:pt x="1171511" y="307708"/>
                </a:lnTo>
                <a:lnTo>
                  <a:pt x="1171511" y="293738"/>
                </a:lnTo>
                <a:cubicBezTo>
                  <a:pt x="1171511" y="293738"/>
                  <a:pt x="1174140" y="289350"/>
                  <a:pt x="1177632" y="286727"/>
                </a:cubicBezTo>
                <a:cubicBezTo>
                  <a:pt x="1181144" y="284086"/>
                  <a:pt x="1174140" y="276225"/>
                  <a:pt x="1174140" y="276225"/>
                </a:cubicBezTo>
                <a:cubicBezTo>
                  <a:pt x="1174140" y="276225"/>
                  <a:pt x="1163631" y="269182"/>
                  <a:pt x="1159262" y="269182"/>
                </a:cubicBezTo>
                <a:cubicBezTo>
                  <a:pt x="1154887" y="269182"/>
                  <a:pt x="1149629" y="275342"/>
                  <a:pt x="1149629" y="275342"/>
                </a:cubicBezTo>
                <a:lnTo>
                  <a:pt x="1132992" y="264820"/>
                </a:lnTo>
                <a:lnTo>
                  <a:pt x="1118990" y="264820"/>
                </a:lnTo>
                <a:lnTo>
                  <a:pt x="1129493" y="273596"/>
                </a:lnTo>
                <a:cubicBezTo>
                  <a:pt x="1129493" y="273596"/>
                  <a:pt x="1139126" y="284086"/>
                  <a:pt x="1141749" y="289350"/>
                </a:cubicBezTo>
                <a:cubicBezTo>
                  <a:pt x="1144377" y="294582"/>
                  <a:pt x="1131239" y="290226"/>
                  <a:pt x="1131239" y="290226"/>
                </a:cubicBezTo>
                <a:lnTo>
                  <a:pt x="1113726" y="273596"/>
                </a:lnTo>
                <a:lnTo>
                  <a:pt x="1100581" y="273596"/>
                </a:lnTo>
                <a:lnTo>
                  <a:pt x="1101451" y="284086"/>
                </a:lnTo>
                <a:lnTo>
                  <a:pt x="1104963" y="295452"/>
                </a:lnTo>
                <a:lnTo>
                  <a:pt x="1089209" y="285826"/>
                </a:lnTo>
                <a:lnTo>
                  <a:pt x="1081328" y="268325"/>
                </a:lnTo>
                <a:lnTo>
                  <a:pt x="1058557" y="260464"/>
                </a:lnTo>
                <a:lnTo>
                  <a:pt x="1057687" y="275342"/>
                </a:lnTo>
                <a:lnTo>
                  <a:pt x="1063821" y="284086"/>
                </a:lnTo>
                <a:cubicBezTo>
                  <a:pt x="1063821" y="284086"/>
                  <a:pt x="1083075" y="296373"/>
                  <a:pt x="1084840" y="299859"/>
                </a:cubicBezTo>
                <a:close/>
                <a:moveTo>
                  <a:pt x="1111973" y="229806"/>
                </a:moveTo>
                <a:lnTo>
                  <a:pt x="1100581" y="221926"/>
                </a:lnTo>
                <a:lnTo>
                  <a:pt x="1083945" y="222789"/>
                </a:lnTo>
                <a:lnTo>
                  <a:pt x="1086573" y="232422"/>
                </a:lnTo>
                <a:lnTo>
                  <a:pt x="1100581" y="233311"/>
                </a:lnTo>
                <a:close/>
                <a:moveTo>
                  <a:pt x="1145266" y="228060"/>
                </a:moveTo>
                <a:lnTo>
                  <a:pt x="1149629" y="220179"/>
                </a:lnTo>
                <a:lnTo>
                  <a:pt x="1147006" y="209664"/>
                </a:lnTo>
                <a:lnTo>
                  <a:pt x="1137335" y="202641"/>
                </a:lnTo>
                <a:lnTo>
                  <a:pt x="1132992" y="192163"/>
                </a:lnTo>
                <a:lnTo>
                  <a:pt x="1119866" y="186893"/>
                </a:lnTo>
                <a:lnTo>
                  <a:pt x="1109332" y="180778"/>
                </a:lnTo>
                <a:lnTo>
                  <a:pt x="1098854" y="182537"/>
                </a:lnTo>
                <a:lnTo>
                  <a:pt x="1089209" y="175488"/>
                </a:lnTo>
                <a:lnTo>
                  <a:pt x="1076051" y="168548"/>
                </a:lnTo>
                <a:lnTo>
                  <a:pt x="1065561" y="170268"/>
                </a:lnTo>
                <a:lnTo>
                  <a:pt x="1039298" y="175488"/>
                </a:lnTo>
                <a:lnTo>
                  <a:pt x="1045406" y="184283"/>
                </a:lnTo>
                <a:lnTo>
                  <a:pt x="1055071" y="183394"/>
                </a:lnTo>
                <a:lnTo>
                  <a:pt x="1064691" y="187775"/>
                </a:lnTo>
                <a:lnTo>
                  <a:pt x="1067333" y="198278"/>
                </a:lnTo>
                <a:lnTo>
                  <a:pt x="1052429" y="198278"/>
                </a:lnTo>
                <a:lnTo>
                  <a:pt x="1057687" y="207898"/>
                </a:lnTo>
                <a:lnTo>
                  <a:pt x="1067333" y="207048"/>
                </a:lnTo>
                <a:lnTo>
                  <a:pt x="1074318" y="213163"/>
                </a:lnTo>
                <a:lnTo>
                  <a:pt x="1083945" y="208800"/>
                </a:lnTo>
                <a:lnTo>
                  <a:pt x="1092707" y="209664"/>
                </a:lnTo>
                <a:lnTo>
                  <a:pt x="1113726" y="211404"/>
                </a:lnTo>
                <a:lnTo>
                  <a:pt x="1129493" y="224555"/>
                </a:lnTo>
                <a:close/>
                <a:moveTo>
                  <a:pt x="1156620" y="152742"/>
                </a:moveTo>
                <a:lnTo>
                  <a:pt x="1152245" y="140506"/>
                </a:lnTo>
                <a:lnTo>
                  <a:pt x="1140860" y="137001"/>
                </a:lnTo>
                <a:lnTo>
                  <a:pt x="1129493" y="137001"/>
                </a:lnTo>
                <a:lnTo>
                  <a:pt x="1129493" y="147504"/>
                </a:lnTo>
                <a:lnTo>
                  <a:pt x="1142612" y="147504"/>
                </a:lnTo>
                <a:lnTo>
                  <a:pt x="1146136" y="157162"/>
                </a:lnTo>
                <a:close/>
                <a:moveTo>
                  <a:pt x="1205661" y="218433"/>
                </a:moveTo>
                <a:lnTo>
                  <a:pt x="1219663" y="215785"/>
                </a:lnTo>
                <a:lnTo>
                  <a:pt x="1223168" y="208800"/>
                </a:lnTo>
                <a:lnTo>
                  <a:pt x="1208303" y="198278"/>
                </a:lnTo>
                <a:lnTo>
                  <a:pt x="1187278" y="196526"/>
                </a:lnTo>
                <a:lnTo>
                  <a:pt x="1170635" y="186010"/>
                </a:lnTo>
                <a:lnTo>
                  <a:pt x="1162748" y="192163"/>
                </a:lnTo>
                <a:lnTo>
                  <a:pt x="1169784" y="201777"/>
                </a:lnTo>
                <a:lnTo>
                  <a:pt x="1175048" y="217570"/>
                </a:lnTo>
                <a:lnTo>
                  <a:pt x="1190764" y="220179"/>
                </a:lnTo>
                <a:close/>
                <a:moveTo>
                  <a:pt x="1202156" y="240309"/>
                </a:moveTo>
                <a:lnTo>
                  <a:pt x="1223168" y="239439"/>
                </a:lnTo>
                <a:lnTo>
                  <a:pt x="1234560" y="236810"/>
                </a:lnTo>
                <a:lnTo>
                  <a:pt x="1248549" y="234168"/>
                </a:lnTo>
                <a:lnTo>
                  <a:pt x="1248549" y="225431"/>
                </a:lnTo>
                <a:lnTo>
                  <a:pt x="1229309" y="225431"/>
                </a:lnTo>
                <a:lnTo>
                  <a:pt x="1211795" y="225431"/>
                </a:lnTo>
                <a:lnTo>
                  <a:pt x="1202156" y="233311"/>
                </a:lnTo>
                <a:close/>
                <a:moveTo>
                  <a:pt x="1238053" y="282308"/>
                </a:moveTo>
                <a:lnTo>
                  <a:pt x="1247692" y="272700"/>
                </a:lnTo>
                <a:lnTo>
                  <a:pt x="1246816" y="264820"/>
                </a:lnTo>
                <a:lnTo>
                  <a:pt x="1234560" y="255181"/>
                </a:lnTo>
                <a:lnTo>
                  <a:pt x="1217917" y="255181"/>
                </a:lnTo>
                <a:lnTo>
                  <a:pt x="1208303" y="250831"/>
                </a:lnTo>
                <a:lnTo>
                  <a:pt x="1192517" y="253434"/>
                </a:lnTo>
                <a:lnTo>
                  <a:pt x="1190764" y="264820"/>
                </a:lnTo>
                <a:lnTo>
                  <a:pt x="1206531" y="273596"/>
                </a:lnTo>
                <a:lnTo>
                  <a:pt x="1221428" y="281470"/>
                </a:lnTo>
                <a:close/>
                <a:moveTo>
                  <a:pt x="1195158" y="319982"/>
                </a:moveTo>
                <a:lnTo>
                  <a:pt x="1207401" y="331381"/>
                </a:lnTo>
                <a:lnTo>
                  <a:pt x="1220546" y="331381"/>
                </a:lnTo>
                <a:lnTo>
                  <a:pt x="1232801" y="336613"/>
                </a:lnTo>
                <a:lnTo>
                  <a:pt x="1243291" y="332225"/>
                </a:lnTo>
                <a:lnTo>
                  <a:pt x="1246816" y="319112"/>
                </a:lnTo>
                <a:lnTo>
                  <a:pt x="1234560" y="312102"/>
                </a:lnTo>
                <a:lnTo>
                  <a:pt x="1227543" y="302463"/>
                </a:lnTo>
                <a:lnTo>
                  <a:pt x="1216164" y="304228"/>
                </a:lnTo>
                <a:lnTo>
                  <a:pt x="1198664" y="311232"/>
                </a:lnTo>
                <a:close/>
                <a:moveTo>
                  <a:pt x="1168006" y="341883"/>
                </a:moveTo>
                <a:lnTo>
                  <a:pt x="1180274" y="341883"/>
                </a:lnTo>
                <a:lnTo>
                  <a:pt x="1175048" y="333965"/>
                </a:lnTo>
                <a:close/>
                <a:moveTo>
                  <a:pt x="1289723" y="338378"/>
                </a:moveTo>
                <a:lnTo>
                  <a:pt x="1313357" y="336613"/>
                </a:lnTo>
                <a:lnTo>
                  <a:pt x="1324743" y="329634"/>
                </a:lnTo>
                <a:cubicBezTo>
                  <a:pt x="1324743" y="329634"/>
                  <a:pt x="1336116" y="337496"/>
                  <a:pt x="1340516" y="340988"/>
                </a:cubicBezTo>
                <a:cubicBezTo>
                  <a:pt x="1344879" y="344487"/>
                  <a:pt x="1365884" y="341883"/>
                  <a:pt x="1365884" y="341883"/>
                </a:cubicBezTo>
                <a:lnTo>
                  <a:pt x="1394783" y="341883"/>
                </a:lnTo>
                <a:lnTo>
                  <a:pt x="1407928" y="338378"/>
                </a:lnTo>
                <a:lnTo>
                  <a:pt x="1414030" y="332225"/>
                </a:lnTo>
                <a:lnTo>
                  <a:pt x="1422819" y="339242"/>
                </a:lnTo>
                <a:lnTo>
                  <a:pt x="1437671" y="338378"/>
                </a:lnTo>
                <a:cubicBezTo>
                  <a:pt x="1437671" y="338378"/>
                  <a:pt x="1458715" y="335749"/>
                  <a:pt x="1463078" y="335749"/>
                </a:cubicBezTo>
                <a:cubicBezTo>
                  <a:pt x="1467453" y="335749"/>
                  <a:pt x="1464837" y="329634"/>
                  <a:pt x="1464837" y="326135"/>
                </a:cubicBezTo>
                <a:cubicBezTo>
                  <a:pt x="1464837" y="322618"/>
                  <a:pt x="1474463" y="319982"/>
                  <a:pt x="1474463" y="319982"/>
                </a:cubicBezTo>
                <a:lnTo>
                  <a:pt x="1471834" y="305962"/>
                </a:lnTo>
                <a:lnTo>
                  <a:pt x="1449044" y="299859"/>
                </a:lnTo>
                <a:lnTo>
                  <a:pt x="1424539" y="294582"/>
                </a:lnTo>
                <a:lnTo>
                  <a:pt x="1406175" y="300716"/>
                </a:lnTo>
                <a:lnTo>
                  <a:pt x="1379004" y="306844"/>
                </a:lnTo>
                <a:lnTo>
                  <a:pt x="1361535" y="308597"/>
                </a:lnTo>
                <a:lnTo>
                  <a:pt x="1336998" y="304228"/>
                </a:lnTo>
                <a:lnTo>
                  <a:pt x="1316863" y="305123"/>
                </a:lnTo>
                <a:lnTo>
                  <a:pt x="1300232" y="291992"/>
                </a:lnTo>
                <a:lnTo>
                  <a:pt x="1298454" y="278841"/>
                </a:lnTo>
                <a:lnTo>
                  <a:pt x="1292352" y="266566"/>
                </a:lnTo>
                <a:lnTo>
                  <a:pt x="1270444" y="266566"/>
                </a:lnTo>
                <a:lnTo>
                  <a:pt x="1255566" y="268325"/>
                </a:lnTo>
                <a:cubicBezTo>
                  <a:pt x="1255566" y="268325"/>
                  <a:pt x="1259935" y="283216"/>
                  <a:pt x="1261694" y="286727"/>
                </a:cubicBezTo>
                <a:cubicBezTo>
                  <a:pt x="1263459" y="290226"/>
                  <a:pt x="1271314" y="303326"/>
                  <a:pt x="1271314" y="303326"/>
                </a:cubicBezTo>
                <a:lnTo>
                  <a:pt x="1263459" y="317347"/>
                </a:lnTo>
                <a:lnTo>
                  <a:pt x="1273079" y="327869"/>
                </a:lnTo>
                <a:close/>
                <a:moveTo>
                  <a:pt x="1275708" y="232422"/>
                </a:moveTo>
                <a:lnTo>
                  <a:pt x="1267815" y="244690"/>
                </a:lnTo>
                <a:lnTo>
                  <a:pt x="1293228" y="248196"/>
                </a:lnTo>
                <a:lnTo>
                  <a:pt x="1307217" y="242061"/>
                </a:lnTo>
                <a:cubicBezTo>
                  <a:pt x="1307217" y="242061"/>
                  <a:pt x="1299324" y="231552"/>
                  <a:pt x="1295819" y="228917"/>
                </a:cubicBezTo>
                <a:close/>
                <a:moveTo>
                  <a:pt x="1321231" y="202641"/>
                </a:moveTo>
                <a:lnTo>
                  <a:pt x="1329118" y="202641"/>
                </a:lnTo>
                <a:cubicBezTo>
                  <a:pt x="1333487" y="202641"/>
                  <a:pt x="1330864" y="193890"/>
                  <a:pt x="1330864" y="193890"/>
                </a:cubicBezTo>
                <a:lnTo>
                  <a:pt x="1332604" y="184283"/>
                </a:lnTo>
                <a:lnTo>
                  <a:pt x="1345749" y="189503"/>
                </a:lnTo>
                <a:cubicBezTo>
                  <a:pt x="1345749" y="189503"/>
                  <a:pt x="1350117" y="186010"/>
                  <a:pt x="1350117" y="182537"/>
                </a:cubicBezTo>
                <a:cubicBezTo>
                  <a:pt x="1350117" y="179050"/>
                  <a:pt x="1361535" y="181654"/>
                  <a:pt x="1365884" y="183394"/>
                </a:cubicBezTo>
                <a:cubicBezTo>
                  <a:pt x="1370279" y="185146"/>
                  <a:pt x="1377270" y="175488"/>
                  <a:pt x="1377270" y="175488"/>
                </a:cubicBezTo>
                <a:lnTo>
                  <a:pt x="1377270" y="162382"/>
                </a:lnTo>
                <a:lnTo>
                  <a:pt x="1359763" y="157162"/>
                </a:lnTo>
                <a:cubicBezTo>
                  <a:pt x="1359763" y="157162"/>
                  <a:pt x="1356264" y="157162"/>
                  <a:pt x="1348403" y="153644"/>
                </a:cubicBezTo>
                <a:lnTo>
                  <a:pt x="1343132" y="144875"/>
                </a:lnTo>
                <a:lnTo>
                  <a:pt x="1343132" y="137845"/>
                </a:lnTo>
                <a:lnTo>
                  <a:pt x="1332604" y="131743"/>
                </a:lnTo>
                <a:cubicBezTo>
                  <a:pt x="1332604" y="131743"/>
                  <a:pt x="1327353" y="138760"/>
                  <a:pt x="1323835" y="137845"/>
                </a:cubicBezTo>
                <a:cubicBezTo>
                  <a:pt x="1320368" y="137001"/>
                  <a:pt x="1317745" y="132619"/>
                  <a:pt x="1317745" y="129127"/>
                </a:cubicBezTo>
                <a:cubicBezTo>
                  <a:pt x="1317745" y="125602"/>
                  <a:pt x="1312487" y="122967"/>
                  <a:pt x="1308982" y="121215"/>
                </a:cubicBezTo>
                <a:cubicBezTo>
                  <a:pt x="1305490" y="119462"/>
                  <a:pt x="1298454" y="119462"/>
                  <a:pt x="1290593" y="116878"/>
                </a:cubicBezTo>
                <a:cubicBezTo>
                  <a:pt x="1282712" y="114217"/>
                  <a:pt x="1280953" y="108089"/>
                  <a:pt x="1280953" y="108089"/>
                </a:cubicBezTo>
                <a:lnTo>
                  <a:pt x="1272203" y="100222"/>
                </a:lnTo>
                <a:cubicBezTo>
                  <a:pt x="1272203" y="100222"/>
                  <a:pt x="1260817" y="90563"/>
                  <a:pt x="1257306" y="89731"/>
                </a:cubicBezTo>
                <a:cubicBezTo>
                  <a:pt x="1253813" y="88836"/>
                  <a:pt x="1247692" y="88836"/>
                  <a:pt x="1247692" y="88836"/>
                </a:cubicBezTo>
                <a:cubicBezTo>
                  <a:pt x="1247692" y="88836"/>
                  <a:pt x="1229309" y="91478"/>
                  <a:pt x="1230172" y="96697"/>
                </a:cubicBezTo>
                <a:lnTo>
                  <a:pt x="1243291" y="96697"/>
                </a:lnTo>
                <a:cubicBezTo>
                  <a:pt x="1248549" y="96697"/>
                  <a:pt x="1246816" y="98482"/>
                  <a:pt x="1247692" y="102863"/>
                </a:cubicBezTo>
                <a:cubicBezTo>
                  <a:pt x="1248549" y="107232"/>
                  <a:pt x="1237214" y="105498"/>
                  <a:pt x="1237214" y="105498"/>
                </a:cubicBezTo>
                <a:lnTo>
                  <a:pt x="1220546" y="105498"/>
                </a:lnTo>
                <a:lnTo>
                  <a:pt x="1213554" y="108089"/>
                </a:lnTo>
                <a:cubicBezTo>
                  <a:pt x="1213554" y="108089"/>
                  <a:pt x="1220546" y="113366"/>
                  <a:pt x="1224934" y="115112"/>
                </a:cubicBezTo>
                <a:cubicBezTo>
                  <a:pt x="1229309" y="116878"/>
                  <a:pt x="1225797" y="122967"/>
                  <a:pt x="1225797" y="122967"/>
                </a:cubicBezTo>
                <a:lnTo>
                  <a:pt x="1211795" y="122104"/>
                </a:lnTo>
                <a:lnTo>
                  <a:pt x="1202156" y="123850"/>
                </a:lnTo>
                <a:lnTo>
                  <a:pt x="1204785" y="135235"/>
                </a:lnTo>
                <a:lnTo>
                  <a:pt x="1196009" y="140506"/>
                </a:lnTo>
                <a:lnTo>
                  <a:pt x="1196009" y="150996"/>
                </a:lnTo>
                <a:lnTo>
                  <a:pt x="1207401" y="151885"/>
                </a:lnTo>
                <a:lnTo>
                  <a:pt x="1207401" y="163239"/>
                </a:lnTo>
                <a:lnTo>
                  <a:pt x="1221428" y="170268"/>
                </a:lnTo>
                <a:lnTo>
                  <a:pt x="1233690" y="168548"/>
                </a:lnTo>
                <a:lnTo>
                  <a:pt x="1245946" y="165023"/>
                </a:lnTo>
                <a:lnTo>
                  <a:pt x="1262564" y="164122"/>
                </a:lnTo>
                <a:lnTo>
                  <a:pt x="1270444" y="172897"/>
                </a:lnTo>
                <a:cubicBezTo>
                  <a:pt x="1270444" y="172897"/>
                  <a:pt x="1259065" y="177234"/>
                  <a:pt x="1255566" y="177234"/>
                </a:cubicBezTo>
                <a:lnTo>
                  <a:pt x="1240694" y="177234"/>
                </a:lnTo>
                <a:lnTo>
                  <a:pt x="1230172" y="182537"/>
                </a:lnTo>
                <a:lnTo>
                  <a:pt x="1245050" y="190398"/>
                </a:lnTo>
                <a:lnTo>
                  <a:pt x="1252943" y="202641"/>
                </a:lnTo>
                <a:lnTo>
                  <a:pt x="1278337" y="207898"/>
                </a:lnTo>
                <a:lnTo>
                  <a:pt x="1297597" y="205282"/>
                </a:lnTo>
                <a:lnTo>
                  <a:pt x="1315123" y="209664"/>
                </a:lnTo>
                <a:close/>
                <a:moveTo>
                  <a:pt x="1313357" y="259581"/>
                </a:moveTo>
                <a:lnTo>
                  <a:pt x="1325638" y="272700"/>
                </a:lnTo>
                <a:lnTo>
                  <a:pt x="1341380" y="278841"/>
                </a:lnTo>
                <a:lnTo>
                  <a:pt x="1357991" y="273596"/>
                </a:lnTo>
                <a:cubicBezTo>
                  <a:pt x="1357991" y="273596"/>
                  <a:pt x="1357134" y="270071"/>
                  <a:pt x="1364145" y="272700"/>
                </a:cubicBezTo>
                <a:cubicBezTo>
                  <a:pt x="1371149" y="275342"/>
                  <a:pt x="1375517" y="276225"/>
                  <a:pt x="1379893" y="276225"/>
                </a:cubicBezTo>
                <a:cubicBezTo>
                  <a:pt x="1384293" y="276225"/>
                  <a:pt x="1391284" y="279698"/>
                  <a:pt x="1392161" y="276225"/>
                </a:cubicBezTo>
                <a:cubicBezTo>
                  <a:pt x="1393012" y="272700"/>
                  <a:pt x="1403534" y="270071"/>
                  <a:pt x="1403534" y="270071"/>
                </a:cubicBezTo>
                <a:cubicBezTo>
                  <a:pt x="1403534" y="270071"/>
                  <a:pt x="1410550" y="275342"/>
                  <a:pt x="1414030" y="275342"/>
                </a:cubicBezTo>
                <a:cubicBezTo>
                  <a:pt x="1417561" y="275342"/>
                  <a:pt x="1423682" y="277082"/>
                  <a:pt x="1427181" y="275342"/>
                </a:cubicBezTo>
                <a:cubicBezTo>
                  <a:pt x="1430686" y="273596"/>
                  <a:pt x="1428045" y="272700"/>
                  <a:pt x="1433328" y="272700"/>
                </a:cubicBezTo>
                <a:lnTo>
                  <a:pt x="1447330" y="272700"/>
                </a:lnTo>
                <a:cubicBezTo>
                  <a:pt x="1449044" y="277082"/>
                  <a:pt x="1443037" y="282467"/>
                  <a:pt x="1446460" y="283216"/>
                </a:cubicBezTo>
                <a:cubicBezTo>
                  <a:pt x="1458715" y="285826"/>
                  <a:pt x="1464837" y="282308"/>
                  <a:pt x="1464837" y="282308"/>
                </a:cubicBezTo>
                <a:lnTo>
                  <a:pt x="1475346" y="282308"/>
                </a:lnTo>
                <a:lnTo>
                  <a:pt x="1489348" y="277082"/>
                </a:lnTo>
                <a:cubicBezTo>
                  <a:pt x="1489348" y="277082"/>
                  <a:pt x="1490230" y="272700"/>
                  <a:pt x="1496352" y="272700"/>
                </a:cubicBezTo>
                <a:cubicBezTo>
                  <a:pt x="1502479" y="272700"/>
                  <a:pt x="1506854" y="263074"/>
                  <a:pt x="1506854" y="263074"/>
                </a:cubicBezTo>
                <a:lnTo>
                  <a:pt x="1503375" y="253434"/>
                </a:lnTo>
                <a:lnTo>
                  <a:pt x="1489348" y="259581"/>
                </a:lnTo>
                <a:lnTo>
                  <a:pt x="1484972" y="246443"/>
                </a:lnTo>
                <a:lnTo>
                  <a:pt x="1499850" y="243808"/>
                </a:lnTo>
                <a:lnTo>
                  <a:pt x="1504226" y="231552"/>
                </a:lnTo>
                <a:lnTo>
                  <a:pt x="1499000" y="220179"/>
                </a:lnTo>
                <a:lnTo>
                  <a:pt x="1509483" y="220179"/>
                </a:lnTo>
                <a:lnTo>
                  <a:pt x="1528749" y="221062"/>
                </a:lnTo>
                <a:cubicBezTo>
                  <a:pt x="1528749" y="221062"/>
                  <a:pt x="1534001" y="222789"/>
                  <a:pt x="1536642" y="219284"/>
                </a:cubicBezTo>
                <a:cubicBezTo>
                  <a:pt x="1539239" y="215785"/>
                  <a:pt x="1537538" y="207898"/>
                  <a:pt x="1537538" y="207898"/>
                </a:cubicBezTo>
                <a:cubicBezTo>
                  <a:pt x="1537538" y="207898"/>
                  <a:pt x="1520856" y="197408"/>
                  <a:pt x="1529632" y="197408"/>
                </a:cubicBezTo>
                <a:lnTo>
                  <a:pt x="1544504" y="197408"/>
                </a:lnTo>
                <a:cubicBezTo>
                  <a:pt x="1549755" y="197408"/>
                  <a:pt x="1554149" y="200018"/>
                  <a:pt x="1554149" y="195668"/>
                </a:cubicBezTo>
                <a:cubicBezTo>
                  <a:pt x="1554149" y="191281"/>
                  <a:pt x="1546244" y="184283"/>
                  <a:pt x="1546244" y="184283"/>
                </a:cubicBezTo>
                <a:cubicBezTo>
                  <a:pt x="1546244" y="184283"/>
                  <a:pt x="1536642" y="184283"/>
                  <a:pt x="1532242" y="180778"/>
                </a:cubicBezTo>
                <a:cubicBezTo>
                  <a:pt x="1527879" y="177234"/>
                  <a:pt x="1518227" y="178130"/>
                  <a:pt x="1518227" y="178130"/>
                </a:cubicBezTo>
                <a:lnTo>
                  <a:pt x="1506854" y="184283"/>
                </a:lnTo>
                <a:lnTo>
                  <a:pt x="1498104" y="189503"/>
                </a:lnTo>
                <a:lnTo>
                  <a:pt x="1494599" y="180778"/>
                </a:lnTo>
                <a:lnTo>
                  <a:pt x="1508626" y="177234"/>
                </a:lnTo>
                <a:cubicBezTo>
                  <a:pt x="1508626" y="177234"/>
                  <a:pt x="1505959" y="172015"/>
                  <a:pt x="1509483" y="171151"/>
                </a:cubicBezTo>
                <a:cubicBezTo>
                  <a:pt x="1512976" y="170268"/>
                  <a:pt x="1519986" y="165906"/>
                  <a:pt x="1519986" y="165906"/>
                </a:cubicBezTo>
                <a:lnTo>
                  <a:pt x="1533124" y="165906"/>
                </a:lnTo>
                <a:lnTo>
                  <a:pt x="1539239" y="172897"/>
                </a:lnTo>
                <a:lnTo>
                  <a:pt x="1556753" y="175488"/>
                </a:lnTo>
                <a:cubicBezTo>
                  <a:pt x="1556753" y="175488"/>
                  <a:pt x="1564659" y="176390"/>
                  <a:pt x="1568151" y="172897"/>
                </a:cubicBezTo>
                <a:cubicBezTo>
                  <a:pt x="1571631" y="169398"/>
                  <a:pt x="1581277" y="164122"/>
                  <a:pt x="1581277" y="164122"/>
                </a:cubicBezTo>
                <a:lnTo>
                  <a:pt x="1565509" y="152742"/>
                </a:lnTo>
                <a:lnTo>
                  <a:pt x="1583023" y="151885"/>
                </a:lnTo>
                <a:lnTo>
                  <a:pt x="1590046" y="159765"/>
                </a:lnTo>
                <a:lnTo>
                  <a:pt x="1604060" y="158889"/>
                </a:lnTo>
                <a:lnTo>
                  <a:pt x="1620666" y="153644"/>
                </a:lnTo>
                <a:lnTo>
                  <a:pt x="1613681" y="141370"/>
                </a:lnTo>
                <a:lnTo>
                  <a:pt x="1602301" y="137001"/>
                </a:lnTo>
                <a:lnTo>
                  <a:pt x="1622425" y="137001"/>
                </a:lnTo>
                <a:lnTo>
                  <a:pt x="1634680" y="137001"/>
                </a:lnTo>
                <a:lnTo>
                  <a:pt x="1641703" y="129127"/>
                </a:lnTo>
                <a:lnTo>
                  <a:pt x="1656588" y="124701"/>
                </a:lnTo>
                <a:lnTo>
                  <a:pt x="1671459" y="115112"/>
                </a:lnTo>
                <a:cubicBezTo>
                  <a:pt x="1671459" y="115112"/>
                  <a:pt x="1686350" y="109861"/>
                  <a:pt x="1690738" y="108946"/>
                </a:cubicBezTo>
                <a:cubicBezTo>
                  <a:pt x="1695113" y="108089"/>
                  <a:pt x="1706499" y="97580"/>
                  <a:pt x="1706499" y="97580"/>
                </a:cubicBezTo>
                <a:lnTo>
                  <a:pt x="1722253" y="96697"/>
                </a:lnTo>
                <a:lnTo>
                  <a:pt x="1730997" y="91478"/>
                </a:lnTo>
                <a:lnTo>
                  <a:pt x="1724005" y="82683"/>
                </a:lnTo>
                <a:cubicBezTo>
                  <a:pt x="1724005" y="82683"/>
                  <a:pt x="1716112" y="87071"/>
                  <a:pt x="1712633" y="87071"/>
                </a:cubicBezTo>
                <a:cubicBezTo>
                  <a:pt x="1709127" y="87071"/>
                  <a:pt x="1697736" y="94068"/>
                  <a:pt x="1694237" y="91478"/>
                </a:cubicBezTo>
                <a:cubicBezTo>
                  <a:pt x="1690738" y="88836"/>
                  <a:pt x="1693379" y="87960"/>
                  <a:pt x="1686350" y="87960"/>
                </a:cubicBezTo>
                <a:cubicBezTo>
                  <a:pt x="1679340" y="87960"/>
                  <a:pt x="1664468" y="88836"/>
                  <a:pt x="1664468" y="88836"/>
                </a:cubicBezTo>
                <a:lnTo>
                  <a:pt x="1667979" y="80962"/>
                </a:lnTo>
                <a:lnTo>
                  <a:pt x="1684616" y="77438"/>
                </a:lnTo>
                <a:lnTo>
                  <a:pt x="1703870" y="77438"/>
                </a:lnTo>
                <a:lnTo>
                  <a:pt x="1723136" y="77438"/>
                </a:lnTo>
                <a:cubicBezTo>
                  <a:pt x="1723136" y="77438"/>
                  <a:pt x="1734515" y="73101"/>
                  <a:pt x="1741506" y="73101"/>
                </a:cubicBezTo>
                <a:cubicBezTo>
                  <a:pt x="1748529" y="73101"/>
                  <a:pt x="1759045" y="67837"/>
                  <a:pt x="1759045" y="67837"/>
                </a:cubicBezTo>
                <a:lnTo>
                  <a:pt x="1778292" y="66941"/>
                </a:lnTo>
                <a:cubicBezTo>
                  <a:pt x="1778292" y="66941"/>
                  <a:pt x="1781803" y="60363"/>
                  <a:pt x="1783549" y="57315"/>
                </a:cubicBezTo>
                <a:cubicBezTo>
                  <a:pt x="1787042" y="51193"/>
                  <a:pt x="1780025" y="45059"/>
                  <a:pt x="1780025" y="45059"/>
                </a:cubicBezTo>
                <a:lnTo>
                  <a:pt x="1765166" y="48564"/>
                </a:lnTo>
                <a:lnTo>
                  <a:pt x="1752009" y="46824"/>
                </a:lnTo>
                <a:lnTo>
                  <a:pt x="1748529" y="38042"/>
                </a:lnTo>
                <a:lnTo>
                  <a:pt x="1730997" y="29305"/>
                </a:lnTo>
                <a:lnTo>
                  <a:pt x="1717871" y="32797"/>
                </a:lnTo>
                <a:lnTo>
                  <a:pt x="1699475" y="32797"/>
                </a:lnTo>
                <a:lnTo>
                  <a:pt x="1679340" y="38042"/>
                </a:lnTo>
                <a:lnTo>
                  <a:pt x="1680222" y="30162"/>
                </a:lnTo>
                <a:lnTo>
                  <a:pt x="1665338" y="29305"/>
                </a:lnTo>
                <a:cubicBezTo>
                  <a:pt x="1665338" y="29305"/>
                  <a:pt x="1653965" y="33680"/>
                  <a:pt x="1652200" y="30162"/>
                </a:cubicBezTo>
                <a:cubicBezTo>
                  <a:pt x="1650453" y="26650"/>
                  <a:pt x="1647825" y="24053"/>
                  <a:pt x="1647825" y="24053"/>
                </a:cubicBezTo>
                <a:lnTo>
                  <a:pt x="1634680" y="23171"/>
                </a:lnTo>
                <a:cubicBezTo>
                  <a:pt x="1625961" y="18770"/>
                  <a:pt x="1617198" y="18770"/>
                  <a:pt x="1617198" y="18770"/>
                </a:cubicBezTo>
                <a:cubicBezTo>
                  <a:pt x="1617198" y="18770"/>
                  <a:pt x="1618062" y="31940"/>
                  <a:pt x="1614570" y="31051"/>
                </a:cubicBezTo>
                <a:cubicBezTo>
                  <a:pt x="1611039" y="30162"/>
                  <a:pt x="1608423" y="34563"/>
                  <a:pt x="1604930" y="30162"/>
                </a:cubicBezTo>
                <a:cubicBezTo>
                  <a:pt x="1601406" y="25812"/>
                  <a:pt x="1603184" y="23171"/>
                  <a:pt x="1597050" y="23171"/>
                </a:cubicBezTo>
                <a:cubicBezTo>
                  <a:pt x="1590928" y="23171"/>
                  <a:pt x="1589170" y="24053"/>
                  <a:pt x="1585645" y="24053"/>
                </a:cubicBezTo>
                <a:cubicBezTo>
                  <a:pt x="1582140" y="24053"/>
                  <a:pt x="1583023" y="33680"/>
                  <a:pt x="1583023" y="33680"/>
                </a:cubicBezTo>
                <a:cubicBezTo>
                  <a:pt x="1577784" y="38042"/>
                  <a:pt x="1566405" y="32797"/>
                  <a:pt x="1566405" y="32797"/>
                </a:cubicBezTo>
                <a:cubicBezTo>
                  <a:pt x="1556753" y="23171"/>
                  <a:pt x="1550657" y="23171"/>
                  <a:pt x="1550657" y="23171"/>
                </a:cubicBezTo>
                <a:lnTo>
                  <a:pt x="1534001" y="22294"/>
                </a:lnTo>
                <a:cubicBezTo>
                  <a:pt x="1534001" y="22294"/>
                  <a:pt x="1521390" y="18135"/>
                  <a:pt x="1519986" y="22294"/>
                </a:cubicBezTo>
                <a:cubicBezTo>
                  <a:pt x="1517364" y="30162"/>
                  <a:pt x="1521739" y="38931"/>
                  <a:pt x="1521739" y="38931"/>
                </a:cubicBezTo>
                <a:lnTo>
                  <a:pt x="1513865" y="38931"/>
                </a:lnTo>
                <a:lnTo>
                  <a:pt x="1503375" y="32797"/>
                </a:lnTo>
                <a:cubicBezTo>
                  <a:pt x="1503375" y="32797"/>
                  <a:pt x="1500733" y="29305"/>
                  <a:pt x="1495482" y="29305"/>
                </a:cubicBezTo>
                <a:lnTo>
                  <a:pt x="1479715" y="29305"/>
                </a:lnTo>
                <a:lnTo>
                  <a:pt x="1478864" y="36302"/>
                </a:lnTo>
                <a:lnTo>
                  <a:pt x="1464837" y="36302"/>
                </a:lnTo>
                <a:cubicBezTo>
                  <a:pt x="1456937" y="33680"/>
                  <a:pt x="1442078" y="34563"/>
                  <a:pt x="1442078" y="34563"/>
                </a:cubicBezTo>
                <a:cubicBezTo>
                  <a:pt x="1436820" y="40678"/>
                  <a:pt x="1425435" y="41573"/>
                  <a:pt x="1425435" y="41573"/>
                </a:cubicBezTo>
                <a:lnTo>
                  <a:pt x="1417561" y="52057"/>
                </a:lnTo>
                <a:lnTo>
                  <a:pt x="1437671" y="52057"/>
                </a:lnTo>
                <a:cubicBezTo>
                  <a:pt x="1442935" y="57315"/>
                  <a:pt x="1463078" y="61696"/>
                  <a:pt x="1463078" y="61696"/>
                </a:cubicBezTo>
                <a:cubicBezTo>
                  <a:pt x="1463078" y="61696"/>
                  <a:pt x="1467453" y="58191"/>
                  <a:pt x="1469224" y="62610"/>
                </a:cubicBezTo>
                <a:cubicBezTo>
                  <a:pt x="1470958" y="66941"/>
                  <a:pt x="1474463" y="73101"/>
                  <a:pt x="1474463" y="73101"/>
                </a:cubicBezTo>
                <a:cubicBezTo>
                  <a:pt x="1474463" y="73101"/>
                  <a:pt x="1460461" y="74822"/>
                  <a:pt x="1456937" y="71310"/>
                </a:cubicBezTo>
                <a:cubicBezTo>
                  <a:pt x="1453451" y="67837"/>
                  <a:pt x="1449044" y="63449"/>
                  <a:pt x="1444701" y="63449"/>
                </a:cubicBezTo>
                <a:lnTo>
                  <a:pt x="1425435" y="63449"/>
                </a:lnTo>
                <a:cubicBezTo>
                  <a:pt x="1425435" y="63449"/>
                  <a:pt x="1414906" y="62610"/>
                  <a:pt x="1412309" y="59061"/>
                </a:cubicBezTo>
                <a:cubicBezTo>
                  <a:pt x="1409668" y="55562"/>
                  <a:pt x="1407928" y="48564"/>
                  <a:pt x="1403534" y="49415"/>
                </a:cubicBezTo>
                <a:cubicBezTo>
                  <a:pt x="1399165" y="50317"/>
                  <a:pt x="1389519" y="51193"/>
                  <a:pt x="1389519" y="51193"/>
                </a:cubicBezTo>
                <a:lnTo>
                  <a:pt x="1379004" y="45059"/>
                </a:lnTo>
                <a:cubicBezTo>
                  <a:pt x="1379004" y="45059"/>
                  <a:pt x="1375517" y="44183"/>
                  <a:pt x="1371149" y="45059"/>
                </a:cubicBezTo>
                <a:lnTo>
                  <a:pt x="1362373" y="46824"/>
                </a:lnTo>
                <a:lnTo>
                  <a:pt x="1360627" y="54705"/>
                </a:lnTo>
                <a:cubicBezTo>
                  <a:pt x="1360627" y="54705"/>
                  <a:pt x="1364145" y="64325"/>
                  <a:pt x="1360627" y="64325"/>
                </a:cubicBezTo>
                <a:lnTo>
                  <a:pt x="1348403" y="64325"/>
                </a:lnTo>
                <a:lnTo>
                  <a:pt x="1333487" y="59950"/>
                </a:lnTo>
                <a:lnTo>
                  <a:pt x="1325638" y="59950"/>
                </a:lnTo>
                <a:lnTo>
                  <a:pt x="1317745" y="66941"/>
                </a:lnTo>
                <a:cubicBezTo>
                  <a:pt x="1317745" y="66941"/>
                  <a:pt x="1313357" y="70440"/>
                  <a:pt x="1309846" y="70440"/>
                </a:cubicBezTo>
                <a:lnTo>
                  <a:pt x="1301089" y="70440"/>
                </a:lnTo>
                <a:lnTo>
                  <a:pt x="1291488" y="70440"/>
                </a:lnTo>
                <a:lnTo>
                  <a:pt x="1289723" y="77438"/>
                </a:lnTo>
                <a:lnTo>
                  <a:pt x="1272203" y="76593"/>
                </a:lnTo>
                <a:lnTo>
                  <a:pt x="1271314" y="84454"/>
                </a:lnTo>
                <a:lnTo>
                  <a:pt x="1282712" y="86207"/>
                </a:lnTo>
                <a:lnTo>
                  <a:pt x="1288859" y="87960"/>
                </a:lnTo>
                <a:lnTo>
                  <a:pt x="1287976" y="98482"/>
                </a:lnTo>
                <a:lnTo>
                  <a:pt x="1301978" y="101085"/>
                </a:lnTo>
                <a:cubicBezTo>
                  <a:pt x="1301978" y="101085"/>
                  <a:pt x="1306341" y="110724"/>
                  <a:pt x="1309846" y="110724"/>
                </a:cubicBezTo>
                <a:cubicBezTo>
                  <a:pt x="1313357" y="110724"/>
                  <a:pt x="1324743" y="111601"/>
                  <a:pt x="1324743" y="111601"/>
                </a:cubicBezTo>
                <a:cubicBezTo>
                  <a:pt x="1324743" y="111601"/>
                  <a:pt x="1331747" y="114217"/>
                  <a:pt x="1337875" y="115982"/>
                </a:cubicBezTo>
                <a:cubicBezTo>
                  <a:pt x="1344009" y="117741"/>
                  <a:pt x="1352759" y="117741"/>
                  <a:pt x="1352759" y="117741"/>
                </a:cubicBezTo>
                <a:lnTo>
                  <a:pt x="1361535" y="107232"/>
                </a:lnTo>
                <a:lnTo>
                  <a:pt x="1366786" y="101085"/>
                </a:lnTo>
                <a:lnTo>
                  <a:pt x="1384293" y="99358"/>
                </a:lnTo>
                <a:lnTo>
                  <a:pt x="1372908" y="107232"/>
                </a:lnTo>
                <a:lnTo>
                  <a:pt x="1365015" y="117741"/>
                </a:lnTo>
                <a:lnTo>
                  <a:pt x="1366786" y="128244"/>
                </a:lnTo>
                <a:lnTo>
                  <a:pt x="1392161" y="127342"/>
                </a:lnTo>
                <a:cubicBezTo>
                  <a:pt x="1392161" y="127342"/>
                  <a:pt x="1411427" y="132619"/>
                  <a:pt x="1413167" y="127342"/>
                </a:cubicBezTo>
                <a:cubicBezTo>
                  <a:pt x="1414906" y="122104"/>
                  <a:pt x="1421047" y="116878"/>
                  <a:pt x="1421047" y="116878"/>
                </a:cubicBezTo>
                <a:lnTo>
                  <a:pt x="1437671" y="118624"/>
                </a:lnTo>
                <a:lnTo>
                  <a:pt x="1459579" y="118624"/>
                </a:lnTo>
                <a:lnTo>
                  <a:pt x="1472730" y="109861"/>
                </a:lnTo>
                <a:lnTo>
                  <a:pt x="1481480" y="101980"/>
                </a:lnTo>
                <a:lnTo>
                  <a:pt x="1483207" y="95840"/>
                </a:lnTo>
                <a:cubicBezTo>
                  <a:pt x="1483207" y="95840"/>
                  <a:pt x="1490230" y="96697"/>
                  <a:pt x="1494599" y="95840"/>
                </a:cubicBezTo>
                <a:cubicBezTo>
                  <a:pt x="1499000" y="94983"/>
                  <a:pt x="1510366" y="89731"/>
                  <a:pt x="1510366" y="89731"/>
                </a:cubicBezTo>
                <a:lnTo>
                  <a:pt x="1525238" y="91478"/>
                </a:lnTo>
                <a:lnTo>
                  <a:pt x="1514735" y="92341"/>
                </a:lnTo>
                <a:lnTo>
                  <a:pt x="1501590" y="99358"/>
                </a:lnTo>
                <a:cubicBezTo>
                  <a:pt x="1493716" y="104590"/>
                  <a:pt x="1486731" y="108946"/>
                  <a:pt x="1486731" y="108946"/>
                </a:cubicBezTo>
                <a:lnTo>
                  <a:pt x="1505959" y="108089"/>
                </a:lnTo>
                <a:lnTo>
                  <a:pt x="1514735" y="109861"/>
                </a:lnTo>
                <a:lnTo>
                  <a:pt x="1522615" y="110724"/>
                </a:lnTo>
                <a:lnTo>
                  <a:pt x="1517364" y="117741"/>
                </a:lnTo>
                <a:lnTo>
                  <a:pt x="1498104" y="117741"/>
                </a:lnTo>
                <a:lnTo>
                  <a:pt x="1482356" y="118624"/>
                </a:lnTo>
                <a:lnTo>
                  <a:pt x="1472730" y="122104"/>
                </a:lnTo>
                <a:lnTo>
                  <a:pt x="1463941" y="122967"/>
                </a:lnTo>
                <a:cubicBezTo>
                  <a:pt x="1456937" y="126491"/>
                  <a:pt x="1443818" y="128244"/>
                  <a:pt x="1443818" y="128244"/>
                </a:cubicBezTo>
                <a:lnTo>
                  <a:pt x="1433328" y="128244"/>
                </a:lnTo>
                <a:lnTo>
                  <a:pt x="1422819" y="129984"/>
                </a:lnTo>
                <a:lnTo>
                  <a:pt x="1422819" y="138760"/>
                </a:lnTo>
                <a:lnTo>
                  <a:pt x="1434191" y="140506"/>
                </a:lnTo>
                <a:lnTo>
                  <a:pt x="1442078" y="145726"/>
                </a:lnTo>
                <a:lnTo>
                  <a:pt x="1446460" y="154495"/>
                </a:lnTo>
                <a:lnTo>
                  <a:pt x="1470088" y="158013"/>
                </a:lnTo>
                <a:lnTo>
                  <a:pt x="1459579" y="159765"/>
                </a:lnTo>
                <a:lnTo>
                  <a:pt x="1445564" y="158889"/>
                </a:lnTo>
                <a:cubicBezTo>
                  <a:pt x="1445564" y="158889"/>
                  <a:pt x="1433328" y="150113"/>
                  <a:pt x="1428908" y="148367"/>
                </a:cubicBezTo>
                <a:cubicBezTo>
                  <a:pt x="1424539" y="146621"/>
                  <a:pt x="1409668" y="136118"/>
                  <a:pt x="1406175" y="136118"/>
                </a:cubicBezTo>
                <a:cubicBezTo>
                  <a:pt x="1402657" y="136118"/>
                  <a:pt x="1388643" y="135235"/>
                  <a:pt x="1388643" y="135235"/>
                </a:cubicBezTo>
                <a:lnTo>
                  <a:pt x="1362373" y="132619"/>
                </a:lnTo>
                <a:lnTo>
                  <a:pt x="1360627" y="142233"/>
                </a:lnTo>
                <a:lnTo>
                  <a:pt x="1370279" y="150113"/>
                </a:lnTo>
                <a:lnTo>
                  <a:pt x="1383398" y="160610"/>
                </a:lnTo>
                <a:lnTo>
                  <a:pt x="1406175" y="174644"/>
                </a:lnTo>
                <a:lnTo>
                  <a:pt x="1421047" y="180778"/>
                </a:lnTo>
                <a:lnTo>
                  <a:pt x="1444701" y="182537"/>
                </a:lnTo>
                <a:cubicBezTo>
                  <a:pt x="1444701" y="182537"/>
                  <a:pt x="1442078" y="188633"/>
                  <a:pt x="1438567" y="188633"/>
                </a:cubicBezTo>
                <a:cubicBezTo>
                  <a:pt x="1435074" y="188633"/>
                  <a:pt x="1429823" y="187775"/>
                  <a:pt x="1429823" y="192163"/>
                </a:cubicBezTo>
                <a:lnTo>
                  <a:pt x="1429823" y="202641"/>
                </a:lnTo>
                <a:lnTo>
                  <a:pt x="1407928" y="187775"/>
                </a:lnTo>
                <a:lnTo>
                  <a:pt x="1393012" y="185146"/>
                </a:lnTo>
                <a:lnTo>
                  <a:pt x="1374654" y="186893"/>
                </a:lnTo>
                <a:lnTo>
                  <a:pt x="1361535" y="189503"/>
                </a:lnTo>
                <a:lnTo>
                  <a:pt x="1348403" y="195668"/>
                </a:lnTo>
                <a:lnTo>
                  <a:pt x="1348403" y="205282"/>
                </a:lnTo>
                <a:lnTo>
                  <a:pt x="1349241" y="212286"/>
                </a:lnTo>
                <a:lnTo>
                  <a:pt x="1362373" y="214928"/>
                </a:lnTo>
                <a:lnTo>
                  <a:pt x="1381658" y="214928"/>
                </a:lnTo>
                <a:lnTo>
                  <a:pt x="1397412" y="213163"/>
                </a:lnTo>
                <a:lnTo>
                  <a:pt x="1382534" y="221062"/>
                </a:lnTo>
                <a:lnTo>
                  <a:pt x="1386909" y="230670"/>
                </a:lnTo>
                <a:lnTo>
                  <a:pt x="1400048" y="232422"/>
                </a:lnTo>
                <a:cubicBezTo>
                  <a:pt x="1400048" y="232422"/>
                  <a:pt x="1405286" y="231552"/>
                  <a:pt x="1409668" y="229806"/>
                </a:cubicBezTo>
                <a:cubicBezTo>
                  <a:pt x="1414030" y="228060"/>
                  <a:pt x="1428045" y="217570"/>
                  <a:pt x="1428045" y="217570"/>
                </a:cubicBezTo>
                <a:lnTo>
                  <a:pt x="1422819" y="228917"/>
                </a:lnTo>
                <a:lnTo>
                  <a:pt x="1408804" y="238556"/>
                </a:lnTo>
                <a:lnTo>
                  <a:pt x="1393012" y="239439"/>
                </a:lnTo>
                <a:lnTo>
                  <a:pt x="1368539" y="231552"/>
                </a:lnTo>
                <a:cubicBezTo>
                  <a:pt x="1368539" y="231552"/>
                  <a:pt x="1357134" y="222789"/>
                  <a:pt x="1350117" y="222789"/>
                </a:cubicBezTo>
                <a:cubicBezTo>
                  <a:pt x="1343132" y="222789"/>
                  <a:pt x="1329982" y="223685"/>
                  <a:pt x="1329982" y="223685"/>
                </a:cubicBezTo>
                <a:lnTo>
                  <a:pt x="1334357" y="233311"/>
                </a:lnTo>
                <a:cubicBezTo>
                  <a:pt x="1334357" y="233311"/>
                  <a:pt x="1340516" y="247307"/>
                  <a:pt x="1336998" y="247307"/>
                </a:cubicBezTo>
                <a:cubicBezTo>
                  <a:pt x="1333487" y="247307"/>
                  <a:pt x="1320368" y="249942"/>
                  <a:pt x="1320368" y="249942"/>
                </a:cubicBezTo>
                <a:close/>
                <a:moveTo>
                  <a:pt x="2268835" y="530332"/>
                </a:moveTo>
                <a:cubicBezTo>
                  <a:pt x="2269248" y="530186"/>
                  <a:pt x="2269636" y="530332"/>
                  <a:pt x="2270169" y="530332"/>
                </a:cubicBezTo>
                <a:cubicBezTo>
                  <a:pt x="2271356" y="530332"/>
                  <a:pt x="2272106" y="530371"/>
                  <a:pt x="2273192" y="530777"/>
                </a:cubicBezTo>
                <a:cubicBezTo>
                  <a:pt x="2273528" y="530891"/>
                  <a:pt x="2273744" y="531088"/>
                  <a:pt x="2274074" y="531228"/>
                </a:cubicBezTo>
                <a:cubicBezTo>
                  <a:pt x="2274411" y="531317"/>
                  <a:pt x="2274627" y="531533"/>
                  <a:pt x="2274931" y="531660"/>
                </a:cubicBezTo>
                <a:cubicBezTo>
                  <a:pt x="2275211" y="531742"/>
                  <a:pt x="2275547" y="531742"/>
                  <a:pt x="2275846" y="531863"/>
                </a:cubicBezTo>
                <a:cubicBezTo>
                  <a:pt x="2276602" y="532193"/>
                  <a:pt x="2276875" y="532739"/>
                  <a:pt x="2277586" y="533196"/>
                </a:cubicBezTo>
                <a:cubicBezTo>
                  <a:pt x="2277903" y="533355"/>
                  <a:pt x="2278202" y="533463"/>
                  <a:pt x="2278462" y="533622"/>
                </a:cubicBezTo>
                <a:cubicBezTo>
                  <a:pt x="2279288" y="534155"/>
                  <a:pt x="2279453" y="534936"/>
                  <a:pt x="2280196" y="535565"/>
                </a:cubicBezTo>
                <a:cubicBezTo>
                  <a:pt x="2280532" y="535870"/>
                  <a:pt x="2280932" y="536047"/>
                  <a:pt x="2281320" y="536232"/>
                </a:cubicBezTo>
                <a:cubicBezTo>
                  <a:pt x="2282640" y="536447"/>
                  <a:pt x="2283917" y="537127"/>
                  <a:pt x="2285238" y="537127"/>
                </a:cubicBezTo>
                <a:cubicBezTo>
                  <a:pt x="2287879" y="537127"/>
                  <a:pt x="2289848" y="536447"/>
                  <a:pt x="2292248" y="537127"/>
                </a:cubicBezTo>
                <a:cubicBezTo>
                  <a:pt x="2295080" y="537768"/>
                  <a:pt x="2296623" y="540194"/>
                  <a:pt x="2299265" y="541515"/>
                </a:cubicBezTo>
                <a:cubicBezTo>
                  <a:pt x="2302319" y="543051"/>
                  <a:pt x="2304942" y="542397"/>
                  <a:pt x="2308440" y="542397"/>
                </a:cubicBezTo>
                <a:cubicBezTo>
                  <a:pt x="2310657" y="542397"/>
                  <a:pt x="2311965" y="542613"/>
                  <a:pt x="2314136" y="542397"/>
                </a:cubicBezTo>
                <a:cubicBezTo>
                  <a:pt x="2315654" y="542397"/>
                  <a:pt x="2316321" y="541070"/>
                  <a:pt x="2317635" y="540638"/>
                </a:cubicBezTo>
                <a:cubicBezTo>
                  <a:pt x="2320893" y="539521"/>
                  <a:pt x="2322899" y="538200"/>
                  <a:pt x="2325509" y="536232"/>
                </a:cubicBezTo>
                <a:cubicBezTo>
                  <a:pt x="2327268" y="534936"/>
                  <a:pt x="2328576" y="534276"/>
                  <a:pt x="2329897" y="532739"/>
                </a:cubicBezTo>
                <a:cubicBezTo>
                  <a:pt x="2330989" y="531425"/>
                  <a:pt x="2330989" y="529475"/>
                  <a:pt x="2332507" y="528383"/>
                </a:cubicBezTo>
                <a:cubicBezTo>
                  <a:pt x="2334926" y="526605"/>
                  <a:pt x="2336679" y="525303"/>
                  <a:pt x="2339536" y="524878"/>
                </a:cubicBezTo>
                <a:cubicBezTo>
                  <a:pt x="2341937" y="524446"/>
                  <a:pt x="2344134" y="525062"/>
                  <a:pt x="2346553" y="524878"/>
                </a:cubicBezTo>
                <a:cubicBezTo>
                  <a:pt x="2347620" y="524878"/>
                  <a:pt x="2348934" y="524224"/>
                  <a:pt x="2350033" y="524014"/>
                </a:cubicBezTo>
                <a:cubicBezTo>
                  <a:pt x="2351563" y="523741"/>
                  <a:pt x="2352884" y="522433"/>
                  <a:pt x="2354402" y="522268"/>
                </a:cubicBezTo>
                <a:cubicBezTo>
                  <a:pt x="2355951" y="522027"/>
                  <a:pt x="2357259" y="522674"/>
                  <a:pt x="2358796" y="522268"/>
                </a:cubicBezTo>
                <a:cubicBezTo>
                  <a:pt x="2360129" y="521811"/>
                  <a:pt x="2360980" y="520706"/>
                  <a:pt x="2362276" y="520490"/>
                </a:cubicBezTo>
                <a:cubicBezTo>
                  <a:pt x="2363597" y="520306"/>
                  <a:pt x="2364498" y="519169"/>
                  <a:pt x="2365775" y="518744"/>
                </a:cubicBezTo>
                <a:cubicBezTo>
                  <a:pt x="2366899" y="518521"/>
                  <a:pt x="2368219" y="519169"/>
                  <a:pt x="2369286" y="518744"/>
                </a:cubicBezTo>
                <a:cubicBezTo>
                  <a:pt x="2370829" y="518306"/>
                  <a:pt x="2371471" y="516769"/>
                  <a:pt x="2372791" y="516102"/>
                </a:cubicBezTo>
                <a:cubicBezTo>
                  <a:pt x="2374112" y="515448"/>
                  <a:pt x="2375211" y="515023"/>
                  <a:pt x="2376303" y="514356"/>
                </a:cubicBezTo>
                <a:cubicBezTo>
                  <a:pt x="2377624" y="513492"/>
                  <a:pt x="2378049" y="511936"/>
                  <a:pt x="2378932" y="510851"/>
                </a:cubicBezTo>
                <a:cubicBezTo>
                  <a:pt x="2380221" y="509320"/>
                  <a:pt x="2381357" y="508228"/>
                  <a:pt x="2382443" y="506475"/>
                </a:cubicBezTo>
                <a:cubicBezTo>
                  <a:pt x="2383529" y="504729"/>
                  <a:pt x="2384590" y="502970"/>
                  <a:pt x="2385929" y="501224"/>
                </a:cubicBezTo>
                <a:cubicBezTo>
                  <a:pt x="2387688" y="498805"/>
                  <a:pt x="2389873" y="496862"/>
                  <a:pt x="2393168" y="496862"/>
                </a:cubicBezTo>
                <a:lnTo>
                  <a:pt x="2411114" y="496862"/>
                </a:lnTo>
                <a:cubicBezTo>
                  <a:pt x="2414174" y="496862"/>
                  <a:pt x="2415921" y="494899"/>
                  <a:pt x="2418321" y="493344"/>
                </a:cubicBezTo>
                <a:cubicBezTo>
                  <a:pt x="2419864" y="492455"/>
                  <a:pt x="2420524" y="490969"/>
                  <a:pt x="2421839" y="489838"/>
                </a:cubicBezTo>
                <a:cubicBezTo>
                  <a:pt x="2423350" y="488518"/>
                  <a:pt x="2425103" y="488099"/>
                  <a:pt x="2426214" y="486371"/>
                </a:cubicBezTo>
                <a:cubicBezTo>
                  <a:pt x="2426842" y="485247"/>
                  <a:pt x="2425788" y="483952"/>
                  <a:pt x="2426214" y="482847"/>
                </a:cubicBezTo>
                <a:lnTo>
                  <a:pt x="2422690" y="481082"/>
                </a:lnTo>
                <a:cubicBezTo>
                  <a:pt x="2420080" y="483057"/>
                  <a:pt x="2418105" y="484149"/>
                  <a:pt x="2415717" y="486371"/>
                </a:cubicBezTo>
                <a:cubicBezTo>
                  <a:pt x="2414835" y="486981"/>
                  <a:pt x="2415717" y="489178"/>
                  <a:pt x="2414835" y="489838"/>
                </a:cubicBezTo>
                <a:cubicBezTo>
                  <a:pt x="2413279" y="491140"/>
                  <a:pt x="2411329" y="490740"/>
                  <a:pt x="2409145" y="490740"/>
                </a:cubicBezTo>
                <a:lnTo>
                  <a:pt x="2406929" y="490740"/>
                </a:lnTo>
                <a:cubicBezTo>
                  <a:pt x="2403887" y="490486"/>
                  <a:pt x="2401258" y="489838"/>
                  <a:pt x="2399061" y="488099"/>
                </a:cubicBezTo>
                <a:cubicBezTo>
                  <a:pt x="2396877" y="486371"/>
                  <a:pt x="2397328" y="482612"/>
                  <a:pt x="2394673" y="481082"/>
                </a:cubicBezTo>
                <a:cubicBezTo>
                  <a:pt x="2393607" y="480447"/>
                  <a:pt x="2392260" y="481082"/>
                  <a:pt x="2391181" y="481082"/>
                </a:cubicBezTo>
                <a:lnTo>
                  <a:pt x="2387688" y="481082"/>
                </a:lnTo>
                <a:cubicBezTo>
                  <a:pt x="2381783" y="481082"/>
                  <a:pt x="2378271" y="481082"/>
                  <a:pt x="2372791" y="479323"/>
                </a:cubicBezTo>
                <a:cubicBezTo>
                  <a:pt x="2371699" y="479126"/>
                  <a:pt x="2370391" y="478682"/>
                  <a:pt x="2369286" y="478459"/>
                </a:cubicBezTo>
                <a:cubicBezTo>
                  <a:pt x="2367768" y="478034"/>
                  <a:pt x="2367102" y="476935"/>
                  <a:pt x="2365775" y="475818"/>
                </a:cubicBezTo>
                <a:cubicBezTo>
                  <a:pt x="2364498" y="474738"/>
                  <a:pt x="2362949" y="474535"/>
                  <a:pt x="2362276" y="473221"/>
                </a:cubicBezTo>
                <a:cubicBezTo>
                  <a:pt x="2361615" y="471900"/>
                  <a:pt x="2361418" y="470585"/>
                  <a:pt x="2361418" y="469055"/>
                </a:cubicBezTo>
                <a:lnTo>
                  <a:pt x="2361418" y="461835"/>
                </a:lnTo>
                <a:cubicBezTo>
                  <a:pt x="2363819" y="461625"/>
                  <a:pt x="2365127" y="460965"/>
                  <a:pt x="2367527" y="460965"/>
                </a:cubicBezTo>
                <a:cubicBezTo>
                  <a:pt x="2371699" y="460724"/>
                  <a:pt x="2373890" y="461403"/>
                  <a:pt x="2378049" y="460965"/>
                </a:cubicBezTo>
                <a:cubicBezTo>
                  <a:pt x="2379351" y="460965"/>
                  <a:pt x="2380475" y="460082"/>
                  <a:pt x="2381542" y="460082"/>
                </a:cubicBezTo>
                <a:cubicBezTo>
                  <a:pt x="2384393" y="459644"/>
                  <a:pt x="2386596" y="459416"/>
                  <a:pt x="2389422" y="458317"/>
                </a:cubicBezTo>
                <a:cubicBezTo>
                  <a:pt x="2392502" y="457206"/>
                  <a:pt x="2393607" y="453929"/>
                  <a:pt x="2395556" y="451307"/>
                </a:cubicBezTo>
                <a:cubicBezTo>
                  <a:pt x="2396661" y="451745"/>
                  <a:pt x="2398210" y="451745"/>
                  <a:pt x="2399061" y="452196"/>
                </a:cubicBezTo>
                <a:cubicBezTo>
                  <a:pt x="2400388" y="453059"/>
                  <a:pt x="2400820" y="454380"/>
                  <a:pt x="2401703" y="455675"/>
                </a:cubicBezTo>
                <a:cubicBezTo>
                  <a:pt x="2403449" y="458533"/>
                  <a:pt x="2401036" y="461162"/>
                  <a:pt x="2401703" y="464445"/>
                </a:cubicBezTo>
                <a:cubicBezTo>
                  <a:pt x="2401906" y="465759"/>
                  <a:pt x="2402801" y="466642"/>
                  <a:pt x="2403449" y="467950"/>
                </a:cubicBezTo>
                <a:cubicBezTo>
                  <a:pt x="2404109" y="469271"/>
                  <a:pt x="2404560" y="470363"/>
                  <a:pt x="2405208" y="471462"/>
                </a:cubicBezTo>
                <a:cubicBezTo>
                  <a:pt x="2406929" y="474084"/>
                  <a:pt x="2409799" y="474973"/>
                  <a:pt x="2413095" y="474973"/>
                </a:cubicBezTo>
                <a:cubicBezTo>
                  <a:pt x="2415063" y="474973"/>
                  <a:pt x="2416352" y="473856"/>
                  <a:pt x="2417451" y="472332"/>
                </a:cubicBezTo>
                <a:cubicBezTo>
                  <a:pt x="2417895" y="471462"/>
                  <a:pt x="2417895" y="469715"/>
                  <a:pt x="2418321" y="468820"/>
                </a:cubicBezTo>
                <a:cubicBezTo>
                  <a:pt x="2420080" y="466432"/>
                  <a:pt x="2422493" y="465124"/>
                  <a:pt x="2425331" y="464445"/>
                </a:cubicBezTo>
                <a:cubicBezTo>
                  <a:pt x="2427731" y="464007"/>
                  <a:pt x="2429706" y="464445"/>
                  <a:pt x="2432335" y="464445"/>
                </a:cubicBezTo>
                <a:cubicBezTo>
                  <a:pt x="2435383" y="464445"/>
                  <a:pt x="2437149" y="464686"/>
                  <a:pt x="2440216" y="464445"/>
                </a:cubicBezTo>
                <a:cubicBezTo>
                  <a:pt x="2441759" y="464445"/>
                  <a:pt x="2442425" y="462934"/>
                  <a:pt x="2443721" y="462686"/>
                </a:cubicBezTo>
                <a:cubicBezTo>
                  <a:pt x="2443270" y="460082"/>
                  <a:pt x="2443067" y="458114"/>
                  <a:pt x="2442838" y="455675"/>
                </a:cubicBezTo>
                <a:cubicBezTo>
                  <a:pt x="2442425" y="452627"/>
                  <a:pt x="2440857" y="450678"/>
                  <a:pt x="2439346" y="447814"/>
                </a:cubicBezTo>
                <a:cubicBezTo>
                  <a:pt x="2438692" y="446252"/>
                  <a:pt x="2438241" y="444538"/>
                  <a:pt x="2436704" y="443458"/>
                </a:cubicBezTo>
                <a:cubicBezTo>
                  <a:pt x="2434304" y="441667"/>
                  <a:pt x="2432132" y="441471"/>
                  <a:pt x="2429706" y="439921"/>
                </a:cubicBezTo>
                <a:cubicBezTo>
                  <a:pt x="2427097" y="438188"/>
                  <a:pt x="2424677" y="436651"/>
                  <a:pt x="2423585" y="433819"/>
                </a:cubicBezTo>
                <a:cubicBezTo>
                  <a:pt x="2422690" y="431399"/>
                  <a:pt x="2424455" y="429215"/>
                  <a:pt x="2423585" y="426802"/>
                </a:cubicBezTo>
                <a:cubicBezTo>
                  <a:pt x="2423159" y="425488"/>
                  <a:pt x="2420734" y="426364"/>
                  <a:pt x="2420080" y="425043"/>
                </a:cubicBezTo>
                <a:cubicBezTo>
                  <a:pt x="2419654" y="423957"/>
                  <a:pt x="2419654" y="422636"/>
                  <a:pt x="2419184" y="421551"/>
                </a:cubicBezTo>
                <a:cubicBezTo>
                  <a:pt x="2418753" y="420427"/>
                  <a:pt x="2419654" y="418947"/>
                  <a:pt x="2419184" y="418033"/>
                </a:cubicBezTo>
                <a:cubicBezTo>
                  <a:pt x="2418556" y="416953"/>
                  <a:pt x="2416784" y="416953"/>
                  <a:pt x="2415717" y="416286"/>
                </a:cubicBezTo>
                <a:cubicBezTo>
                  <a:pt x="2413533" y="414959"/>
                  <a:pt x="2411329" y="414781"/>
                  <a:pt x="2408701" y="413645"/>
                </a:cubicBezTo>
                <a:cubicBezTo>
                  <a:pt x="2407196" y="413016"/>
                  <a:pt x="2406510" y="411676"/>
                  <a:pt x="2405208" y="411035"/>
                </a:cubicBezTo>
                <a:cubicBezTo>
                  <a:pt x="2406510" y="409955"/>
                  <a:pt x="2406510" y="408425"/>
                  <a:pt x="2407812" y="407530"/>
                </a:cubicBezTo>
                <a:cubicBezTo>
                  <a:pt x="2408701" y="407098"/>
                  <a:pt x="2410225" y="407098"/>
                  <a:pt x="2411329" y="406679"/>
                </a:cubicBezTo>
                <a:cubicBezTo>
                  <a:pt x="2413939" y="408222"/>
                  <a:pt x="2415063" y="411035"/>
                  <a:pt x="2417451" y="412813"/>
                </a:cubicBezTo>
                <a:cubicBezTo>
                  <a:pt x="2418556" y="413480"/>
                  <a:pt x="2417895" y="415658"/>
                  <a:pt x="2419184" y="416286"/>
                </a:cubicBezTo>
                <a:cubicBezTo>
                  <a:pt x="2420524" y="416953"/>
                  <a:pt x="2421839" y="416286"/>
                  <a:pt x="2423350" y="416286"/>
                </a:cubicBezTo>
                <a:lnTo>
                  <a:pt x="2427097" y="416286"/>
                </a:lnTo>
                <a:cubicBezTo>
                  <a:pt x="2428398" y="416286"/>
                  <a:pt x="2429275" y="415442"/>
                  <a:pt x="2430589" y="415442"/>
                </a:cubicBezTo>
                <a:cubicBezTo>
                  <a:pt x="2431897" y="415442"/>
                  <a:pt x="2432773" y="415867"/>
                  <a:pt x="2434075" y="415867"/>
                </a:cubicBezTo>
                <a:cubicBezTo>
                  <a:pt x="2434736" y="410597"/>
                  <a:pt x="2434736" y="407530"/>
                  <a:pt x="2434958" y="402291"/>
                </a:cubicBezTo>
                <a:lnTo>
                  <a:pt x="2434958" y="398786"/>
                </a:lnTo>
                <a:cubicBezTo>
                  <a:pt x="2434958" y="397706"/>
                  <a:pt x="2435625" y="396373"/>
                  <a:pt x="2435840" y="395293"/>
                </a:cubicBezTo>
                <a:cubicBezTo>
                  <a:pt x="2436069" y="393979"/>
                  <a:pt x="2437574" y="393293"/>
                  <a:pt x="2437574" y="391769"/>
                </a:cubicBezTo>
                <a:cubicBezTo>
                  <a:pt x="2437574" y="390467"/>
                  <a:pt x="2437371" y="389369"/>
                  <a:pt x="2436704" y="388264"/>
                </a:cubicBezTo>
                <a:cubicBezTo>
                  <a:pt x="2436069" y="387197"/>
                  <a:pt x="2434551" y="387197"/>
                  <a:pt x="2433199" y="386518"/>
                </a:cubicBezTo>
                <a:cubicBezTo>
                  <a:pt x="2430799" y="385203"/>
                  <a:pt x="2428614" y="384778"/>
                  <a:pt x="2425788" y="384778"/>
                </a:cubicBezTo>
                <a:cubicBezTo>
                  <a:pt x="2422931" y="384778"/>
                  <a:pt x="2420734" y="384562"/>
                  <a:pt x="2418321" y="385635"/>
                </a:cubicBezTo>
                <a:cubicBezTo>
                  <a:pt x="2417013" y="386302"/>
                  <a:pt x="2417673" y="388264"/>
                  <a:pt x="2416581" y="389166"/>
                </a:cubicBezTo>
                <a:cubicBezTo>
                  <a:pt x="2415495" y="390048"/>
                  <a:pt x="2414403" y="390048"/>
                  <a:pt x="2412853" y="390048"/>
                </a:cubicBezTo>
                <a:lnTo>
                  <a:pt x="2400820" y="390048"/>
                </a:lnTo>
                <a:cubicBezTo>
                  <a:pt x="2402141" y="388061"/>
                  <a:pt x="2402325" y="385883"/>
                  <a:pt x="2404287" y="384778"/>
                </a:cubicBezTo>
                <a:cubicBezTo>
                  <a:pt x="2405399" y="384130"/>
                  <a:pt x="2406929" y="384562"/>
                  <a:pt x="2407812" y="383889"/>
                </a:cubicBezTo>
                <a:cubicBezTo>
                  <a:pt x="2408904" y="383247"/>
                  <a:pt x="2410225" y="382809"/>
                  <a:pt x="2411329" y="382155"/>
                </a:cubicBezTo>
                <a:cubicBezTo>
                  <a:pt x="2412199" y="381488"/>
                  <a:pt x="2410866" y="379729"/>
                  <a:pt x="2411329" y="378663"/>
                </a:cubicBezTo>
                <a:cubicBezTo>
                  <a:pt x="2408701" y="377583"/>
                  <a:pt x="2406929" y="376897"/>
                  <a:pt x="2404287" y="376021"/>
                </a:cubicBezTo>
                <a:cubicBezTo>
                  <a:pt x="2403011" y="375608"/>
                  <a:pt x="2402141" y="374700"/>
                  <a:pt x="2400820" y="374256"/>
                </a:cubicBezTo>
                <a:lnTo>
                  <a:pt x="2403449" y="371646"/>
                </a:lnTo>
                <a:lnTo>
                  <a:pt x="2418321" y="371646"/>
                </a:lnTo>
                <a:lnTo>
                  <a:pt x="2418321" y="381266"/>
                </a:lnTo>
                <a:lnTo>
                  <a:pt x="2432132" y="381266"/>
                </a:lnTo>
                <a:cubicBezTo>
                  <a:pt x="2433650" y="381266"/>
                  <a:pt x="2434736" y="381266"/>
                  <a:pt x="2435840" y="380390"/>
                </a:cubicBezTo>
                <a:cubicBezTo>
                  <a:pt x="2436933" y="379545"/>
                  <a:pt x="2436279" y="377583"/>
                  <a:pt x="2437574" y="376897"/>
                </a:cubicBezTo>
                <a:cubicBezTo>
                  <a:pt x="2440000" y="375812"/>
                  <a:pt x="2442190" y="376021"/>
                  <a:pt x="2445042" y="376021"/>
                </a:cubicBezTo>
                <a:lnTo>
                  <a:pt x="2449004" y="376021"/>
                </a:lnTo>
                <a:cubicBezTo>
                  <a:pt x="2452935" y="376269"/>
                  <a:pt x="2454655" y="379545"/>
                  <a:pt x="2458592" y="379545"/>
                </a:cubicBezTo>
                <a:cubicBezTo>
                  <a:pt x="2460771" y="379545"/>
                  <a:pt x="2462117" y="378663"/>
                  <a:pt x="2463882" y="377748"/>
                </a:cubicBezTo>
                <a:cubicBezTo>
                  <a:pt x="2465177" y="377107"/>
                  <a:pt x="2465374" y="375361"/>
                  <a:pt x="2466486" y="374256"/>
                </a:cubicBezTo>
                <a:cubicBezTo>
                  <a:pt x="2467819" y="372960"/>
                  <a:pt x="2469978" y="372770"/>
                  <a:pt x="2469978" y="370751"/>
                </a:cubicBezTo>
                <a:cubicBezTo>
                  <a:pt x="2469978" y="368579"/>
                  <a:pt x="2468454" y="367258"/>
                  <a:pt x="2467375" y="365531"/>
                </a:cubicBezTo>
                <a:cubicBezTo>
                  <a:pt x="2466270" y="363791"/>
                  <a:pt x="2465374" y="362445"/>
                  <a:pt x="2463882" y="361143"/>
                </a:cubicBezTo>
                <a:cubicBezTo>
                  <a:pt x="2462117" y="359613"/>
                  <a:pt x="2461018" y="357625"/>
                  <a:pt x="2458592" y="357625"/>
                </a:cubicBezTo>
                <a:cubicBezTo>
                  <a:pt x="2456643" y="357625"/>
                  <a:pt x="2455094" y="358057"/>
                  <a:pt x="2453360" y="358514"/>
                </a:cubicBezTo>
                <a:cubicBezTo>
                  <a:pt x="2452033" y="358724"/>
                  <a:pt x="2451150" y="360057"/>
                  <a:pt x="2449842" y="360260"/>
                </a:cubicBezTo>
                <a:cubicBezTo>
                  <a:pt x="2448763" y="360476"/>
                  <a:pt x="2447671" y="361143"/>
                  <a:pt x="2446350" y="361143"/>
                </a:cubicBezTo>
                <a:cubicBezTo>
                  <a:pt x="2445042" y="361143"/>
                  <a:pt x="2443930" y="360692"/>
                  <a:pt x="2442838" y="360260"/>
                </a:cubicBezTo>
                <a:cubicBezTo>
                  <a:pt x="2441295" y="359613"/>
                  <a:pt x="2440000" y="358940"/>
                  <a:pt x="2439346" y="357625"/>
                </a:cubicBezTo>
                <a:cubicBezTo>
                  <a:pt x="2438692" y="356336"/>
                  <a:pt x="2437574" y="355657"/>
                  <a:pt x="2437574" y="354145"/>
                </a:cubicBezTo>
                <a:cubicBezTo>
                  <a:pt x="2437574" y="351923"/>
                  <a:pt x="2439803" y="350627"/>
                  <a:pt x="2441975" y="350627"/>
                </a:cubicBezTo>
                <a:cubicBezTo>
                  <a:pt x="2443270" y="350627"/>
                  <a:pt x="2444159" y="351497"/>
                  <a:pt x="2445467" y="351497"/>
                </a:cubicBezTo>
                <a:cubicBezTo>
                  <a:pt x="2446769" y="351497"/>
                  <a:pt x="2447671" y="352399"/>
                  <a:pt x="2449004" y="352399"/>
                </a:cubicBezTo>
                <a:cubicBezTo>
                  <a:pt x="2451823" y="352583"/>
                  <a:pt x="2453563" y="352399"/>
                  <a:pt x="2456414" y="352399"/>
                </a:cubicBezTo>
                <a:cubicBezTo>
                  <a:pt x="2459253" y="352399"/>
                  <a:pt x="2461247" y="352831"/>
                  <a:pt x="2463882" y="352399"/>
                </a:cubicBezTo>
                <a:cubicBezTo>
                  <a:pt x="2465177" y="352183"/>
                  <a:pt x="2466054" y="351281"/>
                  <a:pt x="2467375" y="350627"/>
                </a:cubicBezTo>
                <a:lnTo>
                  <a:pt x="2470854" y="348900"/>
                </a:lnTo>
                <a:cubicBezTo>
                  <a:pt x="2472404" y="348233"/>
                  <a:pt x="2471737" y="345408"/>
                  <a:pt x="2473458" y="345408"/>
                </a:cubicBezTo>
                <a:cubicBezTo>
                  <a:pt x="2475020" y="345408"/>
                  <a:pt x="2475458" y="347129"/>
                  <a:pt x="2476988" y="347129"/>
                </a:cubicBezTo>
                <a:lnTo>
                  <a:pt x="2482684" y="347129"/>
                </a:lnTo>
                <a:cubicBezTo>
                  <a:pt x="2484856" y="347129"/>
                  <a:pt x="2486405" y="347567"/>
                  <a:pt x="2488380" y="347129"/>
                </a:cubicBezTo>
                <a:cubicBezTo>
                  <a:pt x="2489460" y="346913"/>
                  <a:pt x="2490781" y="346690"/>
                  <a:pt x="2491898" y="346259"/>
                </a:cubicBezTo>
                <a:cubicBezTo>
                  <a:pt x="2492952" y="345814"/>
                  <a:pt x="2492101" y="343839"/>
                  <a:pt x="2492768" y="342747"/>
                </a:cubicBezTo>
                <a:cubicBezTo>
                  <a:pt x="2490342" y="340347"/>
                  <a:pt x="2489022" y="338378"/>
                  <a:pt x="2485751" y="337496"/>
                </a:cubicBezTo>
                <a:cubicBezTo>
                  <a:pt x="2484659" y="337280"/>
                  <a:pt x="2483326" y="337718"/>
                  <a:pt x="2482259" y="337496"/>
                </a:cubicBezTo>
                <a:cubicBezTo>
                  <a:pt x="2480500" y="337038"/>
                  <a:pt x="2479389" y="335959"/>
                  <a:pt x="2477884" y="334867"/>
                </a:cubicBezTo>
                <a:cubicBezTo>
                  <a:pt x="2476119" y="333540"/>
                  <a:pt x="2474163" y="332682"/>
                  <a:pt x="2473458" y="330460"/>
                </a:cubicBezTo>
                <a:cubicBezTo>
                  <a:pt x="2473267" y="329393"/>
                  <a:pt x="2472607" y="328314"/>
                  <a:pt x="2472607" y="326993"/>
                </a:cubicBezTo>
                <a:cubicBezTo>
                  <a:pt x="2472607" y="325031"/>
                  <a:pt x="2473039" y="323926"/>
                  <a:pt x="2473039" y="321964"/>
                </a:cubicBezTo>
                <a:cubicBezTo>
                  <a:pt x="2473039" y="319773"/>
                  <a:pt x="2472607" y="318655"/>
                  <a:pt x="2472607" y="316477"/>
                </a:cubicBezTo>
                <a:cubicBezTo>
                  <a:pt x="2472607" y="315156"/>
                  <a:pt x="2473458" y="314325"/>
                  <a:pt x="2473458" y="313004"/>
                </a:cubicBezTo>
                <a:cubicBezTo>
                  <a:pt x="2473458" y="312102"/>
                  <a:pt x="2473039" y="311657"/>
                  <a:pt x="2473039" y="310800"/>
                </a:cubicBezTo>
                <a:cubicBezTo>
                  <a:pt x="2478760" y="310997"/>
                  <a:pt x="2481814" y="311232"/>
                  <a:pt x="2487498" y="310800"/>
                </a:cubicBezTo>
                <a:lnTo>
                  <a:pt x="2487498" y="300501"/>
                </a:lnTo>
                <a:cubicBezTo>
                  <a:pt x="2487498" y="295890"/>
                  <a:pt x="2482456" y="295243"/>
                  <a:pt x="2480500" y="291090"/>
                </a:cubicBezTo>
                <a:cubicBezTo>
                  <a:pt x="2480062" y="290004"/>
                  <a:pt x="2480722" y="288664"/>
                  <a:pt x="2480500" y="287610"/>
                </a:cubicBezTo>
                <a:cubicBezTo>
                  <a:pt x="2480284" y="285826"/>
                  <a:pt x="2479827" y="284346"/>
                  <a:pt x="2479617" y="282308"/>
                </a:cubicBezTo>
                <a:cubicBezTo>
                  <a:pt x="2475458" y="282308"/>
                  <a:pt x="2473267" y="283013"/>
                  <a:pt x="2469121" y="282308"/>
                </a:cubicBezTo>
                <a:cubicBezTo>
                  <a:pt x="2467375" y="282117"/>
                  <a:pt x="2466270" y="281698"/>
                  <a:pt x="2464746" y="281470"/>
                </a:cubicBezTo>
                <a:cubicBezTo>
                  <a:pt x="2463634" y="281254"/>
                  <a:pt x="2462339" y="280835"/>
                  <a:pt x="2461247" y="280574"/>
                </a:cubicBezTo>
                <a:cubicBezTo>
                  <a:pt x="2459939" y="280149"/>
                  <a:pt x="2459031" y="279488"/>
                  <a:pt x="2457723" y="278841"/>
                </a:cubicBezTo>
                <a:cubicBezTo>
                  <a:pt x="2456414" y="278187"/>
                  <a:pt x="2455322" y="277742"/>
                  <a:pt x="2454224" y="277082"/>
                </a:cubicBezTo>
                <a:cubicBezTo>
                  <a:pt x="2452935" y="276225"/>
                  <a:pt x="2452497" y="274916"/>
                  <a:pt x="2451601" y="273596"/>
                </a:cubicBezTo>
                <a:cubicBezTo>
                  <a:pt x="2450731" y="272033"/>
                  <a:pt x="2450731" y="270313"/>
                  <a:pt x="2450731" y="268325"/>
                </a:cubicBezTo>
                <a:cubicBezTo>
                  <a:pt x="2450731" y="267671"/>
                  <a:pt x="2450522" y="267023"/>
                  <a:pt x="2450731" y="266566"/>
                </a:cubicBezTo>
                <a:cubicBezTo>
                  <a:pt x="2451392" y="265252"/>
                  <a:pt x="2453144" y="265461"/>
                  <a:pt x="2454224" y="264820"/>
                </a:cubicBezTo>
                <a:cubicBezTo>
                  <a:pt x="2455519" y="263956"/>
                  <a:pt x="2455322" y="261969"/>
                  <a:pt x="2456853" y="261346"/>
                </a:cubicBezTo>
                <a:cubicBezTo>
                  <a:pt x="2457977" y="260902"/>
                  <a:pt x="2459253" y="261531"/>
                  <a:pt x="2460332" y="261346"/>
                </a:cubicBezTo>
                <a:cubicBezTo>
                  <a:pt x="2463228" y="260667"/>
                  <a:pt x="2465177" y="260667"/>
                  <a:pt x="2468225" y="260464"/>
                </a:cubicBezTo>
                <a:cubicBezTo>
                  <a:pt x="2469534" y="260464"/>
                  <a:pt x="2470416" y="259581"/>
                  <a:pt x="2471737" y="259581"/>
                </a:cubicBezTo>
                <a:lnTo>
                  <a:pt x="2478760" y="259581"/>
                </a:lnTo>
                <a:cubicBezTo>
                  <a:pt x="2481364" y="259581"/>
                  <a:pt x="2483326" y="259143"/>
                  <a:pt x="2485751" y="259581"/>
                </a:cubicBezTo>
                <a:cubicBezTo>
                  <a:pt x="2487282" y="259784"/>
                  <a:pt x="2487936" y="261346"/>
                  <a:pt x="2489244" y="262223"/>
                </a:cubicBezTo>
                <a:cubicBezTo>
                  <a:pt x="2491016" y="263302"/>
                  <a:pt x="2492768" y="264382"/>
                  <a:pt x="2492768" y="266566"/>
                </a:cubicBezTo>
                <a:lnTo>
                  <a:pt x="2492768" y="268325"/>
                </a:lnTo>
                <a:cubicBezTo>
                  <a:pt x="2492952" y="269887"/>
                  <a:pt x="2491447" y="270522"/>
                  <a:pt x="2491016" y="271811"/>
                </a:cubicBezTo>
                <a:cubicBezTo>
                  <a:pt x="2490342" y="273799"/>
                  <a:pt x="2488380" y="274916"/>
                  <a:pt x="2488380" y="277082"/>
                </a:cubicBezTo>
                <a:cubicBezTo>
                  <a:pt x="2488380" y="282555"/>
                  <a:pt x="2490342" y="285407"/>
                  <a:pt x="2492768" y="290226"/>
                </a:cubicBezTo>
                <a:lnTo>
                  <a:pt x="2497156" y="288467"/>
                </a:lnTo>
                <a:lnTo>
                  <a:pt x="2497156" y="260464"/>
                </a:lnTo>
                <a:cubicBezTo>
                  <a:pt x="2498007" y="259143"/>
                  <a:pt x="2498655" y="258273"/>
                  <a:pt x="2499766" y="256940"/>
                </a:cubicBezTo>
                <a:cubicBezTo>
                  <a:pt x="2500833" y="255644"/>
                  <a:pt x="2503233" y="255435"/>
                  <a:pt x="2503233" y="253434"/>
                </a:cubicBezTo>
                <a:lnTo>
                  <a:pt x="2503233" y="251694"/>
                </a:lnTo>
                <a:cubicBezTo>
                  <a:pt x="2503233" y="249701"/>
                  <a:pt x="2501728" y="248843"/>
                  <a:pt x="2500649" y="247307"/>
                </a:cubicBezTo>
                <a:cubicBezTo>
                  <a:pt x="2499290" y="245554"/>
                  <a:pt x="2498655" y="242938"/>
                  <a:pt x="2496242" y="242938"/>
                </a:cubicBezTo>
                <a:cubicBezTo>
                  <a:pt x="2494286" y="242938"/>
                  <a:pt x="2492768" y="243351"/>
                  <a:pt x="2491016" y="243808"/>
                </a:cubicBezTo>
                <a:cubicBezTo>
                  <a:pt x="2489714" y="244049"/>
                  <a:pt x="2488793" y="245357"/>
                  <a:pt x="2487498" y="245554"/>
                </a:cubicBezTo>
                <a:cubicBezTo>
                  <a:pt x="2485313" y="245992"/>
                  <a:pt x="2483992" y="245554"/>
                  <a:pt x="2481592" y="245554"/>
                </a:cubicBezTo>
                <a:lnTo>
                  <a:pt x="2476119" y="245554"/>
                </a:lnTo>
                <a:cubicBezTo>
                  <a:pt x="2474366" y="245554"/>
                  <a:pt x="2473458" y="244690"/>
                  <a:pt x="2471737" y="244690"/>
                </a:cubicBezTo>
                <a:cubicBezTo>
                  <a:pt x="2470632" y="244690"/>
                  <a:pt x="2470207" y="245129"/>
                  <a:pt x="2469121" y="245129"/>
                </a:cubicBezTo>
                <a:lnTo>
                  <a:pt x="2469121" y="234168"/>
                </a:lnTo>
                <a:cubicBezTo>
                  <a:pt x="2470416" y="234168"/>
                  <a:pt x="2471521" y="233311"/>
                  <a:pt x="2472607" y="233311"/>
                </a:cubicBezTo>
                <a:cubicBezTo>
                  <a:pt x="2473909" y="233533"/>
                  <a:pt x="2474588" y="235070"/>
                  <a:pt x="2476119" y="235070"/>
                </a:cubicBezTo>
                <a:lnTo>
                  <a:pt x="2479389" y="235070"/>
                </a:lnTo>
                <a:cubicBezTo>
                  <a:pt x="2482259" y="235070"/>
                  <a:pt x="2483992" y="234835"/>
                  <a:pt x="2486634" y="234168"/>
                </a:cubicBezTo>
                <a:cubicBezTo>
                  <a:pt x="2488164" y="233749"/>
                  <a:pt x="2488793" y="232206"/>
                  <a:pt x="2490114" y="231552"/>
                </a:cubicBezTo>
                <a:cubicBezTo>
                  <a:pt x="2489244" y="230231"/>
                  <a:pt x="2488590" y="229381"/>
                  <a:pt x="2487498" y="228060"/>
                </a:cubicBezTo>
                <a:cubicBezTo>
                  <a:pt x="2486405" y="226739"/>
                  <a:pt x="2485980" y="224751"/>
                  <a:pt x="2483992" y="224555"/>
                </a:cubicBezTo>
                <a:cubicBezTo>
                  <a:pt x="2481364" y="224351"/>
                  <a:pt x="2479389" y="225875"/>
                  <a:pt x="2476988" y="225431"/>
                </a:cubicBezTo>
                <a:cubicBezTo>
                  <a:pt x="2475458" y="225170"/>
                  <a:pt x="2475020" y="223227"/>
                  <a:pt x="2473458" y="222789"/>
                </a:cubicBezTo>
                <a:cubicBezTo>
                  <a:pt x="2472404" y="222567"/>
                  <a:pt x="2471077" y="222148"/>
                  <a:pt x="2469978" y="221926"/>
                </a:cubicBezTo>
                <a:cubicBezTo>
                  <a:pt x="2468886" y="221722"/>
                  <a:pt x="2467819" y="221926"/>
                  <a:pt x="2466486" y="221926"/>
                </a:cubicBezTo>
                <a:cubicBezTo>
                  <a:pt x="2464295" y="221722"/>
                  <a:pt x="2463228" y="220179"/>
                  <a:pt x="2461018" y="220179"/>
                </a:cubicBezTo>
                <a:cubicBezTo>
                  <a:pt x="2457723" y="220179"/>
                  <a:pt x="2455773" y="220821"/>
                  <a:pt x="2452497" y="221062"/>
                </a:cubicBezTo>
                <a:cubicBezTo>
                  <a:pt x="2452497" y="223443"/>
                  <a:pt x="2452935" y="224751"/>
                  <a:pt x="2452497" y="227152"/>
                </a:cubicBezTo>
                <a:cubicBezTo>
                  <a:pt x="2452242" y="228714"/>
                  <a:pt x="2451392" y="229381"/>
                  <a:pt x="2450731" y="230670"/>
                </a:cubicBezTo>
                <a:cubicBezTo>
                  <a:pt x="2449633" y="230460"/>
                  <a:pt x="2448090" y="231324"/>
                  <a:pt x="2447201" y="230670"/>
                </a:cubicBezTo>
                <a:cubicBezTo>
                  <a:pt x="2445912" y="229603"/>
                  <a:pt x="2444578" y="229381"/>
                  <a:pt x="2443721" y="228060"/>
                </a:cubicBezTo>
                <a:cubicBezTo>
                  <a:pt x="2443067" y="226980"/>
                  <a:pt x="2443721" y="225875"/>
                  <a:pt x="2443721" y="224555"/>
                </a:cubicBezTo>
                <a:cubicBezTo>
                  <a:pt x="2443721" y="221926"/>
                  <a:pt x="2443721" y="219754"/>
                  <a:pt x="2444578" y="217570"/>
                </a:cubicBezTo>
                <a:cubicBezTo>
                  <a:pt x="2445042" y="216217"/>
                  <a:pt x="2445467" y="215150"/>
                  <a:pt x="2446350" y="214045"/>
                </a:cubicBezTo>
                <a:cubicBezTo>
                  <a:pt x="2447010" y="213163"/>
                  <a:pt x="2449201" y="214045"/>
                  <a:pt x="2449842" y="213163"/>
                </a:cubicBezTo>
                <a:cubicBezTo>
                  <a:pt x="2450941" y="211861"/>
                  <a:pt x="2451823" y="211220"/>
                  <a:pt x="2452497" y="209664"/>
                </a:cubicBezTo>
                <a:cubicBezTo>
                  <a:pt x="2452935" y="208559"/>
                  <a:pt x="2452497" y="207479"/>
                  <a:pt x="2452497" y="206152"/>
                </a:cubicBezTo>
                <a:cubicBezTo>
                  <a:pt x="2452681" y="203530"/>
                  <a:pt x="2452497" y="201777"/>
                  <a:pt x="2452497" y="199161"/>
                </a:cubicBezTo>
                <a:cubicBezTo>
                  <a:pt x="2452681" y="195668"/>
                  <a:pt x="2453792" y="193033"/>
                  <a:pt x="2454224" y="189503"/>
                </a:cubicBezTo>
                <a:lnTo>
                  <a:pt x="2464746" y="189503"/>
                </a:lnTo>
                <a:cubicBezTo>
                  <a:pt x="2464746" y="186010"/>
                  <a:pt x="2464295" y="183178"/>
                  <a:pt x="2466486" y="180778"/>
                </a:cubicBezTo>
                <a:cubicBezTo>
                  <a:pt x="2467375" y="179666"/>
                  <a:pt x="2467819" y="178130"/>
                  <a:pt x="2469121" y="177234"/>
                </a:cubicBezTo>
                <a:cubicBezTo>
                  <a:pt x="2471077" y="175945"/>
                  <a:pt x="2473725" y="176618"/>
                  <a:pt x="2476119" y="176390"/>
                </a:cubicBezTo>
                <a:lnTo>
                  <a:pt x="2479617" y="176390"/>
                </a:lnTo>
                <a:cubicBezTo>
                  <a:pt x="2481135" y="176161"/>
                  <a:pt x="2481592" y="174428"/>
                  <a:pt x="2483123" y="173767"/>
                </a:cubicBezTo>
                <a:cubicBezTo>
                  <a:pt x="2482913" y="172478"/>
                  <a:pt x="2482456" y="171557"/>
                  <a:pt x="2482259" y="170268"/>
                </a:cubicBezTo>
                <a:cubicBezTo>
                  <a:pt x="2482018" y="168300"/>
                  <a:pt x="2481364" y="166985"/>
                  <a:pt x="2481364" y="165023"/>
                </a:cubicBezTo>
                <a:cubicBezTo>
                  <a:pt x="2481364" y="162820"/>
                  <a:pt x="2482913" y="161499"/>
                  <a:pt x="2483992" y="159765"/>
                </a:cubicBezTo>
                <a:cubicBezTo>
                  <a:pt x="2484659" y="158451"/>
                  <a:pt x="2485751" y="157594"/>
                  <a:pt x="2486634" y="156273"/>
                </a:cubicBezTo>
                <a:cubicBezTo>
                  <a:pt x="2487282" y="155136"/>
                  <a:pt x="2487726" y="153854"/>
                  <a:pt x="2488380" y="152742"/>
                </a:cubicBezTo>
                <a:cubicBezTo>
                  <a:pt x="2489244" y="151453"/>
                  <a:pt x="2490590" y="150996"/>
                  <a:pt x="2491898" y="150113"/>
                </a:cubicBezTo>
                <a:cubicBezTo>
                  <a:pt x="2494286" y="148367"/>
                  <a:pt x="2496045" y="147065"/>
                  <a:pt x="2498871" y="146621"/>
                </a:cubicBezTo>
                <a:cubicBezTo>
                  <a:pt x="2502808" y="145961"/>
                  <a:pt x="2505449" y="148367"/>
                  <a:pt x="2509399" y="147504"/>
                </a:cubicBezTo>
                <a:cubicBezTo>
                  <a:pt x="2510491" y="147288"/>
                  <a:pt x="2512009" y="147288"/>
                  <a:pt x="2512898" y="146621"/>
                </a:cubicBezTo>
                <a:cubicBezTo>
                  <a:pt x="2513990" y="145726"/>
                  <a:pt x="2513990" y="144430"/>
                  <a:pt x="2514638" y="143148"/>
                </a:cubicBezTo>
                <a:cubicBezTo>
                  <a:pt x="2515088" y="142011"/>
                  <a:pt x="2515088" y="140722"/>
                  <a:pt x="2515520" y="139642"/>
                </a:cubicBezTo>
                <a:cubicBezTo>
                  <a:pt x="2516155" y="138302"/>
                  <a:pt x="2516403" y="137223"/>
                  <a:pt x="2517273" y="136118"/>
                </a:cubicBezTo>
                <a:cubicBezTo>
                  <a:pt x="2518143" y="135039"/>
                  <a:pt x="2519464" y="135039"/>
                  <a:pt x="2520784" y="134353"/>
                </a:cubicBezTo>
                <a:cubicBezTo>
                  <a:pt x="2522073" y="133699"/>
                  <a:pt x="2522950" y="132835"/>
                  <a:pt x="2524271" y="132619"/>
                </a:cubicBezTo>
                <a:cubicBezTo>
                  <a:pt x="2525369" y="132403"/>
                  <a:pt x="2526671" y="132619"/>
                  <a:pt x="2527769" y="132619"/>
                </a:cubicBezTo>
                <a:cubicBezTo>
                  <a:pt x="2528874" y="132619"/>
                  <a:pt x="2530182" y="131927"/>
                  <a:pt x="2531275" y="131743"/>
                </a:cubicBezTo>
                <a:cubicBezTo>
                  <a:pt x="2532386" y="131527"/>
                  <a:pt x="2533694" y="131927"/>
                  <a:pt x="2534786" y="131743"/>
                </a:cubicBezTo>
                <a:cubicBezTo>
                  <a:pt x="2536329" y="131311"/>
                  <a:pt x="2536094" y="129127"/>
                  <a:pt x="2537396" y="128244"/>
                </a:cubicBezTo>
                <a:lnTo>
                  <a:pt x="2536513" y="124091"/>
                </a:lnTo>
                <a:lnTo>
                  <a:pt x="2504154" y="124091"/>
                </a:lnTo>
                <a:lnTo>
                  <a:pt x="2495384" y="122104"/>
                </a:lnTo>
                <a:cubicBezTo>
                  <a:pt x="2498458" y="121450"/>
                  <a:pt x="2500407" y="121450"/>
                  <a:pt x="2503233" y="120345"/>
                </a:cubicBezTo>
                <a:cubicBezTo>
                  <a:pt x="2507176" y="118821"/>
                  <a:pt x="2508510" y="114217"/>
                  <a:pt x="2512898" y="114217"/>
                </a:cubicBezTo>
                <a:cubicBezTo>
                  <a:pt x="2515088" y="114217"/>
                  <a:pt x="2516155" y="115112"/>
                  <a:pt x="2518143" y="115982"/>
                </a:cubicBezTo>
                <a:cubicBezTo>
                  <a:pt x="2519902" y="116605"/>
                  <a:pt x="2520581" y="118414"/>
                  <a:pt x="2522518" y="118624"/>
                </a:cubicBezTo>
                <a:cubicBezTo>
                  <a:pt x="2524048" y="118821"/>
                  <a:pt x="2524944" y="118624"/>
                  <a:pt x="2526487" y="118624"/>
                </a:cubicBezTo>
                <a:lnTo>
                  <a:pt x="2530436" y="118624"/>
                </a:lnTo>
                <a:cubicBezTo>
                  <a:pt x="2531713" y="118624"/>
                  <a:pt x="2532583" y="117741"/>
                  <a:pt x="2533929" y="117741"/>
                </a:cubicBezTo>
                <a:cubicBezTo>
                  <a:pt x="2535224" y="117741"/>
                  <a:pt x="2536329" y="117938"/>
                  <a:pt x="2537396" y="117741"/>
                </a:cubicBezTo>
                <a:cubicBezTo>
                  <a:pt x="2538958" y="117500"/>
                  <a:pt x="2540266" y="117316"/>
                  <a:pt x="2541765" y="116878"/>
                </a:cubicBezTo>
                <a:cubicBezTo>
                  <a:pt x="2543314" y="116433"/>
                  <a:pt x="2543314" y="114217"/>
                  <a:pt x="2544419" y="113366"/>
                </a:cubicBezTo>
                <a:cubicBezTo>
                  <a:pt x="2545486" y="112490"/>
                  <a:pt x="2545937" y="111169"/>
                  <a:pt x="2547048" y="109861"/>
                </a:cubicBezTo>
                <a:cubicBezTo>
                  <a:pt x="2548559" y="108089"/>
                  <a:pt x="2549664" y="107010"/>
                  <a:pt x="2551398" y="105498"/>
                </a:cubicBezTo>
                <a:cubicBezTo>
                  <a:pt x="2552490" y="104590"/>
                  <a:pt x="2552490" y="102419"/>
                  <a:pt x="2554039" y="101980"/>
                </a:cubicBezTo>
                <a:cubicBezTo>
                  <a:pt x="2556452" y="101085"/>
                  <a:pt x="2558408" y="101085"/>
                  <a:pt x="2561062" y="101085"/>
                </a:cubicBezTo>
                <a:lnTo>
                  <a:pt x="2564530" y="101085"/>
                </a:lnTo>
                <a:cubicBezTo>
                  <a:pt x="2570016" y="101085"/>
                  <a:pt x="2573293" y="100869"/>
                  <a:pt x="2578557" y="100222"/>
                </a:cubicBezTo>
                <a:cubicBezTo>
                  <a:pt x="2579668" y="100222"/>
                  <a:pt x="2580976" y="99555"/>
                  <a:pt x="2582068" y="99358"/>
                </a:cubicBezTo>
                <a:cubicBezTo>
                  <a:pt x="2583148" y="99123"/>
                  <a:pt x="2584469" y="98932"/>
                  <a:pt x="2585561" y="98482"/>
                </a:cubicBezTo>
                <a:cubicBezTo>
                  <a:pt x="2587307" y="97840"/>
                  <a:pt x="2588190" y="96539"/>
                  <a:pt x="2589072" y="94983"/>
                </a:cubicBezTo>
                <a:cubicBezTo>
                  <a:pt x="2589949" y="93630"/>
                  <a:pt x="2591250" y="92989"/>
                  <a:pt x="2591701" y="91478"/>
                </a:cubicBezTo>
                <a:cubicBezTo>
                  <a:pt x="2592362" y="89052"/>
                  <a:pt x="2592571" y="87071"/>
                  <a:pt x="2592571" y="84454"/>
                </a:cubicBezTo>
                <a:cubicBezTo>
                  <a:pt x="2592571" y="81845"/>
                  <a:pt x="2592571" y="79216"/>
                  <a:pt x="2590787" y="77438"/>
                </a:cubicBezTo>
                <a:cubicBezTo>
                  <a:pt x="2589949" y="76593"/>
                  <a:pt x="2588628" y="76149"/>
                  <a:pt x="2587307" y="75711"/>
                </a:cubicBezTo>
                <a:cubicBezTo>
                  <a:pt x="2584710" y="74606"/>
                  <a:pt x="2582519" y="74822"/>
                  <a:pt x="2579439" y="74822"/>
                </a:cubicBezTo>
                <a:cubicBezTo>
                  <a:pt x="2576360" y="74822"/>
                  <a:pt x="2574404" y="75037"/>
                  <a:pt x="2571559" y="75711"/>
                </a:cubicBezTo>
                <a:cubicBezTo>
                  <a:pt x="2569800" y="76149"/>
                  <a:pt x="2568936" y="77895"/>
                  <a:pt x="2567171" y="78327"/>
                </a:cubicBezTo>
                <a:cubicBezTo>
                  <a:pt x="2564771" y="78974"/>
                  <a:pt x="2562783" y="79216"/>
                  <a:pt x="2560173" y="79216"/>
                </a:cubicBezTo>
                <a:cubicBezTo>
                  <a:pt x="2557119" y="79216"/>
                  <a:pt x="2555144" y="78549"/>
                  <a:pt x="2552293" y="77438"/>
                </a:cubicBezTo>
                <a:cubicBezTo>
                  <a:pt x="2550769" y="77031"/>
                  <a:pt x="2549448" y="76149"/>
                  <a:pt x="2547905" y="75711"/>
                </a:cubicBezTo>
                <a:lnTo>
                  <a:pt x="2542679" y="73939"/>
                </a:lnTo>
                <a:cubicBezTo>
                  <a:pt x="2541104" y="73507"/>
                  <a:pt x="2540025" y="72186"/>
                  <a:pt x="2538279" y="72186"/>
                </a:cubicBezTo>
                <a:cubicBezTo>
                  <a:pt x="2535224" y="72186"/>
                  <a:pt x="2533249" y="73723"/>
                  <a:pt x="2530436" y="73939"/>
                </a:cubicBezTo>
                <a:cubicBezTo>
                  <a:pt x="2528874" y="74161"/>
                  <a:pt x="2527554" y="73723"/>
                  <a:pt x="2526036" y="73939"/>
                </a:cubicBezTo>
                <a:cubicBezTo>
                  <a:pt x="2523185" y="74161"/>
                  <a:pt x="2520994" y="74822"/>
                  <a:pt x="2518143" y="75711"/>
                </a:cubicBezTo>
                <a:cubicBezTo>
                  <a:pt x="2516593" y="76149"/>
                  <a:pt x="2515952" y="77438"/>
                  <a:pt x="2514638" y="78327"/>
                </a:cubicBezTo>
                <a:cubicBezTo>
                  <a:pt x="2513329" y="79216"/>
                  <a:pt x="2511825" y="79648"/>
                  <a:pt x="2511126" y="80962"/>
                </a:cubicBezTo>
                <a:cubicBezTo>
                  <a:pt x="2509818" y="83388"/>
                  <a:pt x="2509818" y="85553"/>
                  <a:pt x="2508510" y="87960"/>
                </a:cubicBezTo>
                <a:cubicBezTo>
                  <a:pt x="2507849" y="89280"/>
                  <a:pt x="2507849" y="90779"/>
                  <a:pt x="2506770" y="91478"/>
                </a:cubicBezTo>
                <a:cubicBezTo>
                  <a:pt x="2505875" y="92113"/>
                  <a:pt x="2504357" y="92113"/>
                  <a:pt x="2503233" y="92341"/>
                </a:cubicBezTo>
                <a:cubicBezTo>
                  <a:pt x="2500407" y="92989"/>
                  <a:pt x="2498458" y="92113"/>
                  <a:pt x="2495384" y="92341"/>
                </a:cubicBezTo>
                <a:cubicBezTo>
                  <a:pt x="2492533" y="92563"/>
                  <a:pt x="2490781" y="93230"/>
                  <a:pt x="2487936" y="93230"/>
                </a:cubicBezTo>
                <a:cubicBezTo>
                  <a:pt x="2485104" y="93230"/>
                  <a:pt x="2482913" y="93446"/>
                  <a:pt x="2480500" y="92341"/>
                </a:cubicBezTo>
                <a:cubicBezTo>
                  <a:pt x="2478963" y="91662"/>
                  <a:pt x="2479205" y="89731"/>
                  <a:pt x="2477884" y="88836"/>
                </a:cubicBezTo>
                <a:cubicBezTo>
                  <a:pt x="2475020" y="86874"/>
                  <a:pt x="2472150" y="87960"/>
                  <a:pt x="2468670" y="87960"/>
                </a:cubicBezTo>
                <a:cubicBezTo>
                  <a:pt x="2466486" y="87960"/>
                  <a:pt x="2464949" y="87071"/>
                  <a:pt x="2462961" y="87960"/>
                </a:cubicBezTo>
                <a:cubicBezTo>
                  <a:pt x="2460136" y="89280"/>
                  <a:pt x="2458827" y="91662"/>
                  <a:pt x="2456853" y="94068"/>
                </a:cubicBezTo>
                <a:cubicBezTo>
                  <a:pt x="2455995" y="95205"/>
                  <a:pt x="2456179" y="96697"/>
                  <a:pt x="2455094" y="97580"/>
                </a:cubicBezTo>
                <a:cubicBezTo>
                  <a:pt x="2453989" y="98482"/>
                  <a:pt x="2452935" y="98932"/>
                  <a:pt x="2451601" y="99358"/>
                </a:cubicBezTo>
                <a:cubicBezTo>
                  <a:pt x="2450522" y="99555"/>
                  <a:pt x="2449410" y="99358"/>
                  <a:pt x="2448090" y="99358"/>
                </a:cubicBezTo>
                <a:cubicBezTo>
                  <a:pt x="2445042" y="99555"/>
                  <a:pt x="2443270" y="99123"/>
                  <a:pt x="2440216" y="99358"/>
                </a:cubicBezTo>
                <a:cubicBezTo>
                  <a:pt x="2437574" y="99555"/>
                  <a:pt x="2435625" y="100222"/>
                  <a:pt x="2433199" y="101085"/>
                </a:cubicBezTo>
                <a:cubicBezTo>
                  <a:pt x="2431662" y="101542"/>
                  <a:pt x="2431224" y="103289"/>
                  <a:pt x="2429706" y="103727"/>
                </a:cubicBezTo>
                <a:cubicBezTo>
                  <a:pt x="2426842" y="104832"/>
                  <a:pt x="2424677" y="104590"/>
                  <a:pt x="2421839" y="105498"/>
                </a:cubicBezTo>
                <a:cubicBezTo>
                  <a:pt x="2420289" y="105930"/>
                  <a:pt x="2419654" y="107232"/>
                  <a:pt x="2418321" y="108089"/>
                </a:cubicBezTo>
                <a:cubicBezTo>
                  <a:pt x="2416581" y="109423"/>
                  <a:pt x="2415273" y="110077"/>
                  <a:pt x="2413939" y="111601"/>
                </a:cubicBezTo>
                <a:cubicBezTo>
                  <a:pt x="2411545" y="114452"/>
                  <a:pt x="2412199" y="118624"/>
                  <a:pt x="2408701" y="120345"/>
                </a:cubicBezTo>
                <a:cubicBezTo>
                  <a:pt x="2407367" y="121024"/>
                  <a:pt x="2406745" y="122104"/>
                  <a:pt x="2405208" y="122104"/>
                </a:cubicBezTo>
                <a:cubicBezTo>
                  <a:pt x="2403678" y="122104"/>
                  <a:pt x="2403240" y="120554"/>
                  <a:pt x="2401703" y="120345"/>
                </a:cubicBezTo>
                <a:cubicBezTo>
                  <a:pt x="2402566" y="119278"/>
                  <a:pt x="2402325" y="117938"/>
                  <a:pt x="2403449" y="116878"/>
                </a:cubicBezTo>
                <a:cubicBezTo>
                  <a:pt x="2404560" y="115754"/>
                  <a:pt x="2406046" y="116192"/>
                  <a:pt x="2406929" y="115112"/>
                </a:cubicBezTo>
                <a:cubicBezTo>
                  <a:pt x="2407812" y="113995"/>
                  <a:pt x="2408040" y="112674"/>
                  <a:pt x="2408701" y="111601"/>
                </a:cubicBezTo>
                <a:cubicBezTo>
                  <a:pt x="2409558" y="110286"/>
                  <a:pt x="2410663" y="109423"/>
                  <a:pt x="2411329" y="108089"/>
                </a:cubicBezTo>
                <a:cubicBezTo>
                  <a:pt x="2412631" y="105695"/>
                  <a:pt x="2413279" y="102622"/>
                  <a:pt x="2415717" y="101085"/>
                </a:cubicBezTo>
                <a:cubicBezTo>
                  <a:pt x="2416581" y="100660"/>
                  <a:pt x="2418105" y="101542"/>
                  <a:pt x="2419184" y="101085"/>
                </a:cubicBezTo>
                <a:cubicBezTo>
                  <a:pt x="2421401" y="100222"/>
                  <a:pt x="2422690" y="99358"/>
                  <a:pt x="2424893" y="98482"/>
                </a:cubicBezTo>
                <a:cubicBezTo>
                  <a:pt x="2424893" y="97154"/>
                  <a:pt x="2424455" y="96272"/>
                  <a:pt x="2424455" y="94983"/>
                </a:cubicBezTo>
                <a:lnTo>
                  <a:pt x="2424455" y="87071"/>
                </a:lnTo>
                <a:cubicBezTo>
                  <a:pt x="2425788" y="86423"/>
                  <a:pt x="2427293" y="84232"/>
                  <a:pt x="2428824" y="83591"/>
                </a:cubicBezTo>
                <a:cubicBezTo>
                  <a:pt x="2429948" y="83127"/>
                  <a:pt x="2431446" y="83388"/>
                  <a:pt x="2432335" y="82683"/>
                </a:cubicBezTo>
                <a:cubicBezTo>
                  <a:pt x="2433650" y="81845"/>
                  <a:pt x="2435174" y="81394"/>
                  <a:pt x="2435840" y="80079"/>
                </a:cubicBezTo>
                <a:cubicBezTo>
                  <a:pt x="2436507" y="78974"/>
                  <a:pt x="2435840" y="77895"/>
                  <a:pt x="2435840" y="76593"/>
                </a:cubicBezTo>
                <a:cubicBezTo>
                  <a:pt x="2435840" y="75285"/>
                  <a:pt x="2436069" y="74161"/>
                  <a:pt x="2435840" y="73101"/>
                </a:cubicBezTo>
                <a:cubicBezTo>
                  <a:pt x="2435625" y="71780"/>
                  <a:pt x="2434736" y="70681"/>
                  <a:pt x="2434075" y="69576"/>
                </a:cubicBezTo>
                <a:cubicBezTo>
                  <a:pt x="2433199" y="68256"/>
                  <a:pt x="2432773" y="66706"/>
                  <a:pt x="2431446" y="66052"/>
                </a:cubicBezTo>
                <a:cubicBezTo>
                  <a:pt x="2430373" y="65411"/>
                  <a:pt x="2429275" y="66052"/>
                  <a:pt x="2427985" y="66052"/>
                </a:cubicBezTo>
                <a:lnTo>
                  <a:pt x="2424455" y="66052"/>
                </a:lnTo>
                <a:cubicBezTo>
                  <a:pt x="2423159" y="66052"/>
                  <a:pt x="2422251" y="66941"/>
                  <a:pt x="2420943" y="66941"/>
                </a:cubicBezTo>
                <a:cubicBezTo>
                  <a:pt x="2417451" y="67182"/>
                  <a:pt x="2415717" y="66706"/>
                  <a:pt x="2412199" y="66941"/>
                </a:cubicBezTo>
                <a:cubicBezTo>
                  <a:pt x="2410866" y="66941"/>
                  <a:pt x="2410009" y="67837"/>
                  <a:pt x="2408701" y="67837"/>
                </a:cubicBezTo>
                <a:cubicBezTo>
                  <a:pt x="2404287" y="68052"/>
                  <a:pt x="2401703" y="68052"/>
                  <a:pt x="2397328" y="67837"/>
                </a:cubicBezTo>
                <a:cubicBezTo>
                  <a:pt x="2395556" y="67837"/>
                  <a:pt x="2394477" y="66522"/>
                  <a:pt x="2392914" y="66287"/>
                </a:cubicBezTo>
                <a:cubicBezTo>
                  <a:pt x="2392914" y="70681"/>
                  <a:pt x="2393168" y="73101"/>
                  <a:pt x="2392914" y="77438"/>
                </a:cubicBezTo>
                <a:cubicBezTo>
                  <a:pt x="2392914" y="78759"/>
                  <a:pt x="2392076" y="79648"/>
                  <a:pt x="2392076" y="80962"/>
                </a:cubicBezTo>
                <a:cubicBezTo>
                  <a:pt x="2392076" y="82067"/>
                  <a:pt x="2392914" y="82683"/>
                  <a:pt x="2392914" y="83819"/>
                </a:cubicBezTo>
                <a:cubicBezTo>
                  <a:pt x="2391181" y="83819"/>
                  <a:pt x="2390330" y="85312"/>
                  <a:pt x="2388533" y="85312"/>
                </a:cubicBezTo>
                <a:cubicBezTo>
                  <a:pt x="2386793" y="85312"/>
                  <a:pt x="2385929" y="83819"/>
                  <a:pt x="2384183" y="83591"/>
                </a:cubicBezTo>
                <a:cubicBezTo>
                  <a:pt x="2381783" y="83388"/>
                  <a:pt x="2380475" y="83591"/>
                  <a:pt x="2378049" y="83591"/>
                </a:cubicBezTo>
                <a:cubicBezTo>
                  <a:pt x="2375617" y="83591"/>
                  <a:pt x="2374112" y="83127"/>
                  <a:pt x="2371928" y="83591"/>
                </a:cubicBezTo>
                <a:cubicBezTo>
                  <a:pt x="2369089" y="84232"/>
                  <a:pt x="2367527" y="85991"/>
                  <a:pt x="2364930" y="87071"/>
                </a:cubicBezTo>
                <a:cubicBezTo>
                  <a:pt x="2363819" y="87534"/>
                  <a:pt x="2362498" y="87534"/>
                  <a:pt x="2361418" y="87960"/>
                </a:cubicBezTo>
                <a:cubicBezTo>
                  <a:pt x="2359888" y="88391"/>
                  <a:pt x="2359431" y="89941"/>
                  <a:pt x="2357926" y="90563"/>
                </a:cubicBezTo>
                <a:cubicBezTo>
                  <a:pt x="2356827" y="91033"/>
                  <a:pt x="2355507" y="90379"/>
                  <a:pt x="2354402" y="90563"/>
                </a:cubicBezTo>
                <a:cubicBezTo>
                  <a:pt x="2354605" y="89465"/>
                  <a:pt x="2355100" y="88163"/>
                  <a:pt x="2355272" y="87071"/>
                </a:cubicBezTo>
                <a:cubicBezTo>
                  <a:pt x="2355716" y="85769"/>
                  <a:pt x="2356618" y="84893"/>
                  <a:pt x="2357043" y="83591"/>
                </a:cubicBezTo>
                <a:cubicBezTo>
                  <a:pt x="2357488" y="82067"/>
                  <a:pt x="2357488" y="80079"/>
                  <a:pt x="2358796" y="79216"/>
                </a:cubicBezTo>
                <a:cubicBezTo>
                  <a:pt x="2360129" y="78327"/>
                  <a:pt x="2360745" y="76809"/>
                  <a:pt x="2362276" y="76593"/>
                </a:cubicBezTo>
                <a:lnTo>
                  <a:pt x="2365775" y="76593"/>
                </a:lnTo>
                <a:cubicBezTo>
                  <a:pt x="2368848" y="76352"/>
                  <a:pt x="2370632" y="76593"/>
                  <a:pt x="2373661" y="76593"/>
                </a:cubicBezTo>
                <a:cubicBezTo>
                  <a:pt x="2376303" y="76593"/>
                  <a:pt x="2378271" y="76352"/>
                  <a:pt x="2380659" y="75711"/>
                </a:cubicBezTo>
                <a:cubicBezTo>
                  <a:pt x="2382221" y="75285"/>
                  <a:pt x="2382875" y="73723"/>
                  <a:pt x="2384183" y="73101"/>
                </a:cubicBezTo>
                <a:lnTo>
                  <a:pt x="2383313" y="69576"/>
                </a:lnTo>
                <a:cubicBezTo>
                  <a:pt x="2381967" y="69361"/>
                  <a:pt x="2381357" y="68052"/>
                  <a:pt x="2379802" y="67837"/>
                </a:cubicBezTo>
                <a:cubicBezTo>
                  <a:pt x="2378049" y="67627"/>
                  <a:pt x="2377166" y="68052"/>
                  <a:pt x="2375407" y="67837"/>
                </a:cubicBezTo>
                <a:cubicBezTo>
                  <a:pt x="2373261" y="67627"/>
                  <a:pt x="2371928" y="66941"/>
                  <a:pt x="2369731" y="66941"/>
                </a:cubicBezTo>
                <a:cubicBezTo>
                  <a:pt x="2364270" y="66941"/>
                  <a:pt x="2361615" y="68935"/>
                  <a:pt x="2356154" y="69576"/>
                </a:cubicBezTo>
                <a:cubicBezTo>
                  <a:pt x="2353538" y="69792"/>
                  <a:pt x="2351773" y="69576"/>
                  <a:pt x="2349163" y="69576"/>
                </a:cubicBezTo>
                <a:cubicBezTo>
                  <a:pt x="2347620" y="69576"/>
                  <a:pt x="2346979" y="70440"/>
                  <a:pt x="2345442" y="70440"/>
                </a:cubicBezTo>
                <a:lnTo>
                  <a:pt x="2321331" y="70440"/>
                </a:lnTo>
                <a:cubicBezTo>
                  <a:pt x="2317635" y="70440"/>
                  <a:pt x="2315654" y="68713"/>
                  <a:pt x="2311965" y="68713"/>
                </a:cubicBezTo>
                <a:cubicBezTo>
                  <a:pt x="2308440" y="68713"/>
                  <a:pt x="2306040" y="69576"/>
                  <a:pt x="2302764" y="70440"/>
                </a:cubicBezTo>
                <a:cubicBezTo>
                  <a:pt x="2301214" y="70681"/>
                  <a:pt x="2299919" y="70872"/>
                  <a:pt x="2298382" y="71310"/>
                </a:cubicBezTo>
                <a:cubicBezTo>
                  <a:pt x="2297049" y="71539"/>
                  <a:pt x="2296198" y="72656"/>
                  <a:pt x="2294877" y="73101"/>
                </a:cubicBezTo>
                <a:cubicBezTo>
                  <a:pt x="2293785" y="73285"/>
                  <a:pt x="2292483" y="73723"/>
                  <a:pt x="2291359" y="73939"/>
                </a:cubicBezTo>
                <a:cubicBezTo>
                  <a:pt x="2289409" y="74606"/>
                  <a:pt x="2288120" y="76149"/>
                  <a:pt x="2286107" y="76593"/>
                </a:cubicBezTo>
                <a:cubicBezTo>
                  <a:pt x="2284596" y="76809"/>
                  <a:pt x="2283498" y="76352"/>
                  <a:pt x="2281732" y="76593"/>
                </a:cubicBezTo>
                <a:cubicBezTo>
                  <a:pt x="2279554" y="76809"/>
                  <a:pt x="2278678" y="78085"/>
                  <a:pt x="2276475" y="78327"/>
                </a:cubicBezTo>
                <a:cubicBezTo>
                  <a:pt x="2274722" y="78549"/>
                  <a:pt x="2273852" y="78085"/>
                  <a:pt x="2272106" y="78327"/>
                </a:cubicBezTo>
                <a:cubicBezTo>
                  <a:pt x="2270372" y="78549"/>
                  <a:pt x="2269248" y="79648"/>
                  <a:pt x="2267718" y="80079"/>
                </a:cubicBezTo>
                <a:cubicBezTo>
                  <a:pt x="2266651" y="80295"/>
                  <a:pt x="2265343" y="80740"/>
                  <a:pt x="2264206" y="80962"/>
                </a:cubicBezTo>
                <a:cubicBezTo>
                  <a:pt x="2262714" y="81394"/>
                  <a:pt x="2261596" y="82683"/>
                  <a:pt x="2259850" y="82683"/>
                </a:cubicBezTo>
                <a:cubicBezTo>
                  <a:pt x="2258288" y="82683"/>
                  <a:pt x="2257856" y="81178"/>
                  <a:pt x="2256358" y="80962"/>
                </a:cubicBezTo>
                <a:cubicBezTo>
                  <a:pt x="2256770" y="79863"/>
                  <a:pt x="2256770" y="78549"/>
                  <a:pt x="2257253" y="77438"/>
                </a:cubicBezTo>
                <a:cubicBezTo>
                  <a:pt x="2258758" y="74390"/>
                  <a:pt x="2260498" y="73101"/>
                  <a:pt x="2262479" y="70440"/>
                </a:cubicBezTo>
                <a:cubicBezTo>
                  <a:pt x="2263343" y="69151"/>
                  <a:pt x="2263781" y="68052"/>
                  <a:pt x="2265102" y="66941"/>
                </a:cubicBezTo>
                <a:cubicBezTo>
                  <a:pt x="2267515" y="64979"/>
                  <a:pt x="2269693" y="64090"/>
                  <a:pt x="2272995" y="63449"/>
                </a:cubicBezTo>
                <a:cubicBezTo>
                  <a:pt x="2274722" y="63233"/>
                  <a:pt x="2275846" y="62610"/>
                  <a:pt x="2277586" y="62610"/>
                </a:cubicBezTo>
                <a:lnTo>
                  <a:pt x="2336679" y="62610"/>
                </a:lnTo>
                <a:cubicBezTo>
                  <a:pt x="2338235" y="62610"/>
                  <a:pt x="2339301" y="62344"/>
                  <a:pt x="2340400" y="61696"/>
                </a:cubicBezTo>
                <a:cubicBezTo>
                  <a:pt x="2341702" y="60801"/>
                  <a:pt x="2341702" y="59061"/>
                  <a:pt x="2343023" y="58191"/>
                </a:cubicBezTo>
                <a:cubicBezTo>
                  <a:pt x="2344134" y="57530"/>
                  <a:pt x="2345213" y="57315"/>
                  <a:pt x="2346725" y="57315"/>
                </a:cubicBezTo>
                <a:lnTo>
                  <a:pt x="2396204" y="57315"/>
                </a:lnTo>
                <a:cubicBezTo>
                  <a:pt x="2397759" y="57315"/>
                  <a:pt x="2398395" y="56451"/>
                  <a:pt x="2399969" y="56451"/>
                </a:cubicBezTo>
                <a:cubicBezTo>
                  <a:pt x="2402566" y="56451"/>
                  <a:pt x="2404560" y="57315"/>
                  <a:pt x="2406929" y="56451"/>
                </a:cubicBezTo>
                <a:cubicBezTo>
                  <a:pt x="2408262" y="55994"/>
                  <a:pt x="2409145" y="55333"/>
                  <a:pt x="2410453" y="54705"/>
                </a:cubicBezTo>
                <a:cubicBezTo>
                  <a:pt x="2411749" y="54044"/>
                  <a:pt x="2410866" y="51822"/>
                  <a:pt x="2412199" y="51193"/>
                </a:cubicBezTo>
                <a:cubicBezTo>
                  <a:pt x="2413279" y="50526"/>
                  <a:pt x="2414581" y="51384"/>
                  <a:pt x="2415717" y="51193"/>
                </a:cubicBezTo>
                <a:cubicBezTo>
                  <a:pt x="2417013" y="50742"/>
                  <a:pt x="2417895" y="49669"/>
                  <a:pt x="2419184" y="49415"/>
                </a:cubicBezTo>
                <a:cubicBezTo>
                  <a:pt x="2420289" y="49415"/>
                  <a:pt x="2421610" y="49669"/>
                  <a:pt x="2422690" y="49415"/>
                </a:cubicBezTo>
                <a:cubicBezTo>
                  <a:pt x="2423801" y="49231"/>
                  <a:pt x="2425103" y="49669"/>
                  <a:pt x="2426214" y="49415"/>
                </a:cubicBezTo>
                <a:cubicBezTo>
                  <a:pt x="2427731" y="49231"/>
                  <a:pt x="2428163" y="47028"/>
                  <a:pt x="2429706" y="46824"/>
                </a:cubicBezTo>
                <a:cubicBezTo>
                  <a:pt x="2433866" y="45948"/>
                  <a:pt x="2436704" y="47028"/>
                  <a:pt x="2441124" y="46824"/>
                </a:cubicBezTo>
                <a:cubicBezTo>
                  <a:pt x="2442838" y="46824"/>
                  <a:pt x="2443721" y="46164"/>
                  <a:pt x="2445467" y="45948"/>
                </a:cubicBezTo>
                <a:lnTo>
                  <a:pt x="2445467" y="38042"/>
                </a:lnTo>
                <a:lnTo>
                  <a:pt x="2434958" y="37179"/>
                </a:lnTo>
                <a:cubicBezTo>
                  <a:pt x="2432983" y="37839"/>
                  <a:pt x="2431897" y="38931"/>
                  <a:pt x="2429706" y="38931"/>
                </a:cubicBezTo>
                <a:lnTo>
                  <a:pt x="2427985" y="38931"/>
                </a:lnTo>
                <a:cubicBezTo>
                  <a:pt x="2426423" y="38931"/>
                  <a:pt x="2425788" y="37363"/>
                  <a:pt x="2424455" y="37179"/>
                </a:cubicBezTo>
                <a:cubicBezTo>
                  <a:pt x="2420289" y="36080"/>
                  <a:pt x="2417451" y="35407"/>
                  <a:pt x="2413095" y="35407"/>
                </a:cubicBezTo>
                <a:cubicBezTo>
                  <a:pt x="2410453" y="35407"/>
                  <a:pt x="2408701" y="36302"/>
                  <a:pt x="2406046" y="36302"/>
                </a:cubicBezTo>
                <a:cubicBezTo>
                  <a:pt x="2402566" y="36302"/>
                  <a:pt x="2400598" y="36302"/>
                  <a:pt x="2397328" y="35407"/>
                </a:cubicBezTo>
                <a:cubicBezTo>
                  <a:pt x="2395981" y="35223"/>
                  <a:pt x="2395118" y="34347"/>
                  <a:pt x="2393823" y="33680"/>
                </a:cubicBezTo>
                <a:cubicBezTo>
                  <a:pt x="2394477" y="32372"/>
                  <a:pt x="2397328" y="32797"/>
                  <a:pt x="2397328" y="31051"/>
                </a:cubicBezTo>
                <a:cubicBezTo>
                  <a:pt x="2397328" y="29508"/>
                  <a:pt x="2395556" y="29063"/>
                  <a:pt x="2395556" y="27546"/>
                </a:cubicBezTo>
                <a:cubicBezTo>
                  <a:pt x="2394248" y="27546"/>
                  <a:pt x="2393384" y="27768"/>
                  <a:pt x="2392076" y="27546"/>
                </a:cubicBezTo>
                <a:cubicBezTo>
                  <a:pt x="2389422" y="27089"/>
                  <a:pt x="2388114" y="25812"/>
                  <a:pt x="2385491" y="25812"/>
                </a:cubicBezTo>
                <a:cubicBezTo>
                  <a:pt x="2384590" y="25812"/>
                  <a:pt x="2383955" y="25558"/>
                  <a:pt x="2383313" y="25812"/>
                </a:cubicBezTo>
                <a:cubicBezTo>
                  <a:pt x="2381783" y="26479"/>
                  <a:pt x="2381357" y="28409"/>
                  <a:pt x="2379605" y="28409"/>
                </a:cubicBezTo>
                <a:lnTo>
                  <a:pt x="2362498" y="28409"/>
                </a:lnTo>
                <a:cubicBezTo>
                  <a:pt x="2359247" y="28409"/>
                  <a:pt x="2358110" y="25133"/>
                  <a:pt x="2355272" y="24053"/>
                </a:cubicBezTo>
                <a:cubicBezTo>
                  <a:pt x="2354192" y="23596"/>
                  <a:pt x="2352884" y="23412"/>
                  <a:pt x="2351773" y="23171"/>
                </a:cubicBezTo>
                <a:cubicBezTo>
                  <a:pt x="2348934" y="22745"/>
                  <a:pt x="2346979" y="23171"/>
                  <a:pt x="2343912" y="23171"/>
                </a:cubicBezTo>
                <a:lnTo>
                  <a:pt x="2322899" y="23171"/>
                </a:lnTo>
                <a:lnTo>
                  <a:pt x="2317635" y="23171"/>
                </a:lnTo>
                <a:lnTo>
                  <a:pt x="2304510" y="23171"/>
                </a:lnTo>
                <a:lnTo>
                  <a:pt x="2297518" y="23171"/>
                </a:lnTo>
                <a:cubicBezTo>
                  <a:pt x="2294877" y="23171"/>
                  <a:pt x="2292889" y="23412"/>
                  <a:pt x="2290476" y="24053"/>
                </a:cubicBezTo>
                <a:cubicBezTo>
                  <a:pt x="2288971" y="24510"/>
                  <a:pt x="2288305" y="26231"/>
                  <a:pt x="2286996" y="27089"/>
                </a:cubicBezTo>
                <a:lnTo>
                  <a:pt x="2256358" y="27089"/>
                </a:lnTo>
                <a:lnTo>
                  <a:pt x="2257253" y="23171"/>
                </a:lnTo>
                <a:lnTo>
                  <a:pt x="2264022" y="23171"/>
                </a:lnTo>
                <a:cubicBezTo>
                  <a:pt x="2266848" y="23171"/>
                  <a:pt x="2268626" y="24510"/>
                  <a:pt x="2271236" y="24053"/>
                </a:cubicBezTo>
                <a:cubicBezTo>
                  <a:pt x="2272772" y="23837"/>
                  <a:pt x="2272995" y="21628"/>
                  <a:pt x="2273852" y="20548"/>
                </a:cubicBezTo>
                <a:cubicBezTo>
                  <a:pt x="2274722" y="19462"/>
                  <a:pt x="2275154" y="17919"/>
                  <a:pt x="2275611" y="16598"/>
                </a:cubicBezTo>
                <a:lnTo>
                  <a:pt x="2380659" y="16598"/>
                </a:lnTo>
                <a:cubicBezTo>
                  <a:pt x="2380475" y="15284"/>
                  <a:pt x="2381116" y="13989"/>
                  <a:pt x="2380659" y="12668"/>
                </a:cubicBezTo>
                <a:cubicBezTo>
                  <a:pt x="2380024" y="10896"/>
                  <a:pt x="2378716" y="10267"/>
                  <a:pt x="2377166" y="9169"/>
                </a:cubicBezTo>
                <a:cubicBezTo>
                  <a:pt x="2376062" y="8521"/>
                  <a:pt x="2374995" y="7861"/>
                  <a:pt x="2373661" y="7416"/>
                </a:cubicBezTo>
                <a:cubicBezTo>
                  <a:pt x="2371051" y="6318"/>
                  <a:pt x="2368848" y="5880"/>
                  <a:pt x="2365775" y="5651"/>
                </a:cubicBezTo>
                <a:lnTo>
                  <a:pt x="2361418" y="5651"/>
                </a:lnTo>
                <a:cubicBezTo>
                  <a:pt x="2358339" y="5454"/>
                  <a:pt x="2356618" y="5029"/>
                  <a:pt x="2353538" y="4768"/>
                </a:cubicBezTo>
                <a:cubicBezTo>
                  <a:pt x="2350928" y="4768"/>
                  <a:pt x="2348934" y="4571"/>
                  <a:pt x="2346553" y="3898"/>
                </a:cubicBezTo>
                <a:cubicBezTo>
                  <a:pt x="2345213" y="3708"/>
                  <a:pt x="2344312" y="2387"/>
                  <a:pt x="2343023" y="2127"/>
                </a:cubicBezTo>
                <a:cubicBezTo>
                  <a:pt x="2341937" y="1943"/>
                  <a:pt x="2340641" y="1289"/>
                  <a:pt x="2339536" y="1289"/>
                </a:cubicBezTo>
                <a:cubicBezTo>
                  <a:pt x="2336679" y="806"/>
                  <a:pt x="2334710" y="1289"/>
                  <a:pt x="2331656" y="1289"/>
                </a:cubicBezTo>
                <a:cubicBezTo>
                  <a:pt x="2328576" y="1289"/>
                  <a:pt x="2326817" y="1079"/>
                  <a:pt x="2323776" y="1289"/>
                </a:cubicBezTo>
                <a:cubicBezTo>
                  <a:pt x="2322468" y="1289"/>
                  <a:pt x="2321591" y="2127"/>
                  <a:pt x="2320270" y="2127"/>
                </a:cubicBezTo>
                <a:cubicBezTo>
                  <a:pt x="2317216" y="2387"/>
                  <a:pt x="2315438" y="2127"/>
                  <a:pt x="2312384" y="2127"/>
                </a:cubicBezTo>
                <a:lnTo>
                  <a:pt x="2308028" y="2127"/>
                </a:lnTo>
                <a:cubicBezTo>
                  <a:pt x="2305164" y="1943"/>
                  <a:pt x="2303608" y="406"/>
                  <a:pt x="2300770" y="406"/>
                </a:cubicBezTo>
                <a:cubicBezTo>
                  <a:pt x="2271687" y="406"/>
                  <a:pt x="2255050" y="0"/>
                  <a:pt x="2225922" y="0"/>
                </a:cubicBezTo>
                <a:cubicBezTo>
                  <a:pt x="2223058" y="0"/>
                  <a:pt x="2221325" y="806"/>
                  <a:pt x="2218696" y="1289"/>
                </a:cubicBezTo>
                <a:cubicBezTo>
                  <a:pt x="2217578" y="1492"/>
                  <a:pt x="2216277" y="1079"/>
                  <a:pt x="2215178" y="1289"/>
                </a:cubicBezTo>
                <a:cubicBezTo>
                  <a:pt x="2213457" y="1492"/>
                  <a:pt x="2212346" y="2793"/>
                  <a:pt x="2210828" y="3898"/>
                </a:cubicBezTo>
                <a:cubicBezTo>
                  <a:pt x="2209285" y="5029"/>
                  <a:pt x="2209076" y="7181"/>
                  <a:pt x="2207310" y="7416"/>
                </a:cubicBezTo>
                <a:cubicBezTo>
                  <a:pt x="2206015" y="7639"/>
                  <a:pt x="2204910" y="7416"/>
                  <a:pt x="2203373" y="7416"/>
                </a:cubicBezTo>
                <a:lnTo>
                  <a:pt x="2199424" y="7416"/>
                </a:lnTo>
                <a:cubicBezTo>
                  <a:pt x="2197671" y="7416"/>
                  <a:pt x="2196788" y="6540"/>
                  <a:pt x="2195055" y="6540"/>
                </a:cubicBezTo>
                <a:lnTo>
                  <a:pt x="2190692" y="6540"/>
                </a:lnTo>
                <a:cubicBezTo>
                  <a:pt x="2189359" y="6540"/>
                  <a:pt x="2188502" y="5651"/>
                  <a:pt x="2187187" y="5651"/>
                </a:cubicBezTo>
                <a:cubicBezTo>
                  <a:pt x="2184977" y="5454"/>
                  <a:pt x="2183669" y="5651"/>
                  <a:pt x="2181479" y="5651"/>
                </a:cubicBezTo>
                <a:cubicBezTo>
                  <a:pt x="2179275" y="5651"/>
                  <a:pt x="2177745" y="5454"/>
                  <a:pt x="2175802" y="5651"/>
                </a:cubicBezTo>
                <a:cubicBezTo>
                  <a:pt x="2170976" y="6318"/>
                  <a:pt x="2168347" y="8718"/>
                  <a:pt x="2164416" y="11804"/>
                </a:cubicBezTo>
                <a:cubicBezTo>
                  <a:pt x="2165750" y="13531"/>
                  <a:pt x="2166162" y="16160"/>
                  <a:pt x="2167039" y="17919"/>
                </a:cubicBezTo>
                <a:cubicBezTo>
                  <a:pt x="2167693" y="19234"/>
                  <a:pt x="2168798" y="20548"/>
                  <a:pt x="2168798" y="22294"/>
                </a:cubicBezTo>
                <a:cubicBezTo>
                  <a:pt x="2168798" y="25133"/>
                  <a:pt x="2165305" y="25812"/>
                  <a:pt x="2162663" y="26650"/>
                </a:cubicBezTo>
                <a:cubicBezTo>
                  <a:pt x="2160238" y="27311"/>
                  <a:pt x="2158295" y="27546"/>
                  <a:pt x="2155653" y="27546"/>
                </a:cubicBezTo>
                <a:cubicBezTo>
                  <a:pt x="2152599" y="27546"/>
                  <a:pt x="2150408" y="26892"/>
                  <a:pt x="2147785" y="25812"/>
                </a:cubicBezTo>
                <a:cubicBezTo>
                  <a:pt x="2146446" y="25361"/>
                  <a:pt x="2145569" y="24053"/>
                  <a:pt x="2144052" y="24053"/>
                </a:cubicBezTo>
                <a:lnTo>
                  <a:pt x="2126087" y="24053"/>
                </a:lnTo>
                <a:cubicBezTo>
                  <a:pt x="2120861" y="24053"/>
                  <a:pt x="2119115" y="19462"/>
                  <a:pt x="2114511" y="17024"/>
                </a:cubicBezTo>
                <a:cubicBezTo>
                  <a:pt x="2113406" y="16598"/>
                  <a:pt x="2112340" y="16402"/>
                  <a:pt x="2111006" y="16160"/>
                </a:cubicBezTo>
                <a:cubicBezTo>
                  <a:pt x="2107298" y="15500"/>
                  <a:pt x="2105075" y="15284"/>
                  <a:pt x="2101380" y="15284"/>
                </a:cubicBezTo>
                <a:cubicBezTo>
                  <a:pt x="2099621" y="15284"/>
                  <a:pt x="2098528" y="15055"/>
                  <a:pt x="2096979" y="15284"/>
                </a:cubicBezTo>
                <a:cubicBezTo>
                  <a:pt x="2095887" y="15500"/>
                  <a:pt x="2094585" y="15957"/>
                  <a:pt x="2093499" y="16160"/>
                </a:cubicBezTo>
                <a:cubicBezTo>
                  <a:pt x="2091963" y="16598"/>
                  <a:pt x="2092185" y="18770"/>
                  <a:pt x="2090851" y="19672"/>
                </a:cubicBezTo>
                <a:cubicBezTo>
                  <a:pt x="2089543" y="20548"/>
                  <a:pt x="2088241" y="21424"/>
                  <a:pt x="2086495" y="21424"/>
                </a:cubicBezTo>
                <a:cubicBezTo>
                  <a:pt x="2083663" y="21628"/>
                  <a:pt x="2081879" y="21424"/>
                  <a:pt x="2079040" y="21424"/>
                </a:cubicBezTo>
                <a:lnTo>
                  <a:pt x="2075980" y="21424"/>
                </a:lnTo>
                <a:cubicBezTo>
                  <a:pt x="2074252" y="21424"/>
                  <a:pt x="2073351" y="21628"/>
                  <a:pt x="2071617" y="21424"/>
                </a:cubicBezTo>
                <a:cubicBezTo>
                  <a:pt x="2069433" y="21208"/>
                  <a:pt x="2068525" y="18770"/>
                  <a:pt x="2066347" y="18770"/>
                </a:cubicBezTo>
                <a:cubicBezTo>
                  <a:pt x="2062416" y="18770"/>
                  <a:pt x="2060428" y="20091"/>
                  <a:pt x="2056714" y="21424"/>
                </a:cubicBezTo>
                <a:cubicBezTo>
                  <a:pt x="2052332" y="21094"/>
                  <a:pt x="2047722" y="20548"/>
                  <a:pt x="2043372" y="20548"/>
                </a:cubicBezTo>
                <a:cubicBezTo>
                  <a:pt x="2042388" y="20548"/>
                  <a:pt x="2041817" y="20408"/>
                  <a:pt x="2040972" y="20548"/>
                </a:cubicBezTo>
                <a:cubicBezTo>
                  <a:pt x="2040337" y="20669"/>
                  <a:pt x="2039848" y="21304"/>
                  <a:pt x="2039213" y="21424"/>
                </a:cubicBezTo>
                <a:cubicBezTo>
                  <a:pt x="2038642" y="21513"/>
                  <a:pt x="2038000" y="21304"/>
                  <a:pt x="2037448" y="21424"/>
                </a:cubicBezTo>
                <a:cubicBezTo>
                  <a:pt x="2036464" y="21628"/>
                  <a:pt x="2035816" y="22085"/>
                  <a:pt x="2034838" y="22294"/>
                </a:cubicBezTo>
                <a:cubicBezTo>
                  <a:pt x="2033612" y="22644"/>
                  <a:pt x="2032546" y="22828"/>
                  <a:pt x="2031333" y="23171"/>
                </a:cubicBezTo>
                <a:cubicBezTo>
                  <a:pt x="2029358" y="23837"/>
                  <a:pt x="2028463" y="24599"/>
                  <a:pt x="2026507" y="25361"/>
                </a:cubicBezTo>
                <a:cubicBezTo>
                  <a:pt x="2027294" y="27006"/>
                  <a:pt x="2027631" y="27971"/>
                  <a:pt x="2028698" y="29305"/>
                </a:cubicBezTo>
                <a:cubicBezTo>
                  <a:pt x="2029358" y="30073"/>
                  <a:pt x="2029923" y="30619"/>
                  <a:pt x="2030895" y="31051"/>
                </a:cubicBezTo>
                <a:cubicBezTo>
                  <a:pt x="2031549" y="31292"/>
                  <a:pt x="2031866" y="31800"/>
                  <a:pt x="2032628" y="31940"/>
                </a:cubicBezTo>
                <a:cubicBezTo>
                  <a:pt x="2033530" y="32029"/>
                  <a:pt x="2034063" y="31800"/>
                  <a:pt x="2034838" y="31940"/>
                </a:cubicBezTo>
                <a:cubicBezTo>
                  <a:pt x="2036591" y="32238"/>
                  <a:pt x="2037670" y="33121"/>
                  <a:pt x="2039213" y="34137"/>
                </a:cubicBezTo>
                <a:cubicBezTo>
                  <a:pt x="2040077" y="34626"/>
                  <a:pt x="2040635" y="35223"/>
                  <a:pt x="2041391" y="35883"/>
                </a:cubicBezTo>
                <a:cubicBezTo>
                  <a:pt x="2042052" y="36417"/>
                  <a:pt x="2042699" y="36849"/>
                  <a:pt x="2043150" y="37623"/>
                </a:cubicBezTo>
                <a:cubicBezTo>
                  <a:pt x="2043588" y="38284"/>
                  <a:pt x="2044255" y="38601"/>
                  <a:pt x="2044471" y="39369"/>
                </a:cubicBezTo>
                <a:cubicBezTo>
                  <a:pt x="2044903" y="40576"/>
                  <a:pt x="2045106" y="41573"/>
                  <a:pt x="2045322" y="42868"/>
                </a:cubicBezTo>
                <a:cubicBezTo>
                  <a:pt x="2045563" y="44723"/>
                  <a:pt x="2045322" y="45827"/>
                  <a:pt x="2045322" y="47675"/>
                </a:cubicBezTo>
                <a:lnTo>
                  <a:pt x="2043588" y="46361"/>
                </a:lnTo>
                <a:cubicBezTo>
                  <a:pt x="2043150" y="45739"/>
                  <a:pt x="2042814" y="45059"/>
                  <a:pt x="2042280" y="44640"/>
                </a:cubicBezTo>
                <a:cubicBezTo>
                  <a:pt x="2041721" y="44183"/>
                  <a:pt x="2041721" y="43097"/>
                  <a:pt x="2040972" y="42868"/>
                </a:cubicBezTo>
                <a:cubicBezTo>
                  <a:pt x="2040401" y="42767"/>
                  <a:pt x="2039778" y="43002"/>
                  <a:pt x="2039213" y="42868"/>
                </a:cubicBezTo>
                <a:cubicBezTo>
                  <a:pt x="2038457" y="42652"/>
                  <a:pt x="2037899" y="42532"/>
                  <a:pt x="2037029" y="42424"/>
                </a:cubicBezTo>
                <a:cubicBezTo>
                  <a:pt x="2036146" y="42335"/>
                  <a:pt x="2035581" y="42214"/>
                  <a:pt x="2034838" y="41992"/>
                </a:cubicBezTo>
                <a:cubicBezTo>
                  <a:pt x="2033962" y="41687"/>
                  <a:pt x="2033530" y="40893"/>
                  <a:pt x="2032628" y="40678"/>
                </a:cubicBezTo>
                <a:cubicBezTo>
                  <a:pt x="2032107" y="40576"/>
                  <a:pt x="2031428" y="40779"/>
                  <a:pt x="2030895" y="40678"/>
                </a:cubicBezTo>
                <a:cubicBezTo>
                  <a:pt x="2030101" y="40455"/>
                  <a:pt x="2029923" y="39585"/>
                  <a:pt x="2029129" y="39369"/>
                </a:cubicBezTo>
                <a:cubicBezTo>
                  <a:pt x="2028361" y="39147"/>
                  <a:pt x="2027828" y="39052"/>
                  <a:pt x="2026958" y="38931"/>
                </a:cubicBezTo>
                <a:cubicBezTo>
                  <a:pt x="2026297" y="38931"/>
                  <a:pt x="2025853" y="38500"/>
                  <a:pt x="2025186" y="38500"/>
                </a:cubicBezTo>
                <a:cubicBezTo>
                  <a:pt x="2024208" y="38385"/>
                  <a:pt x="2023560" y="38500"/>
                  <a:pt x="2022602" y="38500"/>
                </a:cubicBezTo>
                <a:cubicBezTo>
                  <a:pt x="2021160" y="38500"/>
                  <a:pt x="2020277" y="38042"/>
                  <a:pt x="2018855" y="38042"/>
                </a:cubicBezTo>
                <a:cubicBezTo>
                  <a:pt x="2017547" y="38042"/>
                  <a:pt x="2016652" y="37960"/>
                  <a:pt x="2015553" y="38500"/>
                </a:cubicBezTo>
                <a:cubicBezTo>
                  <a:pt x="2014810" y="38830"/>
                  <a:pt x="2014156" y="39052"/>
                  <a:pt x="2013800" y="39814"/>
                </a:cubicBezTo>
                <a:cubicBezTo>
                  <a:pt x="2013604" y="40455"/>
                  <a:pt x="2012943" y="40779"/>
                  <a:pt x="2012943" y="41573"/>
                </a:cubicBezTo>
                <a:cubicBezTo>
                  <a:pt x="2012943" y="42214"/>
                  <a:pt x="2013267" y="42767"/>
                  <a:pt x="2013369" y="43338"/>
                </a:cubicBezTo>
                <a:cubicBezTo>
                  <a:pt x="2013604" y="44723"/>
                  <a:pt x="2014372" y="45624"/>
                  <a:pt x="2015134" y="46824"/>
                </a:cubicBezTo>
                <a:cubicBezTo>
                  <a:pt x="2015553" y="47586"/>
                  <a:pt x="2016239" y="48012"/>
                  <a:pt x="2016874" y="48564"/>
                </a:cubicBezTo>
                <a:cubicBezTo>
                  <a:pt x="2017661" y="49231"/>
                  <a:pt x="2018195" y="49885"/>
                  <a:pt x="2019065" y="50317"/>
                </a:cubicBezTo>
                <a:cubicBezTo>
                  <a:pt x="2020601" y="51193"/>
                  <a:pt x="2021814" y="51295"/>
                  <a:pt x="2023452" y="52057"/>
                </a:cubicBezTo>
                <a:cubicBezTo>
                  <a:pt x="2024754" y="52584"/>
                  <a:pt x="2025624" y="53263"/>
                  <a:pt x="2026958" y="53816"/>
                </a:cubicBezTo>
                <a:cubicBezTo>
                  <a:pt x="2027504" y="54044"/>
                  <a:pt x="2028151" y="54146"/>
                  <a:pt x="2028698" y="54254"/>
                </a:cubicBezTo>
                <a:cubicBezTo>
                  <a:pt x="2029358" y="54463"/>
                  <a:pt x="2029796" y="54984"/>
                  <a:pt x="2030456" y="55130"/>
                </a:cubicBezTo>
                <a:cubicBezTo>
                  <a:pt x="2031238" y="55225"/>
                  <a:pt x="2031866" y="55460"/>
                  <a:pt x="2032628" y="55562"/>
                </a:cubicBezTo>
                <a:cubicBezTo>
                  <a:pt x="2034063" y="55651"/>
                  <a:pt x="2035048" y="55562"/>
                  <a:pt x="2036591" y="55562"/>
                </a:cubicBezTo>
                <a:lnTo>
                  <a:pt x="2040521" y="55562"/>
                </a:lnTo>
                <a:cubicBezTo>
                  <a:pt x="2041391" y="55562"/>
                  <a:pt x="2041931" y="55892"/>
                  <a:pt x="2042699" y="55994"/>
                </a:cubicBezTo>
                <a:cubicBezTo>
                  <a:pt x="2043499" y="56108"/>
                  <a:pt x="2043798" y="56883"/>
                  <a:pt x="2044471" y="57315"/>
                </a:cubicBezTo>
                <a:cubicBezTo>
                  <a:pt x="2045106" y="57765"/>
                  <a:pt x="2045563" y="58292"/>
                  <a:pt x="2046224" y="58642"/>
                </a:cubicBezTo>
                <a:cubicBezTo>
                  <a:pt x="2047722" y="59480"/>
                  <a:pt x="2048840" y="59950"/>
                  <a:pt x="2050160" y="61283"/>
                </a:cubicBezTo>
                <a:cubicBezTo>
                  <a:pt x="2050707" y="61810"/>
                  <a:pt x="2050923" y="62344"/>
                  <a:pt x="2051469" y="63017"/>
                </a:cubicBezTo>
                <a:cubicBezTo>
                  <a:pt x="2052548" y="64325"/>
                  <a:pt x="2053640" y="65081"/>
                  <a:pt x="2054523" y="66522"/>
                </a:cubicBezTo>
                <a:cubicBezTo>
                  <a:pt x="2054974" y="67252"/>
                  <a:pt x="2055507" y="67837"/>
                  <a:pt x="2055856" y="68713"/>
                </a:cubicBezTo>
                <a:cubicBezTo>
                  <a:pt x="2056066" y="69361"/>
                  <a:pt x="2056631" y="69678"/>
                  <a:pt x="2056714" y="70440"/>
                </a:cubicBezTo>
                <a:cubicBezTo>
                  <a:pt x="2056828" y="71119"/>
                  <a:pt x="2056631" y="71539"/>
                  <a:pt x="2056714" y="72186"/>
                </a:cubicBezTo>
                <a:cubicBezTo>
                  <a:pt x="2056828" y="73177"/>
                  <a:pt x="2057165" y="73844"/>
                  <a:pt x="2057165" y="74822"/>
                </a:cubicBezTo>
                <a:cubicBezTo>
                  <a:pt x="2057165" y="76149"/>
                  <a:pt x="2057165" y="77895"/>
                  <a:pt x="2055856" y="77895"/>
                </a:cubicBezTo>
                <a:cubicBezTo>
                  <a:pt x="2055190" y="77895"/>
                  <a:pt x="2054764" y="77438"/>
                  <a:pt x="2054098" y="77438"/>
                </a:cubicBezTo>
                <a:cubicBezTo>
                  <a:pt x="2052548" y="77438"/>
                  <a:pt x="2051589" y="76911"/>
                  <a:pt x="2050160" y="76593"/>
                </a:cubicBezTo>
                <a:cubicBezTo>
                  <a:pt x="2049386" y="76453"/>
                  <a:pt x="2048840" y="75831"/>
                  <a:pt x="2047976" y="75711"/>
                </a:cubicBezTo>
                <a:cubicBezTo>
                  <a:pt x="2047106" y="75615"/>
                  <a:pt x="2046668" y="75831"/>
                  <a:pt x="2045760" y="75711"/>
                </a:cubicBezTo>
                <a:cubicBezTo>
                  <a:pt x="2044655" y="75615"/>
                  <a:pt x="2044122" y="75164"/>
                  <a:pt x="2043150" y="74822"/>
                </a:cubicBezTo>
                <a:cubicBezTo>
                  <a:pt x="2041721" y="74282"/>
                  <a:pt x="2040972" y="73621"/>
                  <a:pt x="2039639" y="73101"/>
                </a:cubicBezTo>
                <a:cubicBezTo>
                  <a:pt x="2039004" y="72859"/>
                  <a:pt x="2038546" y="72428"/>
                  <a:pt x="2037899" y="72186"/>
                </a:cubicBezTo>
                <a:cubicBezTo>
                  <a:pt x="2037149" y="72002"/>
                  <a:pt x="2036464" y="72002"/>
                  <a:pt x="2035721" y="71780"/>
                </a:cubicBezTo>
                <a:cubicBezTo>
                  <a:pt x="2034933" y="71539"/>
                  <a:pt x="2034279" y="71208"/>
                  <a:pt x="2033530" y="70872"/>
                </a:cubicBezTo>
                <a:cubicBezTo>
                  <a:pt x="2032546" y="70440"/>
                  <a:pt x="2031866" y="69913"/>
                  <a:pt x="2030895" y="69576"/>
                </a:cubicBezTo>
                <a:cubicBezTo>
                  <a:pt x="2030355" y="69361"/>
                  <a:pt x="2029682" y="69253"/>
                  <a:pt x="2029129" y="69151"/>
                </a:cubicBezTo>
                <a:cubicBezTo>
                  <a:pt x="2026850" y="68256"/>
                  <a:pt x="2025523" y="67252"/>
                  <a:pt x="2023027" y="66941"/>
                </a:cubicBezTo>
                <a:cubicBezTo>
                  <a:pt x="2021814" y="66846"/>
                  <a:pt x="2021027" y="66706"/>
                  <a:pt x="2019947" y="66522"/>
                </a:cubicBezTo>
                <a:cubicBezTo>
                  <a:pt x="2017972" y="66052"/>
                  <a:pt x="2016975" y="64979"/>
                  <a:pt x="2015134" y="64325"/>
                </a:cubicBezTo>
                <a:cubicBezTo>
                  <a:pt x="2014588" y="64090"/>
                  <a:pt x="2013915" y="64090"/>
                  <a:pt x="2013369" y="63906"/>
                </a:cubicBezTo>
                <a:cubicBezTo>
                  <a:pt x="2012480" y="63449"/>
                  <a:pt x="2012048" y="62680"/>
                  <a:pt x="2011184" y="62134"/>
                </a:cubicBezTo>
                <a:cubicBezTo>
                  <a:pt x="2010651" y="61810"/>
                  <a:pt x="2009984" y="61601"/>
                  <a:pt x="2009451" y="61283"/>
                </a:cubicBezTo>
                <a:cubicBezTo>
                  <a:pt x="2008574" y="60712"/>
                  <a:pt x="2008143" y="60039"/>
                  <a:pt x="2007254" y="59480"/>
                </a:cubicBezTo>
                <a:cubicBezTo>
                  <a:pt x="2006384" y="58959"/>
                  <a:pt x="2005501" y="58750"/>
                  <a:pt x="2004618" y="58191"/>
                </a:cubicBezTo>
                <a:cubicBezTo>
                  <a:pt x="2003850" y="57765"/>
                  <a:pt x="2003532" y="57092"/>
                  <a:pt x="2002847" y="56451"/>
                </a:cubicBezTo>
                <a:cubicBezTo>
                  <a:pt x="2002104" y="55651"/>
                  <a:pt x="2001793" y="54571"/>
                  <a:pt x="2000675" y="54254"/>
                </a:cubicBezTo>
                <a:cubicBezTo>
                  <a:pt x="1999926" y="54044"/>
                  <a:pt x="1999265" y="54463"/>
                  <a:pt x="1998491" y="54254"/>
                </a:cubicBezTo>
                <a:cubicBezTo>
                  <a:pt x="1997849" y="54146"/>
                  <a:pt x="1997398" y="53505"/>
                  <a:pt x="1996757" y="53384"/>
                </a:cubicBezTo>
                <a:cubicBezTo>
                  <a:pt x="1996179" y="53263"/>
                  <a:pt x="1995544" y="53073"/>
                  <a:pt x="1994998" y="52933"/>
                </a:cubicBezTo>
                <a:cubicBezTo>
                  <a:pt x="1994115" y="52724"/>
                  <a:pt x="1993677" y="52057"/>
                  <a:pt x="1992706" y="52057"/>
                </a:cubicBezTo>
                <a:lnTo>
                  <a:pt x="1984597" y="52057"/>
                </a:lnTo>
                <a:cubicBezTo>
                  <a:pt x="1983720" y="52057"/>
                  <a:pt x="1983168" y="52584"/>
                  <a:pt x="1982317" y="52495"/>
                </a:cubicBezTo>
                <a:cubicBezTo>
                  <a:pt x="1980755" y="52304"/>
                  <a:pt x="1979764" y="51612"/>
                  <a:pt x="1978355" y="51193"/>
                </a:cubicBezTo>
                <a:cubicBezTo>
                  <a:pt x="1977263" y="50863"/>
                  <a:pt x="1976393" y="50742"/>
                  <a:pt x="1975269" y="50317"/>
                </a:cubicBezTo>
                <a:cubicBezTo>
                  <a:pt x="1973326" y="49574"/>
                  <a:pt x="1972094" y="48107"/>
                  <a:pt x="1969941" y="48107"/>
                </a:cubicBezTo>
                <a:cubicBezTo>
                  <a:pt x="1962924" y="48107"/>
                  <a:pt x="1959076" y="48336"/>
                  <a:pt x="1952072" y="48336"/>
                </a:cubicBezTo>
                <a:cubicBezTo>
                  <a:pt x="1952072" y="49326"/>
                  <a:pt x="1951856" y="49885"/>
                  <a:pt x="1952072" y="50742"/>
                </a:cubicBezTo>
                <a:cubicBezTo>
                  <a:pt x="1952326" y="51517"/>
                  <a:pt x="1952980" y="51822"/>
                  <a:pt x="1953393" y="52495"/>
                </a:cubicBezTo>
                <a:cubicBezTo>
                  <a:pt x="1954593" y="54146"/>
                  <a:pt x="1955482" y="54984"/>
                  <a:pt x="1956911" y="56451"/>
                </a:cubicBezTo>
                <a:cubicBezTo>
                  <a:pt x="1958232" y="57765"/>
                  <a:pt x="1959076" y="58750"/>
                  <a:pt x="1960848" y="59061"/>
                </a:cubicBezTo>
                <a:cubicBezTo>
                  <a:pt x="1961603" y="59175"/>
                  <a:pt x="1962277" y="58750"/>
                  <a:pt x="1963019" y="59061"/>
                </a:cubicBezTo>
                <a:lnTo>
                  <a:pt x="1964778" y="59950"/>
                </a:lnTo>
                <a:cubicBezTo>
                  <a:pt x="1965553" y="60293"/>
                  <a:pt x="1965553" y="61150"/>
                  <a:pt x="1966099" y="61696"/>
                </a:cubicBezTo>
                <a:cubicBezTo>
                  <a:pt x="1967299" y="62915"/>
                  <a:pt x="1968303" y="63785"/>
                  <a:pt x="1969604" y="64750"/>
                </a:cubicBezTo>
                <a:cubicBezTo>
                  <a:pt x="1970246" y="65220"/>
                  <a:pt x="1970779" y="65411"/>
                  <a:pt x="1971351" y="66052"/>
                </a:cubicBezTo>
                <a:cubicBezTo>
                  <a:pt x="1971909" y="66706"/>
                  <a:pt x="1972094" y="67627"/>
                  <a:pt x="1972671" y="68256"/>
                </a:cubicBezTo>
                <a:cubicBezTo>
                  <a:pt x="1973326" y="69030"/>
                  <a:pt x="1974297" y="69151"/>
                  <a:pt x="1974843" y="70008"/>
                </a:cubicBezTo>
                <a:cubicBezTo>
                  <a:pt x="1975605" y="71208"/>
                  <a:pt x="1976056" y="72186"/>
                  <a:pt x="1976589" y="73507"/>
                </a:cubicBezTo>
                <a:cubicBezTo>
                  <a:pt x="1976824" y="74060"/>
                  <a:pt x="1976824" y="74726"/>
                  <a:pt x="1977021" y="75285"/>
                </a:cubicBezTo>
                <a:cubicBezTo>
                  <a:pt x="1977370" y="76149"/>
                  <a:pt x="1978018" y="76593"/>
                  <a:pt x="1978355" y="77438"/>
                </a:cubicBezTo>
                <a:cubicBezTo>
                  <a:pt x="1978901" y="78759"/>
                  <a:pt x="1979663" y="79546"/>
                  <a:pt x="1979663" y="81057"/>
                </a:cubicBezTo>
                <a:lnTo>
                  <a:pt x="1979663" y="83591"/>
                </a:lnTo>
                <a:lnTo>
                  <a:pt x="1975396" y="83591"/>
                </a:lnTo>
                <a:cubicBezTo>
                  <a:pt x="1974526" y="83591"/>
                  <a:pt x="1973967" y="83267"/>
                  <a:pt x="1973103" y="83127"/>
                </a:cubicBezTo>
                <a:cubicBezTo>
                  <a:pt x="1972221" y="83026"/>
                  <a:pt x="1971675" y="83026"/>
                  <a:pt x="1970925" y="82683"/>
                </a:cubicBezTo>
                <a:cubicBezTo>
                  <a:pt x="1970144" y="82365"/>
                  <a:pt x="1969941" y="81394"/>
                  <a:pt x="1969166" y="80962"/>
                </a:cubicBezTo>
                <a:cubicBezTo>
                  <a:pt x="1968303" y="80384"/>
                  <a:pt x="1967299" y="80295"/>
                  <a:pt x="1966525" y="79648"/>
                </a:cubicBezTo>
                <a:cubicBezTo>
                  <a:pt x="1966004" y="79216"/>
                  <a:pt x="1966194" y="78416"/>
                  <a:pt x="1965674" y="77895"/>
                </a:cubicBezTo>
                <a:cubicBezTo>
                  <a:pt x="1965115" y="77349"/>
                  <a:pt x="1964455" y="77349"/>
                  <a:pt x="1963896" y="77031"/>
                </a:cubicBezTo>
                <a:cubicBezTo>
                  <a:pt x="1963019" y="76352"/>
                  <a:pt x="1962150" y="75831"/>
                  <a:pt x="1961273" y="75285"/>
                </a:cubicBezTo>
                <a:cubicBezTo>
                  <a:pt x="1960410" y="74726"/>
                  <a:pt x="1959978" y="74060"/>
                  <a:pt x="1959076" y="73507"/>
                </a:cubicBezTo>
                <a:cubicBezTo>
                  <a:pt x="1958232" y="72961"/>
                  <a:pt x="1957444" y="72428"/>
                  <a:pt x="1956460" y="71780"/>
                </a:cubicBezTo>
                <a:cubicBezTo>
                  <a:pt x="1954834" y="70681"/>
                  <a:pt x="1954161" y="69678"/>
                  <a:pt x="1952510" y="68713"/>
                </a:cubicBezTo>
                <a:cubicBezTo>
                  <a:pt x="1951989" y="68389"/>
                  <a:pt x="1951424" y="68167"/>
                  <a:pt x="1950751" y="67837"/>
                </a:cubicBezTo>
                <a:cubicBezTo>
                  <a:pt x="1950116" y="67513"/>
                  <a:pt x="1949684" y="66941"/>
                  <a:pt x="1949030" y="66522"/>
                </a:cubicBezTo>
                <a:cubicBezTo>
                  <a:pt x="1948376" y="66052"/>
                  <a:pt x="1947926" y="65747"/>
                  <a:pt x="1947271" y="65220"/>
                </a:cubicBezTo>
                <a:cubicBezTo>
                  <a:pt x="1945951" y="64090"/>
                  <a:pt x="1945392" y="62915"/>
                  <a:pt x="1943785" y="62610"/>
                </a:cubicBezTo>
                <a:cubicBezTo>
                  <a:pt x="1943207" y="62471"/>
                  <a:pt x="1942560" y="62223"/>
                  <a:pt x="1942033" y="62134"/>
                </a:cubicBezTo>
                <a:cubicBezTo>
                  <a:pt x="1941468" y="62014"/>
                  <a:pt x="1940921" y="62134"/>
                  <a:pt x="1940274" y="62134"/>
                </a:cubicBezTo>
                <a:cubicBezTo>
                  <a:pt x="1938521" y="62014"/>
                  <a:pt x="1937442" y="61601"/>
                  <a:pt x="1935892" y="60801"/>
                </a:cubicBezTo>
                <a:cubicBezTo>
                  <a:pt x="1935105" y="60496"/>
                  <a:pt x="1934590" y="60153"/>
                  <a:pt x="1934133" y="59480"/>
                </a:cubicBezTo>
                <a:cubicBezTo>
                  <a:pt x="1933714" y="58851"/>
                  <a:pt x="1933714" y="57981"/>
                  <a:pt x="1933257" y="57315"/>
                </a:cubicBezTo>
                <a:cubicBezTo>
                  <a:pt x="1932832" y="56546"/>
                  <a:pt x="1932273" y="55994"/>
                  <a:pt x="1931511" y="55562"/>
                </a:cubicBezTo>
                <a:cubicBezTo>
                  <a:pt x="1930965" y="55225"/>
                  <a:pt x="1930311" y="55333"/>
                  <a:pt x="1929758" y="55130"/>
                </a:cubicBezTo>
                <a:cubicBezTo>
                  <a:pt x="1928787" y="54705"/>
                  <a:pt x="1928126" y="54044"/>
                  <a:pt x="1927148" y="53816"/>
                </a:cubicBezTo>
                <a:cubicBezTo>
                  <a:pt x="1926583" y="53720"/>
                  <a:pt x="1926037" y="53816"/>
                  <a:pt x="1925389" y="53816"/>
                </a:cubicBezTo>
                <a:cubicBezTo>
                  <a:pt x="1923973" y="53720"/>
                  <a:pt x="1923199" y="53384"/>
                  <a:pt x="1921764" y="53384"/>
                </a:cubicBezTo>
                <a:lnTo>
                  <a:pt x="1915318" y="53384"/>
                </a:lnTo>
                <a:lnTo>
                  <a:pt x="1915318" y="56324"/>
                </a:lnTo>
                <a:cubicBezTo>
                  <a:pt x="1915318" y="57867"/>
                  <a:pt x="1916080" y="58642"/>
                  <a:pt x="1916639" y="59950"/>
                </a:cubicBezTo>
                <a:cubicBezTo>
                  <a:pt x="1917522" y="61912"/>
                  <a:pt x="1918722" y="63233"/>
                  <a:pt x="1919706" y="65220"/>
                </a:cubicBezTo>
                <a:cubicBezTo>
                  <a:pt x="1920119" y="66192"/>
                  <a:pt x="1920563" y="66706"/>
                  <a:pt x="1920563" y="67837"/>
                </a:cubicBezTo>
                <a:cubicBezTo>
                  <a:pt x="1920563" y="68833"/>
                  <a:pt x="1920252" y="69456"/>
                  <a:pt x="1920119" y="70440"/>
                </a:cubicBezTo>
                <a:cubicBezTo>
                  <a:pt x="1920011" y="71310"/>
                  <a:pt x="1920119" y="71780"/>
                  <a:pt x="1920119" y="72656"/>
                </a:cubicBezTo>
                <a:cubicBezTo>
                  <a:pt x="1920119" y="73285"/>
                  <a:pt x="1919706" y="73844"/>
                  <a:pt x="1919706" y="74390"/>
                </a:cubicBezTo>
                <a:lnTo>
                  <a:pt x="1919706" y="76149"/>
                </a:lnTo>
                <a:cubicBezTo>
                  <a:pt x="1919573" y="76809"/>
                  <a:pt x="1919039" y="77228"/>
                  <a:pt x="1918817" y="77895"/>
                </a:cubicBezTo>
                <a:cubicBezTo>
                  <a:pt x="1917934" y="80740"/>
                  <a:pt x="1917172" y="82518"/>
                  <a:pt x="1916201" y="85312"/>
                </a:cubicBezTo>
                <a:cubicBezTo>
                  <a:pt x="1915979" y="86125"/>
                  <a:pt x="1915852" y="86874"/>
                  <a:pt x="1915318" y="87534"/>
                </a:cubicBezTo>
                <a:cubicBezTo>
                  <a:pt x="1914855" y="88055"/>
                  <a:pt x="1915109" y="88944"/>
                  <a:pt x="1914436" y="89280"/>
                </a:cubicBezTo>
                <a:cubicBezTo>
                  <a:pt x="1913667" y="89731"/>
                  <a:pt x="1912778" y="89731"/>
                  <a:pt x="1911788" y="89731"/>
                </a:cubicBezTo>
                <a:cubicBezTo>
                  <a:pt x="1910600" y="89731"/>
                  <a:pt x="1909845" y="89280"/>
                  <a:pt x="1908765" y="88836"/>
                </a:cubicBezTo>
                <a:cubicBezTo>
                  <a:pt x="1907762" y="88391"/>
                  <a:pt x="1907012" y="88163"/>
                  <a:pt x="1906123" y="87534"/>
                </a:cubicBezTo>
                <a:cubicBezTo>
                  <a:pt x="1904815" y="86550"/>
                  <a:pt x="1903615" y="85871"/>
                  <a:pt x="1903063" y="84454"/>
                </a:cubicBezTo>
                <a:cubicBezTo>
                  <a:pt x="1902853" y="83908"/>
                  <a:pt x="1903063" y="83388"/>
                  <a:pt x="1903063" y="82683"/>
                </a:cubicBezTo>
                <a:cubicBezTo>
                  <a:pt x="1903063" y="81178"/>
                  <a:pt x="1903145" y="80200"/>
                  <a:pt x="1903495" y="78759"/>
                </a:cubicBezTo>
                <a:cubicBezTo>
                  <a:pt x="1903615" y="78009"/>
                  <a:pt x="1904371" y="77654"/>
                  <a:pt x="1904815" y="77031"/>
                </a:cubicBezTo>
                <a:cubicBezTo>
                  <a:pt x="1905895" y="75495"/>
                  <a:pt x="1906682" y="74485"/>
                  <a:pt x="1907863" y="73101"/>
                </a:cubicBezTo>
                <a:cubicBezTo>
                  <a:pt x="1908416" y="72428"/>
                  <a:pt x="1909311" y="72186"/>
                  <a:pt x="1909616" y="71310"/>
                </a:cubicBezTo>
                <a:cubicBezTo>
                  <a:pt x="1909845" y="70681"/>
                  <a:pt x="1910492" y="70351"/>
                  <a:pt x="1910492" y="69576"/>
                </a:cubicBezTo>
                <a:cubicBezTo>
                  <a:pt x="1910492" y="68935"/>
                  <a:pt x="1910168" y="68389"/>
                  <a:pt x="1910054" y="67837"/>
                </a:cubicBezTo>
                <a:cubicBezTo>
                  <a:pt x="1909845" y="66941"/>
                  <a:pt x="1908765" y="66846"/>
                  <a:pt x="1908314" y="66052"/>
                </a:cubicBezTo>
                <a:cubicBezTo>
                  <a:pt x="1907762" y="65220"/>
                  <a:pt x="1907546" y="64325"/>
                  <a:pt x="1907012" y="63449"/>
                </a:cubicBezTo>
                <a:cubicBezTo>
                  <a:pt x="1906543" y="62680"/>
                  <a:pt x="1905374" y="62610"/>
                  <a:pt x="1905228" y="61696"/>
                </a:cubicBezTo>
                <a:lnTo>
                  <a:pt x="1905228" y="59950"/>
                </a:lnTo>
                <a:cubicBezTo>
                  <a:pt x="1905228" y="59277"/>
                  <a:pt x="1905692" y="58750"/>
                  <a:pt x="1905692" y="58191"/>
                </a:cubicBezTo>
                <a:cubicBezTo>
                  <a:pt x="1905450" y="56749"/>
                  <a:pt x="1904707" y="55562"/>
                  <a:pt x="1903495" y="54705"/>
                </a:cubicBezTo>
                <a:cubicBezTo>
                  <a:pt x="1902752" y="54146"/>
                  <a:pt x="1902078" y="53816"/>
                  <a:pt x="1901304" y="53384"/>
                </a:cubicBezTo>
                <a:cubicBezTo>
                  <a:pt x="1900440" y="52838"/>
                  <a:pt x="1899989" y="52184"/>
                  <a:pt x="1899132" y="51612"/>
                </a:cubicBezTo>
                <a:cubicBezTo>
                  <a:pt x="1898357" y="51193"/>
                  <a:pt x="1897589" y="50863"/>
                  <a:pt x="1896935" y="50317"/>
                </a:cubicBezTo>
                <a:cubicBezTo>
                  <a:pt x="1896306" y="49764"/>
                  <a:pt x="1896389" y="48755"/>
                  <a:pt x="1895621" y="48564"/>
                </a:cubicBezTo>
                <a:cubicBezTo>
                  <a:pt x="1894509" y="48107"/>
                  <a:pt x="1893747" y="48564"/>
                  <a:pt x="1892560" y="48564"/>
                </a:cubicBezTo>
                <a:cubicBezTo>
                  <a:pt x="1891347" y="48564"/>
                  <a:pt x="1890560" y="48336"/>
                  <a:pt x="1889505" y="48564"/>
                </a:cubicBezTo>
                <a:cubicBezTo>
                  <a:pt x="1888826" y="48653"/>
                  <a:pt x="1888413" y="49326"/>
                  <a:pt x="1887747" y="49415"/>
                </a:cubicBezTo>
                <a:cubicBezTo>
                  <a:pt x="1886521" y="49764"/>
                  <a:pt x="1885422" y="49987"/>
                  <a:pt x="1884235" y="50317"/>
                </a:cubicBezTo>
                <a:cubicBezTo>
                  <a:pt x="1883600" y="50412"/>
                  <a:pt x="1883117" y="50965"/>
                  <a:pt x="1882489" y="51193"/>
                </a:cubicBezTo>
                <a:cubicBezTo>
                  <a:pt x="1880825" y="51822"/>
                  <a:pt x="1879625" y="52393"/>
                  <a:pt x="1878107" y="53384"/>
                </a:cubicBezTo>
                <a:cubicBezTo>
                  <a:pt x="1877225" y="53924"/>
                  <a:pt x="1876799" y="54705"/>
                  <a:pt x="1875916" y="55130"/>
                </a:cubicBezTo>
                <a:cubicBezTo>
                  <a:pt x="1875262" y="55460"/>
                  <a:pt x="1874812" y="55803"/>
                  <a:pt x="1874158" y="55994"/>
                </a:cubicBezTo>
                <a:cubicBezTo>
                  <a:pt x="1873503" y="56241"/>
                  <a:pt x="1873065" y="56749"/>
                  <a:pt x="1872380" y="56883"/>
                </a:cubicBezTo>
                <a:cubicBezTo>
                  <a:pt x="1871859" y="56972"/>
                  <a:pt x="1871211" y="56749"/>
                  <a:pt x="1870652" y="56883"/>
                </a:cubicBezTo>
                <a:cubicBezTo>
                  <a:pt x="1869890" y="56972"/>
                  <a:pt x="1869224" y="57530"/>
                  <a:pt x="1868481" y="57765"/>
                </a:cubicBezTo>
                <a:cubicBezTo>
                  <a:pt x="1867719" y="57981"/>
                  <a:pt x="1867046" y="58292"/>
                  <a:pt x="1866303" y="58642"/>
                </a:cubicBezTo>
                <a:cubicBezTo>
                  <a:pt x="1865401" y="59061"/>
                  <a:pt x="1864982" y="59734"/>
                  <a:pt x="1864105" y="59950"/>
                </a:cubicBezTo>
                <a:cubicBezTo>
                  <a:pt x="1862689" y="60293"/>
                  <a:pt x="1861680" y="60382"/>
                  <a:pt x="1860156" y="60382"/>
                </a:cubicBezTo>
                <a:cubicBezTo>
                  <a:pt x="1859394" y="60382"/>
                  <a:pt x="1859076" y="59950"/>
                  <a:pt x="1858308" y="59950"/>
                </a:cubicBezTo>
                <a:lnTo>
                  <a:pt x="1848008" y="59950"/>
                </a:lnTo>
                <a:cubicBezTo>
                  <a:pt x="1847113" y="59950"/>
                  <a:pt x="1846459" y="60153"/>
                  <a:pt x="1845697" y="60382"/>
                </a:cubicBezTo>
                <a:cubicBezTo>
                  <a:pt x="1844941" y="60617"/>
                  <a:pt x="1844274" y="60953"/>
                  <a:pt x="1843525" y="61283"/>
                </a:cubicBezTo>
                <a:cubicBezTo>
                  <a:pt x="1842865" y="61474"/>
                  <a:pt x="1842433" y="62014"/>
                  <a:pt x="1841779" y="62134"/>
                </a:cubicBezTo>
                <a:cubicBezTo>
                  <a:pt x="1840458" y="62471"/>
                  <a:pt x="1839575" y="63017"/>
                  <a:pt x="1838172" y="63017"/>
                </a:cubicBezTo>
                <a:lnTo>
                  <a:pt x="1836953" y="63017"/>
                </a:lnTo>
                <a:cubicBezTo>
                  <a:pt x="1835740" y="62915"/>
                  <a:pt x="1835086" y="62610"/>
                  <a:pt x="1833886" y="62610"/>
                </a:cubicBezTo>
                <a:cubicBezTo>
                  <a:pt x="1830057" y="62610"/>
                  <a:pt x="1827764" y="62915"/>
                  <a:pt x="1823910" y="62915"/>
                </a:cubicBezTo>
                <a:cubicBezTo>
                  <a:pt x="1823034" y="62915"/>
                  <a:pt x="1822418" y="63233"/>
                  <a:pt x="1821618" y="63449"/>
                </a:cubicBezTo>
                <a:cubicBezTo>
                  <a:pt x="1821097" y="63658"/>
                  <a:pt x="1820430" y="63658"/>
                  <a:pt x="1819871" y="63906"/>
                </a:cubicBezTo>
                <a:cubicBezTo>
                  <a:pt x="1818989" y="64230"/>
                  <a:pt x="1818551" y="64750"/>
                  <a:pt x="1818119" y="65646"/>
                </a:cubicBezTo>
                <a:cubicBezTo>
                  <a:pt x="1817884" y="66192"/>
                  <a:pt x="1818233" y="66846"/>
                  <a:pt x="1818119" y="67367"/>
                </a:cubicBezTo>
                <a:cubicBezTo>
                  <a:pt x="1818551" y="67951"/>
                  <a:pt x="1818354" y="68833"/>
                  <a:pt x="1818989" y="69151"/>
                </a:cubicBezTo>
                <a:cubicBezTo>
                  <a:pt x="1819541" y="69361"/>
                  <a:pt x="1820208" y="69456"/>
                  <a:pt x="1820735" y="69576"/>
                </a:cubicBezTo>
                <a:cubicBezTo>
                  <a:pt x="1821294" y="69678"/>
                  <a:pt x="1821846" y="70008"/>
                  <a:pt x="1822526" y="70008"/>
                </a:cubicBezTo>
                <a:cubicBezTo>
                  <a:pt x="1824018" y="70110"/>
                  <a:pt x="1824901" y="69913"/>
                  <a:pt x="1826444" y="70008"/>
                </a:cubicBezTo>
                <a:cubicBezTo>
                  <a:pt x="1827542" y="70110"/>
                  <a:pt x="1828088" y="70440"/>
                  <a:pt x="1829085" y="70872"/>
                </a:cubicBezTo>
                <a:cubicBezTo>
                  <a:pt x="1829942" y="71208"/>
                  <a:pt x="1830501" y="71659"/>
                  <a:pt x="1831263" y="72186"/>
                </a:cubicBezTo>
                <a:cubicBezTo>
                  <a:pt x="1832051" y="72745"/>
                  <a:pt x="1832552" y="73177"/>
                  <a:pt x="1833010" y="73939"/>
                </a:cubicBezTo>
                <a:cubicBezTo>
                  <a:pt x="1833340" y="74485"/>
                  <a:pt x="1833556" y="75037"/>
                  <a:pt x="1833886" y="75711"/>
                </a:cubicBezTo>
                <a:cubicBezTo>
                  <a:pt x="1834222" y="76352"/>
                  <a:pt x="1834889" y="76809"/>
                  <a:pt x="1835194" y="77438"/>
                </a:cubicBezTo>
                <a:cubicBezTo>
                  <a:pt x="1835632" y="78231"/>
                  <a:pt x="1835632" y="79216"/>
                  <a:pt x="1836527" y="79648"/>
                </a:cubicBezTo>
                <a:cubicBezTo>
                  <a:pt x="1837302" y="79965"/>
                  <a:pt x="1837950" y="79863"/>
                  <a:pt x="1838718" y="80079"/>
                </a:cubicBezTo>
                <a:cubicBezTo>
                  <a:pt x="1840122" y="80644"/>
                  <a:pt x="1840795" y="81502"/>
                  <a:pt x="1842204" y="81845"/>
                </a:cubicBezTo>
                <a:cubicBezTo>
                  <a:pt x="1842763" y="81940"/>
                  <a:pt x="1843284" y="81845"/>
                  <a:pt x="1843938" y="81845"/>
                </a:cubicBezTo>
                <a:cubicBezTo>
                  <a:pt x="1845265" y="81940"/>
                  <a:pt x="1846135" y="81705"/>
                  <a:pt x="1847462" y="81845"/>
                </a:cubicBezTo>
                <a:cubicBezTo>
                  <a:pt x="1848224" y="81845"/>
                  <a:pt x="1848535" y="82365"/>
                  <a:pt x="1849196" y="82683"/>
                </a:cubicBezTo>
                <a:cubicBezTo>
                  <a:pt x="1850091" y="83127"/>
                  <a:pt x="1850193" y="84004"/>
                  <a:pt x="1850967" y="84454"/>
                </a:cubicBezTo>
                <a:cubicBezTo>
                  <a:pt x="1852167" y="85109"/>
                  <a:pt x="1853171" y="85655"/>
                  <a:pt x="1854479" y="86207"/>
                </a:cubicBezTo>
                <a:cubicBezTo>
                  <a:pt x="1855133" y="86423"/>
                  <a:pt x="1855571" y="86874"/>
                  <a:pt x="1856231" y="87071"/>
                </a:cubicBezTo>
                <a:cubicBezTo>
                  <a:pt x="1856765" y="87312"/>
                  <a:pt x="1857419" y="87210"/>
                  <a:pt x="1857959" y="87534"/>
                </a:cubicBezTo>
                <a:cubicBezTo>
                  <a:pt x="1859260" y="88296"/>
                  <a:pt x="1859914" y="89376"/>
                  <a:pt x="1861032" y="90563"/>
                </a:cubicBezTo>
                <a:lnTo>
                  <a:pt x="1859711" y="92341"/>
                </a:lnTo>
                <a:lnTo>
                  <a:pt x="1852396" y="92341"/>
                </a:lnTo>
                <a:cubicBezTo>
                  <a:pt x="1851596" y="92341"/>
                  <a:pt x="1851190" y="91662"/>
                  <a:pt x="1850529" y="91478"/>
                </a:cubicBezTo>
                <a:cubicBezTo>
                  <a:pt x="1849996" y="91357"/>
                  <a:pt x="1849304" y="91141"/>
                  <a:pt x="1848770" y="91033"/>
                </a:cubicBezTo>
                <a:cubicBezTo>
                  <a:pt x="1848116" y="90779"/>
                  <a:pt x="1847691" y="90379"/>
                  <a:pt x="1847018" y="90157"/>
                </a:cubicBezTo>
                <a:cubicBezTo>
                  <a:pt x="1845379" y="89604"/>
                  <a:pt x="1844198" y="89604"/>
                  <a:pt x="1842649" y="88836"/>
                </a:cubicBezTo>
                <a:cubicBezTo>
                  <a:pt x="1841779" y="88391"/>
                  <a:pt x="1841328" y="87617"/>
                  <a:pt x="1840458" y="87071"/>
                </a:cubicBezTo>
                <a:cubicBezTo>
                  <a:pt x="1839690" y="86613"/>
                  <a:pt x="1839036" y="86207"/>
                  <a:pt x="1838274" y="85769"/>
                </a:cubicBezTo>
                <a:cubicBezTo>
                  <a:pt x="1837607" y="85312"/>
                  <a:pt x="1837150" y="85007"/>
                  <a:pt x="1836527" y="84454"/>
                </a:cubicBezTo>
                <a:cubicBezTo>
                  <a:pt x="1835861" y="83908"/>
                  <a:pt x="1835632" y="82835"/>
                  <a:pt x="1834762" y="82683"/>
                </a:cubicBezTo>
                <a:cubicBezTo>
                  <a:pt x="1832686" y="82257"/>
                  <a:pt x="1831263" y="82835"/>
                  <a:pt x="1829085" y="82683"/>
                </a:cubicBezTo>
                <a:cubicBezTo>
                  <a:pt x="1828190" y="82683"/>
                  <a:pt x="1827764" y="82257"/>
                  <a:pt x="1826882" y="82257"/>
                </a:cubicBezTo>
                <a:lnTo>
                  <a:pt x="1825142" y="82257"/>
                </a:lnTo>
                <a:cubicBezTo>
                  <a:pt x="1824272" y="82257"/>
                  <a:pt x="1823713" y="82067"/>
                  <a:pt x="1822926" y="81845"/>
                </a:cubicBezTo>
                <a:cubicBezTo>
                  <a:pt x="1821846" y="81502"/>
                  <a:pt x="1821846" y="80079"/>
                  <a:pt x="1820735" y="79648"/>
                </a:cubicBezTo>
                <a:cubicBezTo>
                  <a:pt x="1819414" y="79070"/>
                  <a:pt x="1818233" y="79070"/>
                  <a:pt x="1816804" y="78759"/>
                </a:cubicBezTo>
                <a:cubicBezTo>
                  <a:pt x="1816150" y="78638"/>
                  <a:pt x="1815725" y="78085"/>
                  <a:pt x="1815058" y="77895"/>
                </a:cubicBezTo>
                <a:cubicBezTo>
                  <a:pt x="1813204" y="77228"/>
                  <a:pt x="1811896" y="76911"/>
                  <a:pt x="1810232" y="75711"/>
                </a:cubicBezTo>
                <a:cubicBezTo>
                  <a:pt x="1809483" y="75164"/>
                  <a:pt x="1809146" y="74606"/>
                  <a:pt x="1808499" y="73939"/>
                </a:cubicBezTo>
                <a:cubicBezTo>
                  <a:pt x="1807857" y="73285"/>
                  <a:pt x="1807279" y="72961"/>
                  <a:pt x="1806733" y="72186"/>
                </a:cubicBezTo>
                <a:cubicBezTo>
                  <a:pt x="1806295" y="71659"/>
                  <a:pt x="1806403" y="70777"/>
                  <a:pt x="1805876" y="70440"/>
                </a:cubicBezTo>
                <a:cubicBezTo>
                  <a:pt x="1805228" y="70008"/>
                  <a:pt x="1804898" y="69456"/>
                  <a:pt x="1804104" y="69151"/>
                </a:cubicBezTo>
                <a:cubicBezTo>
                  <a:pt x="1803546" y="68935"/>
                  <a:pt x="1803025" y="69151"/>
                  <a:pt x="1802377" y="69151"/>
                </a:cubicBezTo>
                <a:cubicBezTo>
                  <a:pt x="1799418" y="69151"/>
                  <a:pt x="1797773" y="69678"/>
                  <a:pt x="1794922" y="70440"/>
                </a:cubicBezTo>
                <a:cubicBezTo>
                  <a:pt x="1794275" y="70554"/>
                  <a:pt x="1793843" y="71119"/>
                  <a:pt x="1793176" y="71310"/>
                </a:cubicBezTo>
                <a:cubicBezTo>
                  <a:pt x="1792408" y="71539"/>
                  <a:pt x="1791747" y="71881"/>
                  <a:pt x="1790985" y="72186"/>
                </a:cubicBezTo>
                <a:cubicBezTo>
                  <a:pt x="1790217" y="72523"/>
                  <a:pt x="1790007" y="73177"/>
                  <a:pt x="1789252" y="73507"/>
                </a:cubicBezTo>
                <a:cubicBezTo>
                  <a:pt x="1788464" y="73844"/>
                  <a:pt x="1787804" y="73621"/>
                  <a:pt x="1787042" y="73939"/>
                </a:cubicBezTo>
                <a:cubicBezTo>
                  <a:pt x="1786267" y="74282"/>
                  <a:pt x="1786070" y="74923"/>
                  <a:pt x="1785308" y="75285"/>
                </a:cubicBezTo>
                <a:cubicBezTo>
                  <a:pt x="1783759" y="76028"/>
                  <a:pt x="1782679" y="76453"/>
                  <a:pt x="1780921" y="77031"/>
                </a:cubicBezTo>
                <a:cubicBezTo>
                  <a:pt x="1780362" y="77114"/>
                  <a:pt x="1779695" y="77228"/>
                  <a:pt x="1779162" y="77438"/>
                </a:cubicBezTo>
                <a:cubicBezTo>
                  <a:pt x="1778171" y="78009"/>
                  <a:pt x="1777409" y="78911"/>
                  <a:pt x="1777409" y="80079"/>
                </a:cubicBezTo>
                <a:cubicBezTo>
                  <a:pt x="1777409" y="81940"/>
                  <a:pt x="1778171" y="82924"/>
                  <a:pt x="1779162" y="84454"/>
                </a:cubicBezTo>
                <a:cubicBezTo>
                  <a:pt x="1779600" y="85223"/>
                  <a:pt x="1780470" y="85445"/>
                  <a:pt x="1780921" y="86207"/>
                </a:cubicBezTo>
                <a:cubicBezTo>
                  <a:pt x="1781232" y="86874"/>
                  <a:pt x="1781562" y="87312"/>
                  <a:pt x="1781803" y="87960"/>
                </a:cubicBezTo>
                <a:cubicBezTo>
                  <a:pt x="1782013" y="88620"/>
                  <a:pt x="1782438" y="89052"/>
                  <a:pt x="1782438" y="89801"/>
                </a:cubicBezTo>
                <a:lnTo>
                  <a:pt x="1782438" y="104165"/>
                </a:lnTo>
                <a:lnTo>
                  <a:pt x="1771402" y="104165"/>
                </a:lnTo>
                <a:cubicBezTo>
                  <a:pt x="1769852" y="104165"/>
                  <a:pt x="1769109" y="103390"/>
                  <a:pt x="1767776" y="102863"/>
                </a:cubicBezTo>
                <a:cubicBezTo>
                  <a:pt x="1766893" y="102520"/>
                  <a:pt x="1766360" y="102101"/>
                  <a:pt x="1765585" y="101542"/>
                </a:cubicBezTo>
                <a:cubicBezTo>
                  <a:pt x="1764842" y="100990"/>
                  <a:pt x="1764588" y="100222"/>
                  <a:pt x="1763852" y="99777"/>
                </a:cubicBezTo>
                <a:cubicBezTo>
                  <a:pt x="1763198" y="99453"/>
                  <a:pt x="1762747" y="99358"/>
                  <a:pt x="1761991" y="99358"/>
                </a:cubicBezTo>
                <a:cubicBezTo>
                  <a:pt x="1754295" y="99358"/>
                  <a:pt x="1750040" y="99021"/>
                  <a:pt x="1742401" y="98932"/>
                </a:cubicBezTo>
                <a:cubicBezTo>
                  <a:pt x="1741843" y="99453"/>
                  <a:pt x="1741081" y="99555"/>
                  <a:pt x="1740623" y="100222"/>
                </a:cubicBezTo>
                <a:cubicBezTo>
                  <a:pt x="1739874" y="101428"/>
                  <a:pt x="1739544" y="102520"/>
                  <a:pt x="1738890" y="103727"/>
                </a:cubicBezTo>
                <a:cubicBezTo>
                  <a:pt x="1738464" y="104489"/>
                  <a:pt x="1738007" y="105155"/>
                  <a:pt x="1737144" y="105498"/>
                </a:cubicBezTo>
                <a:cubicBezTo>
                  <a:pt x="1735943" y="105930"/>
                  <a:pt x="1734832" y="105930"/>
                  <a:pt x="1733638" y="106356"/>
                </a:cubicBezTo>
                <a:cubicBezTo>
                  <a:pt x="1731664" y="107010"/>
                  <a:pt x="1730476" y="108089"/>
                  <a:pt x="1728374" y="108527"/>
                </a:cubicBezTo>
                <a:cubicBezTo>
                  <a:pt x="1727180" y="108762"/>
                  <a:pt x="1726076" y="108762"/>
                  <a:pt x="1724875" y="108946"/>
                </a:cubicBezTo>
                <a:cubicBezTo>
                  <a:pt x="1723237" y="109308"/>
                  <a:pt x="1722570" y="110845"/>
                  <a:pt x="1721370" y="112039"/>
                </a:cubicBezTo>
                <a:lnTo>
                  <a:pt x="1719624" y="113811"/>
                </a:lnTo>
                <a:cubicBezTo>
                  <a:pt x="1718221" y="115208"/>
                  <a:pt x="1717421" y="116192"/>
                  <a:pt x="1715693" y="117316"/>
                </a:cubicBezTo>
                <a:cubicBezTo>
                  <a:pt x="1715046" y="117633"/>
                  <a:pt x="1714703" y="118414"/>
                  <a:pt x="1713928" y="118624"/>
                </a:cubicBezTo>
                <a:cubicBezTo>
                  <a:pt x="1713395" y="118738"/>
                  <a:pt x="1712728" y="118941"/>
                  <a:pt x="1712169" y="119043"/>
                </a:cubicBezTo>
                <a:cubicBezTo>
                  <a:pt x="1710988" y="119278"/>
                  <a:pt x="1709991" y="119043"/>
                  <a:pt x="1708689" y="119043"/>
                </a:cubicBezTo>
                <a:cubicBezTo>
                  <a:pt x="1707476" y="119043"/>
                  <a:pt x="1706816" y="118941"/>
                  <a:pt x="1705609" y="119043"/>
                </a:cubicBezTo>
                <a:cubicBezTo>
                  <a:pt x="1704727" y="119043"/>
                  <a:pt x="1704301" y="119462"/>
                  <a:pt x="1703406" y="119462"/>
                </a:cubicBezTo>
                <a:cubicBezTo>
                  <a:pt x="1702536" y="119462"/>
                  <a:pt x="1702003" y="119367"/>
                  <a:pt x="1701234" y="119462"/>
                </a:cubicBezTo>
                <a:cubicBezTo>
                  <a:pt x="1700339" y="119583"/>
                  <a:pt x="1699793" y="120345"/>
                  <a:pt x="1699044" y="120789"/>
                </a:cubicBezTo>
                <a:cubicBezTo>
                  <a:pt x="1698282" y="121215"/>
                  <a:pt x="1697621" y="121672"/>
                  <a:pt x="1696859" y="122104"/>
                </a:cubicBezTo>
                <a:cubicBezTo>
                  <a:pt x="1696192" y="122447"/>
                  <a:pt x="1695869" y="123075"/>
                  <a:pt x="1695113" y="123412"/>
                </a:cubicBezTo>
                <a:cubicBezTo>
                  <a:pt x="1694548" y="123666"/>
                  <a:pt x="1693887" y="123666"/>
                  <a:pt x="1693379" y="123850"/>
                </a:cubicBezTo>
                <a:cubicBezTo>
                  <a:pt x="1693138" y="124377"/>
                  <a:pt x="1693379" y="125698"/>
                  <a:pt x="1692929" y="126034"/>
                </a:cubicBezTo>
                <a:cubicBezTo>
                  <a:pt x="1692268" y="126491"/>
                  <a:pt x="1691938" y="127019"/>
                  <a:pt x="1691176" y="127342"/>
                </a:cubicBezTo>
                <a:cubicBezTo>
                  <a:pt x="1690617" y="127584"/>
                  <a:pt x="1689969" y="127158"/>
                  <a:pt x="1689411" y="127342"/>
                </a:cubicBezTo>
                <a:cubicBezTo>
                  <a:pt x="1688871" y="127584"/>
                  <a:pt x="1688217" y="127584"/>
                  <a:pt x="1687658" y="127819"/>
                </a:cubicBezTo>
                <a:cubicBezTo>
                  <a:pt x="1687017" y="128022"/>
                  <a:pt x="1687233" y="129006"/>
                  <a:pt x="1686782" y="129546"/>
                </a:cubicBezTo>
                <a:cubicBezTo>
                  <a:pt x="1685486" y="131190"/>
                  <a:pt x="1684483" y="132187"/>
                  <a:pt x="1683296" y="133915"/>
                </a:cubicBezTo>
                <a:cubicBezTo>
                  <a:pt x="1683048" y="134353"/>
                  <a:pt x="1683296" y="135356"/>
                  <a:pt x="1682845" y="135693"/>
                </a:cubicBezTo>
                <a:cubicBezTo>
                  <a:pt x="1682407" y="136029"/>
                  <a:pt x="1681556" y="135782"/>
                  <a:pt x="1681111" y="136118"/>
                </a:cubicBezTo>
                <a:cubicBezTo>
                  <a:pt x="1680337" y="136664"/>
                  <a:pt x="1679340" y="136886"/>
                  <a:pt x="1679340" y="137845"/>
                </a:cubicBezTo>
                <a:cubicBezTo>
                  <a:pt x="1679340" y="139198"/>
                  <a:pt x="1679670" y="140068"/>
                  <a:pt x="1679790" y="141370"/>
                </a:cubicBezTo>
                <a:lnTo>
                  <a:pt x="1683296" y="141370"/>
                </a:lnTo>
                <a:cubicBezTo>
                  <a:pt x="1684724" y="141693"/>
                  <a:pt x="1685264" y="142011"/>
                  <a:pt x="1686782" y="142233"/>
                </a:cubicBezTo>
                <a:cubicBezTo>
                  <a:pt x="1688553" y="142468"/>
                  <a:pt x="1689842" y="142157"/>
                  <a:pt x="1691176" y="143148"/>
                </a:cubicBezTo>
                <a:cubicBezTo>
                  <a:pt x="1691817" y="143573"/>
                  <a:pt x="1692268" y="143979"/>
                  <a:pt x="1692929" y="144430"/>
                </a:cubicBezTo>
                <a:cubicBezTo>
                  <a:pt x="1693576" y="144875"/>
                  <a:pt x="1693462" y="145884"/>
                  <a:pt x="1694237" y="146215"/>
                </a:cubicBezTo>
                <a:cubicBezTo>
                  <a:pt x="1694783" y="146405"/>
                  <a:pt x="1695430" y="146215"/>
                  <a:pt x="1695977" y="146215"/>
                </a:cubicBezTo>
                <a:cubicBezTo>
                  <a:pt x="1697621" y="146405"/>
                  <a:pt x="1698815" y="146215"/>
                  <a:pt x="1700593" y="146215"/>
                </a:cubicBezTo>
                <a:cubicBezTo>
                  <a:pt x="1703101" y="146215"/>
                  <a:pt x="1704530" y="146488"/>
                  <a:pt x="1706943" y="146215"/>
                </a:cubicBezTo>
                <a:cubicBezTo>
                  <a:pt x="1708232" y="146062"/>
                  <a:pt x="1709223" y="145421"/>
                  <a:pt x="1710429" y="144875"/>
                </a:cubicBezTo>
                <a:cubicBezTo>
                  <a:pt x="1710988" y="144678"/>
                  <a:pt x="1711636" y="144678"/>
                  <a:pt x="1712169" y="144430"/>
                </a:cubicBezTo>
                <a:cubicBezTo>
                  <a:pt x="1713052" y="143979"/>
                  <a:pt x="1713153" y="143148"/>
                  <a:pt x="1713928" y="142709"/>
                </a:cubicBezTo>
                <a:cubicBezTo>
                  <a:pt x="1714811" y="142157"/>
                  <a:pt x="1715458" y="141370"/>
                  <a:pt x="1716570" y="141370"/>
                </a:cubicBezTo>
                <a:cubicBezTo>
                  <a:pt x="1718316" y="141370"/>
                  <a:pt x="1718849" y="143236"/>
                  <a:pt x="1719192" y="144875"/>
                </a:cubicBezTo>
                <a:cubicBezTo>
                  <a:pt x="1719402" y="146062"/>
                  <a:pt x="1719192" y="147065"/>
                  <a:pt x="1719192" y="148367"/>
                </a:cubicBezTo>
                <a:cubicBezTo>
                  <a:pt x="1719192" y="149675"/>
                  <a:pt x="1718970" y="150685"/>
                  <a:pt x="1719192" y="151885"/>
                </a:cubicBezTo>
                <a:cubicBezTo>
                  <a:pt x="1719287" y="152546"/>
                  <a:pt x="1719954" y="152965"/>
                  <a:pt x="1720062" y="153644"/>
                </a:cubicBezTo>
                <a:cubicBezTo>
                  <a:pt x="1720170" y="154165"/>
                  <a:pt x="1720399" y="154857"/>
                  <a:pt x="1720513" y="155384"/>
                </a:cubicBezTo>
                <a:cubicBezTo>
                  <a:pt x="1720716" y="156025"/>
                  <a:pt x="1721370" y="156483"/>
                  <a:pt x="1721370" y="157232"/>
                </a:cubicBezTo>
                <a:lnTo>
                  <a:pt x="1721370" y="165366"/>
                </a:lnTo>
                <a:cubicBezTo>
                  <a:pt x="1721370" y="169068"/>
                  <a:pt x="1719624" y="171151"/>
                  <a:pt x="1716995" y="173767"/>
                </a:cubicBezTo>
                <a:cubicBezTo>
                  <a:pt x="1716354" y="174428"/>
                  <a:pt x="1716004" y="174961"/>
                  <a:pt x="1715249" y="175488"/>
                </a:cubicBezTo>
                <a:cubicBezTo>
                  <a:pt x="1714487" y="176066"/>
                  <a:pt x="1713928" y="176739"/>
                  <a:pt x="1713052" y="176828"/>
                </a:cubicBezTo>
                <a:cubicBezTo>
                  <a:pt x="1710988" y="177164"/>
                  <a:pt x="1709566" y="176828"/>
                  <a:pt x="1707356" y="176828"/>
                </a:cubicBezTo>
                <a:lnTo>
                  <a:pt x="1705609" y="176828"/>
                </a:lnTo>
                <a:cubicBezTo>
                  <a:pt x="1704727" y="176828"/>
                  <a:pt x="1704301" y="176390"/>
                  <a:pt x="1703406" y="176390"/>
                </a:cubicBezTo>
                <a:cubicBezTo>
                  <a:pt x="1701914" y="176269"/>
                  <a:pt x="1701038" y="176269"/>
                  <a:pt x="1699475" y="176390"/>
                </a:cubicBezTo>
                <a:cubicBezTo>
                  <a:pt x="1698180" y="176504"/>
                  <a:pt x="1697177" y="176828"/>
                  <a:pt x="1695977" y="177234"/>
                </a:cubicBezTo>
                <a:cubicBezTo>
                  <a:pt x="1695024" y="177615"/>
                  <a:pt x="1694783" y="178574"/>
                  <a:pt x="1693792" y="179050"/>
                </a:cubicBezTo>
                <a:cubicBezTo>
                  <a:pt x="1693005" y="179349"/>
                  <a:pt x="1692370" y="179216"/>
                  <a:pt x="1691620" y="179450"/>
                </a:cubicBezTo>
                <a:cubicBezTo>
                  <a:pt x="1690528" y="179806"/>
                  <a:pt x="1690071" y="180778"/>
                  <a:pt x="1688871" y="180778"/>
                </a:cubicBezTo>
                <a:lnTo>
                  <a:pt x="1680775" y="180778"/>
                </a:lnTo>
                <a:cubicBezTo>
                  <a:pt x="1678368" y="180778"/>
                  <a:pt x="1676927" y="180238"/>
                  <a:pt x="1674520" y="179895"/>
                </a:cubicBezTo>
                <a:cubicBezTo>
                  <a:pt x="1673536" y="179806"/>
                  <a:pt x="1672780" y="179666"/>
                  <a:pt x="1671910" y="179450"/>
                </a:cubicBezTo>
                <a:cubicBezTo>
                  <a:pt x="1671256" y="179349"/>
                  <a:pt x="1670926" y="178574"/>
                  <a:pt x="1670164" y="178574"/>
                </a:cubicBezTo>
                <a:cubicBezTo>
                  <a:pt x="1668627" y="178485"/>
                  <a:pt x="1667738" y="178574"/>
                  <a:pt x="1666208" y="178574"/>
                </a:cubicBezTo>
                <a:cubicBezTo>
                  <a:pt x="1664030" y="178574"/>
                  <a:pt x="1662614" y="178574"/>
                  <a:pt x="1660537" y="179050"/>
                </a:cubicBezTo>
                <a:cubicBezTo>
                  <a:pt x="1658988" y="179349"/>
                  <a:pt x="1658105" y="180028"/>
                  <a:pt x="1656588" y="180778"/>
                </a:cubicBezTo>
                <a:cubicBezTo>
                  <a:pt x="1656588" y="181438"/>
                  <a:pt x="1655724" y="182721"/>
                  <a:pt x="1655724" y="183394"/>
                </a:cubicBezTo>
                <a:cubicBezTo>
                  <a:pt x="1655724" y="184283"/>
                  <a:pt x="1655819" y="184842"/>
                  <a:pt x="1655724" y="185585"/>
                </a:cubicBezTo>
                <a:cubicBezTo>
                  <a:pt x="1655387" y="187204"/>
                  <a:pt x="1654048" y="188328"/>
                  <a:pt x="1652657" y="189096"/>
                </a:cubicBezTo>
                <a:cubicBezTo>
                  <a:pt x="1651984" y="189433"/>
                  <a:pt x="1651558" y="189934"/>
                  <a:pt x="1650777" y="189934"/>
                </a:cubicBezTo>
                <a:lnTo>
                  <a:pt x="1640922" y="189934"/>
                </a:lnTo>
                <a:cubicBezTo>
                  <a:pt x="1639176" y="189934"/>
                  <a:pt x="1638414" y="191401"/>
                  <a:pt x="1636864" y="192163"/>
                </a:cubicBezTo>
                <a:cubicBezTo>
                  <a:pt x="1636102" y="192481"/>
                  <a:pt x="1635467" y="192824"/>
                  <a:pt x="1634680" y="193033"/>
                </a:cubicBezTo>
                <a:cubicBezTo>
                  <a:pt x="1633067" y="193681"/>
                  <a:pt x="1631734" y="193890"/>
                  <a:pt x="1629892" y="193890"/>
                </a:cubicBezTo>
                <a:cubicBezTo>
                  <a:pt x="1628908" y="193890"/>
                  <a:pt x="1628228" y="194011"/>
                  <a:pt x="1627238" y="193890"/>
                </a:cubicBezTo>
                <a:cubicBezTo>
                  <a:pt x="1625961" y="193770"/>
                  <a:pt x="1625066" y="193154"/>
                  <a:pt x="1623745" y="193033"/>
                </a:cubicBezTo>
                <a:cubicBezTo>
                  <a:pt x="1622215" y="192938"/>
                  <a:pt x="1621345" y="193033"/>
                  <a:pt x="1619815" y="193033"/>
                </a:cubicBezTo>
                <a:cubicBezTo>
                  <a:pt x="1618265" y="193033"/>
                  <a:pt x="1617395" y="192938"/>
                  <a:pt x="1615878" y="193033"/>
                </a:cubicBezTo>
                <a:cubicBezTo>
                  <a:pt x="1614760" y="193154"/>
                  <a:pt x="1614239" y="193560"/>
                  <a:pt x="1613268" y="193890"/>
                </a:cubicBezTo>
                <a:cubicBezTo>
                  <a:pt x="1612480" y="194106"/>
                  <a:pt x="1611807" y="194684"/>
                  <a:pt x="1611039" y="194786"/>
                </a:cubicBezTo>
                <a:cubicBezTo>
                  <a:pt x="1610169" y="194989"/>
                  <a:pt x="1609197" y="194906"/>
                  <a:pt x="1608423" y="195186"/>
                </a:cubicBezTo>
                <a:cubicBezTo>
                  <a:pt x="1607769" y="195541"/>
                  <a:pt x="1607007" y="195446"/>
                  <a:pt x="1606689" y="196094"/>
                </a:cubicBezTo>
                <a:cubicBezTo>
                  <a:pt x="1606359" y="196748"/>
                  <a:pt x="1606035" y="197192"/>
                  <a:pt x="1605813" y="197840"/>
                </a:cubicBezTo>
                <a:cubicBezTo>
                  <a:pt x="1605572" y="198393"/>
                  <a:pt x="1605914" y="199053"/>
                  <a:pt x="1605813" y="199599"/>
                </a:cubicBezTo>
                <a:cubicBezTo>
                  <a:pt x="1605686" y="200139"/>
                  <a:pt x="1605572" y="200799"/>
                  <a:pt x="1605368" y="201320"/>
                </a:cubicBezTo>
                <a:cubicBezTo>
                  <a:pt x="1605140" y="202018"/>
                  <a:pt x="1604816" y="202545"/>
                  <a:pt x="1604505" y="203066"/>
                </a:cubicBezTo>
                <a:cubicBezTo>
                  <a:pt x="1604143" y="203644"/>
                  <a:pt x="1603387" y="203961"/>
                  <a:pt x="1602625" y="203961"/>
                </a:cubicBezTo>
                <a:lnTo>
                  <a:pt x="1593119" y="203961"/>
                </a:lnTo>
                <a:cubicBezTo>
                  <a:pt x="1592554" y="204539"/>
                  <a:pt x="1591671" y="204628"/>
                  <a:pt x="1591354" y="205282"/>
                </a:cubicBezTo>
                <a:cubicBezTo>
                  <a:pt x="1590687" y="206495"/>
                  <a:pt x="1590490" y="207479"/>
                  <a:pt x="1590046" y="208800"/>
                </a:cubicBezTo>
                <a:cubicBezTo>
                  <a:pt x="1590249" y="209861"/>
                  <a:pt x="1589385" y="211220"/>
                  <a:pt x="1590046" y="212286"/>
                </a:cubicBezTo>
                <a:cubicBezTo>
                  <a:pt x="1590928" y="213588"/>
                  <a:pt x="1591798" y="214452"/>
                  <a:pt x="1592662" y="215785"/>
                </a:cubicBezTo>
                <a:cubicBezTo>
                  <a:pt x="1593545" y="217106"/>
                  <a:pt x="1595075" y="217570"/>
                  <a:pt x="1596155" y="218433"/>
                </a:cubicBezTo>
                <a:cubicBezTo>
                  <a:pt x="1597272" y="219284"/>
                  <a:pt x="1596624" y="221259"/>
                  <a:pt x="1597920" y="221926"/>
                </a:cubicBezTo>
                <a:cubicBezTo>
                  <a:pt x="1599018" y="222364"/>
                  <a:pt x="1600320" y="221722"/>
                  <a:pt x="1601406" y="221926"/>
                </a:cubicBezTo>
                <a:cubicBezTo>
                  <a:pt x="1602530" y="222148"/>
                  <a:pt x="1603622" y="221926"/>
                  <a:pt x="1604930" y="221926"/>
                </a:cubicBezTo>
                <a:cubicBezTo>
                  <a:pt x="1606238" y="221926"/>
                  <a:pt x="1607343" y="222567"/>
                  <a:pt x="1608423" y="222789"/>
                </a:cubicBezTo>
                <a:cubicBezTo>
                  <a:pt x="1611039" y="223443"/>
                  <a:pt x="1613027" y="223869"/>
                  <a:pt x="1615446" y="225431"/>
                </a:cubicBezTo>
                <a:cubicBezTo>
                  <a:pt x="1616513" y="226079"/>
                  <a:pt x="1616316" y="227831"/>
                  <a:pt x="1617198" y="228917"/>
                </a:cubicBezTo>
                <a:lnTo>
                  <a:pt x="1634680" y="228917"/>
                </a:lnTo>
                <a:lnTo>
                  <a:pt x="1641703" y="232422"/>
                </a:lnTo>
                <a:cubicBezTo>
                  <a:pt x="1642256" y="232663"/>
                  <a:pt x="1643773" y="232663"/>
                  <a:pt x="1644332" y="232873"/>
                </a:cubicBezTo>
                <a:cubicBezTo>
                  <a:pt x="1645107" y="233222"/>
                  <a:pt x="1645399" y="233864"/>
                  <a:pt x="1646072" y="234168"/>
                </a:cubicBezTo>
                <a:cubicBezTo>
                  <a:pt x="1647253" y="234835"/>
                  <a:pt x="1648148" y="236061"/>
                  <a:pt x="1649571" y="236391"/>
                </a:cubicBezTo>
                <a:cubicBezTo>
                  <a:pt x="1651012" y="236715"/>
                  <a:pt x="1651984" y="236391"/>
                  <a:pt x="1653508" y="236391"/>
                </a:cubicBezTo>
                <a:cubicBezTo>
                  <a:pt x="1654511" y="236391"/>
                  <a:pt x="1655159" y="236810"/>
                  <a:pt x="1656162" y="236810"/>
                </a:cubicBezTo>
                <a:lnTo>
                  <a:pt x="1659216" y="236810"/>
                </a:lnTo>
                <a:cubicBezTo>
                  <a:pt x="1660391" y="236810"/>
                  <a:pt x="1661191" y="236899"/>
                  <a:pt x="1662264" y="236810"/>
                </a:cubicBezTo>
                <a:cubicBezTo>
                  <a:pt x="1662817" y="236810"/>
                  <a:pt x="1663471" y="236461"/>
                  <a:pt x="1664030" y="236391"/>
                </a:cubicBezTo>
                <a:cubicBezTo>
                  <a:pt x="1665547" y="236061"/>
                  <a:pt x="1666551" y="235153"/>
                  <a:pt x="1667979" y="234632"/>
                </a:cubicBezTo>
                <a:cubicBezTo>
                  <a:pt x="1668849" y="234289"/>
                  <a:pt x="1669300" y="233749"/>
                  <a:pt x="1670272" y="233749"/>
                </a:cubicBezTo>
                <a:lnTo>
                  <a:pt x="1680114" y="233749"/>
                </a:lnTo>
                <a:cubicBezTo>
                  <a:pt x="1681753" y="233749"/>
                  <a:pt x="1682623" y="232663"/>
                  <a:pt x="1684166" y="232422"/>
                </a:cubicBezTo>
                <a:cubicBezTo>
                  <a:pt x="1685588" y="232206"/>
                  <a:pt x="1686667" y="231990"/>
                  <a:pt x="1688217" y="231990"/>
                </a:cubicBezTo>
                <a:lnTo>
                  <a:pt x="1689842" y="231990"/>
                </a:lnTo>
                <a:cubicBezTo>
                  <a:pt x="1691176" y="232086"/>
                  <a:pt x="1692033" y="232422"/>
                  <a:pt x="1693379" y="232422"/>
                </a:cubicBezTo>
                <a:cubicBezTo>
                  <a:pt x="1693887" y="232422"/>
                  <a:pt x="1694141" y="232206"/>
                  <a:pt x="1694688" y="232206"/>
                </a:cubicBezTo>
                <a:lnTo>
                  <a:pt x="1694688" y="239318"/>
                </a:lnTo>
                <a:cubicBezTo>
                  <a:pt x="1694688" y="240861"/>
                  <a:pt x="1693792" y="241725"/>
                  <a:pt x="1692929" y="242938"/>
                </a:cubicBezTo>
                <a:cubicBezTo>
                  <a:pt x="1692592" y="243458"/>
                  <a:pt x="1691709" y="243458"/>
                  <a:pt x="1691176" y="243808"/>
                </a:cubicBezTo>
                <a:cubicBezTo>
                  <a:pt x="1690528" y="244151"/>
                  <a:pt x="1689741" y="244354"/>
                  <a:pt x="1688973" y="244690"/>
                </a:cubicBezTo>
                <a:cubicBezTo>
                  <a:pt x="1687658" y="245236"/>
                  <a:pt x="1686667" y="245675"/>
                  <a:pt x="1685486" y="246443"/>
                </a:cubicBezTo>
                <a:cubicBezTo>
                  <a:pt x="1684616" y="246970"/>
                  <a:pt x="1684724" y="248399"/>
                  <a:pt x="1683721" y="248621"/>
                </a:cubicBezTo>
                <a:cubicBezTo>
                  <a:pt x="1683162" y="248742"/>
                  <a:pt x="1682623" y="248621"/>
                  <a:pt x="1681994" y="248621"/>
                </a:cubicBezTo>
                <a:lnTo>
                  <a:pt x="1680222" y="248621"/>
                </a:lnTo>
                <a:cubicBezTo>
                  <a:pt x="1679340" y="248621"/>
                  <a:pt x="1678819" y="247859"/>
                  <a:pt x="1678031" y="247764"/>
                </a:cubicBezTo>
                <a:cubicBezTo>
                  <a:pt x="1677269" y="247643"/>
                  <a:pt x="1676603" y="247948"/>
                  <a:pt x="1675841" y="247764"/>
                </a:cubicBezTo>
                <a:cubicBezTo>
                  <a:pt x="1675072" y="247554"/>
                  <a:pt x="1674856" y="246627"/>
                  <a:pt x="1674101" y="246443"/>
                </a:cubicBezTo>
                <a:cubicBezTo>
                  <a:pt x="1673339" y="246208"/>
                  <a:pt x="1672780" y="245992"/>
                  <a:pt x="1671910" y="245992"/>
                </a:cubicBezTo>
                <a:lnTo>
                  <a:pt x="1668176" y="245992"/>
                </a:lnTo>
                <a:cubicBezTo>
                  <a:pt x="1666017" y="245992"/>
                  <a:pt x="1664792" y="245891"/>
                  <a:pt x="1662722" y="246443"/>
                </a:cubicBezTo>
                <a:cubicBezTo>
                  <a:pt x="1661858" y="246627"/>
                  <a:pt x="1661388" y="247415"/>
                  <a:pt x="1660537" y="247764"/>
                </a:cubicBezTo>
                <a:cubicBezTo>
                  <a:pt x="1658778" y="248519"/>
                  <a:pt x="1657457" y="248621"/>
                  <a:pt x="1655483" y="248621"/>
                </a:cubicBezTo>
                <a:lnTo>
                  <a:pt x="1653070" y="248621"/>
                </a:lnTo>
                <a:cubicBezTo>
                  <a:pt x="1652200" y="248621"/>
                  <a:pt x="1651774" y="248196"/>
                  <a:pt x="1650879" y="248196"/>
                </a:cubicBezTo>
                <a:cubicBezTo>
                  <a:pt x="1649895" y="248196"/>
                  <a:pt x="1649253" y="248304"/>
                  <a:pt x="1648269" y="248196"/>
                </a:cubicBezTo>
                <a:cubicBezTo>
                  <a:pt x="1646383" y="247859"/>
                  <a:pt x="1645748" y="246627"/>
                  <a:pt x="1643894" y="246443"/>
                </a:cubicBezTo>
                <a:cubicBezTo>
                  <a:pt x="1642675" y="246322"/>
                  <a:pt x="1642135" y="246443"/>
                  <a:pt x="1640922" y="246443"/>
                </a:cubicBezTo>
                <a:lnTo>
                  <a:pt x="1638198" y="246443"/>
                </a:lnTo>
                <a:cubicBezTo>
                  <a:pt x="1637550" y="246443"/>
                  <a:pt x="1637112" y="246773"/>
                  <a:pt x="1636426" y="246875"/>
                </a:cubicBezTo>
                <a:cubicBezTo>
                  <a:pt x="1636344" y="248621"/>
                  <a:pt x="1636229" y="249516"/>
                  <a:pt x="1636014" y="251231"/>
                </a:cubicBezTo>
                <a:lnTo>
                  <a:pt x="1625612" y="251231"/>
                </a:lnTo>
                <a:cubicBezTo>
                  <a:pt x="1624838" y="251231"/>
                  <a:pt x="1624310" y="251694"/>
                  <a:pt x="1623745" y="252126"/>
                </a:cubicBezTo>
                <a:cubicBezTo>
                  <a:pt x="1622983" y="252691"/>
                  <a:pt x="1621999" y="253225"/>
                  <a:pt x="1621999" y="254330"/>
                </a:cubicBezTo>
                <a:cubicBezTo>
                  <a:pt x="1621999" y="256940"/>
                  <a:pt x="1624310" y="258019"/>
                  <a:pt x="1626374" y="259581"/>
                </a:cubicBezTo>
                <a:cubicBezTo>
                  <a:pt x="1627238" y="260222"/>
                  <a:pt x="1627689" y="260769"/>
                  <a:pt x="1628571" y="261346"/>
                </a:cubicBezTo>
                <a:cubicBezTo>
                  <a:pt x="1629321" y="261753"/>
                  <a:pt x="1629892" y="262540"/>
                  <a:pt x="1630768" y="262623"/>
                </a:cubicBezTo>
                <a:cubicBezTo>
                  <a:pt x="1632731" y="262940"/>
                  <a:pt x="1633943" y="262413"/>
                  <a:pt x="1636014" y="262623"/>
                </a:cubicBezTo>
                <a:cubicBezTo>
                  <a:pt x="1638306" y="262832"/>
                  <a:pt x="1639614" y="263836"/>
                  <a:pt x="1641703" y="264820"/>
                </a:cubicBezTo>
                <a:cubicBezTo>
                  <a:pt x="1643348" y="265576"/>
                  <a:pt x="1644332" y="266020"/>
                  <a:pt x="1646072" y="266566"/>
                </a:cubicBezTo>
                <a:cubicBezTo>
                  <a:pt x="1647507" y="267023"/>
                  <a:pt x="1648694" y="267366"/>
                  <a:pt x="1650015" y="267887"/>
                </a:cubicBezTo>
                <a:cubicBezTo>
                  <a:pt x="1652111" y="268649"/>
                  <a:pt x="1653305" y="269392"/>
                  <a:pt x="1655279" y="270522"/>
                </a:cubicBezTo>
                <a:lnTo>
                  <a:pt x="1657026" y="271392"/>
                </a:lnTo>
                <a:cubicBezTo>
                  <a:pt x="1655159" y="271392"/>
                  <a:pt x="1653628" y="270732"/>
                  <a:pt x="1652200" y="271811"/>
                </a:cubicBezTo>
                <a:cubicBezTo>
                  <a:pt x="1651558" y="272275"/>
                  <a:pt x="1650879" y="272478"/>
                  <a:pt x="1650453" y="273157"/>
                </a:cubicBezTo>
                <a:cubicBezTo>
                  <a:pt x="1650257" y="273596"/>
                  <a:pt x="1650257" y="274358"/>
                  <a:pt x="1650015" y="274916"/>
                </a:cubicBezTo>
                <a:cubicBezTo>
                  <a:pt x="1650682" y="275456"/>
                  <a:pt x="1650549" y="276301"/>
                  <a:pt x="1651323" y="276637"/>
                </a:cubicBezTo>
                <a:cubicBezTo>
                  <a:pt x="1651882" y="276847"/>
                  <a:pt x="1652530" y="276847"/>
                  <a:pt x="1653070" y="277082"/>
                </a:cubicBezTo>
                <a:cubicBezTo>
                  <a:pt x="1654302" y="277507"/>
                  <a:pt x="1655387" y="277742"/>
                  <a:pt x="1656588" y="278377"/>
                </a:cubicBezTo>
                <a:cubicBezTo>
                  <a:pt x="1657216" y="278688"/>
                  <a:pt x="1657337" y="279577"/>
                  <a:pt x="1657896" y="280149"/>
                </a:cubicBezTo>
                <a:cubicBezTo>
                  <a:pt x="1658556" y="280835"/>
                  <a:pt x="1659070" y="281133"/>
                  <a:pt x="1659642" y="281876"/>
                </a:cubicBezTo>
                <a:cubicBezTo>
                  <a:pt x="1659877" y="282308"/>
                  <a:pt x="1659877" y="283216"/>
                  <a:pt x="1660074" y="283654"/>
                </a:cubicBezTo>
                <a:cubicBezTo>
                  <a:pt x="1660391" y="284181"/>
                  <a:pt x="1661280" y="284181"/>
                  <a:pt x="1661858" y="284543"/>
                </a:cubicBezTo>
                <a:cubicBezTo>
                  <a:pt x="1662512" y="284981"/>
                  <a:pt x="1663255" y="285057"/>
                  <a:pt x="1664030" y="285407"/>
                </a:cubicBezTo>
                <a:cubicBezTo>
                  <a:pt x="1664696" y="285622"/>
                  <a:pt x="1665109" y="285946"/>
                  <a:pt x="1665763" y="286283"/>
                </a:cubicBezTo>
                <a:cubicBezTo>
                  <a:pt x="1666417" y="286600"/>
                  <a:pt x="1666868" y="286937"/>
                  <a:pt x="1667541" y="287172"/>
                </a:cubicBezTo>
                <a:cubicBezTo>
                  <a:pt x="1669186" y="287915"/>
                  <a:pt x="1670272" y="288251"/>
                  <a:pt x="1671910" y="288905"/>
                </a:cubicBezTo>
                <a:cubicBezTo>
                  <a:pt x="1672672" y="289090"/>
                  <a:pt x="1673428" y="289426"/>
                  <a:pt x="1674101" y="289769"/>
                </a:cubicBezTo>
                <a:cubicBezTo>
                  <a:pt x="1674964" y="290226"/>
                  <a:pt x="1675390" y="290988"/>
                  <a:pt x="1676273" y="291534"/>
                </a:cubicBezTo>
                <a:cubicBezTo>
                  <a:pt x="1677149" y="292093"/>
                  <a:pt x="1677924" y="292531"/>
                  <a:pt x="1678914" y="292836"/>
                </a:cubicBezTo>
                <a:cubicBezTo>
                  <a:pt x="1680870" y="293503"/>
                  <a:pt x="1682095" y="293281"/>
                  <a:pt x="1684166" y="293281"/>
                </a:cubicBezTo>
                <a:lnTo>
                  <a:pt x="1685042" y="293281"/>
                </a:lnTo>
                <a:cubicBezTo>
                  <a:pt x="1685912" y="293281"/>
                  <a:pt x="1686458" y="293382"/>
                  <a:pt x="1687233" y="293281"/>
                </a:cubicBezTo>
                <a:cubicBezTo>
                  <a:pt x="1687988" y="293173"/>
                  <a:pt x="1688217" y="292296"/>
                  <a:pt x="1688973" y="291992"/>
                </a:cubicBezTo>
                <a:cubicBezTo>
                  <a:pt x="1688649" y="291299"/>
                  <a:pt x="1688433" y="290772"/>
                  <a:pt x="1688103" y="290226"/>
                </a:cubicBezTo>
                <a:cubicBezTo>
                  <a:pt x="1687569" y="289350"/>
                  <a:pt x="1686909" y="288772"/>
                  <a:pt x="1686350" y="288023"/>
                </a:cubicBezTo>
                <a:cubicBezTo>
                  <a:pt x="1685804" y="287267"/>
                  <a:pt x="1684616" y="286937"/>
                  <a:pt x="1684616" y="285826"/>
                </a:cubicBezTo>
                <a:cubicBezTo>
                  <a:pt x="1684616" y="284759"/>
                  <a:pt x="1684616" y="283743"/>
                  <a:pt x="1685486" y="283216"/>
                </a:cubicBezTo>
                <a:cubicBezTo>
                  <a:pt x="1686045" y="282879"/>
                  <a:pt x="1686667" y="283216"/>
                  <a:pt x="1687233" y="283216"/>
                </a:cubicBezTo>
                <a:cubicBezTo>
                  <a:pt x="1688871" y="283013"/>
                  <a:pt x="1690071" y="283216"/>
                  <a:pt x="1691817" y="283216"/>
                </a:cubicBezTo>
                <a:cubicBezTo>
                  <a:pt x="1694351" y="283216"/>
                  <a:pt x="1695659" y="283013"/>
                  <a:pt x="1698180" y="283216"/>
                </a:cubicBezTo>
                <a:cubicBezTo>
                  <a:pt x="1699793" y="283324"/>
                  <a:pt x="1700682" y="284441"/>
                  <a:pt x="1702098" y="284981"/>
                </a:cubicBezTo>
                <a:cubicBezTo>
                  <a:pt x="1702777" y="285159"/>
                  <a:pt x="1703209" y="285622"/>
                  <a:pt x="1703870" y="285826"/>
                </a:cubicBezTo>
                <a:cubicBezTo>
                  <a:pt x="1704403" y="286067"/>
                  <a:pt x="1705076" y="286162"/>
                  <a:pt x="1705609" y="286283"/>
                </a:cubicBezTo>
                <a:cubicBezTo>
                  <a:pt x="1706257" y="286384"/>
                  <a:pt x="1706702" y="287172"/>
                  <a:pt x="1707476" y="287172"/>
                </a:cubicBezTo>
                <a:cubicBezTo>
                  <a:pt x="1708137" y="287172"/>
                  <a:pt x="1708473" y="286727"/>
                  <a:pt x="1709127" y="286727"/>
                </a:cubicBezTo>
                <a:lnTo>
                  <a:pt x="1709127" y="283216"/>
                </a:lnTo>
                <a:lnTo>
                  <a:pt x="1716436" y="283216"/>
                </a:lnTo>
                <a:cubicBezTo>
                  <a:pt x="1717338" y="283216"/>
                  <a:pt x="1717649" y="284181"/>
                  <a:pt x="1718316" y="284543"/>
                </a:cubicBezTo>
                <a:cubicBezTo>
                  <a:pt x="1719091" y="284981"/>
                  <a:pt x="1719624" y="285495"/>
                  <a:pt x="1720513" y="285826"/>
                </a:cubicBezTo>
                <a:cubicBezTo>
                  <a:pt x="1722024" y="286480"/>
                  <a:pt x="1723370" y="286283"/>
                  <a:pt x="1725091" y="286283"/>
                </a:cubicBezTo>
                <a:cubicBezTo>
                  <a:pt x="1726863" y="286283"/>
                  <a:pt x="1728171" y="286600"/>
                  <a:pt x="1729695" y="285826"/>
                </a:cubicBezTo>
                <a:cubicBezTo>
                  <a:pt x="1730476" y="285495"/>
                  <a:pt x="1730343" y="284543"/>
                  <a:pt x="1730997" y="284086"/>
                </a:cubicBezTo>
                <a:cubicBezTo>
                  <a:pt x="1731556" y="283743"/>
                  <a:pt x="1732102" y="283533"/>
                  <a:pt x="1732768" y="283216"/>
                </a:cubicBezTo>
                <a:cubicBezTo>
                  <a:pt x="1733397" y="282879"/>
                  <a:pt x="1733848" y="282555"/>
                  <a:pt x="1734515" y="282308"/>
                </a:cubicBezTo>
                <a:cubicBezTo>
                  <a:pt x="1735061" y="282219"/>
                  <a:pt x="1735721" y="282028"/>
                  <a:pt x="1736248" y="281876"/>
                </a:cubicBezTo>
                <a:cubicBezTo>
                  <a:pt x="1737474" y="281698"/>
                  <a:pt x="1738649" y="282028"/>
                  <a:pt x="1739760" y="281470"/>
                </a:cubicBezTo>
                <a:cubicBezTo>
                  <a:pt x="1740522" y="281133"/>
                  <a:pt x="1740427" y="280149"/>
                  <a:pt x="1741081" y="279698"/>
                </a:cubicBezTo>
                <a:cubicBezTo>
                  <a:pt x="1741627" y="279393"/>
                  <a:pt x="1742249" y="279152"/>
                  <a:pt x="1742821" y="278841"/>
                </a:cubicBezTo>
                <a:cubicBezTo>
                  <a:pt x="1743792" y="278187"/>
                  <a:pt x="1744249" y="277082"/>
                  <a:pt x="1745449" y="277082"/>
                </a:cubicBezTo>
                <a:cubicBezTo>
                  <a:pt x="1747208" y="277082"/>
                  <a:pt x="1748288" y="277641"/>
                  <a:pt x="1749850" y="278377"/>
                </a:cubicBezTo>
                <a:cubicBezTo>
                  <a:pt x="1751361" y="279152"/>
                  <a:pt x="1751895" y="280250"/>
                  <a:pt x="1753317" y="281012"/>
                </a:cubicBezTo>
                <a:cubicBezTo>
                  <a:pt x="1753990" y="281355"/>
                  <a:pt x="1754441" y="281876"/>
                  <a:pt x="1755184" y="281876"/>
                </a:cubicBezTo>
                <a:lnTo>
                  <a:pt x="1760347" y="281876"/>
                </a:lnTo>
                <a:cubicBezTo>
                  <a:pt x="1762429" y="281876"/>
                  <a:pt x="1763960" y="282219"/>
                  <a:pt x="1766023" y="282308"/>
                </a:cubicBezTo>
                <a:cubicBezTo>
                  <a:pt x="1766684" y="282308"/>
                  <a:pt x="1767243" y="282219"/>
                  <a:pt x="1767776" y="282308"/>
                </a:cubicBezTo>
                <a:cubicBezTo>
                  <a:pt x="1768455" y="282435"/>
                  <a:pt x="1768875" y="283095"/>
                  <a:pt x="1769535" y="283216"/>
                </a:cubicBezTo>
                <a:cubicBezTo>
                  <a:pt x="1771827" y="283844"/>
                  <a:pt x="1773491" y="284346"/>
                  <a:pt x="1775237" y="285826"/>
                </a:cubicBezTo>
                <a:cubicBezTo>
                  <a:pt x="1775891" y="286384"/>
                  <a:pt x="1776228" y="287172"/>
                  <a:pt x="1776977" y="287610"/>
                </a:cubicBezTo>
                <a:cubicBezTo>
                  <a:pt x="1777625" y="288023"/>
                  <a:pt x="1778400" y="288251"/>
                  <a:pt x="1779162" y="288467"/>
                </a:cubicBezTo>
                <a:cubicBezTo>
                  <a:pt x="1779828" y="288588"/>
                  <a:pt x="1780254" y="288905"/>
                  <a:pt x="1781016" y="288905"/>
                </a:cubicBezTo>
                <a:lnTo>
                  <a:pt x="1793068" y="288905"/>
                </a:lnTo>
                <a:cubicBezTo>
                  <a:pt x="1793843" y="288905"/>
                  <a:pt x="1794275" y="289210"/>
                  <a:pt x="1794922" y="289350"/>
                </a:cubicBezTo>
                <a:cubicBezTo>
                  <a:pt x="1795481" y="289426"/>
                  <a:pt x="1796148" y="289572"/>
                  <a:pt x="1796656" y="289769"/>
                </a:cubicBezTo>
                <a:cubicBezTo>
                  <a:pt x="1798764" y="290531"/>
                  <a:pt x="1799932" y="291731"/>
                  <a:pt x="1801914" y="292836"/>
                </a:cubicBezTo>
                <a:cubicBezTo>
                  <a:pt x="1802587" y="293173"/>
                  <a:pt x="1802923" y="293941"/>
                  <a:pt x="1803685" y="294157"/>
                </a:cubicBezTo>
                <a:cubicBezTo>
                  <a:pt x="1805539" y="294913"/>
                  <a:pt x="1806873" y="294582"/>
                  <a:pt x="1808949" y="294582"/>
                </a:cubicBezTo>
                <a:lnTo>
                  <a:pt x="1810683" y="294582"/>
                </a:lnTo>
                <a:cubicBezTo>
                  <a:pt x="1811242" y="294582"/>
                  <a:pt x="1811896" y="294481"/>
                  <a:pt x="1812448" y="294582"/>
                </a:cubicBezTo>
                <a:cubicBezTo>
                  <a:pt x="1813204" y="294703"/>
                  <a:pt x="1813096" y="295890"/>
                  <a:pt x="1813763" y="296373"/>
                </a:cubicBezTo>
                <a:cubicBezTo>
                  <a:pt x="1814766" y="297668"/>
                  <a:pt x="1815833" y="298970"/>
                  <a:pt x="1817274" y="299859"/>
                </a:cubicBezTo>
                <a:cubicBezTo>
                  <a:pt x="1817884" y="300291"/>
                  <a:pt x="1818233" y="300951"/>
                  <a:pt x="1818989" y="301161"/>
                </a:cubicBezTo>
                <a:cubicBezTo>
                  <a:pt x="1820208" y="301472"/>
                  <a:pt x="1821205" y="301472"/>
                  <a:pt x="1822526" y="301612"/>
                </a:cubicBezTo>
                <a:lnTo>
                  <a:pt x="1824272" y="301612"/>
                </a:lnTo>
                <a:cubicBezTo>
                  <a:pt x="1825567" y="301701"/>
                  <a:pt x="1826564" y="302037"/>
                  <a:pt x="1827764" y="302463"/>
                </a:cubicBezTo>
                <a:cubicBezTo>
                  <a:pt x="1828514" y="302679"/>
                  <a:pt x="1828844" y="303326"/>
                  <a:pt x="1829498" y="303803"/>
                </a:cubicBezTo>
                <a:cubicBezTo>
                  <a:pt x="1830730" y="304666"/>
                  <a:pt x="1832140" y="305428"/>
                  <a:pt x="1832140" y="306965"/>
                </a:cubicBezTo>
                <a:lnTo>
                  <a:pt x="1832140" y="318973"/>
                </a:lnTo>
                <a:cubicBezTo>
                  <a:pt x="1832140" y="320643"/>
                  <a:pt x="1833441" y="321297"/>
                  <a:pt x="1834324" y="322618"/>
                </a:cubicBezTo>
                <a:cubicBezTo>
                  <a:pt x="1834762" y="323265"/>
                  <a:pt x="1835086" y="323716"/>
                  <a:pt x="1835632" y="324364"/>
                </a:cubicBezTo>
                <a:cubicBezTo>
                  <a:pt x="1836153" y="325031"/>
                  <a:pt x="1836527" y="325907"/>
                  <a:pt x="1837397" y="326135"/>
                </a:cubicBezTo>
                <a:cubicBezTo>
                  <a:pt x="1837950" y="326212"/>
                  <a:pt x="1838604" y="326453"/>
                  <a:pt x="1839156" y="326567"/>
                </a:cubicBezTo>
                <a:cubicBezTo>
                  <a:pt x="1840039" y="326783"/>
                  <a:pt x="1840884" y="326326"/>
                  <a:pt x="1841779" y="326567"/>
                </a:cubicBezTo>
                <a:cubicBezTo>
                  <a:pt x="1842649" y="326783"/>
                  <a:pt x="1843087" y="327444"/>
                  <a:pt x="1843938" y="327869"/>
                </a:cubicBezTo>
                <a:cubicBezTo>
                  <a:pt x="1844725" y="328193"/>
                  <a:pt x="1845379" y="328402"/>
                  <a:pt x="1846135" y="328733"/>
                </a:cubicBezTo>
                <a:cubicBezTo>
                  <a:pt x="1847018" y="329177"/>
                  <a:pt x="1847780" y="329323"/>
                  <a:pt x="1848338" y="330060"/>
                </a:cubicBezTo>
                <a:cubicBezTo>
                  <a:pt x="1848688" y="330619"/>
                  <a:pt x="1848859" y="331273"/>
                  <a:pt x="1849196" y="331793"/>
                </a:cubicBezTo>
                <a:cubicBezTo>
                  <a:pt x="1849996" y="333006"/>
                  <a:pt x="1850320" y="333965"/>
                  <a:pt x="1850967" y="335292"/>
                </a:cubicBezTo>
                <a:cubicBezTo>
                  <a:pt x="1851190" y="335845"/>
                  <a:pt x="1851075" y="336613"/>
                  <a:pt x="1851412" y="337038"/>
                </a:cubicBezTo>
                <a:cubicBezTo>
                  <a:pt x="1851742" y="337591"/>
                  <a:pt x="1852593" y="337394"/>
                  <a:pt x="1853171" y="337953"/>
                </a:cubicBezTo>
                <a:cubicBezTo>
                  <a:pt x="1854479" y="339242"/>
                  <a:pt x="1854688" y="340569"/>
                  <a:pt x="1855781" y="341883"/>
                </a:cubicBezTo>
                <a:cubicBezTo>
                  <a:pt x="1856447" y="342645"/>
                  <a:pt x="1857419" y="342861"/>
                  <a:pt x="1857959" y="343661"/>
                </a:cubicBezTo>
                <a:cubicBezTo>
                  <a:pt x="1858517" y="344392"/>
                  <a:pt x="1858606" y="345408"/>
                  <a:pt x="1859260" y="346259"/>
                </a:cubicBezTo>
                <a:cubicBezTo>
                  <a:pt x="1859711" y="346913"/>
                  <a:pt x="1860156" y="347433"/>
                  <a:pt x="1860581" y="347992"/>
                </a:cubicBezTo>
                <a:cubicBezTo>
                  <a:pt x="1861032" y="348576"/>
                  <a:pt x="1861902" y="348665"/>
                  <a:pt x="1862340" y="349326"/>
                </a:cubicBezTo>
                <a:cubicBezTo>
                  <a:pt x="1863115" y="350386"/>
                  <a:pt x="1863115" y="351497"/>
                  <a:pt x="1863674" y="352831"/>
                </a:cubicBezTo>
                <a:cubicBezTo>
                  <a:pt x="1864194" y="354145"/>
                  <a:pt x="1864740" y="355009"/>
                  <a:pt x="1865401" y="356336"/>
                </a:cubicBezTo>
                <a:cubicBezTo>
                  <a:pt x="1865725" y="356977"/>
                  <a:pt x="1866049" y="357416"/>
                  <a:pt x="1866303" y="358057"/>
                </a:cubicBezTo>
                <a:cubicBezTo>
                  <a:pt x="1867293" y="360260"/>
                  <a:pt x="1867814" y="361791"/>
                  <a:pt x="1869357" y="363791"/>
                </a:cubicBezTo>
                <a:cubicBezTo>
                  <a:pt x="1869782" y="364420"/>
                  <a:pt x="1870455" y="364636"/>
                  <a:pt x="1871090" y="365099"/>
                </a:cubicBezTo>
                <a:cubicBezTo>
                  <a:pt x="1871776" y="365531"/>
                  <a:pt x="1874062" y="366852"/>
                  <a:pt x="1874608" y="367258"/>
                </a:cubicBezTo>
                <a:cubicBezTo>
                  <a:pt x="1875478" y="368026"/>
                  <a:pt x="1875916" y="368909"/>
                  <a:pt x="1875916" y="370103"/>
                </a:cubicBezTo>
                <a:lnTo>
                  <a:pt x="1875916" y="371208"/>
                </a:lnTo>
                <a:cubicBezTo>
                  <a:pt x="1876031" y="372192"/>
                  <a:pt x="1875707" y="372960"/>
                  <a:pt x="1875478" y="373811"/>
                </a:cubicBezTo>
                <a:cubicBezTo>
                  <a:pt x="1875129" y="374808"/>
                  <a:pt x="1874158" y="375361"/>
                  <a:pt x="1874158" y="376459"/>
                </a:cubicBezTo>
                <a:cubicBezTo>
                  <a:pt x="1874158" y="377583"/>
                  <a:pt x="1874945" y="378244"/>
                  <a:pt x="1875478" y="379088"/>
                </a:cubicBezTo>
                <a:cubicBezTo>
                  <a:pt x="1876799" y="381050"/>
                  <a:pt x="1878984" y="381914"/>
                  <a:pt x="1878984" y="384441"/>
                </a:cubicBezTo>
                <a:lnTo>
                  <a:pt x="1878984" y="393420"/>
                </a:lnTo>
                <a:cubicBezTo>
                  <a:pt x="1878984" y="394531"/>
                  <a:pt x="1877771" y="394855"/>
                  <a:pt x="1877225" y="395700"/>
                </a:cubicBezTo>
                <a:cubicBezTo>
                  <a:pt x="1876583" y="396900"/>
                  <a:pt x="1875478" y="397592"/>
                  <a:pt x="1875478" y="399027"/>
                </a:cubicBezTo>
                <a:cubicBezTo>
                  <a:pt x="1875478" y="400208"/>
                  <a:pt x="1875809" y="400869"/>
                  <a:pt x="1875916" y="402075"/>
                </a:cubicBezTo>
                <a:lnTo>
                  <a:pt x="1884343" y="402075"/>
                </a:lnTo>
                <a:lnTo>
                  <a:pt x="1884343" y="409308"/>
                </a:lnTo>
                <a:cubicBezTo>
                  <a:pt x="1882603" y="409308"/>
                  <a:pt x="1881492" y="408857"/>
                  <a:pt x="1879853" y="409308"/>
                </a:cubicBezTo>
                <a:cubicBezTo>
                  <a:pt x="1878418" y="409638"/>
                  <a:pt x="1877453" y="410489"/>
                  <a:pt x="1876355" y="411499"/>
                </a:cubicBezTo>
                <a:cubicBezTo>
                  <a:pt x="1875916" y="411797"/>
                  <a:pt x="1876132" y="412711"/>
                  <a:pt x="1875916" y="413238"/>
                </a:cubicBezTo>
                <a:cubicBezTo>
                  <a:pt x="1876355" y="415658"/>
                  <a:pt x="1877879" y="417169"/>
                  <a:pt x="1878107" y="419811"/>
                </a:cubicBezTo>
                <a:cubicBezTo>
                  <a:pt x="1878107" y="421773"/>
                  <a:pt x="1877225" y="423094"/>
                  <a:pt x="1876799" y="425043"/>
                </a:cubicBezTo>
                <a:lnTo>
                  <a:pt x="1870221" y="425043"/>
                </a:lnTo>
                <a:lnTo>
                  <a:pt x="1870221" y="432079"/>
                </a:lnTo>
                <a:cubicBezTo>
                  <a:pt x="1871090" y="433152"/>
                  <a:pt x="1871535" y="435787"/>
                  <a:pt x="1872856" y="436429"/>
                </a:cubicBezTo>
                <a:cubicBezTo>
                  <a:pt x="1875034" y="437514"/>
                  <a:pt x="1877225" y="437959"/>
                  <a:pt x="1879853" y="438188"/>
                </a:cubicBezTo>
                <a:lnTo>
                  <a:pt x="1883346" y="438188"/>
                </a:lnTo>
                <a:cubicBezTo>
                  <a:pt x="1884667" y="438188"/>
                  <a:pt x="1885784" y="439051"/>
                  <a:pt x="1886851" y="439051"/>
                </a:cubicBezTo>
                <a:cubicBezTo>
                  <a:pt x="1888178" y="439312"/>
                  <a:pt x="1889048" y="439921"/>
                  <a:pt x="1890560" y="439921"/>
                </a:cubicBezTo>
                <a:lnTo>
                  <a:pt x="1907863" y="439921"/>
                </a:lnTo>
                <a:cubicBezTo>
                  <a:pt x="1908092" y="438188"/>
                  <a:pt x="1907654" y="437324"/>
                  <a:pt x="1907863" y="435571"/>
                </a:cubicBezTo>
                <a:cubicBezTo>
                  <a:pt x="1908092" y="434251"/>
                  <a:pt x="1909413" y="433584"/>
                  <a:pt x="1909616" y="432498"/>
                </a:cubicBezTo>
                <a:cubicBezTo>
                  <a:pt x="1912245" y="432498"/>
                  <a:pt x="1913997" y="432079"/>
                  <a:pt x="1916639" y="432079"/>
                </a:cubicBezTo>
                <a:cubicBezTo>
                  <a:pt x="1917934" y="432079"/>
                  <a:pt x="1918817" y="432936"/>
                  <a:pt x="1920119" y="432936"/>
                </a:cubicBezTo>
                <a:cubicBezTo>
                  <a:pt x="1921440" y="432936"/>
                  <a:pt x="1922322" y="432498"/>
                  <a:pt x="1923630" y="432498"/>
                </a:cubicBezTo>
                <a:cubicBezTo>
                  <a:pt x="1923840" y="434441"/>
                  <a:pt x="1924291" y="435571"/>
                  <a:pt x="1924507" y="437324"/>
                </a:cubicBezTo>
                <a:cubicBezTo>
                  <a:pt x="1924735" y="438391"/>
                  <a:pt x="1924291" y="439737"/>
                  <a:pt x="1924507" y="440816"/>
                </a:cubicBezTo>
                <a:cubicBezTo>
                  <a:pt x="1924735" y="442321"/>
                  <a:pt x="1926482" y="442988"/>
                  <a:pt x="1927148" y="444290"/>
                </a:cubicBezTo>
                <a:cubicBezTo>
                  <a:pt x="1927999" y="445827"/>
                  <a:pt x="1929098" y="446951"/>
                  <a:pt x="1930641" y="447814"/>
                </a:cubicBezTo>
                <a:cubicBezTo>
                  <a:pt x="1931949" y="448456"/>
                  <a:pt x="1932603" y="450240"/>
                  <a:pt x="1934133" y="450443"/>
                </a:cubicBezTo>
                <a:cubicBezTo>
                  <a:pt x="1935232" y="450443"/>
                  <a:pt x="1936553" y="450240"/>
                  <a:pt x="1937645" y="450443"/>
                </a:cubicBezTo>
                <a:cubicBezTo>
                  <a:pt x="1938750" y="450678"/>
                  <a:pt x="1940045" y="450240"/>
                  <a:pt x="1941125" y="450443"/>
                </a:cubicBezTo>
                <a:cubicBezTo>
                  <a:pt x="1942452" y="450678"/>
                  <a:pt x="1943334" y="451548"/>
                  <a:pt x="1944643" y="452196"/>
                </a:cubicBezTo>
                <a:cubicBezTo>
                  <a:pt x="1945951" y="452856"/>
                  <a:pt x="1947068" y="453301"/>
                  <a:pt x="1948135" y="453929"/>
                </a:cubicBezTo>
                <a:cubicBezTo>
                  <a:pt x="1949456" y="454806"/>
                  <a:pt x="1949881" y="456349"/>
                  <a:pt x="1950751" y="457428"/>
                </a:cubicBezTo>
                <a:cubicBezTo>
                  <a:pt x="1951647" y="458533"/>
                  <a:pt x="1953164" y="458762"/>
                  <a:pt x="1954288" y="460082"/>
                </a:cubicBezTo>
                <a:cubicBezTo>
                  <a:pt x="1954936" y="460965"/>
                  <a:pt x="1954726" y="462483"/>
                  <a:pt x="1955164" y="463588"/>
                </a:cubicBezTo>
                <a:lnTo>
                  <a:pt x="1954288" y="467080"/>
                </a:lnTo>
                <a:lnTo>
                  <a:pt x="1947494" y="467080"/>
                </a:lnTo>
                <a:cubicBezTo>
                  <a:pt x="1945735" y="467080"/>
                  <a:pt x="1944643" y="466191"/>
                  <a:pt x="1942909" y="466191"/>
                </a:cubicBezTo>
                <a:lnTo>
                  <a:pt x="1935892" y="466191"/>
                </a:lnTo>
                <a:cubicBezTo>
                  <a:pt x="1931720" y="466191"/>
                  <a:pt x="1929098" y="467080"/>
                  <a:pt x="1925389" y="465334"/>
                </a:cubicBezTo>
                <a:cubicBezTo>
                  <a:pt x="1924069" y="464883"/>
                  <a:pt x="1922989" y="464229"/>
                  <a:pt x="1921884" y="463588"/>
                </a:cubicBezTo>
                <a:cubicBezTo>
                  <a:pt x="1921014" y="463149"/>
                  <a:pt x="1922106" y="460724"/>
                  <a:pt x="1921014" y="460082"/>
                </a:cubicBezTo>
                <a:cubicBezTo>
                  <a:pt x="1919909" y="459416"/>
                  <a:pt x="1918576" y="460273"/>
                  <a:pt x="1917522" y="460082"/>
                </a:cubicBezTo>
                <a:cubicBezTo>
                  <a:pt x="1915109" y="459416"/>
                  <a:pt x="1913147" y="459416"/>
                  <a:pt x="1910492" y="459193"/>
                </a:cubicBezTo>
                <a:cubicBezTo>
                  <a:pt x="1907444" y="459003"/>
                  <a:pt x="1905692" y="458317"/>
                  <a:pt x="1902644" y="458317"/>
                </a:cubicBezTo>
                <a:cubicBezTo>
                  <a:pt x="1898472" y="458317"/>
                  <a:pt x="1895817" y="459416"/>
                  <a:pt x="1892109" y="460965"/>
                </a:cubicBezTo>
                <a:cubicBezTo>
                  <a:pt x="1892985" y="463588"/>
                  <a:pt x="1893423" y="465575"/>
                  <a:pt x="1894732" y="467950"/>
                </a:cubicBezTo>
                <a:cubicBezTo>
                  <a:pt x="1895386" y="469271"/>
                  <a:pt x="1897164" y="469499"/>
                  <a:pt x="1898230" y="470585"/>
                </a:cubicBezTo>
                <a:cubicBezTo>
                  <a:pt x="1899564" y="471900"/>
                  <a:pt x="1901761" y="472109"/>
                  <a:pt x="1901761" y="474084"/>
                </a:cubicBezTo>
                <a:cubicBezTo>
                  <a:pt x="1901761" y="475634"/>
                  <a:pt x="1899989" y="476072"/>
                  <a:pt x="1899989" y="477577"/>
                </a:cubicBezTo>
                <a:cubicBezTo>
                  <a:pt x="1897360" y="477793"/>
                  <a:pt x="1895386" y="477793"/>
                  <a:pt x="1892985" y="478459"/>
                </a:cubicBezTo>
                <a:cubicBezTo>
                  <a:pt x="1891449" y="478897"/>
                  <a:pt x="1890814" y="480218"/>
                  <a:pt x="1889505" y="481082"/>
                </a:cubicBezTo>
                <a:cubicBezTo>
                  <a:pt x="1887747" y="482396"/>
                  <a:pt x="1885975" y="483952"/>
                  <a:pt x="1885975" y="486371"/>
                </a:cubicBezTo>
                <a:cubicBezTo>
                  <a:pt x="1885975" y="488518"/>
                  <a:pt x="1885975" y="490277"/>
                  <a:pt x="1887747" y="491604"/>
                </a:cubicBezTo>
                <a:cubicBezTo>
                  <a:pt x="1891010" y="493991"/>
                  <a:pt x="1894300" y="491832"/>
                  <a:pt x="1898230" y="492455"/>
                </a:cubicBezTo>
                <a:cubicBezTo>
                  <a:pt x="1901069" y="492925"/>
                  <a:pt x="1902853" y="494455"/>
                  <a:pt x="1905228" y="495979"/>
                </a:cubicBezTo>
                <a:cubicBezTo>
                  <a:pt x="1909184" y="498614"/>
                  <a:pt x="1910054" y="503859"/>
                  <a:pt x="1914855" y="503859"/>
                </a:cubicBezTo>
                <a:cubicBezTo>
                  <a:pt x="1916823" y="503859"/>
                  <a:pt x="1917077" y="501650"/>
                  <a:pt x="1918398" y="500341"/>
                </a:cubicBezTo>
                <a:cubicBezTo>
                  <a:pt x="1920786" y="497922"/>
                  <a:pt x="1921884" y="495541"/>
                  <a:pt x="1925389" y="495096"/>
                </a:cubicBezTo>
                <a:cubicBezTo>
                  <a:pt x="1929758" y="494671"/>
                  <a:pt x="1931949" y="495096"/>
                  <a:pt x="1936337" y="495096"/>
                </a:cubicBezTo>
                <a:lnTo>
                  <a:pt x="1936337" y="482847"/>
                </a:lnTo>
                <a:cubicBezTo>
                  <a:pt x="1932400" y="482847"/>
                  <a:pt x="1929961" y="483285"/>
                  <a:pt x="1926272" y="481964"/>
                </a:cubicBezTo>
                <a:cubicBezTo>
                  <a:pt x="1925161" y="481749"/>
                  <a:pt x="1923840" y="482396"/>
                  <a:pt x="1922748" y="481964"/>
                </a:cubicBezTo>
                <a:cubicBezTo>
                  <a:pt x="1921440" y="481539"/>
                  <a:pt x="1922322" y="478897"/>
                  <a:pt x="1921014" y="478459"/>
                </a:cubicBezTo>
                <a:cubicBezTo>
                  <a:pt x="1919909" y="478034"/>
                  <a:pt x="1918576" y="478682"/>
                  <a:pt x="1917522" y="478459"/>
                </a:cubicBezTo>
                <a:cubicBezTo>
                  <a:pt x="1916417" y="478243"/>
                  <a:pt x="1915318" y="477793"/>
                  <a:pt x="1913997" y="477577"/>
                </a:cubicBezTo>
                <a:lnTo>
                  <a:pt x="1915744" y="474084"/>
                </a:lnTo>
                <a:lnTo>
                  <a:pt x="1922538" y="474084"/>
                </a:lnTo>
                <a:cubicBezTo>
                  <a:pt x="1924069" y="474084"/>
                  <a:pt x="1924951" y="474287"/>
                  <a:pt x="1926272" y="474973"/>
                </a:cubicBezTo>
                <a:cubicBezTo>
                  <a:pt x="1927777" y="475634"/>
                  <a:pt x="1928228" y="476935"/>
                  <a:pt x="1929758" y="477577"/>
                </a:cubicBezTo>
                <a:cubicBezTo>
                  <a:pt x="1931079" y="478034"/>
                  <a:pt x="1931949" y="479126"/>
                  <a:pt x="1933257" y="479323"/>
                </a:cubicBezTo>
                <a:cubicBezTo>
                  <a:pt x="1934362" y="479577"/>
                  <a:pt x="1935683" y="479323"/>
                  <a:pt x="1936750" y="479323"/>
                </a:cubicBezTo>
                <a:cubicBezTo>
                  <a:pt x="1938293" y="479577"/>
                  <a:pt x="1939391" y="480218"/>
                  <a:pt x="1941125" y="480218"/>
                </a:cubicBezTo>
                <a:lnTo>
                  <a:pt x="1948135" y="480218"/>
                </a:lnTo>
                <a:cubicBezTo>
                  <a:pt x="1950751" y="480218"/>
                  <a:pt x="1952980" y="480002"/>
                  <a:pt x="1955164" y="481082"/>
                </a:cubicBezTo>
                <a:cubicBezTo>
                  <a:pt x="1957114" y="481964"/>
                  <a:pt x="1958644" y="483952"/>
                  <a:pt x="1958644" y="486371"/>
                </a:cubicBezTo>
                <a:lnTo>
                  <a:pt x="1958644" y="488099"/>
                </a:lnTo>
                <a:cubicBezTo>
                  <a:pt x="1958428" y="489604"/>
                  <a:pt x="1955806" y="489419"/>
                  <a:pt x="1955164" y="490740"/>
                </a:cubicBezTo>
                <a:cubicBezTo>
                  <a:pt x="1954485" y="491832"/>
                  <a:pt x="1955590" y="493109"/>
                  <a:pt x="1955164" y="494233"/>
                </a:cubicBezTo>
                <a:cubicBezTo>
                  <a:pt x="1954485" y="495763"/>
                  <a:pt x="1951647" y="495763"/>
                  <a:pt x="1951647" y="497712"/>
                </a:cubicBezTo>
                <a:lnTo>
                  <a:pt x="1951647" y="499484"/>
                </a:lnTo>
                <a:cubicBezTo>
                  <a:pt x="1951647" y="501224"/>
                  <a:pt x="1953393" y="501650"/>
                  <a:pt x="1954288" y="502970"/>
                </a:cubicBezTo>
                <a:cubicBezTo>
                  <a:pt x="1955368" y="504501"/>
                  <a:pt x="1956676" y="504939"/>
                  <a:pt x="1957781" y="506475"/>
                </a:cubicBezTo>
                <a:cubicBezTo>
                  <a:pt x="1958428" y="507580"/>
                  <a:pt x="1959552" y="508660"/>
                  <a:pt x="1959552" y="510222"/>
                </a:cubicBezTo>
                <a:lnTo>
                  <a:pt x="1959552" y="520490"/>
                </a:lnTo>
                <a:lnTo>
                  <a:pt x="1950116" y="520490"/>
                </a:lnTo>
                <a:cubicBezTo>
                  <a:pt x="1948580" y="520490"/>
                  <a:pt x="1947716" y="518960"/>
                  <a:pt x="1946408" y="519595"/>
                </a:cubicBezTo>
                <a:cubicBezTo>
                  <a:pt x="1945093" y="520306"/>
                  <a:pt x="1944433" y="521354"/>
                  <a:pt x="1942909" y="522268"/>
                </a:cubicBezTo>
                <a:cubicBezTo>
                  <a:pt x="1941366" y="523100"/>
                  <a:pt x="1941791" y="525062"/>
                  <a:pt x="1940274" y="525760"/>
                </a:cubicBezTo>
                <a:cubicBezTo>
                  <a:pt x="1938953" y="526199"/>
                  <a:pt x="1937873" y="525760"/>
                  <a:pt x="1936337" y="525760"/>
                </a:cubicBezTo>
                <a:lnTo>
                  <a:pt x="1932400" y="525760"/>
                </a:lnTo>
                <a:cubicBezTo>
                  <a:pt x="1930857" y="525760"/>
                  <a:pt x="1930431" y="524224"/>
                  <a:pt x="1928914" y="524014"/>
                </a:cubicBezTo>
                <a:cubicBezTo>
                  <a:pt x="1927352" y="523741"/>
                  <a:pt x="1926482" y="525303"/>
                  <a:pt x="1924951" y="525303"/>
                </a:cubicBezTo>
                <a:lnTo>
                  <a:pt x="1924951" y="542397"/>
                </a:lnTo>
                <a:cubicBezTo>
                  <a:pt x="1922989" y="542150"/>
                  <a:pt x="1921884" y="541940"/>
                  <a:pt x="1920119" y="541515"/>
                </a:cubicBezTo>
                <a:cubicBezTo>
                  <a:pt x="1918576" y="541070"/>
                  <a:pt x="1917522" y="539730"/>
                  <a:pt x="1915744" y="539730"/>
                </a:cubicBezTo>
                <a:cubicBezTo>
                  <a:pt x="1913997" y="539730"/>
                  <a:pt x="1914658" y="542613"/>
                  <a:pt x="1913147" y="543236"/>
                </a:cubicBezTo>
                <a:cubicBezTo>
                  <a:pt x="1911788" y="543686"/>
                  <a:pt x="1910924" y="544550"/>
                  <a:pt x="1909616" y="545007"/>
                </a:cubicBezTo>
                <a:cubicBezTo>
                  <a:pt x="1908524" y="545439"/>
                  <a:pt x="1907216" y="545439"/>
                  <a:pt x="1906123" y="545865"/>
                </a:cubicBezTo>
                <a:cubicBezTo>
                  <a:pt x="1905025" y="546322"/>
                  <a:pt x="1903495" y="546322"/>
                  <a:pt x="1902644" y="546747"/>
                </a:cubicBezTo>
                <a:cubicBezTo>
                  <a:pt x="1900878" y="547852"/>
                  <a:pt x="1901761" y="550290"/>
                  <a:pt x="1901761" y="552437"/>
                </a:cubicBezTo>
                <a:lnTo>
                  <a:pt x="1901761" y="554647"/>
                </a:lnTo>
                <a:cubicBezTo>
                  <a:pt x="1901761" y="556386"/>
                  <a:pt x="1902853" y="557491"/>
                  <a:pt x="1903495" y="559015"/>
                </a:cubicBezTo>
                <a:cubicBezTo>
                  <a:pt x="1904371" y="560762"/>
                  <a:pt x="1904593" y="562736"/>
                  <a:pt x="1906123" y="563403"/>
                </a:cubicBezTo>
                <a:cubicBezTo>
                  <a:pt x="1907216" y="563822"/>
                  <a:pt x="1908524" y="563822"/>
                  <a:pt x="1909616" y="564267"/>
                </a:cubicBezTo>
                <a:cubicBezTo>
                  <a:pt x="1910721" y="564724"/>
                  <a:pt x="1912023" y="564724"/>
                  <a:pt x="1913147" y="565130"/>
                </a:cubicBezTo>
                <a:cubicBezTo>
                  <a:pt x="1914658" y="565784"/>
                  <a:pt x="1915318" y="566889"/>
                  <a:pt x="1916639" y="567772"/>
                </a:cubicBezTo>
                <a:cubicBezTo>
                  <a:pt x="1917738" y="568439"/>
                  <a:pt x="1919255" y="568439"/>
                  <a:pt x="1920119" y="569493"/>
                </a:cubicBezTo>
                <a:cubicBezTo>
                  <a:pt x="1921668" y="571493"/>
                  <a:pt x="1921440" y="573906"/>
                  <a:pt x="1921884" y="576516"/>
                </a:cubicBezTo>
                <a:cubicBezTo>
                  <a:pt x="1919465" y="576960"/>
                  <a:pt x="1917077" y="576960"/>
                  <a:pt x="1914855" y="578281"/>
                </a:cubicBezTo>
                <a:cubicBezTo>
                  <a:pt x="1913147" y="579158"/>
                  <a:pt x="1912245" y="581348"/>
                  <a:pt x="1912245" y="583507"/>
                </a:cubicBezTo>
                <a:cubicBezTo>
                  <a:pt x="1912245" y="587254"/>
                  <a:pt x="1914855" y="589222"/>
                  <a:pt x="1916639" y="592308"/>
                </a:cubicBezTo>
                <a:cubicBezTo>
                  <a:pt x="1918144" y="594893"/>
                  <a:pt x="1918398" y="596887"/>
                  <a:pt x="1920119" y="599274"/>
                </a:cubicBezTo>
                <a:cubicBezTo>
                  <a:pt x="1920786" y="600373"/>
                  <a:pt x="1921014" y="601700"/>
                  <a:pt x="1921884" y="602792"/>
                </a:cubicBezTo>
                <a:cubicBezTo>
                  <a:pt x="1922989" y="604126"/>
                  <a:pt x="1925161" y="603694"/>
                  <a:pt x="1927148" y="603694"/>
                </a:cubicBezTo>
                <a:cubicBezTo>
                  <a:pt x="1929098" y="603694"/>
                  <a:pt x="1930641" y="603694"/>
                  <a:pt x="1932400" y="602792"/>
                </a:cubicBezTo>
                <a:cubicBezTo>
                  <a:pt x="1933924" y="602132"/>
                  <a:pt x="1933479" y="599725"/>
                  <a:pt x="1935016" y="599274"/>
                </a:cubicBezTo>
                <a:cubicBezTo>
                  <a:pt x="1936108" y="598843"/>
                  <a:pt x="1937188" y="599274"/>
                  <a:pt x="1938521" y="599274"/>
                </a:cubicBezTo>
                <a:lnTo>
                  <a:pt x="1942033" y="599274"/>
                </a:lnTo>
                <a:cubicBezTo>
                  <a:pt x="1943519" y="599274"/>
                  <a:pt x="1944204" y="600621"/>
                  <a:pt x="1945525" y="601046"/>
                </a:cubicBezTo>
                <a:cubicBezTo>
                  <a:pt x="1945525" y="602348"/>
                  <a:pt x="1945951" y="603453"/>
                  <a:pt x="1945525" y="604532"/>
                </a:cubicBezTo>
                <a:cubicBezTo>
                  <a:pt x="1945093" y="605618"/>
                  <a:pt x="1945525" y="607161"/>
                  <a:pt x="1944643" y="608056"/>
                </a:cubicBezTo>
                <a:cubicBezTo>
                  <a:pt x="1943785" y="608920"/>
                  <a:pt x="1942033" y="607618"/>
                  <a:pt x="1941125" y="608056"/>
                </a:cubicBezTo>
                <a:cubicBezTo>
                  <a:pt x="1940045" y="608685"/>
                  <a:pt x="1938521" y="608685"/>
                  <a:pt x="1937645" y="609771"/>
                </a:cubicBezTo>
                <a:cubicBezTo>
                  <a:pt x="1936991" y="610666"/>
                  <a:pt x="1938070" y="612190"/>
                  <a:pt x="1937645" y="613295"/>
                </a:cubicBezTo>
                <a:cubicBezTo>
                  <a:pt x="1937188" y="614610"/>
                  <a:pt x="1936337" y="615511"/>
                  <a:pt x="1935892" y="616819"/>
                </a:cubicBezTo>
                <a:cubicBezTo>
                  <a:pt x="1935016" y="618737"/>
                  <a:pt x="1932400" y="618997"/>
                  <a:pt x="1932400" y="621156"/>
                </a:cubicBezTo>
                <a:cubicBezTo>
                  <a:pt x="1932400" y="623150"/>
                  <a:pt x="1932832" y="624687"/>
                  <a:pt x="1933257" y="626446"/>
                </a:cubicBezTo>
                <a:cubicBezTo>
                  <a:pt x="1933924" y="629043"/>
                  <a:pt x="1934362" y="631266"/>
                  <a:pt x="1935892" y="633450"/>
                </a:cubicBezTo>
                <a:cubicBezTo>
                  <a:pt x="1936750" y="634752"/>
                  <a:pt x="1937188" y="636301"/>
                  <a:pt x="1938521" y="636924"/>
                </a:cubicBezTo>
                <a:cubicBezTo>
                  <a:pt x="1939613" y="637603"/>
                  <a:pt x="1940699" y="636924"/>
                  <a:pt x="1942033" y="636924"/>
                </a:cubicBezTo>
                <a:cubicBezTo>
                  <a:pt x="1943334" y="636924"/>
                  <a:pt x="1944433" y="637381"/>
                  <a:pt x="1945525" y="636924"/>
                </a:cubicBezTo>
                <a:cubicBezTo>
                  <a:pt x="1947068" y="636301"/>
                  <a:pt x="1947926" y="635196"/>
                  <a:pt x="1949030" y="634301"/>
                </a:cubicBezTo>
                <a:cubicBezTo>
                  <a:pt x="1950116" y="633450"/>
                  <a:pt x="1950751" y="631888"/>
                  <a:pt x="1951647" y="630808"/>
                </a:cubicBezTo>
                <a:cubicBezTo>
                  <a:pt x="1952510" y="629704"/>
                  <a:pt x="1952326" y="627964"/>
                  <a:pt x="1953393" y="627316"/>
                </a:cubicBezTo>
                <a:cubicBezTo>
                  <a:pt x="1954288" y="626878"/>
                  <a:pt x="1955590" y="626446"/>
                  <a:pt x="1956911" y="626446"/>
                </a:cubicBezTo>
                <a:cubicBezTo>
                  <a:pt x="1958879" y="626446"/>
                  <a:pt x="1960175" y="627106"/>
                  <a:pt x="1962150" y="627316"/>
                </a:cubicBezTo>
                <a:lnTo>
                  <a:pt x="1962150" y="641330"/>
                </a:lnTo>
                <a:cubicBezTo>
                  <a:pt x="1960848" y="642410"/>
                  <a:pt x="1960848" y="644156"/>
                  <a:pt x="1959552" y="644823"/>
                </a:cubicBezTo>
                <a:cubicBezTo>
                  <a:pt x="1958428" y="645483"/>
                  <a:pt x="1957114" y="645020"/>
                  <a:pt x="1956028" y="645687"/>
                </a:cubicBezTo>
                <a:cubicBezTo>
                  <a:pt x="1954726" y="646341"/>
                  <a:pt x="1953818" y="647649"/>
                  <a:pt x="1952510" y="648309"/>
                </a:cubicBezTo>
                <a:cubicBezTo>
                  <a:pt x="1951202" y="648969"/>
                  <a:pt x="1949684" y="649433"/>
                  <a:pt x="1949030" y="650932"/>
                </a:cubicBezTo>
                <a:cubicBezTo>
                  <a:pt x="1948376" y="652494"/>
                  <a:pt x="1948135" y="654221"/>
                  <a:pt x="1948135" y="656221"/>
                </a:cubicBezTo>
                <a:cubicBezTo>
                  <a:pt x="1948135" y="658387"/>
                  <a:pt x="1949030" y="659714"/>
                  <a:pt x="1949881" y="661454"/>
                </a:cubicBezTo>
                <a:cubicBezTo>
                  <a:pt x="1950567" y="662755"/>
                  <a:pt x="1952326" y="662984"/>
                  <a:pt x="1953393" y="664076"/>
                </a:cubicBezTo>
                <a:cubicBezTo>
                  <a:pt x="1954726" y="665365"/>
                  <a:pt x="1955806" y="666273"/>
                  <a:pt x="1956911" y="667569"/>
                </a:cubicBezTo>
                <a:cubicBezTo>
                  <a:pt x="1959978" y="671315"/>
                  <a:pt x="1961718" y="674592"/>
                  <a:pt x="1964778" y="678078"/>
                </a:cubicBezTo>
                <a:cubicBezTo>
                  <a:pt x="1965674" y="679189"/>
                  <a:pt x="1967420" y="679411"/>
                  <a:pt x="1968303" y="680732"/>
                </a:cubicBezTo>
                <a:cubicBezTo>
                  <a:pt x="1968938" y="681812"/>
                  <a:pt x="1969604" y="682898"/>
                  <a:pt x="1970030" y="684225"/>
                </a:cubicBezTo>
                <a:cubicBezTo>
                  <a:pt x="1970487" y="685298"/>
                  <a:pt x="1969820" y="686638"/>
                  <a:pt x="1970030" y="687698"/>
                </a:cubicBezTo>
                <a:cubicBezTo>
                  <a:pt x="1970925" y="690575"/>
                  <a:pt x="1973326" y="692086"/>
                  <a:pt x="1974405" y="694709"/>
                </a:cubicBezTo>
                <a:cubicBezTo>
                  <a:pt x="1975269" y="696906"/>
                  <a:pt x="1975269" y="699331"/>
                  <a:pt x="1976170" y="701738"/>
                </a:cubicBezTo>
                <a:cubicBezTo>
                  <a:pt x="1977472" y="704805"/>
                  <a:pt x="1980545" y="706094"/>
                  <a:pt x="1983168" y="707840"/>
                </a:cubicBezTo>
                <a:cubicBezTo>
                  <a:pt x="1984273" y="708520"/>
                  <a:pt x="1985810" y="708520"/>
                  <a:pt x="1986648" y="709618"/>
                </a:cubicBezTo>
                <a:cubicBezTo>
                  <a:pt x="1987556" y="710698"/>
                  <a:pt x="1988648" y="711549"/>
                  <a:pt x="1989289" y="713104"/>
                </a:cubicBezTo>
                <a:cubicBezTo>
                  <a:pt x="1990394" y="715537"/>
                  <a:pt x="1988229" y="717708"/>
                  <a:pt x="1989289" y="720121"/>
                </a:cubicBezTo>
                <a:cubicBezTo>
                  <a:pt x="1989956" y="721626"/>
                  <a:pt x="1990839" y="722756"/>
                  <a:pt x="1991925" y="723626"/>
                </a:cubicBezTo>
                <a:cubicBezTo>
                  <a:pt x="1994998" y="726459"/>
                  <a:pt x="1998491" y="725798"/>
                  <a:pt x="2002428" y="727119"/>
                </a:cubicBezTo>
                <a:cubicBezTo>
                  <a:pt x="2005717" y="728198"/>
                  <a:pt x="2006796" y="730427"/>
                  <a:pt x="2009451" y="732383"/>
                </a:cubicBezTo>
                <a:cubicBezTo>
                  <a:pt x="2010740" y="733253"/>
                  <a:pt x="2010517" y="735209"/>
                  <a:pt x="2012048" y="735895"/>
                </a:cubicBezTo>
                <a:cubicBezTo>
                  <a:pt x="2013140" y="736320"/>
                  <a:pt x="2014251" y="735895"/>
                  <a:pt x="2015553" y="735895"/>
                </a:cubicBezTo>
                <a:lnTo>
                  <a:pt x="2019065" y="735895"/>
                </a:lnTo>
                <a:cubicBezTo>
                  <a:pt x="2020601" y="735895"/>
                  <a:pt x="2021268" y="734333"/>
                  <a:pt x="2022602" y="734123"/>
                </a:cubicBezTo>
                <a:cubicBezTo>
                  <a:pt x="2024335" y="733672"/>
                  <a:pt x="2025853" y="733253"/>
                  <a:pt x="2027828" y="733253"/>
                </a:cubicBezTo>
                <a:lnTo>
                  <a:pt x="2029587" y="733253"/>
                </a:lnTo>
                <a:cubicBezTo>
                  <a:pt x="2030895" y="733253"/>
                  <a:pt x="2031987" y="733913"/>
                  <a:pt x="2033066" y="734123"/>
                </a:cubicBezTo>
                <a:cubicBezTo>
                  <a:pt x="2034178" y="734333"/>
                  <a:pt x="2035721" y="733463"/>
                  <a:pt x="2036591" y="734123"/>
                </a:cubicBezTo>
                <a:cubicBezTo>
                  <a:pt x="2037448" y="734777"/>
                  <a:pt x="2037029" y="736504"/>
                  <a:pt x="2037448" y="737615"/>
                </a:cubicBezTo>
                <a:cubicBezTo>
                  <a:pt x="2037899" y="738720"/>
                  <a:pt x="2037899" y="740028"/>
                  <a:pt x="2038330" y="741152"/>
                </a:cubicBezTo>
                <a:cubicBezTo>
                  <a:pt x="2039213" y="743108"/>
                  <a:pt x="2040972" y="743750"/>
                  <a:pt x="2042699" y="744632"/>
                </a:cubicBezTo>
                <a:cubicBezTo>
                  <a:pt x="2044014" y="745312"/>
                  <a:pt x="2045322" y="746378"/>
                  <a:pt x="2047106" y="746378"/>
                </a:cubicBezTo>
                <a:cubicBezTo>
                  <a:pt x="2049710" y="746620"/>
                  <a:pt x="2051684" y="745959"/>
                  <a:pt x="2054098" y="746378"/>
                </a:cubicBezTo>
                <a:cubicBezTo>
                  <a:pt x="2055856" y="746779"/>
                  <a:pt x="2056714" y="748347"/>
                  <a:pt x="2057590" y="749903"/>
                </a:cubicBezTo>
                <a:cubicBezTo>
                  <a:pt x="2058257" y="750976"/>
                  <a:pt x="2057800" y="752278"/>
                  <a:pt x="2058454" y="753376"/>
                </a:cubicBezTo>
                <a:cubicBezTo>
                  <a:pt x="2059368" y="754932"/>
                  <a:pt x="2060225" y="756443"/>
                  <a:pt x="2061965" y="756862"/>
                </a:cubicBezTo>
                <a:cubicBezTo>
                  <a:pt x="2064391" y="757301"/>
                  <a:pt x="2066347" y="756862"/>
                  <a:pt x="2068988" y="756862"/>
                </a:cubicBezTo>
                <a:cubicBezTo>
                  <a:pt x="2071617" y="756862"/>
                  <a:pt x="2073567" y="757548"/>
                  <a:pt x="2075980" y="756862"/>
                </a:cubicBezTo>
                <a:cubicBezTo>
                  <a:pt x="2077510" y="756443"/>
                  <a:pt x="2077948" y="754932"/>
                  <a:pt x="2079491" y="754272"/>
                </a:cubicBezTo>
                <a:cubicBezTo>
                  <a:pt x="2080793" y="753617"/>
                  <a:pt x="2081879" y="753376"/>
                  <a:pt x="2082990" y="752513"/>
                </a:cubicBezTo>
                <a:cubicBezTo>
                  <a:pt x="2084279" y="751414"/>
                  <a:pt x="2085822" y="751217"/>
                  <a:pt x="2086495" y="749903"/>
                </a:cubicBezTo>
                <a:cubicBezTo>
                  <a:pt x="2087143" y="748798"/>
                  <a:pt x="2086495" y="747477"/>
                  <a:pt x="2086495" y="746378"/>
                </a:cubicBezTo>
                <a:lnTo>
                  <a:pt x="2086495" y="742873"/>
                </a:lnTo>
                <a:cubicBezTo>
                  <a:pt x="2086495" y="737393"/>
                  <a:pt x="2086273" y="733463"/>
                  <a:pt x="2089111" y="728865"/>
                </a:cubicBezTo>
                <a:cubicBezTo>
                  <a:pt x="2090654" y="726249"/>
                  <a:pt x="2093029" y="725138"/>
                  <a:pt x="2095258" y="722756"/>
                </a:cubicBezTo>
                <a:cubicBezTo>
                  <a:pt x="2096128" y="721626"/>
                  <a:pt x="2096338" y="720547"/>
                  <a:pt x="2096979" y="719226"/>
                </a:cubicBezTo>
                <a:cubicBezTo>
                  <a:pt x="2097855" y="717492"/>
                  <a:pt x="2098738" y="716191"/>
                  <a:pt x="2098738" y="713987"/>
                </a:cubicBezTo>
                <a:cubicBezTo>
                  <a:pt x="2098738" y="712050"/>
                  <a:pt x="2098097" y="710698"/>
                  <a:pt x="2097855" y="708736"/>
                </a:cubicBezTo>
                <a:cubicBezTo>
                  <a:pt x="2097855" y="707415"/>
                  <a:pt x="2096979" y="706551"/>
                  <a:pt x="2096979" y="705230"/>
                </a:cubicBezTo>
                <a:cubicBezTo>
                  <a:pt x="2096979" y="703910"/>
                  <a:pt x="2097855" y="703052"/>
                  <a:pt x="2097855" y="701738"/>
                </a:cubicBezTo>
                <a:cubicBezTo>
                  <a:pt x="2097855" y="699103"/>
                  <a:pt x="2098097" y="696906"/>
                  <a:pt x="2096979" y="694709"/>
                </a:cubicBezTo>
                <a:cubicBezTo>
                  <a:pt x="2096338" y="693216"/>
                  <a:pt x="2094166" y="693407"/>
                  <a:pt x="2093499" y="692086"/>
                </a:cubicBezTo>
                <a:cubicBezTo>
                  <a:pt x="2092858" y="691006"/>
                  <a:pt x="2092185" y="689895"/>
                  <a:pt x="2091734" y="688606"/>
                </a:cubicBezTo>
                <a:cubicBezTo>
                  <a:pt x="2091524" y="687489"/>
                  <a:pt x="2090851" y="686377"/>
                  <a:pt x="2090851" y="685120"/>
                </a:cubicBezTo>
                <a:cubicBezTo>
                  <a:pt x="2090851" y="681361"/>
                  <a:pt x="2095887" y="680916"/>
                  <a:pt x="2099621" y="680732"/>
                </a:cubicBezTo>
                <a:lnTo>
                  <a:pt x="2103139" y="680732"/>
                </a:lnTo>
                <a:cubicBezTo>
                  <a:pt x="2104421" y="680732"/>
                  <a:pt x="2105304" y="679837"/>
                  <a:pt x="2106625" y="679837"/>
                </a:cubicBezTo>
                <a:cubicBezTo>
                  <a:pt x="2109247" y="679621"/>
                  <a:pt x="2111006" y="679837"/>
                  <a:pt x="2113622" y="679837"/>
                </a:cubicBezTo>
                <a:cubicBezTo>
                  <a:pt x="2113622" y="677449"/>
                  <a:pt x="2113406" y="676128"/>
                  <a:pt x="2113622" y="673715"/>
                </a:cubicBezTo>
                <a:cubicBezTo>
                  <a:pt x="2113622" y="672395"/>
                  <a:pt x="2112968" y="671315"/>
                  <a:pt x="2113622" y="670223"/>
                </a:cubicBezTo>
                <a:cubicBezTo>
                  <a:pt x="2114511" y="668908"/>
                  <a:pt x="2115184" y="667810"/>
                  <a:pt x="2116264" y="666730"/>
                </a:cubicBezTo>
                <a:cubicBezTo>
                  <a:pt x="2117350" y="665606"/>
                  <a:pt x="2118232" y="664756"/>
                  <a:pt x="2119750" y="664076"/>
                </a:cubicBezTo>
                <a:cubicBezTo>
                  <a:pt x="2120861" y="663619"/>
                  <a:pt x="2122170" y="664305"/>
                  <a:pt x="2123262" y="664076"/>
                </a:cubicBezTo>
                <a:cubicBezTo>
                  <a:pt x="2124792" y="663619"/>
                  <a:pt x="2125237" y="662101"/>
                  <a:pt x="2126786" y="661454"/>
                </a:cubicBezTo>
                <a:lnTo>
                  <a:pt x="2126786" y="643953"/>
                </a:lnTo>
                <a:cubicBezTo>
                  <a:pt x="2128088" y="642181"/>
                  <a:pt x="2130291" y="641756"/>
                  <a:pt x="2130291" y="639552"/>
                </a:cubicBezTo>
                <a:cubicBezTo>
                  <a:pt x="2130291" y="637603"/>
                  <a:pt x="2129821" y="636054"/>
                  <a:pt x="2129396" y="634301"/>
                </a:cubicBezTo>
                <a:cubicBezTo>
                  <a:pt x="2129174" y="632993"/>
                  <a:pt x="2128304" y="632136"/>
                  <a:pt x="2127650" y="630808"/>
                </a:cubicBezTo>
                <a:cubicBezTo>
                  <a:pt x="2127192" y="629704"/>
                  <a:pt x="2127421" y="628395"/>
                  <a:pt x="2126786" y="627316"/>
                </a:cubicBezTo>
                <a:cubicBezTo>
                  <a:pt x="2126087" y="626217"/>
                  <a:pt x="2123262" y="627106"/>
                  <a:pt x="2123262" y="625538"/>
                </a:cubicBezTo>
                <a:cubicBezTo>
                  <a:pt x="2123262" y="623385"/>
                  <a:pt x="2123262" y="621391"/>
                  <a:pt x="2125021" y="620287"/>
                </a:cubicBezTo>
                <a:cubicBezTo>
                  <a:pt x="2125891" y="619867"/>
                  <a:pt x="2127421" y="620509"/>
                  <a:pt x="2128526" y="620287"/>
                </a:cubicBezTo>
                <a:cubicBezTo>
                  <a:pt x="2130901" y="619658"/>
                  <a:pt x="2133117" y="620102"/>
                  <a:pt x="2135543" y="619442"/>
                </a:cubicBezTo>
                <a:cubicBezTo>
                  <a:pt x="2136813" y="618997"/>
                  <a:pt x="2137917" y="618305"/>
                  <a:pt x="2139035" y="617658"/>
                </a:cubicBezTo>
                <a:cubicBezTo>
                  <a:pt x="2140350" y="616819"/>
                  <a:pt x="2141880" y="616356"/>
                  <a:pt x="2142502" y="615054"/>
                </a:cubicBezTo>
                <a:cubicBezTo>
                  <a:pt x="2143169" y="613937"/>
                  <a:pt x="2142318" y="612660"/>
                  <a:pt x="2142502" y="611549"/>
                </a:cubicBezTo>
                <a:cubicBezTo>
                  <a:pt x="2142744" y="610444"/>
                  <a:pt x="2142502" y="609345"/>
                  <a:pt x="2142502" y="608056"/>
                </a:cubicBezTo>
                <a:cubicBezTo>
                  <a:pt x="2142502" y="606761"/>
                  <a:pt x="2143169" y="605840"/>
                  <a:pt x="2143398" y="604532"/>
                </a:cubicBezTo>
                <a:lnTo>
                  <a:pt x="2164854" y="604532"/>
                </a:lnTo>
                <a:cubicBezTo>
                  <a:pt x="2164626" y="600805"/>
                  <a:pt x="2164200" y="598639"/>
                  <a:pt x="2164416" y="594893"/>
                </a:cubicBezTo>
                <a:cubicBezTo>
                  <a:pt x="2164416" y="593591"/>
                  <a:pt x="2164854" y="592734"/>
                  <a:pt x="2164854" y="591400"/>
                </a:cubicBezTo>
                <a:lnTo>
                  <a:pt x="2177097" y="591400"/>
                </a:lnTo>
                <a:cubicBezTo>
                  <a:pt x="2176875" y="595553"/>
                  <a:pt x="2176456" y="597763"/>
                  <a:pt x="2176678" y="601910"/>
                </a:cubicBezTo>
                <a:cubicBezTo>
                  <a:pt x="2176678" y="603453"/>
                  <a:pt x="2177097" y="604532"/>
                  <a:pt x="2177097" y="606063"/>
                </a:cubicBezTo>
                <a:cubicBezTo>
                  <a:pt x="2179935" y="605840"/>
                  <a:pt x="2181707" y="605434"/>
                  <a:pt x="2184546" y="605434"/>
                </a:cubicBezTo>
                <a:cubicBezTo>
                  <a:pt x="2185847" y="605434"/>
                  <a:pt x="2186520" y="606278"/>
                  <a:pt x="2187829" y="606278"/>
                </a:cubicBezTo>
                <a:cubicBezTo>
                  <a:pt x="2192420" y="606278"/>
                  <a:pt x="2194642" y="602564"/>
                  <a:pt x="2197671" y="599274"/>
                </a:cubicBezTo>
                <a:cubicBezTo>
                  <a:pt x="2198789" y="597960"/>
                  <a:pt x="2199881" y="597103"/>
                  <a:pt x="2201176" y="595776"/>
                </a:cubicBezTo>
                <a:cubicBezTo>
                  <a:pt x="2202510" y="594467"/>
                  <a:pt x="2202922" y="593166"/>
                  <a:pt x="2204681" y="592308"/>
                </a:cubicBezTo>
                <a:cubicBezTo>
                  <a:pt x="2206015" y="591616"/>
                  <a:pt x="2206669" y="590537"/>
                  <a:pt x="2208174" y="590537"/>
                </a:cubicBezTo>
                <a:lnTo>
                  <a:pt x="2211673" y="590537"/>
                </a:lnTo>
                <a:cubicBezTo>
                  <a:pt x="2214321" y="590315"/>
                  <a:pt x="2216277" y="590988"/>
                  <a:pt x="2218696" y="590537"/>
                </a:cubicBezTo>
                <a:cubicBezTo>
                  <a:pt x="2220029" y="590315"/>
                  <a:pt x="2220899" y="589438"/>
                  <a:pt x="2222201" y="588803"/>
                </a:cubicBezTo>
                <a:cubicBezTo>
                  <a:pt x="2223312" y="588327"/>
                  <a:pt x="2225040" y="588803"/>
                  <a:pt x="2225700" y="587927"/>
                </a:cubicBezTo>
                <a:cubicBezTo>
                  <a:pt x="2226360" y="587013"/>
                  <a:pt x="2225040" y="585527"/>
                  <a:pt x="2225700" y="584390"/>
                </a:cubicBezTo>
                <a:lnTo>
                  <a:pt x="2227433" y="580923"/>
                </a:lnTo>
                <a:cubicBezTo>
                  <a:pt x="2228088" y="579373"/>
                  <a:pt x="2229662" y="579158"/>
                  <a:pt x="2230951" y="578281"/>
                </a:cubicBezTo>
                <a:cubicBezTo>
                  <a:pt x="2232272" y="577411"/>
                  <a:pt x="2233142" y="576516"/>
                  <a:pt x="2234450" y="575646"/>
                </a:cubicBezTo>
                <a:cubicBezTo>
                  <a:pt x="2235555" y="575005"/>
                  <a:pt x="2237073" y="574770"/>
                  <a:pt x="2237955" y="573906"/>
                </a:cubicBezTo>
                <a:cubicBezTo>
                  <a:pt x="2238832" y="573004"/>
                  <a:pt x="2238832" y="571493"/>
                  <a:pt x="2239702" y="570376"/>
                </a:cubicBezTo>
                <a:cubicBezTo>
                  <a:pt x="2240597" y="569296"/>
                  <a:pt x="2241245" y="567772"/>
                  <a:pt x="2242337" y="566889"/>
                </a:cubicBezTo>
                <a:cubicBezTo>
                  <a:pt x="2243239" y="566210"/>
                  <a:pt x="2244966" y="566667"/>
                  <a:pt x="2245836" y="566045"/>
                </a:cubicBezTo>
                <a:cubicBezTo>
                  <a:pt x="2248039" y="564032"/>
                  <a:pt x="2248687" y="561441"/>
                  <a:pt x="2250205" y="559015"/>
                </a:cubicBezTo>
                <a:cubicBezTo>
                  <a:pt x="2250890" y="557930"/>
                  <a:pt x="2250890" y="556386"/>
                  <a:pt x="2251983" y="555529"/>
                </a:cubicBezTo>
                <a:cubicBezTo>
                  <a:pt x="2252821" y="554862"/>
                  <a:pt x="2254624" y="555288"/>
                  <a:pt x="2255488" y="554647"/>
                </a:cubicBezTo>
                <a:cubicBezTo>
                  <a:pt x="2256555" y="553999"/>
                  <a:pt x="2258098" y="553999"/>
                  <a:pt x="2258968" y="552888"/>
                </a:cubicBezTo>
                <a:cubicBezTo>
                  <a:pt x="2259653" y="552030"/>
                  <a:pt x="2258561" y="550290"/>
                  <a:pt x="2258968" y="549370"/>
                </a:cubicBezTo>
                <a:cubicBezTo>
                  <a:pt x="2259850" y="548093"/>
                  <a:pt x="2260498" y="546963"/>
                  <a:pt x="2261596" y="545865"/>
                </a:cubicBezTo>
                <a:cubicBezTo>
                  <a:pt x="2262479" y="545007"/>
                  <a:pt x="2264022" y="545661"/>
                  <a:pt x="2265102" y="545007"/>
                </a:cubicBezTo>
                <a:cubicBezTo>
                  <a:pt x="2266651" y="544144"/>
                  <a:pt x="2268169" y="543236"/>
                  <a:pt x="2268626" y="541515"/>
                </a:cubicBezTo>
                <a:cubicBezTo>
                  <a:pt x="2269490" y="537584"/>
                  <a:pt x="2268626" y="535146"/>
                  <a:pt x="2268626" y="530993"/>
                </a:cubicBezTo>
                <a:cubicBezTo>
                  <a:pt x="2268835" y="530656"/>
                  <a:pt x="2268435" y="530504"/>
                  <a:pt x="2268835" y="530332"/>
                </a:cubicBezTo>
                <a:close/>
                <a:moveTo>
                  <a:pt x="1774786" y="1001172"/>
                </a:moveTo>
                <a:cubicBezTo>
                  <a:pt x="1772170" y="1000328"/>
                  <a:pt x="1770399" y="998105"/>
                  <a:pt x="1767776" y="997680"/>
                </a:cubicBezTo>
                <a:cubicBezTo>
                  <a:pt x="1765585" y="997203"/>
                  <a:pt x="1762975" y="998105"/>
                  <a:pt x="1760785" y="997680"/>
                </a:cubicBezTo>
                <a:cubicBezTo>
                  <a:pt x="1758143" y="997203"/>
                  <a:pt x="1756416" y="995483"/>
                  <a:pt x="1753787" y="994175"/>
                </a:cubicBezTo>
                <a:cubicBezTo>
                  <a:pt x="1750282" y="992447"/>
                  <a:pt x="1750282" y="988929"/>
                  <a:pt x="1746783" y="987190"/>
                </a:cubicBezTo>
                <a:cubicBezTo>
                  <a:pt x="1744554" y="986294"/>
                  <a:pt x="1741957" y="987609"/>
                  <a:pt x="1739760" y="987190"/>
                </a:cubicBezTo>
                <a:lnTo>
                  <a:pt x="1732768" y="990669"/>
                </a:lnTo>
                <a:cubicBezTo>
                  <a:pt x="1734959" y="991958"/>
                  <a:pt x="1737569" y="992447"/>
                  <a:pt x="1739760" y="994175"/>
                </a:cubicBezTo>
                <a:cubicBezTo>
                  <a:pt x="1741957" y="995895"/>
                  <a:pt x="1742821" y="999420"/>
                  <a:pt x="1745024" y="1001172"/>
                </a:cubicBezTo>
                <a:cubicBezTo>
                  <a:pt x="1747208" y="1002925"/>
                  <a:pt x="1749850" y="1004684"/>
                  <a:pt x="1752009" y="1006405"/>
                </a:cubicBezTo>
                <a:cubicBezTo>
                  <a:pt x="1755521" y="1009503"/>
                  <a:pt x="1757718" y="1013440"/>
                  <a:pt x="1762531" y="1013440"/>
                </a:cubicBezTo>
                <a:cubicBezTo>
                  <a:pt x="1766893" y="1013440"/>
                  <a:pt x="1768214" y="1009503"/>
                  <a:pt x="1771262" y="1006405"/>
                </a:cubicBezTo>
                <a:cubicBezTo>
                  <a:pt x="1772596" y="1005116"/>
                  <a:pt x="1773904" y="1002487"/>
                  <a:pt x="1774786" y="1001172"/>
                </a:cubicBezTo>
                <a:close/>
                <a:moveTo>
                  <a:pt x="1869357" y="962628"/>
                </a:moveTo>
                <a:cubicBezTo>
                  <a:pt x="1867141" y="963949"/>
                  <a:pt x="1863674" y="963949"/>
                  <a:pt x="1862340" y="966133"/>
                </a:cubicBezTo>
                <a:cubicBezTo>
                  <a:pt x="1861032" y="967873"/>
                  <a:pt x="1862772" y="970972"/>
                  <a:pt x="1862340" y="973188"/>
                </a:cubicBezTo>
                <a:cubicBezTo>
                  <a:pt x="1861464" y="976217"/>
                  <a:pt x="1861032" y="978827"/>
                  <a:pt x="1860581" y="981881"/>
                </a:cubicBezTo>
                <a:cubicBezTo>
                  <a:pt x="1860156" y="984961"/>
                  <a:pt x="1857101" y="986294"/>
                  <a:pt x="1855330" y="988929"/>
                </a:cubicBezTo>
                <a:cubicBezTo>
                  <a:pt x="1853590" y="991533"/>
                  <a:pt x="1851837" y="993254"/>
                  <a:pt x="1850091" y="995895"/>
                </a:cubicBezTo>
                <a:cubicBezTo>
                  <a:pt x="1846135" y="1001172"/>
                  <a:pt x="1842649" y="1005116"/>
                  <a:pt x="1837848" y="1009910"/>
                </a:cubicBezTo>
                <a:cubicBezTo>
                  <a:pt x="1830381" y="1017365"/>
                  <a:pt x="1823834" y="1022610"/>
                  <a:pt x="1823834" y="1033125"/>
                </a:cubicBezTo>
                <a:cubicBezTo>
                  <a:pt x="1823834" y="1036180"/>
                  <a:pt x="1825567" y="1038409"/>
                  <a:pt x="1825567" y="1041438"/>
                </a:cubicBezTo>
                <a:lnTo>
                  <a:pt x="1875916" y="1041438"/>
                </a:lnTo>
                <a:cubicBezTo>
                  <a:pt x="1882914" y="1041438"/>
                  <a:pt x="1885549" y="1047127"/>
                  <a:pt x="1890369" y="1051934"/>
                </a:cubicBezTo>
                <a:cubicBezTo>
                  <a:pt x="1895157" y="1056779"/>
                  <a:pt x="1897799" y="1059389"/>
                  <a:pt x="1904371" y="1062456"/>
                </a:cubicBezTo>
                <a:cubicBezTo>
                  <a:pt x="1906123" y="1059814"/>
                  <a:pt x="1910924" y="1060291"/>
                  <a:pt x="1911362" y="1057179"/>
                </a:cubicBezTo>
                <a:cubicBezTo>
                  <a:pt x="1912245" y="1052398"/>
                  <a:pt x="1911362" y="1048435"/>
                  <a:pt x="1911362" y="1043197"/>
                </a:cubicBezTo>
                <a:cubicBezTo>
                  <a:pt x="1911362" y="1040561"/>
                  <a:pt x="1909616" y="1038815"/>
                  <a:pt x="1909616" y="1036180"/>
                </a:cubicBezTo>
                <a:cubicBezTo>
                  <a:pt x="1910054" y="1030046"/>
                  <a:pt x="1913578" y="1027449"/>
                  <a:pt x="1916639" y="1022159"/>
                </a:cubicBezTo>
                <a:lnTo>
                  <a:pt x="1914855" y="1015161"/>
                </a:lnTo>
                <a:cubicBezTo>
                  <a:pt x="1912245" y="1014755"/>
                  <a:pt x="1910054" y="1016069"/>
                  <a:pt x="1907863" y="1015161"/>
                </a:cubicBezTo>
                <a:cubicBezTo>
                  <a:pt x="1902644" y="1013002"/>
                  <a:pt x="1898669" y="1009910"/>
                  <a:pt x="1893836" y="1006405"/>
                </a:cubicBezTo>
                <a:cubicBezTo>
                  <a:pt x="1890814" y="1004239"/>
                  <a:pt x="1890369" y="1000734"/>
                  <a:pt x="1886851" y="999420"/>
                </a:cubicBezTo>
                <a:cubicBezTo>
                  <a:pt x="1884667" y="998988"/>
                  <a:pt x="1882038" y="998105"/>
                  <a:pt x="1879853" y="997680"/>
                </a:cubicBezTo>
                <a:cubicBezTo>
                  <a:pt x="1877675" y="997203"/>
                  <a:pt x="1875034" y="997680"/>
                  <a:pt x="1872856" y="997680"/>
                </a:cubicBezTo>
                <a:cubicBezTo>
                  <a:pt x="1870221" y="997203"/>
                  <a:pt x="1868481" y="995038"/>
                  <a:pt x="1865864" y="994175"/>
                </a:cubicBezTo>
                <a:cubicBezTo>
                  <a:pt x="1867623" y="988929"/>
                  <a:pt x="1868036" y="984516"/>
                  <a:pt x="1871090" y="980147"/>
                </a:cubicBezTo>
                <a:cubicBezTo>
                  <a:pt x="1872380" y="977963"/>
                  <a:pt x="1876799" y="979290"/>
                  <a:pt x="1878107" y="976655"/>
                </a:cubicBezTo>
                <a:cubicBezTo>
                  <a:pt x="1878984" y="974470"/>
                  <a:pt x="1879853" y="972273"/>
                  <a:pt x="1879853" y="969657"/>
                </a:cubicBezTo>
                <a:cubicBezTo>
                  <a:pt x="1879853" y="966565"/>
                  <a:pt x="1876799" y="965269"/>
                  <a:pt x="1876355" y="962628"/>
                </a:cubicBezTo>
                <a:cubicBezTo>
                  <a:pt x="1873726" y="963091"/>
                  <a:pt x="1871535" y="961345"/>
                  <a:pt x="1869357" y="962628"/>
                </a:cubicBezTo>
                <a:close/>
                <a:moveTo>
                  <a:pt x="2408701" y="612406"/>
                </a:moveTo>
                <a:cubicBezTo>
                  <a:pt x="2411329" y="611987"/>
                  <a:pt x="2412631" y="608920"/>
                  <a:pt x="2415717" y="608920"/>
                </a:cubicBezTo>
                <a:cubicBezTo>
                  <a:pt x="2418321" y="608920"/>
                  <a:pt x="2420524" y="608482"/>
                  <a:pt x="2422690" y="608920"/>
                </a:cubicBezTo>
                <a:cubicBezTo>
                  <a:pt x="2424893" y="609345"/>
                  <a:pt x="2426214" y="612857"/>
                  <a:pt x="2427985" y="614210"/>
                </a:cubicBezTo>
                <a:cubicBezTo>
                  <a:pt x="2430145" y="615930"/>
                  <a:pt x="2433199" y="615511"/>
                  <a:pt x="2434958" y="617658"/>
                </a:cubicBezTo>
                <a:cubicBezTo>
                  <a:pt x="2436704" y="619867"/>
                  <a:pt x="2434075" y="623385"/>
                  <a:pt x="2434958" y="626446"/>
                </a:cubicBezTo>
                <a:cubicBezTo>
                  <a:pt x="2432335" y="626002"/>
                  <a:pt x="2430589" y="624687"/>
                  <a:pt x="2427985" y="624687"/>
                </a:cubicBezTo>
                <a:cubicBezTo>
                  <a:pt x="2419654" y="624230"/>
                  <a:pt x="2415273" y="624230"/>
                  <a:pt x="2406929" y="624687"/>
                </a:cubicBezTo>
                <a:cubicBezTo>
                  <a:pt x="2404287" y="624687"/>
                  <a:pt x="2402566" y="626002"/>
                  <a:pt x="2399969" y="626446"/>
                </a:cubicBezTo>
                <a:lnTo>
                  <a:pt x="2401703" y="636924"/>
                </a:lnTo>
                <a:cubicBezTo>
                  <a:pt x="2404287" y="636498"/>
                  <a:pt x="2406046" y="635196"/>
                  <a:pt x="2408701" y="635196"/>
                </a:cubicBezTo>
                <a:lnTo>
                  <a:pt x="2422690" y="635196"/>
                </a:lnTo>
                <a:cubicBezTo>
                  <a:pt x="2423585" y="635196"/>
                  <a:pt x="2424023" y="636924"/>
                  <a:pt x="2424455" y="636924"/>
                </a:cubicBezTo>
                <a:lnTo>
                  <a:pt x="2424455" y="650932"/>
                </a:lnTo>
                <a:lnTo>
                  <a:pt x="2427985" y="657961"/>
                </a:lnTo>
                <a:lnTo>
                  <a:pt x="2434958" y="657961"/>
                </a:lnTo>
                <a:cubicBezTo>
                  <a:pt x="2437574" y="657961"/>
                  <a:pt x="2439346" y="656221"/>
                  <a:pt x="2441975" y="656221"/>
                </a:cubicBezTo>
                <a:cubicBezTo>
                  <a:pt x="2447201" y="655745"/>
                  <a:pt x="2450731" y="656221"/>
                  <a:pt x="2455995" y="656221"/>
                </a:cubicBezTo>
                <a:lnTo>
                  <a:pt x="2462961" y="656221"/>
                </a:lnTo>
                <a:cubicBezTo>
                  <a:pt x="2465177" y="656221"/>
                  <a:pt x="2467819" y="655319"/>
                  <a:pt x="2469978" y="656221"/>
                </a:cubicBezTo>
                <a:cubicBezTo>
                  <a:pt x="2473039" y="657517"/>
                  <a:pt x="2472607" y="661454"/>
                  <a:pt x="2475261" y="663200"/>
                </a:cubicBezTo>
                <a:cubicBezTo>
                  <a:pt x="2477439" y="664521"/>
                  <a:pt x="2479617" y="665841"/>
                  <a:pt x="2482259" y="666730"/>
                </a:cubicBezTo>
                <a:cubicBezTo>
                  <a:pt x="2485751" y="668026"/>
                  <a:pt x="2488793" y="666730"/>
                  <a:pt x="2492768" y="666730"/>
                </a:cubicBezTo>
                <a:cubicBezTo>
                  <a:pt x="2496705" y="666730"/>
                  <a:pt x="2499766" y="667162"/>
                  <a:pt x="2503233" y="666730"/>
                </a:cubicBezTo>
                <a:cubicBezTo>
                  <a:pt x="2506338" y="666273"/>
                  <a:pt x="2507659" y="663200"/>
                  <a:pt x="2510256" y="661454"/>
                </a:cubicBezTo>
                <a:cubicBezTo>
                  <a:pt x="2513329" y="659256"/>
                  <a:pt x="2512421" y="654888"/>
                  <a:pt x="2515520" y="652716"/>
                </a:cubicBezTo>
                <a:cubicBezTo>
                  <a:pt x="2518143" y="650932"/>
                  <a:pt x="2519464" y="648766"/>
                  <a:pt x="2522518" y="647445"/>
                </a:cubicBezTo>
                <a:cubicBezTo>
                  <a:pt x="2524702" y="646569"/>
                  <a:pt x="2527344" y="648309"/>
                  <a:pt x="2529516" y="647445"/>
                </a:cubicBezTo>
                <a:cubicBezTo>
                  <a:pt x="2533034" y="646125"/>
                  <a:pt x="2533478" y="641756"/>
                  <a:pt x="2536513" y="640441"/>
                </a:cubicBezTo>
                <a:cubicBezTo>
                  <a:pt x="2541358" y="637813"/>
                  <a:pt x="2545289" y="636054"/>
                  <a:pt x="2550528" y="635196"/>
                </a:cubicBezTo>
                <a:cubicBezTo>
                  <a:pt x="2560173" y="633882"/>
                  <a:pt x="2566746" y="635196"/>
                  <a:pt x="2576817" y="635196"/>
                </a:cubicBezTo>
                <a:lnTo>
                  <a:pt x="2576817" y="621156"/>
                </a:lnTo>
                <a:cubicBezTo>
                  <a:pt x="2575045" y="618997"/>
                  <a:pt x="2575921" y="615511"/>
                  <a:pt x="2573293" y="614210"/>
                </a:cubicBezTo>
                <a:lnTo>
                  <a:pt x="2566308" y="610666"/>
                </a:lnTo>
                <a:cubicBezTo>
                  <a:pt x="2564104" y="609771"/>
                  <a:pt x="2561907" y="611111"/>
                  <a:pt x="2559304" y="610666"/>
                </a:cubicBezTo>
                <a:cubicBezTo>
                  <a:pt x="2559742" y="608056"/>
                  <a:pt x="2559304" y="605840"/>
                  <a:pt x="2559304" y="603694"/>
                </a:cubicBezTo>
                <a:cubicBezTo>
                  <a:pt x="2559742" y="601046"/>
                  <a:pt x="2562783" y="600195"/>
                  <a:pt x="2562783" y="597103"/>
                </a:cubicBezTo>
                <a:cubicBezTo>
                  <a:pt x="2562783" y="593591"/>
                  <a:pt x="2561062" y="591400"/>
                  <a:pt x="2561062" y="587927"/>
                </a:cubicBezTo>
                <a:lnTo>
                  <a:pt x="2543987" y="587927"/>
                </a:lnTo>
                <a:cubicBezTo>
                  <a:pt x="2540920" y="587927"/>
                  <a:pt x="2539168" y="588803"/>
                  <a:pt x="2536513" y="589667"/>
                </a:cubicBezTo>
                <a:cubicBezTo>
                  <a:pt x="2533478" y="590988"/>
                  <a:pt x="2532583" y="593591"/>
                  <a:pt x="2529516" y="594893"/>
                </a:cubicBezTo>
                <a:cubicBezTo>
                  <a:pt x="2526487" y="596233"/>
                  <a:pt x="2524271" y="598843"/>
                  <a:pt x="2520784" y="598843"/>
                </a:cubicBezTo>
                <a:cubicBezTo>
                  <a:pt x="2519051" y="598843"/>
                  <a:pt x="2519051" y="601910"/>
                  <a:pt x="2517273" y="601910"/>
                </a:cubicBezTo>
                <a:cubicBezTo>
                  <a:pt x="2514638" y="601910"/>
                  <a:pt x="2512898" y="600195"/>
                  <a:pt x="2510256" y="600195"/>
                </a:cubicBezTo>
                <a:cubicBezTo>
                  <a:pt x="2505030" y="599725"/>
                  <a:pt x="2501506" y="598404"/>
                  <a:pt x="2496242" y="598404"/>
                </a:cubicBezTo>
                <a:cubicBezTo>
                  <a:pt x="2491016" y="598404"/>
                  <a:pt x="2487072" y="599274"/>
                  <a:pt x="2482259" y="600195"/>
                </a:cubicBezTo>
                <a:cubicBezTo>
                  <a:pt x="2475687" y="601484"/>
                  <a:pt x="2473039" y="607161"/>
                  <a:pt x="2466054" y="607161"/>
                </a:cubicBezTo>
                <a:lnTo>
                  <a:pt x="2452497" y="607161"/>
                </a:lnTo>
                <a:lnTo>
                  <a:pt x="2452497" y="600195"/>
                </a:lnTo>
                <a:lnTo>
                  <a:pt x="2452497" y="593166"/>
                </a:lnTo>
                <a:cubicBezTo>
                  <a:pt x="2452033" y="590099"/>
                  <a:pt x="2448509" y="589222"/>
                  <a:pt x="2447201" y="586168"/>
                </a:cubicBezTo>
                <a:lnTo>
                  <a:pt x="2440216" y="587927"/>
                </a:lnTo>
                <a:lnTo>
                  <a:pt x="2440216" y="594893"/>
                </a:lnTo>
                <a:cubicBezTo>
                  <a:pt x="2436279" y="593591"/>
                  <a:pt x="2434075" y="591400"/>
                  <a:pt x="2429706" y="591400"/>
                </a:cubicBezTo>
                <a:cubicBezTo>
                  <a:pt x="2425788" y="591400"/>
                  <a:pt x="2422690" y="592734"/>
                  <a:pt x="2419184" y="593166"/>
                </a:cubicBezTo>
                <a:cubicBezTo>
                  <a:pt x="2417013" y="593166"/>
                  <a:pt x="2414403" y="592734"/>
                  <a:pt x="2412199" y="593166"/>
                </a:cubicBezTo>
                <a:cubicBezTo>
                  <a:pt x="2409558" y="594036"/>
                  <a:pt x="2406929" y="594893"/>
                  <a:pt x="2405208" y="596639"/>
                </a:cubicBezTo>
                <a:cubicBezTo>
                  <a:pt x="2403011" y="598843"/>
                  <a:pt x="2399969" y="600195"/>
                  <a:pt x="2399969" y="603694"/>
                </a:cubicBezTo>
                <a:cubicBezTo>
                  <a:pt x="2399969" y="607161"/>
                  <a:pt x="2401703" y="608920"/>
                  <a:pt x="2401703" y="612406"/>
                </a:cubicBezTo>
                <a:cubicBezTo>
                  <a:pt x="2404287" y="611987"/>
                  <a:pt x="2406510" y="612857"/>
                  <a:pt x="2408701" y="612406"/>
                </a:cubicBezTo>
                <a:close/>
                <a:moveTo>
                  <a:pt x="1562912" y="1562404"/>
                </a:moveTo>
                <a:cubicBezTo>
                  <a:pt x="1559388" y="1556696"/>
                  <a:pt x="1555896" y="1553203"/>
                  <a:pt x="1550657" y="1549273"/>
                </a:cubicBezTo>
                <a:cubicBezTo>
                  <a:pt x="1545374" y="1545342"/>
                  <a:pt x="1541881" y="1540967"/>
                  <a:pt x="1534896" y="1540535"/>
                </a:cubicBezTo>
                <a:lnTo>
                  <a:pt x="1527879" y="1540535"/>
                </a:lnTo>
                <a:cubicBezTo>
                  <a:pt x="1521739" y="1540097"/>
                  <a:pt x="1518227" y="1540967"/>
                  <a:pt x="1512119" y="1540535"/>
                </a:cubicBezTo>
                <a:cubicBezTo>
                  <a:pt x="1509483" y="1540535"/>
                  <a:pt x="1507305" y="1540967"/>
                  <a:pt x="1505102" y="1540535"/>
                </a:cubicBezTo>
                <a:cubicBezTo>
                  <a:pt x="1502479" y="1539659"/>
                  <a:pt x="1500295" y="1538325"/>
                  <a:pt x="1498104" y="1536998"/>
                </a:cubicBezTo>
                <a:cubicBezTo>
                  <a:pt x="1495482" y="1535677"/>
                  <a:pt x="1495482" y="1531746"/>
                  <a:pt x="1492840" y="1530013"/>
                </a:cubicBezTo>
                <a:cubicBezTo>
                  <a:pt x="1490668" y="1528711"/>
                  <a:pt x="1488465" y="1527848"/>
                  <a:pt x="1485861" y="1526495"/>
                </a:cubicBezTo>
                <a:cubicBezTo>
                  <a:pt x="1480597" y="1523441"/>
                  <a:pt x="1477086" y="1522545"/>
                  <a:pt x="1471834" y="1519491"/>
                </a:cubicBezTo>
                <a:lnTo>
                  <a:pt x="1464837" y="1515986"/>
                </a:lnTo>
                <a:cubicBezTo>
                  <a:pt x="1462214" y="1514703"/>
                  <a:pt x="1462665" y="1510315"/>
                  <a:pt x="1459579" y="1508988"/>
                </a:cubicBezTo>
                <a:cubicBezTo>
                  <a:pt x="1455616" y="1507242"/>
                  <a:pt x="1452556" y="1508988"/>
                  <a:pt x="1448206" y="1508988"/>
                </a:cubicBezTo>
                <a:cubicBezTo>
                  <a:pt x="1443818" y="1508988"/>
                  <a:pt x="1441164" y="1508550"/>
                  <a:pt x="1436820" y="1508988"/>
                </a:cubicBezTo>
                <a:cubicBezTo>
                  <a:pt x="1433753" y="1509420"/>
                  <a:pt x="1432883" y="1512493"/>
                  <a:pt x="1429823" y="1512493"/>
                </a:cubicBezTo>
                <a:cubicBezTo>
                  <a:pt x="1427181" y="1512493"/>
                  <a:pt x="1425435" y="1510747"/>
                  <a:pt x="1422819" y="1510747"/>
                </a:cubicBezTo>
                <a:lnTo>
                  <a:pt x="1407928" y="1510747"/>
                </a:lnTo>
                <a:cubicBezTo>
                  <a:pt x="1404842" y="1510747"/>
                  <a:pt x="1402657" y="1510315"/>
                  <a:pt x="1400048" y="1510747"/>
                </a:cubicBezTo>
                <a:cubicBezTo>
                  <a:pt x="1397869" y="1510747"/>
                  <a:pt x="1395234" y="1509845"/>
                  <a:pt x="1393012" y="1510747"/>
                </a:cubicBezTo>
                <a:cubicBezTo>
                  <a:pt x="1389519" y="1512493"/>
                  <a:pt x="1387760" y="1516907"/>
                  <a:pt x="1387760" y="1521269"/>
                </a:cubicBezTo>
                <a:cubicBezTo>
                  <a:pt x="1387760" y="1526076"/>
                  <a:pt x="1391284" y="1528711"/>
                  <a:pt x="1394783" y="1531746"/>
                </a:cubicBezTo>
                <a:cubicBezTo>
                  <a:pt x="1399165" y="1535245"/>
                  <a:pt x="1404416" y="1535245"/>
                  <a:pt x="1410550" y="1535245"/>
                </a:cubicBezTo>
                <a:cubicBezTo>
                  <a:pt x="1413167" y="1535245"/>
                  <a:pt x="1415338" y="1535677"/>
                  <a:pt x="1417561" y="1535245"/>
                </a:cubicBezTo>
                <a:cubicBezTo>
                  <a:pt x="1423231" y="1533531"/>
                  <a:pt x="1425860" y="1527848"/>
                  <a:pt x="1431550" y="1526495"/>
                </a:cubicBezTo>
                <a:cubicBezTo>
                  <a:pt x="1433753" y="1526076"/>
                  <a:pt x="1435944" y="1526495"/>
                  <a:pt x="1438567" y="1526495"/>
                </a:cubicBezTo>
                <a:cubicBezTo>
                  <a:pt x="1447330" y="1526495"/>
                  <a:pt x="1453006" y="1530013"/>
                  <a:pt x="1459579" y="1535245"/>
                </a:cubicBezTo>
                <a:cubicBezTo>
                  <a:pt x="1461782" y="1536998"/>
                  <a:pt x="1460912" y="1540967"/>
                  <a:pt x="1463078" y="1542256"/>
                </a:cubicBezTo>
                <a:cubicBezTo>
                  <a:pt x="1464837" y="1543602"/>
                  <a:pt x="1467891" y="1543151"/>
                  <a:pt x="1470088" y="1544027"/>
                </a:cubicBezTo>
                <a:cubicBezTo>
                  <a:pt x="1472730" y="1544885"/>
                  <a:pt x="1474463" y="1547094"/>
                  <a:pt x="1477086" y="1547545"/>
                </a:cubicBezTo>
                <a:cubicBezTo>
                  <a:pt x="1480134" y="1548383"/>
                  <a:pt x="1482788" y="1546669"/>
                  <a:pt x="1485861" y="1547545"/>
                </a:cubicBezTo>
                <a:cubicBezTo>
                  <a:pt x="1489348" y="1548383"/>
                  <a:pt x="1490230" y="1552333"/>
                  <a:pt x="1492840" y="1554543"/>
                </a:cubicBezTo>
                <a:cubicBezTo>
                  <a:pt x="1498104" y="1558912"/>
                  <a:pt x="1502054" y="1562404"/>
                  <a:pt x="1509045" y="1562404"/>
                </a:cubicBezTo>
                <a:close/>
                <a:moveTo>
                  <a:pt x="1531372" y="1601787"/>
                </a:moveTo>
                <a:cubicBezTo>
                  <a:pt x="1530057" y="1599590"/>
                  <a:pt x="1531804" y="1596123"/>
                  <a:pt x="1529632" y="1594808"/>
                </a:cubicBezTo>
                <a:cubicBezTo>
                  <a:pt x="1527441" y="1593507"/>
                  <a:pt x="1524831" y="1594364"/>
                  <a:pt x="1522615" y="1593049"/>
                </a:cubicBezTo>
                <a:cubicBezTo>
                  <a:pt x="1519986" y="1591741"/>
                  <a:pt x="1518227" y="1589525"/>
                  <a:pt x="1515173" y="1589525"/>
                </a:cubicBezTo>
                <a:lnTo>
                  <a:pt x="1494599" y="1589525"/>
                </a:lnTo>
                <a:cubicBezTo>
                  <a:pt x="1497253" y="1593049"/>
                  <a:pt x="1497679" y="1596999"/>
                  <a:pt x="1501590" y="1598301"/>
                </a:cubicBezTo>
                <a:cubicBezTo>
                  <a:pt x="1503800" y="1599171"/>
                  <a:pt x="1506410" y="1596999"/>
                  <a:pt x="1508626" y="1598301"/>
                </a:cubicBezTo>
                <a:cubicBezTo>
                  <a:pt x="1511242" y="1599590"/>
                  <a:pt x="1513439" y="1600498"/>
                  <a:pt x="1515617" y="1601787"/>
                </a:cubicBezTo>
                <a:cubicBezTo>
                  <a:pt x="1517789" y="1603140"/>
                  <a:pt x="1516056" y="1606645"/>
                  <a:pt x="1517364" y="1608848"/>
                </a:cubicBezTo>
                <a:cubicBezTo>
                  <a:pt x="1519535" y="1608385"/>
                  <a:pt x="1522190" y="1609705"/>
                  <a:pt x="1524368" y="1608848"/>
                </a:cubicBezTo>
                <a:cubicBezTo>
                  <a:pt x="1527879" y="1607077"/>
                  <a:pt x="1528749" y="1604429"/>
                  <a:pt x="1531372" y="1601787"/>
                </a:cubicBezTo>
                <a:close/>
                <a:moveTo>
                  <a:pt x="1613681" y="1607077"/>
                </a:moveTo>
                <a:cubicBezTo>
                  <a:pt x="1617198" y="1606219"/>
                  <a:pt x="1617198" y="1601387"/>
                  <a:pt x="1620666" y="1600066"/>
                </a:cubicBezTo>
                <a:cubicBezTo>
                  <a:pt x="1622875" y="1599590"/>
                  <a:pt x="1625492" y="1598764"/>
                  <a:pt x="1627689" y="1598301"/>
                </a:cubicBezTo>
                <a:cubicBezTo>
                  <a:pt x="1629892" y="1597850"/>
                  <a:pt x="1632070" y="1598301"/>
                  <a:pt x="1634680" y="1598301"/>
                </a:cubicBezTo>
                <a:cubicBezTo>
                  <a:pt x="1637334" y="1598301"/>
                  <a:pt x="1639081" y="1600066"/>
                  <a:pt x="1641703" y="1600066"/>
                </a:cubicBezTo>
                <a:cubicBezTo>
                  <a:pt x="1644332" y="1600066"/>
                  <a:pt x="1646072" y="1598301"/>
                  <a:pt x="1648694" y="1598301"/>
                </a:cubicBezTo>
                <a:cubicBezTo>
                  <a:pt x="1653965" y="1598301"/>
                  <a:pt x="1657457" y="1598764"/>
                  <a:pt x="1662722" y="1598301"/>
                </a:cubicBezTo>
                <a:cubicBezTo>
                  <a:pt x="1667979" y="1597850"/>
                  <a:pt x="1671459" y="1596999"/>
                  <a:pt x="1676711" y="1596548"/>
                </a:cubicBezTo>
                <a:cubicBezTo>
                  <a:pt x="1679340" y="1596548"/>
                  <a:pt x="1681111" y="1594808"/>
                  <a:pt x="1683721" y="1594808"/>
                </a:cubicBezTo>
                <a:cubicBezTo>
                  <a:pt x="1686350" y="1594808"/>
                  <a:pt x="1688103" y="1596548"/>
                  <a:pt x="1690738" y="1596548"/>
                </a:cubicBezTo>
                <a:cubicBezTo>
                  <a:pt x="1695977" y="1596999"/>
                  <a:pt x="1699475" y="1598301"/>
                  <a:pt x="1704727" y="1598301"/>
                </a:cubicBezTo>
                <a:lnTo>
                  <a:pt x="1711737" y="1598301"/>
                </a:lnTo>
                <a:cubicBezTo>
                  <a:pt x="1714811" y="1598301"/>
                  <a:pt x="1716112" y="1595691"/>
                  <a:pt x="1718741" y="1594808"/>
                </a:cubicBezTo>
                <a:cubicBezTo>
                  <a:pt x="1716995" y="1592611"/>
                  <a:pt x="1713052" y="1593932"/>
                  <a:pt x="1711737" y="1591309"/>
                </a:cubicBezTo>
                <a:cubicBezTo>
                  <a:pt x="1709991" y="1587779"/>
                  <a:pt x="1712633" y="1584737"/>
                  <a:pt x="1711737" y="1581207"/>
                </a:cubicBezTo>
                <a:cubicBezTo>
                  <a:pt x="1703406" y="1582953"/>
                  <a:pt x="1699044" y="1584286"/>
                  <a:pt x="1690738" y="1584286"/>
                </a:cubicBezTo>
                <a:lnTo>
                  <a:pt x="1683721" y="1584286"/>
                </a:lnTo>
                <a:cubicBezTo>
                  <a:pt x="1679340" y="1583842"/>
                  <a:pt x="1677593" y="1580819"/>
                  <a:pt x="1673231" y="1580819"/>
                </a:cubicBezTo>
                <a:lnTo>
                  <a:pt x="1669719" y="1580819"/>
                </a:lnTo>
                <a:cubicBezTo>
                  <a:pt x="1666671" y="1581207"/>
                  <a:pt x="1665763" y="1585588"/>
                  <a:pt x="1662722" y="1586052"/>
                </a:cubicBezTo>
                <a:cubicBezTo>
                  <a:pt x="1660537" y="1586477"/>
                  <a:pt x="1658334" y="1586052"/>
                  <a:pt x="1655724" y="1586052"/>
                </a:cubicBezTo>
                <a:cubicBezTo>
                  <a:pt x="1653070" y="1586052"/>
                  <a:pt x="1650879" y="1586477"/>
                  <a:pt x="1648694" y="1586052"/>
                </a:cubicBezTo>
                <a:cubicBezTo>
                  <a:pt x="1645640" y="1585163"/>
                  <a:pt x="1644777" y="1582121"/>
                  <a:pt x="1641703" y="1580819"/>
                </a:cubicBezTo>
                <a:cubicBezTo>
                  <a:pt x="1639519" y="1579924"/>
                  <a:pt x="1636864" y="1579924"/>
                  <a:pt x="1634680" y="1579035"/>
                </a:cubicBezTo>
                <a:cubicBezTo>
                  <a:pt x="1631626" y="1577733"/>
                  <a:pt x="1630768" y="1574660"/>
                  <a:pt x="1627689" y="1573777"/>
                </a:cubicBezTo>
                <a:cubicBezTo>
                  <a:pt x="1622875" y="1572456"/>
                  <a:pt x="1618932" y="1573777"/>
                  <a:pt x="1613681" y="1573777"/>
                </a:cubicBezTo>
                <a:cubicBezTo>
                  <a:pt x="1607997" y="1573352"/>
                  <a:pt x="1604930" y="1572031"/>
                  <a:pt x="1599241" y="1572031"/>
                </a:cubicBezTo>
                <a:cubicBezTo>
                  <a:pt x="1593983" y="1572031"/>
                  <a:pt x="1590928" y="1572920"/>
                  <a:pt x="1585645" y="1573777"/>
                </a:cubicBezTo>
                <a:lnTo>
                  <a:pt x="1585645" y="1594808"/>
                </a:lnTo>
                <a:cubicBezTo>
                  <a:pt x="1588287" y="1597437"/>
                  <a:pt x="1589608" y="1600066"/>
                  <a:pt x="1592662" y="1601787"/>
                </a:cubicBezTo>
                <a:cubicBezTo>
                  <a:pt x="1595304" y="1603140"/>
                  <a:pt x="1596624" y="1606645"/>
                  <a:pt x="1599679" y="1607077"/>
                </a:cubicBezTo>
                <a:lnTo>
                  <a:pt x="1606689" y="1607077"/>
                </a:lnTo>
                <a:cubicBezTo>
                  <a:pt x="1609293" y="1607077"/>
                  <a:pt x="1611477" y="1607496"/>
                  <a:pt x="1613681" y="1607077"/>
                </a:cubicBezTo>
                <a:close/>
                <a:moveTo>
                  <a:pt x="1569891" y="2737402"/>
                </a:moveTo>
                <a:cubicBezTo>
                  <a:pt x="1568824" y="2737173"/>
                  <a:pt x="1567281" y="2737173"/>
                  <a:pt x="1566405" y="2736538"/>
                </a:cubicBezTo>
                <a:cubicBezTo>
                  <a:pt x="1565287" y="2735891"/>
                  <a:pt x="1563554" y="2735891"/>
                  <a:pt x="1562912" y="2734805"/>
                </a:cubicBezTo>
                <a:cubicBezTo>
                  <a:pt x="1562233" y="2733897"/>
                  <a:pt x="1563338" y="2732385"/>
                  <a:pt x="1562912" y="2731287"/>
                </a:cubicBezTo>
                <a:cubicBezTo>
                  <a:pt x="1562461" y="2730188"/>
                  <a:pt x="1562671" y="2728658"/>
                  <a:pt x="1562017" y="2727782"/>
                </a:cubicBezTo>
                <a:cubicBezTo>
                  <a:pt x="1560912" y="2726455"/>
                  <a:pt x="1560258" y="2725153"/>
                  <a:pt x="1558512" y="2725153"/>
                </a:cubicBezTo>
                <a:cubicBezTo>
                  <a:pt x="1557007" y="2725153"/>
                  <a:pt x="1556562" y="2726924"/>
                  <a:pt x="1555032" y="2726924"/>
                </a:cubicBezTo>
                <a:lnTo>
                  <a:pt x="1555032" y="2737402"/>
                </a:lnTo>
                <a:cubicBezTo>
                  <a:pt x="1552594" y="2737827"/>
                  <a:pt x="1549990" y="2737827"/>
                  <a:pt x="1548015" y="2739148"/>
                </a:cubicBezTo>
                <a:cubicBezTo>
                  <a:pt x="1546910" y="2739815"/>
                  <a:pt x="1546910" y="2741574"/>
                  <a:pt x="1546244" y="2742666"/>
                </a:cubicBezTo>
                <a:cubicBezTo>
                  <a:pt x="1545374" y="2744019"/>
                  <a:pt x="1542764" y="2743536"/>
                  <a:pt x="1542764" y="2745301"/>
                </a:cubicBezTo>
                <a:cubicBezTo>
                  <a:pt x="1542764" y="2749657"/>
                  <a:pt x="1546472" y="2752521"/>
                  <a:pt x="1550657" y="2753194"/>
                </a:cubicBezTo>
                <a:cubicBezTo>
                  <a:pt x="1551724" y="2753379"/>
                  <a:pt x="1552841" y="2752280"/>
                  <a:pt x="1554149" y="2752280"/>
                </a:cubicBezTo>
                <a:cubicBezTo>
                  <a:pt x="1555445" y="2752280"/>
                  <a:pt x="1556562" y="2752921"/>
                  <a:pt x="1557629" y="2753194"/>
                </a:cubicBezTo>
                <a:cubicBezTo>
                  <a:pt x="1558740" y="2753379"/>
                  <a:pt x="1560061" y="2752921"/>
                  <a:pt x="1561153" y="2753194"/>
                </a:cubicBezTo>
                <a:cubicBezTo>
                  <a:pt x="1562671" y="2753601"/>
                  <a:pt x="1562461" y="2755792"/>
                  <a:pt x="1563782" y="2756668"/>
                </a:cubicBezTo>
                <a:cubicBezTo>
                  <a:pt x="1563338" y="2757766"/>
                  <a:pt x="1563554" y="2759081"/>
                  <a:pt x="1562912" y="2760167"/>
                </a:cubicBezTo>
                <a:cubicBezTo>
                  <a:pt x="1562017" y="2761729"/>
                  <a:pt x="1559388" y="2761729"/>
                  <a:pt x="1559388" y="2763659"/>
                </a:cubicBezTo>
                <a:cubicBezTo>
                  <a:pt x="1559388" y="2765228"/>
                  <a:pt x="1561153" y="2765647"/>
                  <a:pt x="1561153" y="2767152"/>
                </a:cubicBezTo>
                <a:cubicBezTo>
                  <a:pt x="1561153" y="2768498"/>
                  <a:pt x="1560912" y="2769368"/>
                  <a:pt x="1561153" y="2770676"/>
                </a:cubicBezTo>
                <a:cubicBezTo>
                  <a:pt x="1564849" y="2770676"/>
                  <a:pt x="1567491" y="2770276"/>
                  <a:pt x="1570793" y="2771571"/>
                </a:cubicBezTo>
                <a:cubicBezTo>
                  <a:pt x="1573402" y="2772663"/>
                  <a:pt x="1575142" y="2773743"/>
                  <a:pt x="1577784" y="2775045"/>
                </a:cubicBezTo>
                <a:cubicBezTo>
                  <a:pt x="1577365" y="2776340"/>
                  <a:pt x="1576260" y="2777032"/>
                  <a:pt x="1576044" y="2778537"/>
                </a:cubicBezTo>
                <a:cubicBezTo>
                  <a:pt x="1575790" y="2779858"/>
                  <a:pt x="1576260" y="2780753"/>
                  <a:pt x="1576044" y="2782093"/>
                </a:cubicBezTo>
                <a:cubicBezTo>
                  <a:pt x="1573402" y="2782093"/>
                  <a:pt x="1571631" y="2781852"/>
                  <a:pt x="1569034" y="2782093"/>
                </a:cubicBezTo>
                <a:cubicBezTo>
                  <a:pt x="1567713" y="2782093"/>
                  <a:pt x="1566633" y="2781852"/>
                  <a:pt x="1565509" y="2782093"/>
                </a:cubicBezTo>
                <a:cubicBezTo>
                  <a:pt x="1562912" y="2782684"/>
                  <a:pt x="1561153" y="2784240"/>
                  <a:pt x="1558512" y="2784703"/>
                </a:cubicBezTo>
                <a:cubicBezTo>
                  <a:pt x="1556111" y="2784906"/>
                  <a:pt x="1553927" y="2784240"/>
                  <a:pt x="1551539" y="2784703"/>
                </a:cubicBezTo>
                <a:cubicBezTo>
                  <a:pt x="1549990" y="2784906"/>
                  <a:pt x="1549336" y="2786633"/>
                  <a:pt x="1548015" y="2787313"/>
                </a:cubicBezTo>
                <a:cubicBezTo>
                  <a:pt x="1546472" y="2788189"/>
                  <a:pt x="1544504" y="2788843"/>
                  <a:pt x="1544504" y="2790831"/>
                </a:cubicBezTo>
                <a:lnTo>
                  <a:pt x="1544504" y="2792571"/>
                </a:lnTo>
                <a:cubicBezTo>
                  <a:pt x="1544504" y="2794076"/>
                  <a:pt x="1546047" y="2794768"/>
                  <a:pt x="1546244" y="2796089"/>
                </a:cubicBezTo>
                <a:cubicBezTo>
                  <a:pt x="1546244" y="2797130"/>
                  <a:pt x="1546047" y="2798489"/>
                  <a:pt x="1546244" y="2799575"/>
                </a:cubicBezTo>
                <a:cubicBezTo>
                  <a:pt x="1546472" y="2800673"/>
                  <a:pt x="1546047" y="2801994"/>
                  <a:pt x="1546244" y="2803067"/>
                </a:cubicBezTo>
                <a:cubicBezTo>
                  <a:pt x="1546472" y="2804382"/>
                  <a:pt x="1549101" y="2803728"/>
                  <a:pt x="1549755" y="2804833"/>
                </a:cubicBezTo>
                <a:cubicBezTo>
                  <a:pt x="1550847" y="2806357"/>
                  <a:pt x="1552390" y="2807893"/>
                  <a:pt x="1552390" y="2810097"/>
                </a:cubicBezTo>
                <a:lnTo>
                  <a:pt x="1552390" y="2811849"/>
                </a:lnTo>
                <a:cubicBezTo>
                  <a:pt x="1552181" y="2813373"/>
                  <a:pt x="1550206" y="2813792"/>
                  <a:pt x="1549755" y="2815329"/>
                </a:cubicBezTo>
                <a:cubicBezTo>
                  <a:pt x="1549336" y="2816625"/>
                  <a:pt x="1548015" y="2817317"/>
                  <a:pt x="1548015" y="2818822"/>
                </a:cubicBezTo>
                <a:cubicBezTo>
                  <a:pt x="1548015" y="2821908"/>
                  <a:pt x="1551539" y="2822549"/>
                  <a:pt x="1553267" y="2824975"/>
                </a:cubicBezTo>
                <a:cubicBezTo>
                  <a:pt x="1555032" y="2827401"/>
                  <a:pt x="1556753" y="2828899"/>
                  <a:pt x="1556753" y="2831953"/>
                </a:cubicBezTo>
                <a:cubicBezTo>
                  <a:pt x="1556753" y="2833477"/>
                  <a:pt x="1553267" y="2832195"/>
                  <a:pt x="1553267" y="2833706"/>
                </a:cubicBezTo>
                <a:cubicBezTo>
                  <a:pt x="1553267" y="2835046"/>
                  <a:pt x="1553489" y="2836094"/>
                  <a:pt x="1554149" y="2837211"/>
                </a:cubicBezTo>
                <a:cubicBezTo>
                  <a:pt x="1554797" y="2838291"/>
                  <a:pt x="1556562" y="2838119"/>
                  <a:pt x="1557629" y="2838945"/>
                </a:cubicBezTo>
                <a:cubicBezTo>
                  <a:pt x="1558740" y="2839834"/>
                  <a:pt x="1560061" y="2839834"/>
                  <a:pt x="1561153" y="2840723"/>
                </a:cubicBezTo>
                <a:cubicBezTo>
                  <a:pt x="1562017" y="2841370"/>
                  <a:pt x="1560709" y="2843149"/>
                  <a:pt x="1561153" y="2844228"/>
                </a:cubicBezTo>
                <a:lnTo>
                  <a:pt x="1554149" y="2847746"/>
                </a:lnTo>
                <a:lnTo>
                  <a:pt x="1555896" y="2852096"/>
                </a:lnTo>
                <a:cubicBezTo>
                  <a:pt x="1557191" y="2851886"/>
                  <a:pt x="1558086" y="2851238"/>
                  <a:pt x="1559388" y="2851238"/>
                </a:cubicBezTo>
                <a:lnTo>
                  <a:pt x="1566405" y="2851238"/>
                </a:lnTo>
                <a:cubicBezTo>
                  <a:pt x="1567713" y="2851238"/>
                  <a:pt x="1568602" y="2851886"/>
                  <a:pt x="1569891" y="2852096"/>
                </a:cubicBezTo>
                <a:cubicBezTo>
                  <a:pt x="1569250" y="2853639"/>
                  <a:pt x="1570342" y="2855410"/>
                  <a:pt x="1569034" y="2856471"/>
                </a:cubicBezTo>
                <a:cubicBezTo>
                  <a:pt x="1566843" y="2858230"/>
                  <a:pt x="1564659" y="2858693"/>
                  <a:pt x="1562017" y="2859989"/>
                </a:cubicBezTo>
                <a:cubicBezTo>
                  <a:pt x="1564208" y="2862383"/>
                  <a:pt x="1565287" y="2865018"/>
                  <a:pt x="1568151" y="2866142"/>
                </a:cubicBezTo>
                <a:cubicBezTo>
                  <a:pt x="1569250" y="2866548"/>
                  <a:pt x="1570564" y="2865881"/>
                  <a:pt x="1571631" y="2866142"/>
                </a:cubicBezTo>
                <a:cubicBezTo>
                  <a:pt x="1572767" y="2866332"/>
                  <a:pt x="1574063" y="2865881"/>
                  <a:pt x="1575142" y="2866142"/>
                </a:cubicBezTo>
                <a:cubicBezTo>
                  <a:pt x="1576044" y="2866332"/>
                  <a:pt x="1574272" y="2868117"/>
                  <a:pt x="1575142" y="2868752"/>
                </a:cubicBezTo>
                <a:lnTo>
                  <a:pt x="1571631" y="2871362"/>
                </a:lnTo>
                <a:cubicBezTo>
                  <a:pt x="1572514" y="2872479"/>
                  <a:pt x="1573402" y="2873578"/>
                  <a:pt x="1574272" y="2874867"/>
                </a:cubicBezTo>
                <a:cubicBezTo>
                  <a:pt x="1575142" y="2876162"/>
                  <a:pt x="1577111" y="2875997"/>
                  <a:pt x="1577784" y="2877496"/>
                </a:cubicBezTo>
                <a:cubicBezTo>
                  <a:pt x="1578419" y="2879032"/>
                  <a:pt x="1578222" y="2880321"/>
                  <a:pt x="1578673" y="2881871"/>
                </a:cubicBezTo>
                <a:cubicBezTo>
                  <a:pt x="1578864" y="2882969"/>
                  <a:pt x="1577365" y="2884258"/>
                  <a:pt x="1577784" y="2885389"/>
                </a:cubicBezTo>
                <a:cubicBezTo>
                  <a:pt x="1578419" y="2886900"/>
                  <a:pt x="1579994" y="2887110"/>
                  <a:pt x="1581277" y="2888018"/>
                </a:cubicBezTo>
                <a:cubicBezTo>
                  <a:pt x="1584566" y="2890418"/>
                  <a:pt x="1588287" y="2889980"/>
                  <a:pt x="1591798" y="2892355"/>
                </a:cubicBezTo>
                <a:cubicBezTo>
                  <a:pt x="1593119" y="2893263"/>
                  <a:pt x="1594421" y="2893701"/>
                  <a:pt x="1595304" y="2894990"/>
                </a:cubicBezTo>
                <a:cubicBezTo>
                  <a:pt x="1595958" y="2895860"/>
                  <a:pt x="1595729" y="2897416"/>
                  <a:pt x="1596155" y="2898495"/>
                </a:cubicBezTo>
                <a:cubicBezTo>
                  <a:pt x="1596624" y="2899606"/>
                  <a:pt x="1596624" y="2900914"/>
                  <a:pt x="1597050" y="2902032"/>
                </a:cubicBezTo>
                <a:cubicBezTo>
                  <a:pt x="1597698" y="2903334"/>
                  <a:pt x="1599450" y="2903086"/>
                  <a:pt x="1600561" y="2903766"/>
                </a:cubicBezTo>
                <a:cubicBezTo>
                  <a:pt x="1602079" y="2904864"/>
                  <a:pt x="1604505" y="2904655"/>
                  <a:pt x="1604930" y="2906426"/>
                </a:cubicBezTo>
                <a:cubicBezTo>
                  <a:pt x="1605140" y="2907487"/>
                  <a:pt x="1603806" y="2908807"/>
                  <a:pt x="1604060" y="2909900"/>
                </a:cubicBezTo>
                <a:cubicBezTo>
                  <a:pt x="1604264" y="2911646"/>
                  <a:pt x="1604689" y="2913183"/>
                  <a:pt x="1604930" y="2915151"/>
                </a:cubicBezTo>
                <a:cubicBezTo>
                  <a:pt x="1607540" y="2915316"/>
                  <a:pt x="1609293" y="2915792"/>
                  <a:pt x="1611947" y="2916059"/>
                </a:cubicBezTo>
                <a:cubicBezTo>
                  <a:pt x="1613268" y="2916059"/>
                  <a:pt x="1614335" y="2915577"/>
                  <a:pt x="1615446" y="2916059"/>
                </a:cubicBezTo>
                <a:cubicBezTo>
                  <a:pt x="1616513" y="2916447"/>
                  <a:pt x="1618062" y="2916243"/>
                  <a:pt x="1618932" y="2916891"/>
                </a:cubicBezTo>
                <a:cubicBezTo>
                  <a:pt x="1619815" y="2917564"/>
                  <a:pt x="1618494" y="2919526"/>
                  <a:pt x="1618932" y="2920384"/>
                </a:cubicBezTo>
                <a:cubicBezTo>
                  <a:pt x="1620666" y="2923031"/>
                  <a:pt x="1622215" y="2925425"/>
                  <a:pt x="1625066" y="2926549"/>
                </a:cubicBezTo>
                <a:cubicBezTo>
                  <a:pt x="1627466" y="2927388"/>
                  <a:pt x="1629657" y="2926092"/>
                  <a:pt x="1632070" y="2926549"/>
                </a:cubicBezTo>
                <a:cubicBezTo>
                  <a:pt x="1633378" y="2926753"/>
                  <a:pt x="1634255" y="2928054"/>
                  <a:pt x="1635544" y="2928277"/>
                </a:cubicBezTo>
                <a:cubicBezTo>
                  <a:pt x="1636680" y="2928486"/>
                  <a:pt x="1638001" y="2928918"/>
                  <a:pt x="1639081" y="2929172"/>
                </a:cubicBezTo>
                <a:cubicBezTo>
                  <a:pt x="1640147" y="2929356"/>
                  <a:pt x="1641468" y="2929807"/>
                  <a:pt x="1642605" y="2930029"/>
                </a:cubicBezTo>
                <a:cubicBezTo>
                  <a:pt x="1644097" y="2930480"/>
                  <a:pt x="1644554" y="2932233"/>
                  <a:pt x="1646072" y="2932677"/>
                </a:cubicBezTo>
                <a:cubicBezTo>
                  <a:pt x="1648491" y="2933331"/>
                  <a:pt x="1650453" y="2932417"/>
                  <a:pt x="1653070" y="2932677"/>
                </a:cubicBezTo>
                <a:lnTo>
                  <a:pt x="1656588" y="2932677"/>
                </a:lnTo>
                <a:cubicBezTo>
                  <a:pt x="1658105" y="2932849"/>
                  <a:pt x="1658556" y="2934836"/>
                  <a:pt x="1660074" y="2935268"/>
                </a:cubicBezTo>
                <a:cubicBezTo>
                  <a:pt x="1661617" y="2935700"/>
                  <a:pt x="1662938" y="2936182"/>
                  <a:pt x="1664696" y="2936182"/>
                </a:cubicBezTo>
                <a:lnTo>
                  <a:pt x="1692484" y="2936182"/>
                </a:lnTo>
                <a:cubicBezTo>
                  <a:pt x="1694014" y="2936182"/>
                  <a:pt x="1694459" y="2937916"/>
                  <a:pt x="1695977" y="2937916"/>
                </a:cubicBezTo>
                <a:cubicBezTo>
                  <a:pt x="1697736" y="2937916"/>
                  <a:pt x="1698180" y="2936373"/>
                  <a:pt x="1699475" y="2935268"/>
                </a:cubicBezTo>
                <a:cubicBezTo>
                  <a:pt x="1700339" y="2934633"/>
                  <a:pt x="1699685" y="2932677"/>
                  <a:pt x="1700339" y="2931769"/>
                </a:cubicBezTo>
                <a:cubicBezTo>
                  <a:pt x="1701457" y="2930480"/>
                  <a:pt x="1702536" y="2929356"/>
                  <a:pt x="1703870" y="2928740"/>
                </a:cubicBezTo>
                <a:cubicBezTo>
                  <a:pt x="1705387" y="2927870"/>
                  <a:pt x="1707165" y="2929172"/>
                  <a:pt x="1709127" y="2929172"/>
                </a:cubicBezTo>
                <a:cubicBezTo>
                  <a:pt x="1711737" y="2929172"/>
                  <a:pt x="1713490" y="2928918"/>
                  <a:pt x="1716112" y="2928740"/>
                </a:cubicBezTo>
                <a:cubicBezTo>
                  <a:pt x="1715693" y="2926092"/>
                  <a:pt x="1716354" y="2923451"/>
                  <a:pt x="1714373" y="2922130"/>
                </a:cubicBezTo>
                <a:cubicBezTo>
                  <a:pt x="1713052" y="2921304"/>
                  <a:pt x="1711528" y="2922581"/>
                  <a:pt x="1709991" y="2922130"/>
                </a:cubicBezTo>
                <a:cubicBezTo>
                  <a:pt x="1707356" y="2921038"/>
                  <a:pt x="1705851" y="2919317"/>
                  <a:pt x="1702981" y="2918663"/>
                </a:cubicBezTo>
                <a:cubicBezTo>
                  <a:pt x="1701914" y="2918421"/>
                  <a:pt x="1700593" y="2918663"/>
                  <a:pt x="1699475" y="2918663"/>
                </a:cubicBezTo>
                <a:cubicBezTo>
                  <a:pt x="1698390" y="2918663"/>
                  <a:pt x="1697310" y="2917793"/>
                  <a:pt x="1695977" y="2917793"/>
                </a:cubicBezTo>
                <a:cubicBezTo>
                  <a:pt x="1692929" y="2917564"/>
                  <a:pt x="1691176" y="2917793"/>
                  <a:pt x="1688103" y="2917793"/>
                </a:cubicBezTo>
                <a:cubicBezTo>
                  <a:pt x="1686782" y="2917793"/>
                  <a:pt x="1685912" y="2916891"/>
                  <a:pt x="1684616" y="2916891"/>
                </a:cubicBezTo>
                <a:lnTo>
                  <a:pt x="1684616" y="2909011"/>
                </a:lnTo>
                <a:cubicBezTo>
                  <a:pt x="1681994" y="2909011"/>
                  <a:pt x="1680222" y="2909233"/>
                  <a:pt x="1677593" y="2909011"/>
                </a:cubicBezTo>
                <a:cubicBezTo>
                  <a:pt x="1676273" y="2909011"/>
                  <a:pt x="1674964" y="2909703"/>
                  <a:pt x="1674101" y="2909011"/>
                </a:cubicBezTo>
                <a:cubicBezTo>
                  <a:pt x="1672780" y="2907931"/>
                  <a:pt x="1671459" y="2907696"/>
                  <a:pt x="1670602" y="2906426"/>
                </a:cubicBezTo>
                <a:cubicBezTo>
                  <a:pt x="1669719" y="2905080"/>
                  <a:pt x="1670164" y="2903543"/>
                  <a:pt x="1669719" y="2902032"/>
                </a:cubicBezTo>
                <a:cubicBezTo>
                  <a:pt x="1669046" y="2899606"/>
                  <a:pt x="1668176" y="2897631"/>
                  <a:pt x="1667979" y="2894990"/>
                </a:cubicBezTo>
                <a:cubicBezTo>
                  <a:pt x="1667979" y="2893701"/>
                  <a:pt x="1668176" y="2892621"/>
                  <a:pt x="1667979" y="2891485"/>
                </a:cubicBezTo>
                <a:cubicBezTo>
                  <a:pt x="1667738" y="2890418"/>
                  <a:pt x="1668418" y="2889091"/>
                  <a:pt x="1667979" y="2888018"/>
                </a:cubicBezTo>
                <a:cubicBezTo>
                  <a:pt x="1667306" y="2886468"/>
                  <a:pt x="1665109" y="2886900"/>
                  <a:pt x="1664468" y="2885389"/>
                </a:cubicBezTo>
                <a:cubicBezTo>
                  <a:pt x="1663820" y="2884068"/>
                  <a:pt x="1663134" y="2883154"/>
                  <a:pt x="1662722" y="2881871"/>
                </a:cubicBezTo>
                <a:cubicBezTo>
                  <a:pt x="1662512" y="2880753"/>
                  <a:pt x="1662722" y="2879464"/>
                  <a:pt x="1662722" y="2878385"/>
                </a:cubicBezTo>
                <a:lnTo>
                  <a:pt x="1662722" y="2874867"/>
                </a:lnTo>
                <a:cubicBezTo>
                  <a:pt x="1662512" y="2873578"/>
                  <a:pt x="1661191" y="2872682"/>
                  <a:pt x="1660963" y="2871362"/>
                </a:cubicBezTo>
                <a:cubicBezTo>
                  <a:pt x="1660747" y="2868974"/>
                  <a:pt x="1661191" y="2866764"/>
                  <a:pt x="1660963" y="2864396"/>
                </a:cubicBezTo>
                <a:cubicBezTo>
                  <a:pt x="1660963" y="2863272"/>
                  <a:pt x="1660309" y="2861938"/>
                  <a:pt x="1660074" y="2860884"/>
                </a:cubicBezTo>
                <a:cubicBezTo>
                  <a:pt x="1659877" y="2859551"/>
                  <a:pt x="1658988" y="2858693"/>
                  <a:pt x="1658334" y="2857366"/>
                </a:cubicBezTo>
                <a:cubicBezTo>
                  <a:pt x="1657216" y="2855410"/>
                  <a:pt x="1654162" y="2855410"/>
                  <a:pt x="1654162" y="2852978"/>
                </a:cubicBezTo>
                <a:cubicBezTo>
                  <a:pt x="1654162" y="2850813"/>
                  <a:pt x="1655724" y="2849911"/>
                  <a:pt x="1655724" y="2847746"/>
                </a:cubicBezTo>
                <a:lnTo>
                  <a:pt x="1655724" y="2844228"/>
                </a:lnTo>
                <a:cubicBezTo>
                  <a:pt x="1655724" y="2842710"/>
                  <a:pt x="1654384" y="2842056"/>
                  <a:pt x="1653965" y="2840723"/>
                </a:cubicBezTo>
                <a:lnTo>
                  <a:pt x="1653965" y="2829344"/>
                </a:lnTo>
                <a:cubicBezTo>
                  <a:pt x="1653965" y="2826061"/>
                  <a:pt x="1654613" y="2824314"/>
                  <a:pt x="1654841" y="2821025"/>
                </a:cubicBezTo>
                <a:lnTo>
                  <a:pt x="1672348" y="2821025"/>
                </a:lnTo>
                <a:cubicBezTo>
                  <a:pt x="1672348" y="2818822"/>
                  <a:pt x="1672570" y="2817533"/>
                  <a:pt x="1672348" y="2815329"/>
                </a:cubicBezTo>
                <a:cubicBezTo>
                  <a:pt x="1672348" y="2814008"/>
                  <a:pt x="1671459" y="2813113"/>
                  <a:pt x="1671459" y="2811849"/>
                </a:cubicBezTo>
                <a:cubicBezTo>
                  <a:pt x="1671459" y="2809208"/>
                  <a:pt x="1671256" y="2807023"/>
                  <a:pt x="1672348" y="2804833"/>
                </a:cubicBezTo>
                <a:cubicBezTo>
                  <a:pt x="1673231" y="2803296"/>
                  <a:pt x="1673656" y="2802166"/>
                  <a:pt x="1674964" y="2801327"/>
                </a:cubicBezTo>
                <a:cubicBezTo>
                  <a:pt x="1675841" y="2800673"/>
                  <a:pt x="1677365" y="2800673"/>
                  <a:pt x="1678470" y="2800445"/>
                </a:cubicBezTo>
                <a:cubicBezTo>
                  <a:pt x="1680870" y="2799797"/>
                  <a:pt x="1683048" y="2800223"/>
                  <a:pt x="1685486" y="2799575"/>
                </a:cubicBezTo>
                <a:cubicBezTo>
                  <a:pt x="1687233" y="2799143"/>
                  <a:pt x="1688103" y="2797581"/>
                  <a:pt x="1688973" y="2796089"/>
                </a:cubicBezTo>
                <a:cubicBezTo>
                  <a:pt x="1692033" y="2791053"/>
                  <a:pt x="1692484" y="2787529"/>
                  <a:pt x="1694237" y="2782093"/>
                </a:cubicBezTo>
                <a:cubicBezTo>
                  <a:pt x="1694459" y="2780957"/>
                  <a:pt x="1694688" y="2779674"/>
                  <a:pt x="1695113" y="2778537"/>
                </a:cubicBezTo>
                <a:cubicBezTo>
                  <a:pt x="1695767" y="2777216"/>
                  <a:pt x="1696643" y="2776169"/>
                  <a:pt x="1697736" y="2775045"/>
                </a:cubicBezTo>
                <a:cubicBezTo>
                  <a:pt x="1698618" y="2774194"/>
                  <a:pt x="1699939" y="2773953"/>
                  <a:pt x="1701234" y="2773299"/>
                </a:cubicBezTo>
                <a:cubicBezTo>
                  <a:pt x="1702536" y="2772663"/>
                  <a:pt x="1703209" y="2771317"/>
                  <a:pt x="1704727" y="2770676"/>
                </a:cubicBezTo>
                <a:cubicBezTo>
                  <a:pt x="1705851" y="2770276"/>
                  <a:pt x="1707165" y="2771114"/>
                  <a:pt x="1708232" y="2770676"/>
                </a:cubicBezTo>
                <a:cubicBezTo>
                  <a:pt x="1709566" y="2770022"/>
                  <a:pt x="1709127" y="2768072"/>
                  <a:pt x="1709991" y="2767152"/>
                </a:cubicBezTo>
                <a:lnTo>
                  <a:pt x="1709991" y="2760167"/>
                </a:lnTo>
                <a:cubicBezTo>
                  <a:pt x="1708010" y="2759944"/>
                  <a:pt x="1706702" y="2759271"/>
                  <a:pt x="1704727" y="2759271"/>
                </a:cubicBezTo>
                <a:cubicBezTo>
                  <a:pt x="1701660" y="2759271"/>
                  <a:pt x="1699685" y="2760167"/>
                  <a:pt x="1696859" y="2759271"/>
                </a:cubicBezTo>
                <a:cubicBezTo>
                  <a:pt x="1695557" y="2758859"/>
                  <a:pt x="1694459" y="2758414"/>
                  <a:pt x="1693379" y="2757519"/>
                </a:cubicBezTo>
                <a:cubicBezTo>
                  <a:pt x="1692484" y="2756846"/>
                  <a:pt x="1692929" y="2754909"/>
                  <a:pt x="1692484" y="2754033"/>
                </a:cubicBezTo>
                <a:cubicBezTo>
                  <a:pt x="1691405" y="2752521"/>
                  <a:pt x="1690528" y="2751175"/>
                  <a:pt x="1688973" y="2750527"/>
                </a:cubicBezTo>
                <a:cubicBezTo>
                  <a:pt x="1687899" y="2750102"/>
                  <a:pt x="1686566" y="2750102"/>
                  <a:pt x="1685486" y="2749657"/>
                </a:cubicBezTo>
                <a:cubicBezTo>
                  <a:pt x="1683950" y="2749022"/>
                  <a:pt x="1683296" y="2747911"/>
                  <a:pt x="1681994" y="2747029"/>
                </a:cubicBezTo>
                <a:cubicBezTo>
                  <a:pt x="1680432" y="2746165"/>
                  <a:pt x="1679340" y="2745073"/>
                  <a:pt x="1678470" y="2743536"/>
                </a:cubicBezTo>
                <a:cubicBezTo>
                  <a:pt x="1677593" y="2742241"/>
                  <a:pt x="1676273" y="2741574"/>
                  <a:pt x="1675841" y="2740031"/>
                </a:cubicBezTo>
                <a:cubicBezTo>
                  <a:pt x="1675206" y="2737662"/>
                  <a:pt x="1674964" y="2735643"/>
                  <a:pt x="1674964" y="2733014"/>
                </a:cubicBezTo>
                <a:lnTo>
                  <a:pt x="1674964" y="2729566"/>
                </a:lnTo>
                <a:cubicBezTo>
                  <a:pt x="1674964" y="2727985"/>
                  <a:pt x="1676069" y="2727356"/>
                  <a:pt x="1676711" y="2726016"/>
                </a:cubicBezTo>
                <a:cubicBezTo>
                  <a:pt x="1677593" y="2724257"/>
                  <a:pt x="1678914" y="2723838"/>
                  <a:pt x="1680222" y="2722524"/>
                </a:cubicBezTo>
                <a:cubicBezTo>
                  <a:pt x="1683512" y="2719266"/>
                  <a:pt x="1686140" y="2716403"/>
                  <a:pt x="1690954" y="2716403"/>
                </a:cubicBezTo>
                <a:lnTo>
                  <a:pt x="1711737" y="2716403"/>
                </a:lnTo>
                <a:lnTo>
                  <a:pt x="1711737" y="2696933"/>
                </a:lnTo>
                <a:cubicBezTo>
                  <a:pt x="1711737" y="2695613"/>
                  <a:pt x="1711972" y="2694514"/>
                  <a:pt x="1712633" y="2693644"/>
                </a:cubicBezTo>
                <a:cubicBezTo>
                  <a:pt x="1713490" y="2692292"/>
                  <a:pt x="1715249" y="2692292"/>
                  <a:pt x="1716112" y="2691003"/>
                </a:cubicBezTo>
                <a:cubicBezTo>
                  <a:pt x="1717649" y="2688596"/>
                  <a:pt x="1718544" y="2686640"/>
                  <a:pt x="1719624" y="2683979"/>
                </a:cubicBezTo>
                <a:cubicBezTo>
                  <a:pt x="1720062" y="2682690"/>
                  <a:pt x="1721142" y="2681782"/>
                  <a:pt x="1721370" y="2680493"/>
                </a:cubicBezTo>
                <a:cubicBezTo>
                  <a:pt x="1721592" y="2679382"/>
                  <a:pt x="1721370" y="2678315"/>
                  <a:pt x="1721370" y="2677013"/>
                </a:cubicBezTo>
                <a:cubicBezTo>
                  <a:pt x="1721370" y="2675693"/>
                  <a:pt x="1720513" y="2674588"/>
                  <a:pt x="1720513" y="2673489"/>
                </a:cubicBezTo>
                <a:cubicBezTo>
                  <a:pt x="1720513" y="2672410"/>
                  <a:pt x="1721142" y="2671089"/>
                  <a:pt x="1721370" y="2669965"/>
                </a:cubicBezTo>
                <a:cubicBezTo>
                  <a:pt x="1721821" y="2668250"/>
                  <a:pt x="1722888" y="2666472"/>
                  <a:pt x="1724875" y="2666472"/>
                </a:cubicBezTo>
                <a:cubicBezTo>
                  <a:pt x="1728374" y="2666472"/>
                  <a:pt x="1730127" y="2668250"/>
                  <a:pt x="1733638" y="2668250"/>
                </a:cubicBezTo>
                <a:cubicBezTo>
                  <a:pt x="1735848" y="2668250"/>
                  <a:pt x="1737144" y="2667342"/>
                  <a:pt x="1738890" y="2666472"/>
                </a:cubicBezTo>
                <a:cubicBezTo>
                  <a:pt x="1740427" y="2665609"/>
                  <a:pt x="1741957" y="2664745"/>
                  <a:pt x="1742401" y="2663024"/>
                </a:cubicBezTo>
                <a:cubicBezTo>
                  <a:pt x="1742624" y="2661900"/>
                  <a:pt x="1742401" y="2660796"/>
                  <a:pt x="1742401" y="2659500"/>
                </a:cubicBezTo>
                <a:lnTo>
                  <a:pt x="1742401" y="2655951"/>
                </a:lnTo>
                <a:cubicBezTo>
                  <a:pt x="1742401" y="2654446"/>
                  <a:pt x="1741081" y="2653798"/>
                  <a:pt x="1740623" y="2652477"/>
                </a:cubicBezTo>
                <a:cubicBezTo>
                  <a:pt x="1739315" y="2652699"/>
                  <a:pt x="1738464" y="2652248"/>
                  <a:pt x="1737144" y="2652477"/>
                </a:cubicBezTo>
                <a:cubicBezTo>
                  <a:pt x="1735594" y="2652699"/>
                  <a:pt x="1734959" y="2653550"/>
                  <a:pt x="1733638" y="2654223"/>
                </a:cubicBezTo>
                <a:cubicBezTo>
                  <a:pt x="1731899" y="2655087"/>
                  <a:pt x="1731899" y="2656865"/>
                  <a:pt x="1730127" y="2657697"/>
                </a:cubicBezTo>
                <a:cubicBezTo>
                  <a:pt x="1729022" y="2658173"/>
                  <a:pt x="1727727" y="2657506"/>
                  <a:pt x="1726634" y="2657697"/>
                </a:cubicBezTo>
                <a:cubicBezTo>
                  <a:pt x="1725752" y="2656427"/>
                  <a:pt x="1720596" y="2657036"/>
                  <a:pt x="1720373" y="2655512"/>
                </a:cubicBezTo>
                <a:cubicBezTo>
                  <a:pt x="1719941" y="2653093"/>
                  <a:pt x="1720596" y="2651131"/>
                  <a:pt x="1720373" y="2648502"/>
                </a:cubicBezTo>
                <a:cubicBezTo>
                  <a:pt x="1720170" y="2645898"/>
                  <a:pt x="1719713" y="2644127"/>
                  <a:pt x="1719516" y="2641498"/>
                </a:cubicBezTo>
                <a:cubicBezTo>
                  <a:pt x="1719516" y="2640209"/>
                  <a:pt x="1718621" y="2639561"/>
                  <a:pt x="1718621" y="2638215"/>
                </a:cubicBezTo>
                <a:lnTo>
                  <a:pt x="1718621" y="2627509"/>
                </a:lnTo>
                <a:lnTo>
                  <a:pt x="1724513" y="2627509"/>
                </a:lnTo>
                <a:cubicBezTo>
                  <a:pt x="1727606" y="2627509"/>
                  <a:pt x="1729130" y="2628804"/>
                  <a:pt x="1731746" y="2630100"/>
                </a:cubicBezTo>
                <a:cubicBezTo>
                  <a:pt x="1734820" y="2631636"/>
                  <a:pt x="1735480" y="2635389"/>
                  <a:pt x="1738972" y="2635389"/>
                </a:cubicBezTo>
                <a:lnTo>
                  <a:pt x="1760658" y="2635389"/>
                </a:lnTo>
                <a:cubicBezTo>
                  <a:pt x="1760658" y="2633846"/>
                  <a:pt x="1762429" y="2633402"/>
                  <a:pt x="1762429" y="2631859"/>
                </a:cubicBezTo>
                <a:cubicBezTo>
                  <a:pt x="1762429" y="2630100"/>
                  <a:pt x="1760016" y="2629916"/>
                  <a:pt x="1759775" y="2628366"/>
                </a:cubicBezTo>
                <a:lnTo>
                  <a:pt x="1759775" y="2624874"/>
                </a:lnTo>
                <a:cubicBezTo>
                  <a:pt x="1759775" y="2623572"/>
                  <a:pt x="1759572" y="2622442"/>
                  <a:pt x="1759775" y="2621368"/>
                </a:cubicBezTo>
                <a:cubicBezTo>
                  <a:pt x="1760226" y="2620073"/>
                  <a:pt x="1760867" y="2619178"/>
                  <a:pt x="1761534" y="2617870"/>
                </a:cubicBezTo>
                <a:cubicBezTo>
                  <a:pt x="1762175" y="2616561"/>
                  <a:pt x="1764385" y="2617431"/>
                  <a:pt x="1765026" y="2616142"/>
                </a:cubicBezTo>
                <a:cubicBezTo>
                  <a:pt x="1765477" y="2615025"/>
                  <a:pt x="1765026" y="2613920"/>
                  <a:pt x="1765026" y="2612643"/>
                </a:cubicBezTo>
                <a:cubicBezTo>
                  <a:pt x="1765026" y="2611297"/>
                  <a:pt x="1765249" y="2610218"/>
                  <a:pt x="1765026" y="2609119"/>
                </a:cubicBezTo>
                <a:cubicBezTo>
                  <a:pt x="1764588" y="2606484"/>
                  <a:pt x="1763058" y="2604731"/>
                  <a:pt x="1762429" y="2602109"/>
                </a:cubicBezTo>
                <a:cubicBezTo>
                  <a:pt x="1762175" y="2601029"/>
                  <a:pt x="1761534" y="2600128"/>
                  <a:pt x="1761534" y="2598826"/>
                </a:cubicBezTo>
                <a:lnTo>
                  <a:pt x="1761534" y="2590723"/>
                </a:lnTo>
                <a:lnTo>
                  <a:pt x="1777949" y="2590723"/>
                </a:lnTo>
                <a:cubicBezTo>
                  <a:pt x="1779479" y="2590723"/>
                  <a:pt x="1780133" y="2589834"/>
                  <a:pt x="1781651" y="2589834"/>
                </a:cubicBezTo>
                <a:lnTo>
                  <a:pt x="1788687" y="2589834"/>
                </a:lnTo>
                <a:cubicBezTo>
                  <a:pt x="1791296" y="2589834"/>
                  <a:pt x="1793265" y="2589644"/>
                  <a:pt x="1795652" y="2588990"/>
                </a:cubicBezTo>
                <a:cubicBezTo>
                  <a:pt x="1798510" y="2588298"/>
                  <a:pt x="1799831" y="2586367"/>
                  <a:pt x="1802898" y="2586367"/>
                </a:cubicBezTo>
                <a:lnTo>
                  <a:pt x="1819973" y="2586367"/>
                </a:lnTo>
                <a:cubicBezTo>
                  <a:pt x="1823034" y="2586367"/>
                  <a:pt x="1824151" y="2588990"/>
                  <a:pt x="1827193" y="2588990"/>
                </a:cubicBezTo>
                <a:cubicBezTo>
                  <a:pt x="1828965" y="2588990"/>
                  <a:pt x="1829581" y="2587631"/>
                  <a:pt x="1830717" y="2586367"/>
                </a:cubicBezTo>
                <a:cubicBezTo>
                  <a:pt x="1831352" y="2585478"/>
                  <a:pt x="1831136" y="2583948"/>
                  <a:pt x="1831581" y="2582862"/>
                </a:cubicBezTo>
                <a:cubicBezTo>
                  <a:pt x="1832019" y="2581732"/>
                  <a:pt x="1832019" y="2580443"/>
                  <a:pt x="1832457" y="2579338"/>
                </a:cubicBezTo>
                <a:cubicBezTo>
                  <a:pt x="1833098" y="2577814"/>
                  <a:pt x="1834419" y="2577147"/>
                  <a:pt x="1835054" y="2575845"/>
                </a:cubicBezTo>
                <a:cubicBezTo>
                  <a:pt x="1836610" y="2573229"/>
                  <a:pt x="1837696" y="2571026"/>
                  <a:pt x="1839461" y="2568841"/>
                </a:cubicBezTo>
                <a:cubicBezTo>
                  <a:pt x="1840528" y="2567533"/>
                  <a:pt x="1842274" y="2567076"/>
                  <a:pt x="1843849" y="2566206"/>
                </a:cubicBezTo>
                <a:cubicBezTo>
                  <a:pt x="1846459" y="2564663"/>
                  <a:pt x="1848434" y="2563564"/>
                  <a:pt x="1850834" y="2561824"/>
                </a:cubicBezTo>
                <a:cubicBezTo>
                  <a:pt x="1852167" y="2560954"/>
                  <a:pt x="1852593" y="2559646"/>
                  <a:pt x="1853476" y="2558319"/>
                </a:cubicBezTo>
                <a:cubicBezTo>
                  <a:pt x="1854339" y="2557037"/>
                  <a:pt x="1855235" y="2556370"/>
                  <a:pt x="1856104" y="2554827"/>
                </a:cubicBezTo>
                <a:lnTo>
                  <a:pt x="1857832" y="2551303"/>
                </a:lnTo>
                <a:cubicBezTo>
                  <a:pt x="1858492" y="2550032"/>
                  <a:pt x="1859597" y="2549582"/>
                  <a:pt x="1859597" y="2548020"/>
                </a:cubicBezTo>
                <a:lnTo>
                  <a:pt x="1859597" y="2537332"/>
                </a:lnTo>
                <a:lnTo>
                  <a:pt x="1856104" y="2537332"/>
                </a:lnTo>
                <a:cubicBezTo>
                  <a:pt x="1854796" y="2537332"/>
                  <a:pt x="1853914" y="2536698"/>
                  <a:pt x="1852593" y="2536418"/>
                </a:cubicBezTo>
                <a:lnTo>
                  <a:pt x="1852593" y="2529452"/>
                </a:lnTo>
                <a:cubicBezTo>
                  <a:pt x="1852593" y="2528131"/>
                  <a:pt x="1852809" y="2527039"/>
                  <a:pt x="1852593" y="2525928"/>
                </a:cubicBezTo>
                <a:cubicBezTo>
                  <a:pt x="1852371" y="2524829"/>
                  <a:pt x="1852167" y="2523540"/>
                  <a:pt x="1851723" y="2522454"/>
                </a:cubicBezTo>
                <a:cubicBezTo>
                  <a:pt x="1851285" y="2520899"/>
                  <a:pt x="1849304" y="2520689"/>
                  <a:pt x="1848211" y="2519826"/>
                </a:cubicBezTo>
                <a:cubicBezTo>
                  <a:pt x="1846903" y="2518708"/>
                  <a:pt x="1845367" y="2518073"/>
                  <a:pt x="1843849" y="2517190"/>
                </a:cubicBezTo>
                <a:cubicBezTo>
                  <a:pt x="1840966" y="2515400"/>
                  <a:pt x="1839461" y="2513018"/>
                  <a:pt x="1836807" y="2511037"/>
                </a:cubicBezTo>
                <a:cubicBezTo>
                  <a:pt x="1835740" y="2510154"/>
                  <a:pt x="1834006" y="2510434"/>
                  <a:pt x="1833327" y="2509304"/>
                </a:cubicBezTo>
                <a:cubicBezTo>
                  <a:pt x="1832457" y="2508008"/>
                  <a:pt x="1831581" y="2507126"/>
                  <a:pt x="1830717" y="2505798"/>
                </a:cubicBezTo>
                <a:cubicBezTo>
                  <a:pt x="1830260" y="2504928"/>
                  <a:pt x="1830927" y="2503373"/>
                  <a:pt x="1830717" y="2502312"/>
                </a:cubicBezTo>
                <a:lnTo>
                  <a:pt x="1844503" y="2502312"/>
                </a:lnTo>
                <a:cubicBezTo>
                  <a:pt x="1847538" y="2502312"/>
                  <a:pt x="1849742" y="2503169"/>
                  <a:pt x="1852593" y="2504052"/>
                </a:cubicBezTo>
                <a:cubicBezTo>
                  <a:pt x="1855863" y="2505125"/>
                  <a:pt x="1856530" y="2507741"/>
                  <a:pt x="1859597" y="2509304"/>
                </a:cubicBezTo>
                <a:cubicBezTo>
                  <a:pt x="1861146" y="2509951"/>
                  <a:pt x="1861565" y="2511723"/>
                  <a:pt x="1863115" y="2511901"/>
                </a:cubicBezTo>
                <a:cubicBezTo>
                  <a:pt x="1864194" y="2512155"/>
                  <a:pt x="1865515" y="2511723"/>
                  <a:pt x="1866620" y="2511901"/>
                </a:cubicBezTo>
                <a:cubicBezTo>
                  <a:pt x="1870525" y="2512783"/>
                  <a:pt x="1872945" y="2513679"/>
                  <a:pt x="1877098" y="2513679"/>
                </a:cubicBezTo>
                <a:cubicBezTo>
                  <a:pt x="1878418" y="2513679"/>
                  <a:pt x="1879492" y="2513888"/>
                  <a:pt x="1880622" y="2513679"/>
                </a:cubicBezTo>
                <a:cubicBezTo>
                  <a:pt x="1882362" y="2513253"/>
                  <a:pt x="1882362" y="2510612"/>
                  <a:pt x="1884095" y="2510154"/>
                </a:cubicBezTo>
                <a:cubicBezTo>
                  <a:pt x="1886521" y="2509767"/>
                  <a:pt x="1888470" y="2510154"/>
                  <a:pt x="1891131" y="2510154"/>
                </a:cubicBezTo>
                <a:cubicBezTo>
                  <a:pt x="1893747" y="2510154"/>
                  <a:pt x="1895703" y="2510853"/>
                  <a:pt x="1898135" y="2510154"/>
                </a:cubicBezTo>
                <a:cubicBezTo>
                  <a:pt x="1899653" y="2509767"/>
                  <a:pt x="1900110" y="2508205"/>
                  <a:pt x="1901615" y="2507538"/>
                </a:cubicBezTo>
                <a:cubicBezTo>
                  <a:pt x="1902707" y="2507126"/>
                  <a:pt x="1904238" y="2507329"/>
                  <a:pt x="1905107" y="2506675"/>
                </a:cubicBezTo>
                <a:cubicBezTo>
                  <a:pt x="1906441" y="2505563"/>
                  <a:pt x="1906892" y="2504478"/>
                  <a:pt x="1907762" y="2503169"/>
                </a:cubicBezTo>
                <a:cubicBezTo>
                  <a:pt x="1909495" y="2500769"/>
                  <a:pt x="1909946" y="2498775"/>
                  <a:pt x="1911254" y="2496165"/>
                </a:cubicBezTo>
                <a:cubicBezTo>
                  <a:pt x="1911921" y="2494857"/>
                  <a:pt x="1912346" y="2493765"/>
                  <a:pt x="1913001" y="2492673"/>
                </a:cubicBezTo>
                <a:cubicBezTo>
                  <a:pt x="1913877" y="2491136"/>
                  <a:pt x="1914969" y="2490038"/>
                  <a:pt x="1916512" y="2489142"/>
                </a:cubicBezTo>
                <a:cubicBezTo>
                  <a:pt x="1917585" y="2488533"/>
                  <a:pt x="1918906" y="2488736"/>
                  <a:pt x="1920011" y="2488272"/>
                </a:cubicBezTo>
                <a:cubicBezTo>
                  <a:pt x="1921764" y="2487415"/>
                  <a:pt x="1923294" y="2487174"/>
                  <a:pt x="1924392" y="2485675"/>
                </a:cubicBezTo>
                <a:cubicBezTo>
                  <a:pt x="1925256" y="2484335"/>
                  <a:pt x="1926564" y="2483681"/>
                  <a:pt x="1927002" y="2482170"/>
                </a:cubicBezTo>
                <a:cubicBezTo>
                  <a:pt x="1927244" y="2481078"/>
                  <a:pt x="1927682" y="2479732"/>
                  <a:pt x="1927885" y="2478652"/>
                </a:cubicBezTo>
                <a:cubicBezTo>
                  <a:pt x="1928323" y="2476233"/>
                  <a:pt x="1927885" y="2474290"/>
                  <a:pt x="1927885" y="2471629"/>
                </a:cubicBezTo>
                <a:cubicBezTo>
                  <a:pt x="1929853" y="2469026"/>
                  <a:pt x="1932457" y="2467705"/>
                  <a:pt x="1934032" y="2464638"/>
                </a:cubicBezTo>
                <a:cubicBezTo>
                  <a:pt x="1934641" y="2463120"/>
                  <a:pt x="1936432" y="2462669"/>
                  <a:pt x="1936642" y="2461177"/>
                </a:cubicBezTo>
                <a:cubicBezTo>
                  <a:pt x="1937296" y="2457215"/>
                  <a:pt x="1936432" y="2454814"/>
                  <a:pt x="1936642" y="2450668"/>
                </a:cubicBezTo>
                <a:cubicBezTo>
                  <a:pt x="1936642" y="2449321"/>
                  <a:pt x="1937512" y="2448242"/>
                  <a:pt x="1937512" y="2447118"/>
                </a:cubicBezTo>
                <a:cubicBezTo>
                  <a:pt x="1937512" y="2446039"/>
                  <a:pt x="1937296" y="2444730"/>
                  <a:pt x="1937512" y="2443613"/>
                </a:cubicBezTo>
                <a:cubicBezTo>
                  <a:pt x="1937962" y="2442305"/>
                  <a:pt x="1938616" y="2441219"/>
                  <a:pt x="1939270" y="2440146"/>
                </a:cubicBezTo>
                <a:cubicBezTo>
                  <a:pt x="1940807" y="2437720"/>
                  <a:pt x="1942763" y="2435948"/>
                  <a:pt x="1945392" y="2434869"/>
                </a:cubicBezTo>
                <a:cubicBezTo>
                  <a:pt x="1946706" y="2434443"/>
                  <a:pt x="1947379" y="2433135"/>
                  <a:pt x="1948910" y="2433135"/>
                </a:cubicBezTo>
                <a:cubicBezTo>
                  <a:pt x="1950415" y="2433135"/>
                  <a:pt x="1950859" y="2434653"/>
                  <a:pt x="1952396" y="2434869"/>
                </a:cubicBezTo>
                <a:cubicBezTo>
                  <a:pt x="1951951" y="2436190"/>
                  <a:pt x="1951069" y="2437072"/>
                  <a:pt x="1950656" y="2438374"/>
                </a:cubicBezTo>
                <a:cubicBezTo>
                  <a:pt x="1950415" y="2439441"/>
                  <a:pt x="1950008" y="2440800"/>
                  <a:pt x="1949767" y="2441867"/>
                </a:cubicBezTo>
                <a:cubicBezTo>
                  <a:pt x="1949564" y="2443187"/>
                  <a:pt x="1948027" y="2443867"/>
                  <a:pt x="1948027" y="2445372"/>
                </a:cubicBezTo>
                <a:cubicBezTo>
                  <a:pt x="1948027" y="2447118"/>
                  <a:pt x="1950218" y="2447359"/>
                  <a:pt x="1950656" y="2448858"/>
                </a:cubicBezTo>
                <a:cubicBezTo>
                  <a:pt x="1953259" y="2447575"/>
                  <a:pt x="1955685" y="2447359"/>
                  <a:pt x="1957660" y="2445372"/>
                </a:cubicBezTo>
                <a:cubicBezTo>
                  <a:pt x="1958555" y="2444521"/>
                  <a:pt x="1958784" y="2442959"/>
                  <a:pt x="1959419" y="2441867"/>
                </a:cubicBezTo>
                <a:cubicBezTo>
                  <a:pt x="1960956" y="2439441"/>
                  <a:pt x="1961591" y="2437517"/>
                  <a:pt x="1962912" y="2434869"/>
                </a:cubicBezTo>
                <a:cubicBezTo>
                  <a:pt x="1963553" y="2433574"/>
                  <a:pt x="1963991" y="2432481"/>
                  <a:pt x="1964664" y="2431383"/>
                </a:cubicBezTo>
                <a:cubicBezTo>
                  <a:pt x="1965521" y="2429846"/>
                  <a:pt x="1967287" y="2429414"/>
                  <a:pt x="1968163" y="2427903"/>
                </a:cubicBezTo>
                <a:cubicBezTo>
                  <a:pt x="1968823" y="2426773"/>
                  <a:pt x="1969262" y="2425700"/>
                  <a:pt x="1969916" y="2424404"/>
                </a:cubicBezTo>
                <a:cubicBezTo>
                  <a:pt x="1970576" y="2422823"/>
                  <a:pt x="1971884" y="2422410"/>
                  <a:pt x="1972544" y="2420893"/>
                </a:cubicBezTo>
                <a:cubicBezTo>
                  <a:pt x="1972995" y="2419800"/>
                  <a:pt x="1973192" y="2418460"/>
                  <a:pt x="1973414" y="2417356"/>
                </a:cubicBezTo>
                <a:cubicBezTo>
                  <a:pt x="1973865" y="2416035"/>
                  <a:pt x="1974926" y="2415197"/>
                  <a:pt x="1975167" y="2413876"/>
                </a:cubicBezTo>
                <a:cubicBezTo>
                  <a:pt x="1975383" y="2412771"/>
                  <a:pt x="1974926" y="2411463"/>
                  <a:pt x="1975167" y="2410371"/>
                </a:cubicBezTo>
                <a:cubicBezTo>
                  <a:pt x="1975592" y="2409043"/>
                  <a:pt x="1976247" y="2407964"/>
                  <a:pt x="1976901" y="2406834"/>
                </a:cubicBezTo>
                <a:cubicBezTo>
                  <a:pt x="1977809" y="2405519"/>
                  <a:pt x="1978215" y="2404224"/>
                  <a:pt x="1979523" y="2403360"/>
                </a:cubicBezTo>
                <a:cubicBezTo>
                  <a:pt x="1980418" y="2402693"/>
                  <a:pt x="1981942" y="2402897"/>
                  <a:pt x="1983060" y="2402503"/>
                </a:cubicBezTo>
                <a:cubicBezTo>
                  <a:pt x="1984127" y="2402039"/>
                  <a:pt x="1985435" y="2401811"/>
                  <a:pt x="1986559" y="2401582"/>
                </a:cubicBezTo>
                <a:cubicBezTo>
                  <a:pt x="1988064" y="2401157"/>
                  <a:pt x="1988731" y="2399861"/>
                  <a:pt x="1990051" y="2399004"/>
                </a:cubicBezTo>
                <a:cubicBezTo>
                  <a:pt x="1991582" y="2398109"/>
                  <a:pt x="1992680" y="2397207"/>
                  <a:pt x="1993557" y="2395448"/>
                </a:cubicBezTo>
                <a:cubicBezTo>
                  <a:pt x="1994211" y="2394127"/>
                  <a:pt x="1995316" y="2393518"/>
                  <a:pt x="1995316" y="2391975"/>
                </a:cubicBezTo>
                <a:cubicBezTo>
                  <a:pt x="1995531" y="2389352"/>
                  <a:pt x="1995316" y="2387606"/>
                  <a:pt x="1995316" y="2384964"/>
                </a:cubicBezTo>
                <a:cubicBezTo>
                  <a:pt x="1995316" y="2382342"/>
                  <a:pt x="1995741" y="2380386"/>
                  <a:pt x="1995316" y="2377954"/>
                </a:cubicBezTo>
                <a:cubicBezTo>
                  <a:pt x="1994858" y="2375319"/>
                  <a:pt x="1993106" y="2373579"/>
                  <a:pt x="1992680" y="2370969"/>
                </a:cubicBezTo>
                <a:cubicBezTo>
                  <a:pt x="1992458" y="2369870"/>
                  <a:pt x="1992680" y="2368765"/>
                  <a:pt x="1992680" y="2367464"/>
                </a:cubicBezTo>
                <a:cubicBezTo>
                  <a:pt x="1992680" y="2365724"/>
                  <a:pt x="1991798" y="2364822"/>
                  <a:pt x="1991798" y="2363082"/>
                </a:cubicBezTo>
                <a:cubicBezTo>
                  <a:pt x="1991582" y="2360021"/>
                  <a:pt x="1991798" y="2358294"/>
                  <a:pt x="1991798" y="2355202"/>
                </a:cubicBezTo>
                <a:cubicBezTo>
                  <a:pt x="1991798" y="2352128"/>
                  <a:pt x="1990928" y="2350147"/>
                  <a:pt x="1991798" y="2347353"/>
                </a:cubicBezTo>
                <a:cubicBezTo>
                  <a:pt x="1992033" y="2345975"/>
                  <a:pt x="1992890" y="2345137"/>
                  <a:pt x="1993557" y="2343816"/>
                </a:cubicBezTo>
                <a:cubicBezTo>
                  <a:pt x="1994211" y="2342286"/>
                  <a:pt x="1995970" y="2342286"/>
                  <a:pt x="1997049" y="2341187"/>
                </a:cubicBezTo>
                <a:cubicBezTo>
                  <a:pt x="1998370" y="2339898"/>
                  <a:pt x="1999011" y="2338806"/>
                  <a:pt x="2000567" y="2337682"/>
                </a:cubicBezTo>
                <a:cubicBezTo>
                  <a:pt x="2002974" y="2335968"/>
                  <a:pt x="2004929" y="2334837"/>
                  <a:pt x="2007565" y="2333351"/>
                </a:cubicBezTo>
                <a:cubicBezTo>
                  <a:pt x="2008676" y="2332869"/>
                  <a:pt x="2009952" y="2332869"/>
                  <a:pt x="2011076" y="2332456"/>
                </a:cubicBezTo>
                <a:cubicBezTo>
                  <a:pt x="2012384" y="2331764"/>
                  <a:pt x="2011959" y="2330011"/>
                  <a:pt x="2012823" y="2328926"/>
                </a:cubicBezTo>
                <a:cubicBezTo>
                  <a:pt x="2014131" y="2327389"/>
                  <a:pt x="2014994" y="2326278"/>
                  <a:pt x="2016315" y="2324557"/>
                </a:cubicBezTo>
                <a:cubicBezTo>
                  <a:pt x="2017198" y="2323268"/>
                  <a:pt x="2018080" y="2322366"/>
                  <a:pt x="2018925" y="2321052"/>
                </a:cubicBezTo>
                <a:cubicBezTo>
                  <a:pt x="2019814" y="2319521"/>
                  <a:pt x="2020468" y="2317959"/>
                  <a:pt x="2021554" y="2316676"/>
                </a:cubicBezTo>
                <a:cubicBezTo>
                  <a:pt x="2022652" y="2315362"/>
                  <a:pt x="2023783" y="2314917"/>
                  <a:pt x="2025078" y="2314060"/>
                </a:cubicBezTo>
                <a:cubicBezTo>
                  <a:pt x="2026386" y="2313165"/>
                  <a:pt x="2027040" y="2311419"/>
                  <a:pt x="2028786" y="2311419"/>
                </a:cubicBezTo>
                <a:lnTo>
                  <a:pt x="2045881" y="2311419"/>
                </a:lnTo>
                <a:cubicBezTo>
                  <a:pt x="2049157" y="2311419"/>
                  <a:pt x="2050694" y="2308790"/>
                  <a:pt x="2053094" y="2307056"/>
                </a:cubicBezTo>
                <a:cubicBezTo>
                  <a:pt x="2054396" y="2306180"/>
                  <a:pt x="2055495" y="2305735"/>
                  <a:pt x="2056574" y="2304415"/>
                </a:cubicBezTo>
                <a:cubicBezTo>
                  <a:pt x="2057457" y="2303329"/>
                  <a:pt x="2057457" y="2302040"/>
                  <a:pt x="2058346" y="2300922"/>
                </a:cubicBezTo>
                <a:cubicBezTo>
                  <a:pt x="2059425" y="2299582"/>
                  <a:pt x="2060746" y="2299417"/>
                  <a:pt x="2061857" y="2298280"/>
                </a:cubicBezTo>
                <a:lnTo>
                  <a:pt x="2104764" y="2298280"/>
                </a:lnTo>
                <a:cubicBezTo>
                  <a:pt x="2104980" y="2296293"/>
                  <a:pt x="2105190" y="2294794"/>
                  <a:pt x="2105621" y="2293048"/>
                </a:cubicBezTo>
                <a:cubicBezTo>
                  <a:pt x="2105875" y="2291943"/>
                  <a:pt x="2105425" y="2290641"/>
                  <a:pt x="2105621" y="2289536"/>
                </a:cubicBezTo>
                <a:cubicBezTo>
                  <a:pt x="2106060" y="2287790"/>
                  <a:pt x="2107603" y="2287123"/>
                  <a:pt x="2109127" y="2286019"/>
                </a:cubicBezTo>
                <a:cubicBezTo>
                  <a:pt x="2109997" y="2285587"/>
                  <a:pt x="2111768" y="2285828"/>
                  <a:pt x="2112632" y="2285149"/>
                </a:cubicBezTo>
                <a:cubicBezTo>
                  <a:pt x="2113724" y="2284291"/>
                  <a:pt x="2113514" y="2282761"/>
                  <a:pt x="2114384" y="2281637"/>
                </a:cubicBezTo>
                <a:cubicBezTo>
                  <a:pt x="2116594" y="2278995"/>
                  <a:pt x="2117883" y="2277491"/>
                  <a:pt x="2119623" y="2274652"/>
                </a:cubicBezTo>
                <a:cubicBezTo>
                  <a:pt x="2121198" y="2272271"/>
                  <a:pt x="2122912" y="2270258"/>
                  <a:pt x="2123992" y="2267648"/>
                </a:cubicBezTo>
                <a:cubicBezTo>
                  <a:pt x="2124449" y="2266543"/>
                  <a:pt x="2123554" y="2265241"/>
                  <a:pt x="2123992" y="2264130"/>
                </a:cubicBezTo>
                <a:cubicBezTo>
                  <a:pt x="2124887" y="2262619"/>
                  <a:pt x="2125338" y="2261723"/>
                  <a:pt x="2126646" y="2260638"/>
                </a:cubicBezTo>
                <a:cubicBezTo>
                  <a:pt x="2128608" y="2259101"/>
                  <a:pt x="2131879" y="2260434"/>
                  <a:pt x="2133638" y="2258891"/>
                </a:cubicBezTo>
                <a:cubicBezTo>
                  <a:pt x="2135397" y="2257386"/>
                  <a:pt x="2134958" y="2254516"/>
                  <a:pt x="2135397" y="2251875"/>
                </a:cubicBezTo>
                <a:cubicBezTo>
                  <a:pt x="2135631" y="2247080"/>
                  <a:pt x="2136247" y="2242051"/>
                  <a:pt x="2138019" y="2237886"/>
                </a:cubicBezTo>
                <a:cubicBezTo>
                  <a:pt x="2138451" y="2236558"/>
                  <a:pt x="2139130" y="2235473"/>
                  <a:pt x="2139784" y="2234355"/>
                </a:cubicBezTo>
                <a:cubicBezTo>
                  <a:pt x="2140438" y="2233307"/>
                  <a:pt x="2140661" y="2231955"/>
                  <a:pt x="2141531" y="2230869"/>
                </a:cubicBezTo>
                <a:cubicBezTo>
                  <a:pt x="2142172" y="2230005"/>
                  <a:pt x="2144369" y="2230869"/>
                  <a:pt x="2145042" y="2230005"/>
                </a:cubicBezTo>
                <a:cubicBezTo>
                  <a:pt x="2145893" y="2228888"/>
                  <a:pt x="2146134" y="2227814"/>
                  <a:pt x="2146769" y="2226500"/>
                </a:cubicBezTo>
                <a:cubicBezTo>
                  <a:pt x="2147442" y="2225179"/>
                  <a:pt x="2148312" y="2224297"/>
                  <a:pt x="2148522" y="2223007"/>
                </a:cubicBezTo>
                <a:cubicBezTo>
                  <a:pt x="2148744" y="2221890"/>
                  <a:pt x="2148522" y="2220588"/>
                  <a:pt x="2148522" y="2219483"/>
                </a:cubicBezTo>
                <a:cubicBezTo>
                  <a:pt x="2148744" y="2217083"/>
                  <a:pt x="2149379" y="2215114"/>
                  <a:pt x="2149379" y="2212479"/>
                </a:cubicBezTo>
                <a:cubicBezTo>
                  <a:pt x="2149379" y="2208345"/>
                  <a:pt x="2149170" y="2206129"/>
                  <a:pt x="2149379" y="2201976"/>
                </a:cubicBezTo>
                <a:cubicBezTo>
                  <a:pt x="2149379" y="2200668"/>
                  <a:pt x="2150294" y="2199544"/>
                  <a:pt x="2150294" y="2198458"/>
                </a:cubicBezTo>
                <a:lnTo>
                  <a:pt x="2150294" y="2194966"/>
                </a:lnTo>
                <a:cubicBezTo>
                  <a:pt x="2150516" y="2193670"/>
                  <a:pt x="2151614" y="2192807"/>
                  <a:pt x="2152034" y="2191467"/>
                </a:cubicBezTo>
                <a:cubicBezTo>
                  <a:pt x="2152904" y="2188438"/>
                  <a:pt x="2154650" y="2186673"/>
                  <a:pt x="2155545" y="2183587"/>
                </a:cubicBezTo>
                <a:cubicBezTo>
                  <a:pt x="2155729" y="2182501"/>
                  <a:pt x="2156174" y="2181193"/>
                  <a:pt x="2156415" y="2180081"/>
                </a:cubicBezTo>
                <a:cubicBezTo>
                  <a:pt x="2156625" y="2179002"/>
                  <a:pt x="2157285" y="2177662"/>
                  <a:pt x="2157285" y="2176589"/>
                </a:cubicBezTo>
                <a:cubicBezTo>
                  <a:pt x="2157285" y="2175459"/>
                  <a:pt x="2157945" y="2174411"/>
                  <a:pt x="2158155" y="2173065"/>
                </a:cubicBezTo>
                <a:cubicBezTo>
                  <a:pt x="2158384" y="2171077"/>
                  <a:pt x="2158155" y="2169782"/>
                  <a:pt x="2158155" y="2167820"/>
                </a:cubicBezTo>
                <a:lnTo>
                  <a:pt x="2158155" y="2162600"/>
                </a:lnTo>
                <a:cubicBezTo>
                  <a:pt x="2157945" y="2159044"/>
                  <a:pt x="2156415" y="2157317"/>
                  <a:pt x="2156415" y="2153812"/>
                </a:cubicBezTo>
                <a:lnTo>
                  <a:pt x="2156415" y="2145944"/>
                </a:lnTo>
                <a:cubicBezTo>
                  <a:pt x="2156415" y="2144610"/>
                  <a:pt x="2155545" y="2143982"/>
                  <a:pt x="2155545" y="2142661"/>
                </a:cubicBezTo>
                <a:lnTo>
                  <a:pt x="2155545" y="2121433"/>
                </a:lnTo>
                <a:cubicBezTo>
                  <a:pt x="2156834" y="2121185"/>
                  <a:pt x="2157945" y="2120792"/>
                  <a:pt x="2159038" y="2120531"/>
                </a:cubicBezTo>
                <a:cubicBezTo>
                  <a:pt x="2160123" y="2120328"/>
                  <a:pt x="2161457" y="2120792"/>
                  <a:pt x="2162536" y="2120531"/>
                </a:cubicBezTo>
                <a:cubicBezTo>
                  <a:pt x="2164079" y="2120118"/>
                  <a:pt x="2164530" y="2118575"/>
                  <a:pt x="2166035" y="2117940"/>
                </a:cubicBezTo>
                <a:cubicBezTo>
                  <a:pt x="2167369" y="2117286"/>
                  <a:pt x="2168436" y="2116848"/>
                  <a:pt x="2169534" y="2116175"/>
                </a:cubicBezTo>
                <a:cubicBezTo>
                  <a:pt x="2173268" y="2113546"/>
                  <a:pt x="2175891" y="2110955"/>
                  <a:pt x="2177427" y="2106523"/>
                </a:cubicBezTo>
                <a:cubicBezTo>
                  <a:pt x="2177872" y="2104993"/>
                  <a:pt x="2177872" y="2103723"/>
                  <a:pt x="2178291" y="2102154"/>
                </a:cubicBezTo>
                <a:cubicBezTo>
                  <a:pt x="2178964" y="2099551"/>
                  <a:pt x="2179402" y="2097354"/>
                  <a:pt x="2180932" y="2095138"/>
                </a:cubicBezTo>
                <a:cubicBezTo>
                  <a:pt x="2181815" y="2093836"/>
                  <a:pt x="2182241" y="2092305"/>
                  <a:pt x="2183549" y="2091645"/>
                </a:cubicBezTo>
                <a:cubicBezTo>
                  <a:pt x="2184641" y="2091004"/>
                  <a:pt x="2185962" y="2092109"/>
                  <a:pt x="2187054" y="2091645"/>
                </a:cubicBezTo>
                <a:cubicBezTo>
                  <a:pt x="2188165" y="2091188"/>
                  <a:pt x="2189467" y="2091004"/>
                  <a:pt x="2190546" y="2090775"/>
                </a:cubicBezTo>
                <a:cubicBezTo>
                  <a:pt x="2194058" y="2089467"/>
                  <a:pt x="2194509" y="2085968"/>
                  <a:pt x="2197563" y="2083758"/>
                </a:cubicBezTo>
                <a:cubicBezTo>
                  <a:pt x="2198427" y="2083339"/>
                  <a:pt x="2200186" y="2083758"/>
                  <a:pt x="2201056" y="2082927"/>
                </a:cubicBezTo>
                <a:cubicBezTo>
                  <a:pt x="2203049" y="2080907"/>
                  <a:pt x="2203259" y="2078513"/>
                  <a:pt x="2204535" y="2075872"/>
                </a:cubicBezTo>
                <a:cubicBezTo>
                  <a:pt x="2207418" y="2070227"/>
                  <a:pt x="2209603" y="2066696"/>
                  <a:pt x="2212428" y="2061019"/>
                </a:cubicBezTo>
                <a:cubicBezTo>
                  <a:pt x="2212879" y="2059908"/>
                  <a:pt x="2212879" y="2058600"/>
                  <a:pt x="2213311" y="2057520"/>
                </a:cubicBezTo>
                <a:cubicBezTo>
                  <a:pt x="2213991" y="2055958"/>
                  <a:pt x="2215927" y="2055958"/>
                  <a:pt x="2216816" y="2054891"/>
                </a:cubicBezTo>
                <a:cubicBezTo>
                  <a:pt x="2217686" y="2053786"/>
                  <a:pt x="2219674" y="2053786"/>
                  <a:pt x="2220341" y="2052269"/>
                </a:cubicBezTo>
                <a:cubicBezTo>
                  <a:pt x="2220753" y="2051164"/>
                  <a:pt x="2220753" y="2049856"/>
                  <a:pt x="2221217" y="2048744"/>
                </a:cubicBezTo>
                <a:lnTo>
                  <a:pt x="2222950" y="2045246"/>
                </a:lnTo>
                <a:cubicBezTo>
                  <a:pt x="2224493" y="2042217"/>
                  <a:pt x="2226868" y="2040896"/>
                  <a:pt x="2227338" y="2037359"/>
                </a:cubicBezTo>
                <a:cubicBezTo>
                  <a:pt x="2227554" y="2035409"/>
                  <a:pt x="2227338" y="2034082"/>
                  <a:pt x="2227338" y="2032120"/>
                </a:cubicBezTo>
                <a:cubicBezTo>
                  <a:pt x="2227338" y="2030133"/>
                  <a:pt x="2227554" y="2028615"/>
                  <a:pt x="2227338" y="2026869"/>
                </a:cubicBezTo>
                <a:cubicBezTo>
                  <a:pt x="2227135" y="2025345"/>
                  <a:pt x="2225338" y="2024907"/>
                  <a:pt x="2224684" y="2023357"/>
                </a:cubicBezTo>
                <a:cubicBezTo>
                  <a:pt x="2223173" y="2020315"/>
                  <a:pt x="2221642" y="2018779"/>
                  <a:pt x="2220341" y="2015489"/>
                </a:cubicBezTo>
                <a:cubicBezTo>
                  <a:pt x="2219883" y="2013064"/>
                  <a:pt x="2217058" y="2009330"/>
                  <a:pt x="2216816" y="2006720"/>
                </a:cubicBezTo>
                <a:cubicBezTo>
                  <a:pt x="2216619" y="2004085"/>
                  <a:pt x="2216816" y="2002358"/>
                  <a:pt x="2216816" y="1999729"/>
                </a:cubicBezTo>
                <a:cubicBezTo>
                  <a:pt x="2216816" y="1996649"/>
                  <a:pt x="2217058" y="1994471"/>
                  <a:pt x="2215927" y="1991842"/>
                </a:cubicBezTo>
                <a:cubicBezTo>
                  <a:pt x="2215299" y="1990305"/>
                  <a:pt x="2214632" y="1989226"/>
                  <a:pt x="2213311" y="1988337"/>
                </a:cubicBezTo>
                <a:cubicBezTo>
                  <a:pt x="2210911" y="1986807"/>
                  <a:pt x="2209165" y="1984838"/>
                  <a:pt x="2206085" y="1984838"/>
                </a:cubicBezTo>
                <a:lnTo>
                  <a:pt x="2189016" y="1984838"/>
                </a:lnTo>
                <a:cubicBezTo>
                  <a:pt x="2187467" y="1984838"/>
                  <a:pt x="2186628" y="1984197"/>
                  <a:pt x="2185308" y="1983955"/>
                </a:cubicBezTo>
                <a:cubicBezTo>
                  <a:pt x="2183993" y="1983752"/>
                  <a:pt x="2183104" y="1982457"/>
                  <a:pt x="2181815" y="1982215"/>
                </a:cubicBezTo>
                <a:cubicBezTo>
                  <a:pt x="2180272" y="1981987"/>
                  <a:pt x="2178964" y="1982457"/>
                  <a:pt x="2177427" y="1982215"/>
                </a:cubicBezTo>
                <a:cubicBezTo>
                  <a:pt x="2176335" y="1981987"/>
                  <a:pt x="2175027" y="1981555"/>
                  <a:pt x="2173935" y="1981327"/>
                </a:cubicBezTo>
                <a:cubicBezTo>
                  <a:pt x="2171065" y="1980457"/>
                  <a:pt x="2169306" y="1979358"/>
                  <a:pt x="2166905" y="1977847"/>
                </a:cubicBezTo>
                <a:cubicBezTo>
                  <a:pt x="2165826" y="1977155"/>
                  <a:pt x="2164283" y="1977155"/>
                  <a:pt x="2163400" y="1976100"/>
                </a:cubicBezTo>
                <a:cubicBezTo>
                  <a:pt x="2162771" y="1975218"/>
                  <a:pt x="2162975" y="1973649"/>
                  <a:pt x="2162536" y="1972551"/>
                </a:cubicBezTo>
                <a:cubicBezTo>
                  <a:pt x="2161457" y="1970170"/>
                  <a:pt x="2160784" y="1968220"/>
                  <a:pt x="2159908" y="1965578"/>
                </a:cubicBezTo>
                <a:cubicBezTo>
                  <a:pt x="2159692" y="1964455"/>
                  <a:pt x="2160123" y="1963153"/>
                  <a:pt x="2159908" y="1962073"/>
                </a:cubicBezTo>
                <a:cubicBezTo>
                  <a:pt x="2159476" y="1960524"/>
                  <a:pt x="2157495" y="1960524"/>
                  <a:pt x="2156415" y="1959457"/>
                </a:cubicBezTo>
                <a:cubicBezTo>
                  <a:pt x="2155107" y="1958124"/>
                  <a:pt x="2153564" y="1957920"/>
                  <a:pt x="2152034" y="1956809"/>
                </a:cubicBezTo>
                <a:cubicBezTo>
                  <a:pt x="2150516" y="1955730"/>
                  <a:pt x="2150078" y="1954174"/>
                  <a:pt x="2148522" y="1953304"/>
                </a:cubicBezTo>
                <a:cubicBezTo>
                  <a:pt x="2147442" y="1952644"/>
                  <a:pt x="2146134" y="1952644"/>
                  <a:pt x="2145042" y="1952428"/>
                </a:cubicBezTo>
                <a:cubicBezTo>
                  <a:pt x="2143277" y="1951767"/>
                  <a:pt x="2141740" y="1951564"/>
                  <a:pt x="2139784" y="1951564"/>
                </a:cubicBezTo>
                <a:cubicBezTo>
                  <a:pt x="2136247" y="1951564"/>
                  <a:pt x="2134298" y="1954174"/>
                  <a:pt x="2130799" y="1954174"/>
                </a:cubicBezTo>
                <a:lnTo>
                  <a:pt x="2109355" y="1954174"/>
                </a:lnTo>
                <a:cubicBezTo>
                  <a:pt x="2107603" y="1954174"/>
                  <a:pt x="2106288" y="1953983"/>
                  <a:pt x="2104764" y="1953304"/>
                </a:cubicBezTo>
                <a:cubicBezTo>
                  <a:pt x="2101716" y="1951989"/>
                  <a:pt x="2100821" y="1949557"/>
                  <a:pt x="2097741" y="1948059"/>
                </a:cubicBezTo>
                <a:cubicBezTo>
                  <a:pt x="2096433" y="1947417"/>
                  <a:pt x="2095557" y="1946738"/>
                  <a:pt x="2094229" y="1946319"/>
                </a:cubicBezTo>
                <a:cubicBezTo>
                  <a:pt x="2091620" y="1945449"/>
                  <a:pt x="2089886" y="1945449"/>
                  <a:pt x="2087016" y="1945449"/>
                </a:cubicBezTo>
                <a:cubicBezTo>
                  <a:pt x="2083746" y="1945449"/>
                  <a:pt x="2081777" y="1945874"/>
                  <a:pt x="2078481" y="1946319"/>
                </a:cubicBezTo>
                <a:cubicBezTo>
                  <a:pt x="2078481" y="1950446"/>
                  <a:pt x="2078481" y="1952644"/>
                  <a:pt x="2078056" y="1956809"/>
                </a:cubicBezTo>
                <a:cubicBezTo>
                  <a:pt x="2076056" y="1956809"/>
                  <a:pt x="2075205" y="1957019"/>
                  <a:pt x="2073230" y="1956809"/>
                </a:cubicBezTo>
                <a:cubicBezTo>
                  <a:pt x="2071897" y="1956809"/>
                  <a:pt x="2070830" y="1955939"/>
                  <a:pt x="2069738" y="1955939"/>
                </a:cubicBezTo>
                <a:cubicBezTo>
                  <a:pt x="2068620" y="1955939"/>
                  <a:pt x="2067325" y="1956180"/>
                  <a:pt x="2066245" y="1955939"/>
                </a:cubicBezTo>
                <a:cubicBezTo>
                  <a:pt x="2064912" y="1955730"/>
                  <a:pt x="2064042" y="1954860"/>
                  <a:pt x="2062721" y="1954174"/>
                </a:cubicBezTo>
                <a:cubicBezTo>
                  <a:pt x="2061400" y="1953520"/>
                  <a:pt x="2060321" y="1953101"/>
                  <a:pt x="2059228" y="1952428"/>
                </a:cubicBezTo>
                <a:cubicBezTo>
                  <a:pt x="2058346" y="1951767"/>
                  <a:pt x="2059000" y="1950015"/>
                  <a:pt x="2058346" y="1948929"/>
                </a:cubicBezTo>
                <a:cubicBezTo>
                  <a:pt x="2059654" y="1947830"/>
                  <a:pt x="2059654" y="1946065"/>
                  <a:pt x="2060975" y="1945449"/>
                </a:cubicBezTo>
                <a:cubicBezTo>
                  <a:pt x="2062067" y="1944776"/>
                  <a:pt x="2063388" y="1945208"/>
                  <a:pt x="2064480" y="1944566"/>
                </a:cubicBezTo>
                <a:cubicBezTo>
                  <a:pt x="2065801" y="1943919"/>
                  <a:pt x="2066671" y="1942598"/>
                  <a:pt x="2067979" y="1941931"/>
                </a:cubicBezTo>
                <a:lnTo>
                  <a:pt x="2066245" y="1938439"/>
                </a:lnTo>
                <a:cubicBezTo>
                  <a:pt x="2064912" y="1938216"/>
                  <a:pt x="2063819" y="1938616"/>
                  <a:pt x="2062721" y="1938439"/>
                </a:cubicBezTo>
                <a:cubicBezTo>
                  <a:pt x="2061400" y="1938216"/>
                  <a:pt x="2060549" y="1936896"/>
                  <a:pt x="2059228" y="1936686"/>
                </a:cubicBezTo>
                <a:cubicBezTo>
                  <a:pt x="2057698" y="1936229"/>
                  <a:pt x="2056390" y="1936229"/>
                  <a:pt x="2054840" y="1935797"/>
                </a:cubicBezTo>
                <a:cubicBezTo>
                  <a:pt x="2053316" y="1935372"/>
                  <a:pt x="2052669" y="1934044"/>
                  <a:pt x="2051348" y="1933181"/>
                </a:cubicBezTo>
                <a:cubicBezTo>
                  <a:pt x="2049799" y="1932285"/>
                  <a:pt x="2048497" y="1931644"/>
                  <a:pt x="2046947" y="1930546"/>
                </a:cubicBezTo>
                <a:cubicBezTo>
                  <a:pt x="2045652" y="1929657"/>
                  <a:pt x="2045652" y="1927936"/>
                  <a:pt x="2044319" y="1927040"/>
                </a:cubicBezTo>
                <a:cubicBezTo>
                  <a:pt x="2043468" y="1926615"/>
                  <a:pt x="2041931" y="1926615"/>
                  <a:pt x="2040845" y="1926202"/>
                </a:cubicBezTo>
                <a:cubicBezTo>
                  <a:pt x="2039092" y="1925307"/>
                  <a:pt x="2037549" y="1923738"/>
                  <a:pt x="2035562" y="1923573"/>
                </a:cubicBezTo>
                <a:cubicBezTo>
                  <a:pt x="2034038" y="1923332"/>
                  <a:pt x="2032946" y="1923573"/>
                  <a:pt x="2031199" y="1923573"/>
                </a:cubicBezTo>
                <a:cubicBezTo>
                  <a:pt x="2029879" y="1923573"/>
                  <a:pt x="2028786" y="1922716"/>
                  <a:pt x="2027701" y="1922716"/>
                </a:cubicBezTo>
                <a:lnTo>
                  <a:pt x="2024208" y="1922716"/>
                </a:lnTo>
                <a:cubicBezTo>
                  <a:pt x="2022887" y="1922456"/>
                  <a:pt x="2021998" y="1921351"/>
                  <a:pt x="2020709" y="1920919"/>
                </a:cubicBezTo>
                <a:cubicBezTo>
                  <a:pt x="2018728" y="1920259"/>
                  <a:pt x="2017426" y="1919160"/>
                  <a:pt x="2015439" y="1918265"/>
                </a:cubicBezTo>
                <a:cubicBezTo>
                  <a:pt x="2012823" y="1917211"/>
                  <a:pt x="2010416" y="1916525"/>
                  <a:pt x="2007342" y="1916525"/>
                </a:cubicBezTo>
                <a:cubicBezTo>
                  <a:pt x="2004491" y="1916525"/>
                  <a:pt x="2002974" y="1916982"/>
                  <a:pt x="2000129" y="1917407"/>
                </a:cubicBezTo>
                <a:lnTo>
                  <a:pt x="2000129" y="1934044"/>
                </a:lnTo>
                <a:lnTo>
                  <a:pt x="1985689" y="1934044"/>
                </a:lnTo>
                <a:lnTo>
                  <a:pt x="1985689" y="1927040"/>
                </a:lnTo>
                <a:cubicBezTo>
                  <a:pt x="1986127" y="1925942"/>
                  <a:pt x="1985886" y="1924646"/>
                  <a:pt x="1986559" y="1923573"/>
                </a:cubicBezTo>
                <a:cubicBezTo>
                  <a:pt x="1987423" y="1921986"/>
                  <a:pt x="1988731" y="1921154"/>
                  <a:pt x="1990051" y="1920055"/>
                </a:cubicBezTo>
                <a:cubicBezTo>
                  <a:pt x="1991137" y="1919160"/>
                  <a:pt x="1991359" y="1917655"/>
                  <a:pt x="1992680" y="1916525"/>
                </a:cubicBezTo>
                <a:cubicBezTo>
                  <a:pt x="1993557" y="1915909"/>
                  <a:pt x="1995741" y="1916525"/>
                  <a:pt x="1996166" y="1915655"/>
                </a:cubicBezTo>
                <a:cubicBezTo>
                  <a:pt x="1997500" y="1913699"/>
                  <a:pt x="1996840" y="1911280"/>
                  <a:pt x="1997049" y="1908676"/>
                </a:cubicBezTo>
                <a:cubicBezTo>
                  <a:pt x="1994439" y="1908460"/>
                  <a:pt x="1992458" y="1908676"/>
                  <a:pt x="1990051" y="1907774"/>
                </a:cubicBezTo>
                <a:cubicBezTo>
                  <a:pt x="1988527" y="1907330"/>
                  <a:pt x="1988064" y="1905609"/>
                  <a:pt x="1986559" y="1905133"/>
                </a:cubicBezTo>
                <a:cubicBezTo>
                  <a:pt x="1984127" y="1904250"/>
                  <a:pt x="1981942" y="1904047"/>
                  <a:pt x="1979523" y="1903393"/>
                </a:cubicBezTo>
                <a:cubicBezTo>
                  <a:pt x="1978018" y="1902967"/>
                  <a:pt x="1976901" y="1901640"/>
                  <a:pt x="1975167" y="1901640"/>
                </a:cubicBezTo>
                <a:lnTo>
                  <a:pt x="1971446" y="1901640"/>
                </a:lnTo>
                <a:lnTo>
                  <a:pt x="1968163" y="1901640"/>
                </a:lnTo>
                <a:cubicBezTo>
                  <a:pt x="1966423" y="1901640"/>
                  <a:pt x="1965521" y="1902294"/>
                  <a:pt x="1963781" y="1902517"/>
                </a:cubicBezTo>
                <a:cubicBezTo>
                  <a:pt x="1963781" y="1905133"/>
                  <a:pt x="1963991" y="1906917"/>
                  <a:pt x="1963781" y="1909546"/>
                </a:cubicBezTo>
                <a:cubicBezTo>
                  <a:pt x="1963781" y="1910854"/>
                  <a:pt x="1963991" y="1911959"/>
                  <a:pt x="1963781" y="1913039"/>
                </a:cubicBezTo>
                <a:cubicBezTo>
                  <a:pt x="1962461" y="1916525"/>
                  <a:pt x="1959622" y="1918265"/>
                  <a:pt x="1955901" y="1918265"/>
                </a:cubicBezTo>
                <a:cubicBezTo>
                  <a:pt x="1953514" y="1918265"/>
                  <a:pt x="1952205" y="1917655"/>
                  <a:pt x="1949767" y="1917407"/>
                </a:cubicBezTo>
                <a:lnTo>
                  <a:pt x="1949767" y="1910397"/>
                </a:lnTo>
                <a:cubicBezTo>
                  <a:pt x="1949767" y="1909102"/>
                  <a:pt x="1950656" y="1908213"/>
                  <a:pt x="1950656" y="1906917"/>
                </a:cubicBezTo>
                <a:cubicBezTo>
                  <a:pt x="1950656" y="1905609"/>
                  <a:pt x="1950008" y="1904714"/>
                  <a:pt x="1950008" y="1903393"/>
                </a:cubicBezTo>
                <a:cubicBezTo>
                  <a:pt x="1953952" y="1903393"/>
                  <a:pt x="1956790" y="1904250"/>
                  <a:pt x="1960283" y="1902517"/>
                </a:cubicBezTo>
                <a:cubicBezTo>
                  <a:pt x="1961381" y="1902110"/>
                  <a:pt x="1962912" y="1902294"/>
                  <a:pt x="1963781" y="1901640"/>
                </a:cubicBezTo>
                <a:cubicBezTo>
                  <a:pt x="1964886" y="1900783"/>
                  <a:pt x="1965102" y="1899469"/>
                  <a:pt x="1965521" y="1898154"/>
                </a:cubicBezTo>
                <a:cubicBezTo>
                  <a:pt x="1966423" y="1895754"/>
                  <a:pt x="1965337" y="1893760"/>
                  <a:pt x="1965521" y="1891156"/>
                </a:cubicBezTo>
                <a:cubicBezTo>
                  <a:pt x="1965750" y="1888515"/>
                  <a:pt x="1966194" y="1886775"/>
                  <a:pt x="1966423" y="1884146"/>
                </a:cubicBezTo>
                <a:cubicBezTo>
                  <a:pt x="1966645" y="1882190"/>
                  <a:pt x="1967287" y="1881079"/>
                  <a:pt x="1967287" y="1879104"/>
                </a:cubicBezTo>
                <a:cubicBezTo>
                  <a:pt x="1967287" y="1875408"/>
                  <a:pt x="1966645" y="1873421"/>
                  <a:pt x="1966423" y="1869674"/>
                </a:cubicBezTo>
                <a:cubicBezTo>
                  <a:pt x="1964455" y="1869674"/>
                  <a:pt x="1963121" y="1870157"/>
                  <a:pt x="1961153" y="1870157"/>
                </a:cubicBezTo>
                <a:cubicBezTo>
                  <a:pt x="1959857" y="1870157"/>
                  <a:pt x="1958981" y="1869249"/>
                  <a:pt x="1957660" y="1869249"/>
                </a:cubicBezTo>
                <a:cubicBezTo>
                  <a:pt x="1956549" y="1869249"/>
                  <a:pt x="1956130" y="1869674"/>
                  <a:pt x="1955018" y="1869674"/>
                </a:cubicBezTo>
                <a:lnTo>
                  <a:pt x="1955018" y="1850663"/>
                </a:lnTo>
                <a:cubicBezTo>
                  <a:pt x="1955018" y="1849100"/>
                  <a:pt x="1953514" y="1848675"/>
                  <a:pt x="1953259" y="1847367"/>
                </a:cubicBezTo>
                <a:cubicBezTo>
                  <a:pt x="1953069" y="1845843"/>
                  <a:pt x="1952815" y="1844516"/>
                  <a:pt x="1952396" y="1842992"/>
                </a:cubicBezTo>
                <a:cubicBezTo>
                  <a:pt x="1952205" y="1841906"/>
                  <a:pt x="1951951" y="1840585"/>
                  <a:pt x="1951526" y="1839487"/>
                </a:cubicBezTo>
                <a:cubicBezTo>
                  <a:pt x="1950859" y="1837740"/>
                  <a:pt x="1948675" y="1837740"/>
                  <a:pt x="1948027" y="1835981"/>
                </a:cubicBezTo>
                <a:cubicBezTo>
                  <a:pt x="1947589" y="1834889"/>
                  <a:pt x="1948484" y="1833378"/>
                  <a:pt x="1948027" y="1832489"/>
                </a:cubicBezTo>
                <a:cubicBezTo>
                  <a:pt x="1947164" y="1831181"/>
                  <a:pt x="1946706" y="1829854"/>
                  <a:pt x="1945392" y="1828977"/>
                </a:cubicBezTo>
                <a:cubicBezTo>
                  <a:pt x="1944528" y="1828323"/>
                  <a:pt x="1942985" y="1829428"/>
                  <a:pt x="1941912" y="1828977"/>
                </a:cubicBezTo>
                <a:cubicBezTo>
                  <a:pt x="1939270" y="1827885"/>
                  <a:pt x="1934394" y="1825694"/>
                  <a:pt x="1931752" y="1824399"/>
                </a:cubicBezTo>
                <a:cubicBezTo>
                  <a:pt x="1930685" y="1823529"/>
                  <a:pt x="1928914" y="1823935"/>
                  <a:pt x="1928272" y="1822646"/>
                </a:cubicBezTo>
                <a:cubicBezTo>
                  <a:pt x="1926964" y="1820221"/>
                  <a:pt x="1927605" y="1817376"/>
                  <a:pt x="1925643" y="1815642"/>
                </a:cubicBezTo>
                <a:cubicBezTo>
                  <a:pt x="1924761" y="1814976"/>
                  <a:pt x="1923218" y="1815439"/>
                  <a:pt x="1922132" y="1814779"/>
                </a:cubicBezTo>
                <a:cubicBezTo>
                  <a:pt x="1921027" y="1814112"/>
                  <a:pt x="1919922" y="1813699"/>
                  <a:pt x="1918601" y="1813007"/>
                </a:cubicBezTo>
                <a:cubicBezTo>
                  <a:pt x="1917306" y="1812366"/>
                  <a:pt x="1917541" y="1810156"/>
                  <a:pt x="1915985" y="1809489"/>
                </a:cubicBezTo>
                <a:cubicBezTo>
                  <a:pt x="1913375" y="1808416"/>
                  <a:pt x="1911216" y="1809756"/>
                  <a:pt x="1908117" y="1809489"/>
                </a:cubicBezTo>
                <a:cubicBezTo>
                  <a:pt x="1906358" y="1809489"/>
                  <a:pt x="1905279" y="1808416"/>
                  <a:pt x="1903736" y="1807762"/>
                </a:cubicBezTo>
                <a:cubicBezTo>
                  <a:pt x="1901996" y="1806898"/>
                  <a:pt x="1900897" y="1805819"/>
                  <a:pt x="1899354" y="1805152"/>
                </a:cubicBezTo>
                <a:lnTo>
                  <a:pt x="1895855" y="1803406"/>
                </a:lnTo>
                <a:cubicBezTo>
                  <a:pt x="1893893" y="1802523"/>
                  <a:pt x="1892769" y="1800771"/>
                  <a:pt x="1890598" y="1800771"/>
                </a:cubicBezTo>
                <a:cubicBezTo>
                  <a:pt x="1888636" y="1800771"/>
                  <a:pt x="1886883" y="1800993"/>
                  <a:pt x="1885372" y="1801660"/>
                </a:cubicBezTo>
                <a:cubicBezTo>
                  <a:pt x="1883835" y="1802320"/>
                  <a:pt x="1884051" y="1804257"/>
                  <a:pt x="1882717" y="1805152"/>
                </a:cubicBezTo>
                <a:cubicBezTo>
                  <a:pt x="1879904" y="1807095"/>
                  <a:pt x="1877053" y="1805990"/>
                  <a:pt x="1873542" y="1805990"/>
                </a:cubicBezTo>
                <a:lnTo>
                  <a:pt x="1867846" y="1805990"/>
                </a:lnTo>
                <a:cubicBezTo>
                  <a:pt x="1866506" y="1805990"/>
                  <a:pt x="1865649" y="1805152"/>
                  <a:pt x="1864340" y="1805152"/>
                </a:cubicBezTo>
                <a:cubicBezTo>
                  <a:pt x="1861731" y="1804924"/>
                  <a:pt x="1859743" y="1804924"/>
                  <a:pt x="1857330" y="1804257"/>
                </a:cubicBezTo>
                <a:cubicBezTo>
                  <a:pt x="1854517" y="1803406"/>
                  <a:pt x="1852955" y="1801869"/>
                  <a:pt x="1850320" y="1800771"/>
                </a:cubicBezTo>
                <a:cubicBezTo>
                  <a:pt x="1849247" y="1800320"/>
                  <a:pt x="1847913" y="1800320"/>
                  <a:pt x="1846821" y="1799856"/>
                </a:cubicBezTo>
                <a:cubicBezTo>
                  <a:pt x="1844211" y="1798815"/>
                  <a:pt x="1842230" y="1796821"/>
                  <a:pt x="1839817" y="1795526"/>
                </a:cubicBezTo>
                <a:cubicBezTo>
                  <a:pt x="1836978" y="1793760"/>
                  <a:pt x="1834578" y="1793341"/>
                  <a:pt x="1831968" y="1791138"/>
                </a:cubicBezTo>
                <a:cubicBezTo>
                  <a:pt x="1830628" y="1790033"/>
                  <a:pt x="1830177" y="1788934"/>
                  <a:pt x="1829314" y="1787601"/>
                </a:cubicBezTo>
                <a:cubicBezTo>
                  <a:pt x="1828457" y="1786102"/>
                  <a:pt x="1826914" y="1785004"/>
                  <a:pt x="1826685" y="1783264"/>
                </a:cubicBezTo>
                <a:cubicBezTo>
                  <a:pt x="1826025" y="1779308"/>
                  <a:pt x="1826685" y="1776882"/>
                  <a:pt x="1826685" y="1772735"/>
                </a:cubicBezTo>
                <a:cubicBezTo>
                  <a:pt x="1824939" y="1772545"/>
                  <a:pt x="1823859" y="1772081"/>
                  <a:pt x="1822316" y="1771878"/>
                </a:cubicBezTo>
                <a:cubicBezTo>
                  <a:pt x="1821224" y="1771656"/>
                  <a:pt x="1819903" y="1772081"/>
                  <a:pt x="1818817" y="1771878"/>
                </a:cubicBezTo>
                <a:cubicBezTo>
                  <a:pt x="1817274" y="1771421"/>
                  <a:pt x="1816842" y="1769878"/>
                  <a:pt x="1815299" y="1769262"/>
                </a:cubicBezTo>
                <a:cubicBezTo>
                  <a:pt x="1813991" y="1768614"/>
                  <a:pt x="1812899" y="1768144"/>
                  <a:pt x="1811801" y="1767509"/>
                </a:cubicBezTo>
                <a:cubicBezTo>
                  <a:pt x="1810283" y="1766658"/>
                  <a:pt x="1809629" y="1765280"/>
                  <a:pt x="1808321" y="1763991"/>
                </a:cubicBezTo>
                <a:cubicBezTo>
                  <a:pt x="1807222" y="1762880"/>
                  <a:pt x="1805666" y="1763337"/>
                  <a:pt x="1804816" y="1762271"/>
                </a:cubicBezTo>
                <a:cubicBezTo>
                  <a:pt x="1804149" y="1761350"/>
                  <a:pt x="1805666" y="1759394"/>
                  <a:pt x="1804816" y="1758734"/>
                </a:cubicBezTo>
                <a:cubicBezTo>
                  <a:pt x="1803927" y="1758099"/>
                  <a:pt x="1802390" y="1759203"/>
                  <a:pt x="1801298" y="1758734"/>
                </a:cubicBezTo>
                <a:cubicBezTo>
                  <a:pt x="1799793" y="1758099"/>
                  <a:pt x="1798231" y="1757222"/>
                  <a:pt x="1796923" y="1756105"/>
                </a:cubicBezTo>
                <a:cubicBezTo>
                  <a:pt x="1795856" y="1755254"/>
                  <a:pt x="1793868" y="1755012"/>
                  <a:pt x="1793430" y="1753476"/>
                </a:cubicBezTo>
                <a:cubicBezTo>
                  <a:pt x="1792986" y="1752371"/>
                  <a:pt x="1792763" y="1751063"/>
                  <a:pt x="1792566" y="1749983"/>
                </a:cubicBezTo>
                <a:cubicBezTo>
                  <a:pt x="1791893" y="1747145"/>
                  <a:pt x="1792566" y="1745176"/>
                  <a:pt x="1792566" y="1742084"/>
                </a:cubicBezTo>
                <a:lnTo>
                  <a:pt x="1789029" y="1742084"/>
                </a:lnTo>
                <a:cubicBezTo>
                  <a:pt x="1786655" y="1742573"/>
                  <a:pt x="1784445" y="1743195"/>
                  <a:pt x="1782044" y="1743868"/>
                </a:cubicBezTo>
                <a:cubicBezTo>
                  <a:pt x="1779403" y="1744719"/>
                  <a:pt x="1777650" y="1746256"/>
                  <a:pt x="1775015" y="1746465"/>
                </a:cubicBezTo>
                <a:cubicBezTo>
                  <a:pt x="1773942" y="1746465"/>
                  <a:pt x="1772831" y="1747323"/>
                  <a:pt x="1771523" y="1747323"/>
                </a:cubicBezTo>
                <a:cubicBezTo>
                  <a:pt x="1769789" y="1747323"/>
                  <a:pt x="1767598" y="1747145"/>
                  <a:pt x="1767160" y="1745583"/>
                </a:cubicBezTo>
                <a:cubicBezTo>
                  <a:pt x="1766722" y="1744503"/>
                  <a:pt x="1767357" y="1743195"/>
                  <a:pt x="1767160" y="1742084"/>
                </a:cubicBezTo>
                <a:cubicBezTo>
                  <a:pt x="1766265" y="1738826"/>
                  <a:pt x="1766500" y="1736845"/>
                  <a:pt x="1766265" y="1733353"/>
                </a:cubicBezTo>
                <a:lnTo>
                  <a:pt x="1770672" y="1732464"/>
                </a:lnTo>
                <a:cubicBezTo>
                  <a:pt x="1772170" y="1732013"/>
                  <a:pt x="1772627" y="1730527"/>
                  <a:pt x="1774151" y="1729854"/>
                </a:cubicBezTo>
                <a:cubicBezTo>
                  <a:pt x="1772831" y="1728101"/>
                  <a:pt x="1772627" y="1726323"/>
                  <a:pt x="1770672" y="1725491"/>
                </a:cubicBezTo>
                <a:cubicBezTo>
                  <a:pt x="1769109" y="1724812"/>
                  <a:pt x="1767820" y="1725028"/>
                  <a:pt x="1766265" y="1724596"/>
                </a:cubicBezTo>
                <a:cubicBezTo>
                  <a:pt x="1764944" y="1724171"/>
                  <a:pt x="1764080" y="1723301"/>
                  <a:pt x="1762759" y="1722837"/>
                </a:cubicBezTo>
                <a:cubicBezTo>
                  <a:pt x="1761267" y="1722393"/>
                  <a:pt x="1759946" y="1722393"/>
                  <a:pt x="1758384" y="1721980"/>
                </a:cubicBezTo>
                <a:lnTo>
                  <a:pt x="1750517" y="1728101"/>
                </a:lnTo>
                <a:lnTo>
                  <a:pt x="1748745" y="1728101"/>
                </a:lnTo>
                <a:cubicBezTo>
                  <a:pt x="1747424" y="1727644"/>
                  <a:pt x="1746573" y="1726780"/>
                  <a:pt x="1745265" y="1726323"/>
                </a:cubicBezTo>
                <a:cubicBezTo>
                  <a:pt x="1742852" y="1725669"/>
                  <a:pt x="1741322" y="1724596"/>
                  <a:pt x="1738706" y="1724596"/>
                </a:cubicBezTo>
                <a:cubicBezTo>
                  <a:pt x="1736293" y="1724596"/>
                  <a:pt x="1734299" y="1724596"/>
                  <a:pt x="1733010" y="1726323"/>
                </a:cubicBezTo>
                <a:cubicBezTo>
                  <a:pt x="1732343" y="1727238"/>
                  <a:pt x="1732572" y="1728774"/>
                  <a:pt x="1732114" y="1729854"/>
                </a:cubicBezTo>
                <a:cubicBezTo>
                  <a:pt x="1731689" y="1730921"/>
                  <a:pt x="1731689" y="1732273"/>
                  <a:pt x="1731264" y="1733353"/>
                </a:cubicBezTo>
                <a:cubicBezTo>
                  <a:pt x="1730806" y="1734661"/>
                  <a:pt x="1730146" y="1735766"/>
                  <a:pt x="1729505" y="1736845"/>
                </a:cubicBezTo>
                <a:cubicBezTo>
                  <a:pt x="1727968" y="1739264"/>
                  <a:pt x="1726438" y="1742084"/>
                  <a:pt x="1723370" y="1742084"/>
                </a:cubicBezTo>
                <a:cubicBezTo>
                  <a:pt x="1721605" y="1742084"/>
                  <a:pt x="1720538" y="1742084"/>
                  <a:pt x="1718995" y="1741239"/>
                </a:cubicBezTo>
                <a:cubicBezTo>
                  <a:pt x="1717687" y="1740573"/>
                  <a:pt x="1718113" y="1738826"/>
                  <a:pt x="1717249" y="1737702"/>
                </a:cubicBezTo>
                <a:cubicBezTo>
                  <a:pt x="1716385" y="1736617"/>
                  <a:pt x="1715503" y="1735524"/>
                  <a:pt x="1714620" y="1734197"/>
                </a:cubicBezTo>
                <a:cubicBezTo>
                  <a:pt x="1713757" y="1732889"/>
                  <a:pt x="1713515" y="1731371"/>
                  <a:pt x="1711991" y="1730711"/>
                </a:cubicBezTo>
                <a:cubicBezTo>
                  <a:pt x="1709350" y="1729409"/>
                  <a:pt x="1706956" y="1728774"/>
                  <a:pt x="1704111" y="1728101"/>
                </a:cubicBezTo>
                <a:cubicBezTo>
                  <a:pt x="1702568" y="1727885"/>
                  <a:pt x="1701272" y="1727238"/>
                  <a:pt x="1699526" y="1727238"/>
                </a:cubicBezTo>
                <a:lnTo>
                  <a:pt x="1681587" y="1727238"/>
                </a:lnTo>
                <a:cubicBezTo>
                  <a:pt x="1680025" y="1727238"/>
                  <a:pt x="1679149" y="1725669"/>
                  <a:pt x="1677860" y="1725491"/>
                </a:cubicBezTo>
                <a:cubicBezTo>
                  <a:pt x="1674564" y="1724596"/>
                  <a:pt x="1672602" y="1724380"/>
                  <a:pt x="1669072" y="1723713"/>
                </a:cubicBezTo>
                <a:lnTo>
                  <a:pt x="1669072" y="1713198"/>
                </a:lnTo>
                <a:cubicBezTo>
                  <a:pt x="1666474" y="1713198"/>
                  <a:pt x="1664722" y="1713407"/>
                  <a:pt x="1662093" y="1713198"/>
                </a:cubicBezTo>
                <a:cubicBezTo>
                  <a:pt x="1660550" y="1713198"/>
                  <a:pt x="1659896" y="1711915"/>
                  <a:pt x="1658575" y="1711445"/>
                </a:cubicBezTo>
                <a:cubicBezTo>
                  <a:pt x="1657057" y="1711020"/>
                  <a:pt x="1655508" y="1710588"/>
                  <a:pt x="1654187" y="1709699"/>
                </a:cubicBezTo>
                <a:cubicBezTo>
                  <a:pt x="1652898" y="1708854"/>
                  <a:pt x="1653108" y="1706860"/>
                  <a:pt x="1651590" y="1706181"/>
                </a:cubicBezTo>
                <a:cubicBezTo>
                  <a:pt x="1650479" y="1705768"/>
                  <a:pt x="1649177" y="1705546"/>
                  <a:pt x="1648078" y="1705305"/>
                </a:cubicBezTo>
                <a:cubicBezTo>
                  <a:pt x="1643684" y="1703774"/>
                  <a:pt x="1640636" y="1703590"/>
                  <a:pt x="1635823" y="1702688"/>
                </a:cubicBezTo>
                <a:cubicBezTo>
                  <a:pt x="1635823" y="1705305"/>
                  <a:pt x="1636045" y="1707089"/>
                  <a:pt x="1635823" y="1709699"/>
                </a:cubicBezTo>
                <a:cubicBezTo>
                  <a:pt x="1635823" y="1711445"/>
                  <a:pt x="1634947" y="1712995"/>
                  <a:pt x="1634064" y="1714074"/>
                </a:cubicBezTo>
                <a:cubicBezTo>
                  <a:pt x="1633169" y="1715192"/>
                  <a:pt x="1632959" y="1717370"/>
                  <a:pt x="1631441" y="1717579"/>
                </a:cubicBezTo>
                <a:cubicBezTo>
                  <a:pt x="1629009" y="1718024"/>
                  <a:pt x="1626850" y="1717147"/>
                  <a:pt x="1624437" y="1717579"/>
                </a:cubicBezTo>
                <a:cubicBezTo>
                  <a:pt x="1622888" y="1717814"/>
                  <a:pt x="1622450" y="1719560"/>
                  <a:pt x="1620920" y="1720208"/>
                </a:cubicBezTo>
                <a:cubicBezTo>
                  <a:pt x="1619408" y="1720888"/>
                  <a:pt x="1618748" y="1721738"/>
                  <a:pt x="1617440" y="1722837"/>
                </a:cubicBezTo>
                <a:cubicBezTo>
                  <a:pt x="1616119" y="1723948"/>
                  <a:pt x="1613928" y="1724380"/>
                  <a:pt x="1613928" y="1726323"/>
                </a:cubicBezTo>
                <a:cubicBezTo>
                  <a:pt x="1613928" y="1727644"/>
                  <a:pt x="1614811" y="1728533"/>
                  <a:pt x="1614811" y="1729854"/>
                </a:cubicBezTo>
                <a:cubicBezTo>
                  <a:pt x="1614811" y="1731162"/>
                  <a:pt x="1615446" y="1732273"/>
                  <a:pt x="1615687" y="1733353"/>
                </a:cubicBezTo>
                <a:cubicBezTo>
                  <a:pt x="1615890" y="1734438"/>
                  <a:pt x="1615687" y="1735766"/>
                  <a:pt x="1615687" y="1736845"/>
                </a:cubicBezTo>
                <a:cubicBezTo>
                  <a:pt x="1615890" y="1738185"/>
                  <a:pt x="1617211" y="1739042"/>
                  <a:pt x="1617440" y="1740363"/>
                </a:cubicBezTo>
                <a:cubicBezTo>
                  <a:pt x="1617668" y="1742084"/>
                  <a:pt x="1617440" y="1743640"/>
                  <a:pt x="1617440" y="1745583"/>
                </a:cubicBezTo>
                <a:cubicBezTo>
                  <a:pt x="1617440" y="1747583"/>
                  <a:pt x="1617668" y="1748897"/>
                  <a:pt x="1617440" y="1750860"/>
                </a:cubicBezTo>
                <a:cubicBezTo>
                  <a:pt x="1617211" y="1752606"/>
                  <a:pt x="1616119" y="1753692"/>
                  <a:pt x="1615687" y="1755254"/>
                </a:cubicBezTo>
                <a:cubicBezTo>
                  <a:pt x="1614589" y="1754358"/>
                  <a:pt x="1613280" y="1754581"/>
                  <a:pt x="1612188" y="1753476"/>
                </a:cubicBezTo>
                <a:cubicBezTo>
                  <a:pt x="1611064" y="1752371"/>
                  <a:pt x="1611306" y="1751063"/>
                  <a:pt x="1610423" y="1749983"/>
                </a:cubicBezTo>
                <a:cubicBezTo>
                  <a:pt x="1608023" y="1746904"/>
                  <a:pt x="1606473" y="1744719"/>
                  <a:pt x="1605152" y="1741239"/>
                </a:cubicBezTo>
                <a:cubicBezTo>
                  <a:pt x="1604086" y="1738350"/>
                  <a:pt x="1603413" y="1736420"/>
                  <a:pt x="1603413" y="1733353"/>
                </a:cubicBezTo>
                <a:cubicBezTo>
                  <a:pt x="1603413" y="1732013"/>
                  <a:pt x="1603209" y="1730921"/>
                  <a:pt x="1603413" y="1729854"/>
                </a:cubicBezTo>
                <a:cubicBezTo>
                  <a:pt x="1603863" y="1728311"/>
                  <a:pt x="1605597" y="1727885"/>
                  <a:pt x="1606048" y="1726323"/>
                </a:cubicBezTo>
                <a:cubicBezTo>
                  <a:pt x="1606276" y="1725250"/>
                  <a:pt x="1606702" y="1723948"/>
                  <a:pt x="1606930" y="1722837"/>
                </a:cubicBezTo>
                <a:cubicBezTo>
                  <a:pt x="1607134" y="1721738"/>
                  <a:pt x="1607794" y="1720621"/>
                  <a:pt x="1607794" y="1719313"/>
                </a:cubicBezTo>
                <a:cubicBezTo>
                  <a:pt x="1607794" y="1717147"/>
                  <a:pt x="1605152" y="1716290"/>
                  <a:pt x="1605152" y="1714074"/>
                </a:cubicBezTo>
                <a:cubicBezTo>
                  <a:pt x="1605152" y="1709940"/>
                  <a:pt x="1608448" y="1707927"/>
                  <a:pt x="1611306" y="1705305"/>
                </a:cubicBezTo>
                <a:cubicBezTo>
                  <a:pt x="1612372" y="1704447"/>
                  <a:pt x="1613706" y="1703590"/>
                  <a:pt x="1614811" y="1702688"/>
                </a:cubicBezTo>
                <a:cubicBezTo>
                  <a:pt x="1615890" y="1701838"/>
                  <a:pt x="1616360" y="1700079"/>
                  <a:pt x="1617440" y="1699202"/>
                </a:cubicBezTo>
                <a:cubicBezTo>
                  <a:pt x="1618532" y="1698332"/>
                  <a:pt x="1619840" y="1698097"/>
                  <a:pt x="1620920" y="1697443"/>
                </a:cubicBezTo>
                <a:lnTo>
                  <a:pt x="1619186" y="1693957"/>
                </a:lnTo>
                <a:lnTo>
                  <a:pt x="1611502" y="1693957"/>
                </a:lnTo>
                <a:cubicBezTo>
                  <a:pt x="1609998" y="1693957"/>
                  <a:pt x="1609128" y="1694624"/>
                  <a:pt x="1607794" y="1694789"/>
                </a:cubicBezTo>
                <a:cubicBezTo>
                  <a:pt x="1606702" y="1695049"/>
                  <a:pt x="1605394" y="1695240"/>
                  <a:pt x="1604276" y="1695703"/>
                </a:cubicBezTo>
                <a:cubicBezTo>
                  <a:pt x="1602981" y="1696338"/>
                  <a:pt x="1601660" y="1696338"/>
                  <a:pt x="1600809" y="1697443"/>
                </a:cubicBezTo>
                <a:cubicBezTo>
                  <a:pt x="1600142" y="1698332"/>
                  <a:pt x="1600142" y="1699844"/>
                  <a:pt x="1599914" y="1700942"/>
                </a:cubicBezTo>
                <a:cubicBezTo>
                  <a:pt x="1599253" y="1703774"/>
                  <a:pt x="1599914" y="1705768"/>
                  <a:pt x="1599914" y="1708854"/>
                </a:cubicBezTo>
                <a:lnTo>
                  <a:pt x="1580019" y="1708854"/>
                </a:lnTo>
                <a:cubicBezTo>
                  <a:pt x="1576730" y="1708854"/>
                  <a:pt x="1575396" y="1711445"/>
                  <a:pt x="1572793" y="1713198"/>
                </a:cubicBezTo>
                <a:cubicBezTo>
                  <a:pt x="1571478" y="1714074"/>
                  <a:pt x="1570818" y="1715192"/>
                  <a:pt x="1569275" y="1715827"/>
                </a:cubicBezTo>
                <a:cubicBezTo>
                  <a:pt x="1567757" y="1716493"/>
                  <a:pt x="1566424" y="1717147"/>
                  <a:pt x="1564881" y="1717579"/>
                </a:cubicBezTo>
                <a:cubicBezTo>
                  <a:pt x="1563363" y="1718024"/>
                  <a:pt x="1562042" y="1719141"/>
                  <a:pt x="1560512" y="1719313"/>
                </a:cubicBezTo>
                <a:cubicBezTo>
                  <a:pt x="1557661" y="1719980"/>
                  <a:pt x="1555483" y="1720621"/>
                  <a:pt x="1552632" y="1721046"/>
                </a:cubicBezTo>
                <a:cubicBezTo>
                  <a:pt x="1551539" y="1721046"/>
                  <a:pt x="1550441" y="1721980"/>
                  <a:pt x="1549126" y="1721980"/>
                </a:cubicBezTo>
                <a:cubicBezTo>
                  <a:pt x="1546523" y="1722170"/>
                  <a:pt x="1544770" y="1721980"/>
                  <a:pt x="1542135" y="1721980"/>
                </a:cubicBezTo>
                <a:lnTo>
                  <a:pt x="1542135" y="1742084"/>
                </a:lnTo>
                <a:cubicBezTo>
                  <a:pt x="1539722" y="1744503"/>
                  <a:pt x="1538408" y="1746719"/>
                  <a:pt x="1535112" y="1747323"/>
                </a:cubicBezTo>
                <a:cubicBezTo>
                  <a:pt x="1534013" y="1747583"/>
                  <a:pt x="1532712" y="1748243"/>
                  <a:pt x="1531645" y="1748243"/>
                </a:cubicBezTo>
                <a:cubicBezTo>
                  <a:pt x="1529213" y="1748447"/>
                  <a:pt x="1527244" y="1748243"/>
                  <a:pt x="1524615" y="1748243"/>
                </a:cubicBezTo>
                <a:cubicBezTo>
                  <a:pt x="1524615" y="1750225"/>
                  <a:pt x="1525041" y="1751749"/>
                  <a:pt x="1524615" y="1753476"/>
                </a:cubicBezTo>
                <a:cubicBezTo>
                  <a:pt x="1524190" y="1754809"/>
                  <a:pt x="1523314" y="1755667"/>
                  <a:pt x="1522850" y="1756968"/>
                </a:cubicBezTo>
                <a:cubicBezTo>
                  <a:pt x="1522444" y="1758289"/>
                  <a:pt x="1521561" y="1759203"/>
                  <a:pt x="1521136" y="1760486"/>
                </a:cubicBezTo>
                <a:cubicBezTo>
                  <a:pt x="1520685" y="1761591"/>
                  <a:pt x="1521561" y="1762880"/>
                  <a:pt x="1521136" y="1763991"/>
                </a:cubicBezTo>
                <a:cubicBezTo>
                  <a:pt x="1520685" y="1765534"/>
                  <a:pt x="1518494" y="1765534"/>
                  <a:pt x="1517599" y="1766658"/>
                </a:cubicBezTo>
                <a:cubicBezTo>
                  <a:pt x="1515427" y="1769027"/>
                  <a:pt x="1512798" y="1769446"/>
                  <a:pt x="1510601" y="1771878"/>
                </a:cubicBezTo>
                <a:cubicBezTo>
                  <a:pt x="1509731" y="1772989"/>
                  <a:pt x="1507731" y="1772989"/>
                  <a:pt x="1507108" y="1774488"/>
                </a:cubicBezTo>
                <a:cubicBezTo>
                  <a:pt x="1506670" y="1775586"/>
                  <a:pt x="1507559" y="1776882"/>
                  <a:pt x="1507108" y="1778006"/>
                </a:cubicBezTo>
                <a:cubicBezTo>
                  <a:pt x="1506423" y="1779517"/>
                  <a:pt x="1504480" y="1779752"/>
                  <a:pt x="1503597" y="1781505"/>
                </a:cubicBezTo>
                <a:cubicBezTo>
                  <a:pt x="1503159" y="1782559"/>
                  <a:pt x="1503572" y="1783689"/>
                  <a:pt x="1503375" y="1784788"/>
                </a:cubicBezTo>
                <a:cubicBezTo>
                  <a:pt x="1503375" y="1784788"/>
                  <a:pt x="1502251" y="1788096"/>
                  <a:pt x="1503375" y="1788293"/>
                </a:cubicBezTo>
                <a:cubicBezTo>
                  <a:pt x="1504467" y="1788534"/>
                  <a:pt x="1505775" y="1788096"/>
                  <a:pt x="1506854" y="1788293"/>
                </a:cubicBezTo>
                <a:cubicBezTo>
                  <a:pt x="1508398" y="1788718"/>
                  <a:pt x="1509483" y="1788953"/>
                  <a:pt x="1511242" y="1789182"/>
                </a:cubicBezTo>
                <a:cubicBezTo>
                  <a:pt x="1511242" y="1794636"/>
                  <a:pt x="1510366" y="1797951"/>
                  <a:pt x="1511242" y="1803171"/>
                </a:cubicBezTo>
                <a:cubicBezTo>
                  <a:pt x="1511242" y="1804257"/>
                  <a:pt x="1511884" y="1805558"/>
                  <a:pt x="1512119" y="1806689"/>
                </a:cubicBezTo>
                <a:cubicBezTo>
                  <a:pt x="1512976" y="1809495"/>
                  <a:pt x="1514519" y="1811058"/>
                  <a:pt x="1515617" y="1813699"/>
                </a:cubicBezTo>
                <a:cubicBezTo>
                  <a:pt x="1516056" y="1814798"/>
                  <a:pt x="1516265" y="1816087"/>
                  <a:pt x="1516462" y="1817204"/>
                </a:cubicBezTo>
                <a:cubicBezTo>
                  <a:pt x="1516919" y="1818938"/>
                  <a:pt x="1517364" y="1820462"/>
                  <a:pt x="1517364" y="1822443"/>
                </a:cubicBezTo>
                <a:cubicBezTo>
                  <a:pt x="1517364" y="1824399"/>
                  <a:pt x="1517135" y="1825936"/>
                  <a:pt x="1516462" y="1827688"/>
                </a:cubicBezTo>
                <a:cubicBezTo>
                  <a:pt x="1515846" y="1829257"/>
                  <a:pt x="1514106" y="1829257"/>
                  <a:pt x="1512976" y="1830343"/>
                </a:cubicBezTo>
                <a:cubicBezTo>
                  <a:pt x="1511452" y="1831854"/>
                  <a:pt x="1509045" y="1831854"/>
                  <a:pt x="1508626" y="1833841"/>
                </a:cubicBezTo>
                <a:cubicBezTo>
                  <a:pt x="1508398" y="1834940"/>
                  <a:pt x="1508626" y="1835994"/>
                  <a:pt x="1508626" y="1837308"/>
                </a:cubicBezTo>
                <a:cubicBezTo>
                  <a:pt x="1508398" y="1839918"/>
                  <a:pt x="1509483" y="1841709"/>
                  <a:pt x="1509483" y="1844338"/>
                </a:cubicBezTo>
                <a:cubicBezTo>
                  <a:pt x="1509483" y="1847399"/>
                  <a:pt x="1509483" y="1849367"/>
                  <a:pt x="1508626" y="1852212"/>
                </a:cubicBezTo>
                <a:cubicBezTo>
                  <a:pt x="1508175" y="1853952"/>
                  <a:pt x="1506410" y="1854638"/>
                  <a:pt x="1505102" y="1855717"/>
                </a:cubicBezTo>
                <a:cubicBezTo>
                  <a:pt x="1503800" y="1856803"/>
                  <a:pt x="1504016" y="1858784"/>
                  <a:pt x="1502479" y="1859216"/>
                </a:cubicBezTo>
                <a:cubicBezTo>
                  <a:pt x="1501400" y="1859438"/>
                  <a:pt x="1500066" y="1859000"/>
                  <a:pt x="1499000" y="1859216"/>
                </a:cubicBezTo>
                <a:cubicBezTo>
                  <a:pt x="1496561" y="1859667"/>
                  <a:pt x="1494599" y="1859857"/>
                  <a:pt x="1491983" y="1860105"/>
                </a:cubicBezTo>
                <a:lnTo>
                  <a:pt x="1491087" y="1865350"/>
                </a:lnTo>
                <a:cubicBezTo>
                  <a:pt x="1491773" y="1866880"/>
                  <a:pt x="1493278" y="1867319"/>
                  <a:pt x="1493716" y="1868874"/>
                </a:cubicBezTo>
                <a:cubicBezTo>
                  <a:pt x="1493951" y="1869947"/>
                  <a:pt x="1493500" y="1871237"/>
                  <a:pt x="1493716" y="1872354"/>
                </a:cubicBezTo>
                <a:cubicBezTo>
                  <a:pt x="1489557" y="1874335"/>
                  <a:pt x="1486915" y="1876063"/>
                  <a:pt x="1483207" y="1878444"/>
                </a:cubicBezTo>
                <a:lnTo>
                  <a:pt x="1482356" y="1885511"/>
                </a:lnTo>
                <a:cubicBezTo>
                  <a:pt x="1481264" y="1885702"/>
                  <a:pt x="1479930" y="1886127"/>
                  <a:pt x="1478864" y="1886369"/>
                </a:cubicBezTo>
                <a:cubicBezTo>
                  <a:pt x="1476228" y="1887016"/>
                  <a:pt x="1474038" y="1887264"/>
                  <a:pt x="1471834" y="1888997"/>
                </a:cubicBezTo>
                <a:cubicBezTo>
                  <a:pt x="1470513" y="1890090"/>
                  <a:pt x="1470088" y="1891176"/>
                  <a:pt x="1469224" y="1892496"/>
                </a:cubicBezTo>
                <a:cubicBezTo>
                  <a:pt x="1466361" y="1896891"/>
                  <a:pt x="1466583" y="1901037"/>
                  <a:pt x="1466583" y="1906466"/>
                </a:cubicBezTo>
                <a:lnTo>
                  <a:pt x="1451686" y="1906466"/>
                </a:lnTo>
                <a:cubicBezTo>
                  <a:pt x="1452130" y="1910664"/>
                  <a:pt x="1453006" y="1912823"/>
                  <a:pt x="1452556" y="1917014"/>
                </a:cubicBezTo>
                <a:cubicBezTo>
                  <a:pt x="1452372" y="1919624"/>
                  <a:pt x="1451686" y="1921376"/>
                  <a:pt x="1451686" y="1924018"/>
                </a:cubicBezTo>
                <a:cubicBezTo>
                  <a:pt x="1451686" y="1925339"/>
                  <a:pt x="1450822" y="1926215"/>
                  <a:pt x="1450822" y="1927510"/>
                </a:cubicBezTo>
                <a:cubicBezTo>
                  <a:pt x="1450822" y="1929047"/>
                  <a:pt x="1451686" y="1929720"/>
                  <a:pt x="1451686" y="1931219"/>
                </a:cubicBezTo>
                <a:cubicBezTo>
                  <a:pt x="1451686" y="1932762"/>
                  <a:pt x="1450822" y="1934102"/>
                  <a:pt x="1450822" y="1935403"/>
                </a:cubicBezTo>
                <a:cubicBezTo>
                  <a:pt x="1451260" y="1938235"/>
                  <a:pt x="1452810" y="1939759"/>
                  <a:pt x="1454302" y="1942388"/>
                </a:cubicBezTo>
                <a:cubicBezTo>
                  <a:pt x="1455616" y="1941722"/>
                  <a:pt x="1456512" y="1941093"/>
                  <a:pt x="1457820" y="1940661"/>
                </a:cubicBezTo>
                <a:cubicBezTo>
                  <a:pt x="1459782" y="1940001"/>
                  <a:pt x="1461103" y="1938908"/>
                  <a:pt x="1463313" y="1938908"/>
                </a:cubicBezTo>
                <a:cubicBezTo>
                  <a:pt x="1466361" y="1938908"/>
                  <a:pt x="1467891" y="1939556"/>
                  <a:pt x="1470958" y="1939759"/>
                </a:cubicBezTo>
                <a:lnTo>
                  <a:pt x="1470958" y="1946751"/>
                </a:lnTo>
                <a:cubicBezTo>
                  <a:pt x="1470088" y="1947856"/>
                  <a:pt x="1470304" y="1949621"/>
                  <a:pt x="1469224" y="1950294"/>
                </a:cubicBezTo>
                <a:cubicBezTo>
                  <a:pt x="1466811" y="1951799"/>
                  <a:pt x="1464837" y="1952447"/>
                  <a:pt x="1462214" y="1952917"/>
                </a:cubicBezTo>
                <a:cubicBezTo>
                  <a:pt x="1461103" y="1953113"/>
                  <a:pt x="1460036" y="1952917"/>
                  <a:pt x="1458715" y="1952917"/>
                </a:cubicBezTo>
                <a:cubicBezTo>
                  <a:pt x="1456937" y="1953113"/>
                  <a:pt x="1456093" y="1953564"/>
                  <a:pt x="1454302" y="1953774"/>
                </a:cubicBezTo>
                <a:cubicBezTo>
                  <a:pt x="1454302" y="1956396"/>
                  <a:pt x="1454969" y="1958378"/>
                  <a:pt x="1454302" y="1960797"/>
                </a:cubicBezTo>
                <a:cubicBezTo>
                  <a:pt x="1454111" y="1961889"/>
                  <a:pt x="1454302" y="1963635"/>
                  <a:pt x="1453451" y="1964302"/>
                </a:cubicBezTo>
                <a:cubicBezTo>
                  <a:pt x="1452372" y="1965153"/>
                  <a:pt x="1451038" y="1965153"/>
                  <a:pt x="1449939" y="1966017"/>
                </a:cubicBezTo>
                <a:cubicBezTo>
                  <a:pt x="1448638" y="1967141"/>
                  <a:pt x="1447768" y="1967782"/>
                  <a:pt x="1446460" y="1968658"/>
                </a:cubicBezTo>
                <a:cubicBezTo>
                  <a:pt x="1445139" y="1969535"/>
                  <a:pt x="1443596" y="1969782"/>
                  <a:pt x="1442935" y="1971274"/>
                </a:cubicBezTo>
                <a:cubicBezTo>
                  <a:pt x="1442300" y="1972849"/>
                  <a:pt x="1442078" y="1974602"/>
                  <a:pt x="1442078" y="1976539"/>
                </a:cubicBezTo>
                <a:cubicBezTo>
                  <a:pt x="1442078" y="1978501"/>
                  <a:pt x="1442497" y="1980031"/>
                  <a:pt x="1442935" y="1981834"/>
                </a:cubicBezTo>
                <a:cubicBezTo>
                  <a:pt x="1443380" y="1983346"/>
                  <a:pt x="1444904" y="1983778"/>
                  <a:pt x="1445564" y="1985333"/>
                </a:cubicBezTo>
                <a:cubicBezTo>
                  <a:pt x="1446237" y="1986813"/>
                  <a:pt x="1447952" y="1987264"/>
                  <a:pt x="1448206" y="1988826"/>
                </a:cubicBezTo>
                <a:lnTo>
                  <a:pt x="1448206" y="1992331"/>
                </a:lnTo>
                <a:cubicBezTo>
                  <a:pt x="1448396" y="1995360"/>
                  <a:pt x="1447952" y="1997113"/>
                  <a:pt x="1448206" y="2000192"/>
                </a:cubicBezTo>
                <a:cubicBezTo>
                  <a:pt x="1448206" y="2001507"/>
                  <a:pt x="1447768" y="2002599"/>
                  <a:pt x="1448206" y="2003717"/>
                </a:cubicBezTo>
                <a:cubicBezTo>
                  <a:pt x="1448860" y="2005183"/>
                  <a:pt x="1449527" y="2006104"/>
                  <a:pt x="1450822" y="2007177"/>
                </a:cubicBezTo>
                <a:cubicBezTo>
                  <a:pt x="1451908" y="2008035"/>
                  <a:pt x="1453006" y="2008517"/>
                  <a:pt x="1454302" y="2008943"/>
                </a:cubicBezTo>
                <a:cubicBezTo>
                  <a:pt x="1455432" y="2009171"/>
                  <a:pt x="1456753" y="2008943"/>
                  <a:pt x="1457820" y="2008943"/>
                </a:cubicBezTo>
                <a:cubicBezTo>
                  <a:pt x="1458912" y="2008943"/>
                  <a:pt x="1460220" y="2008708"/>
                  <a:pt x="1461344" y="2008943"/>
                </a:cubicBezTo>
                <a:cubicBezTo>
                  <a:pt x="1462665" y="2009171"/>
                  <a:pt x="1463516" y="2010251"/>
                  <a:pt x="1464837" y="2010663"/>
                </a:cubicBezTo>
                <a:cubicBezTo>
                  <a:pt x="1466157" y="2011133"/>
                  <a:pt x="1467250" y="2011800"/>
                  <a:pt x="1468329" y="2012461"/>
                </a:cubicBezTo>
                <a:cubicBezTo>
                  <a:pt x="1469878" y="2013305"/>
                  <a:pt x="1470729" y="2014416"/>
                  <a:pt x="1471834" y="2015947"/>
                </a:cubicBezTo>
                <a:cubicBezTo>
                  <a:pt x="1472488" y="2017052"/>
                  <a:pt x="1472901" y="2018163"/>
                  <a:pt x="1473587" y="2019452"/>
                </a:cubicBezTo>
                <a:cubicBezTo>
                  <a:pt x="1474254" y="2020982"/>
                  <a:pt x="1475346" y="2022303"/>
                  <a:pt x="1476228" y="2023814"/>
                </a:cubicBezTo>
                <a:cubicBezTo>
                  <a:pt x="1476863" y="2024913"/>
                  <a:pt x="1477086" y="2026234"/>
                  <a:pt x="1477956" y="2027313"/>
                </a:cubicBezTo>
                <a:cubicBezTo>
                  <a:pt x="1479067" y="2028621"/>
                  <a:pt x="1480826" y="2028621"/>
                  <a:pt x="1481480" y="2029974"/>
                </a:cubicBezTo>
                <a:cubicBezTo>
                  <a:pt x="1482128" y="2031015"/>
                  <a:pt x="1482788" y="2032127"/>
                  <a:pt x="1483207" y="2033479"/>
                </a:cubicBezTo>
                <a:cubicBezTo>
                  <a:pt x="1483867" y="2035873"/>
                  <a:pt x="1482998" y="2037829"/>
                  <a:pt x="1483207" y="2040458"/>
                </a:cubicBezTo>
                <a:cubicBezTo>
                  <a:pt x="1483207" y="2041778"/>
                  <a:pt x="1483867" y="2042871"/>
                  <a:pt x="1484090" y="2043988"/>
                </a:cubicBezTo>
                <a:cubicBezTo>
                  <a:pt x="1484293" y="2045074"/>
                  <a:pt x="1484293" y="2046395"/>
                  <a:pt x="1484972" y="2047462"/>
                </a:cubicBezTo>
                <a:cubicBezTo>
                  <a:pt x="1485607" y="2048757"/>
                  <a:pt x="1487627" y="2049017"/>
                  <a:pt x="1488465" y="2050097"/>
                </a:cubicBezTo>
                <a:cubicBezTo>
                  <a:pt x="1489348" y="2051177"/>
                  <a:pt x="1490230" y="2052485"/>
                  <a:pt x="1491087" y="2053602"/>
                </a:cubicBezTo>
                <a:cubicBezTo>
                  <a:pt x="1491983" y="2054701"/>
                  <a:pt x="1493951" y="2054942"/>
                  <a:pt x="1494599" y="2056231"/>
                </a:cubicBezTo>
                <a:cubicBezTo>
                  <a:pt x="1495678" y="2058409"/>
                  <a:pt x="1495482" y="2060613"/>
                  <a:pt x="1495482" y="2063222"/>
                </a:cubicBezTo>
                <a:lnTo>
                  <a:pt x="1495482" y="2071122"/>
                </a:lnTo>
                <a:cubicBezTo>
                  <a:pt x="1496148" y="2072411"/>
                  <a:pt x="1497437" y="2074373"/>
                  <a:pt x="1498104" y="2075497"/>
                </a:cubicBezTo>
                <a:cubicBezTo>
                  <a:pt x="1498758" y="2076596"/>
                  <a:pt x="1499190" y="2077897"/>
                  <a:pt x="1499850" y="2079002"/>
                </a:cubicBezTo>
                <a:cubicBezTo>
                  <a:pt x="1500733" y="2080310"/>
                  <a:pt x="1502479" y="2080310"/>
                  <a:pt x="1503375" y="2081612"/>
                </a:cubicBezTo>
                <a:cubicBezTo>
                  <a:pt x="1505959" y="2084889"/>
                  <a:pt x="1507502" y="2087721"/>
                  <a:pt x="1507731" y="2092121"/>
                </a:cubicBezTo>
                <a:cubicBezTo>
                  <a:pt x="1507966" y="2096496"/>
                  <a:pt x="1506854" y="2099608"/>
                  <a:pt x="1508626" y="2103513"/>
                </a:cubicBezTo>
                <a:cubicBezTo>
                  <a:pt x="1509045" y="2104828"/>
                  <a:pt x="1509693" y="2105926"/>
                  <a:pt x="1510366" y="2107018"/>
                </a:cubicBezTo>
                <a:cubicBezTo>
                  <a:pt x="1511014" y="2108104"/>
                  <a:pt x="1512976" y="2107888"/>
                  <a:pt x="1513865" y="2108765"/>
                </a:cubicBezTo>
                <a:cubicBezTo>
                  <a:pt x="1514735" y="2109635"/>
                  <a:pt x="1514519" y="2111387"/>
                  <a:pt x="1515617" y="2112257"/>
                </a:cubicBezTo>
                <a:cubicBezTo>
                  <a:pt x="1516722" y="2113114"/>
                  <a:pt x="1518043" y="2113362"/>
                  <a:pt x="1519110" y="2113997"/>
                </a:cubicBezTo>
                <a:cubicBezTo>
                  <a:pt x="1520418" y="2114867"/>
                  <a:pt x="1521320" y="2115743"/>
                  <a:pt x="1522615" y="2116613"/>
                </a:cubicBezTo>
                <a:cubicBezTo>
                  <a:pt x="1523720" y="2117305"/>
                  <a:pt x="1525238" y="2117305"/>
                  <a:pt x="1526120" y="2118391"/>
                </a:cubicBezTo>
                <a:cubicBezTo>
                  <a:pt x="1527003" y="2119464"/>
                  <a:pt x="1527441" y="2120569"/>
                  <a:pt x="1527879" y="2121916"/>
                </a:cubicBezTo>
                <a:cubicBezTo>
                  <a:pt x="1528095" y="2122957"/>
                  <a:pt x="1527879" y="2124075"/>
                  <a:pt x="1527879" y="2125395"/>
                </a:cubicBezTo>
                <a:cubicBezTo>
                  <a:pt x="1528095" y="2128913"/>
                  <a:pt x="1527657" y="2130634"/>
                  <a:pt x="1527879" y="2134139"/>
                </a:cubicBezTo>
                <a:cubicBezTo>
                  <a:pt x="1527879" y="2135885"/>
                  <a:pt x="1528521" y="2136984"/>
                  <a:pt x="1528749" y="2138527"/>
                </a:cubicBezTo>
                <a:cubicBezTo>
                  <a:pt x="1528972" y="2139645"/>
                  <a:pt x="1528311" y="2140934"/>
                  <a:pt x="1528749" y="2142039"/>
                </a:cubicBezTo>
                <a:cubicBezTo>
                  <a:pt x="1529403" y="2143556"/>
                  <a:pt x="1531588" y="2143302"/>
                  <a:pt x="1532242" y="2144649"/>
                </a:cubicBezTo>
                <a:cubicBezTo>
                  <a:pt x="1533791" y="2147068"/>
                  <a:pt x="1534229" y="2149030"/>
                  <a:pt x="1535753" y="2151646"/>
                </a:cubicBezTo>
                <a:cubicBezTo>
                  <a:pt x="1536401" y="2152954"/>
                  <a:pt x="1536642" y="2154072"/>
                  <a:pt x="1537538" y="2155170"/>
                </a:cubicBezTo>
                <a:cubicBezTo>
                  <a:pt x="1538395" y="2156288"/>
                  <a:pt x="1539697" y="2156707"/>
                  <a:pt x="1541005" y="2157780"/>
                </a:cubicBezTo>
                <a:cubicBezTo>
                  <a:pt x="1542116" y="2158676"/>
                  <a:pt x="1543183" y="2158879"/>
                  <a:pt x="1544504" y="2159546"/>
                </a:cubicBezTo>
                <a:cubicBezTo>
                  <a:pt x="1546047" y="2160416"/>
                  <a:pt x="1547367" y="2161285"/>
                  <a:pt x="1548872" y="2162200"/>
                </a:cubicBezTo>
                <a:cubicBezTo>
                  <a:pt x="1550206" y="2162822"/>
                  <a:pt x="1550847" y="2164346"/>
                  <a:pt x="1552390" y="2164816"/>
                </a:cubicBezTo>
                <a:cubicBezTo>
                  <a:pt x="1553489" y="2165026"/>
                  <a:pt x="1554797" y="2165451"/>
                  <a:pt x="1555896" y="2165673"/>
                </a:cubicBezTo>
                <a:cubicBezTo>
                  <a:pt x="1558321" y="2166124"/>
                  <a:pt x="1560480" y="2165229"/>
                  <a:pt x="1562912" y="2165673"/>
                </a:cubicBezTo>
                <a:cubicBezTo>
                  <a:pt x="1564417" y="2165883"/>
                  <a:pt x="1565084" y="2167635"/>
                  <a:pt x="1566405" y="2168302"/>
                </a:cubicBezTo>
                <a:cubicBezTo>
                  <a:pt x="1567954" y="2169172"/>
                  <a:pt x="1568602" y="2170487"/>
                  <a:pt x="1569891" y="2171801"/>
                </a:cubicBezTo>
                <a:cubicBezTo>
                  <a:pt x="1570989" y="2172906"/>
                  <a:pt x="1571212" y="2174430"/>
                  <a:pt x="1572514" y="2175325"/>
                </a:cubicBezTo>
                <a:cubicBezTo>
                  <a:pt x="1573618" y="2175948"/>
                  <a:pt x="1574939" y="2176373"/>
                  <a:pt x="1576044" y="2177065"/>
                </a:cubicBezTo>
                <a:cubicBezTo>
                  <a:pt x="1577365" y="2177935"/>
                  <a:pt x="1578222" y="2178818"/>
                  <a:pt x="1579524" y="2179669"/>
                </a:cubicBezTo>
                <a:cubicBezTo>
                  <a:pt x="1582369" y="2181428"/>
                  <a:pt x="1583461" y="2183415"/>
                  <a:pt x="1586528" y="2184907"/>
                </a:cubicBezTo>
                <a:cubicBezTo>
                  <a:pt x="1588928" y="2186025"/>
                  <a:pt x="1590928" y="2186673"/>
                  <a:pt x="1593545" y="2187568"/>
                </a:cubicBezTo>
                <a:cubicBezTo>
                  <a:pt x="1594846" y="2188013"/>
                  <a:pt x="1595729" y="2188889"/>
                  <a:pt x="1597050" y="2189314"/>
                </a:cubicBezTo>
                <a:cubicBezTo>
                  <a:pt x="1600320" y="2190870"/>
                  <a:pt x="1602530" y="2191708"/>
                  <a:pt x="1604930" y="2194534"/>
                </a:cubicBezTo>
                <a:cubicBezTo>
                  <a:pt x="1605813" y="2195658"/>
                  <a:pt x="1605813" y="2196992"/>
                  <a:pt x="1606689" y="2198058"/>
                </a:cubicBezTo>
                <a:cubicBezTo>
                  <a:pt x="1607769" y="2199589"/>
                  <a:pt x="1609089" y="2200243"/>
                  <a:pt x="1610169" y="2201589"/>
                </a:cubicBezTo>
                <a:cubicBezTo>
                  <a:pt x="1612360" y="2204205"/>
                  <a:pt x="1613681" y="2206390"/>
                  <a:pt x="1616316" y="2208549"/>
                </a:cubicBezTo>
                <a:cubicBezTo>
                  <a:pt x="1617624" y="2209685"/>
                  <a:pt x="1617395" y="2211863"/>
                  <a:pt x="1618932" y="2212073"/>
                </a:cubicBezTo>
                <a:cubicBezTo>
                  <a:pt x="1620024" y="2212289"/>
                  <a:pt x="1621345" y="2212073"/>
                  <a:pt x="1622425" y="2212073"/>
                </a:cubicBezTo>
                <a:cubicBezTo>
                  <a:pt x="1624838" y="2212289"/>
                  <a:pt x="1626609" y="2212073"/>
                  <a:pt x="1629206" y="2212073"/>
                </a:cubicBezTo>
                <a:lnTo>
                  <a:pt x="1629206" y="2248649"/>
                </a:lnTo>
                <a:cubicBezTo>
                  <a:pt x="1629206" y="2251481"/>
                  <a:pt x="1627905" y="2253005"/>
                  <a:pt x="1627689" y="2255856"/>
                </a:cubicBezTo>
                <a:cubicBezTo>
                  <a:pt x="1627689" y="2257831"/>
                  <a:pt x="1628571" y="2259133"/>
                  <a:pt x="1628571" y="2261076"/>
                </a:cubicBezTo>
                <a:cubicBezTo>
                  <a:pt x="1628571" y="2261742"/>
                  <a:pt x="1627689" y="2262187"/>
                  <a:pt x="1627689" y="2262854"/>
                </a:cubicBezTo>
                <a:lnTo>
                  <a:pt x="1627689" y="2266327"/>
                </a:lnTo>
                <a:cubicBezTo>
                  <a:pt x="1627905" y="2269629"/>
                  <a:pt x="1629441" y="2271604"/>
                  <a:pt x="1629441" y="2274893"/>
                </a:cubicBezTo>
                <a:lnTo>
                  <a:pt x="1629441" y="2276849"/>
                </a:lnTo>
                <a:cubicBezTo>
                  <a:pt x="1629441" y="2278399"/>
                  <a:pt x="1627905" y="2279034"/>
                  <a:pt x="1627689" y="2280380"/>
                </a:cubicBezTo>
                <a:cubicBezTo>
                  <a:pt x="1627466" y="2281472"/>
                  <a:pt x="1627905" y="2282761"/>
                  <a:pt x="1627689" y="2283866"/>
                </a:cubicBezTo>
                <a:cubicBezTo>
                  <a:pt x="1627466" y="2285187"/>
                  <a:pt x="1626158" y="2285828"/>
                  <a:pt x="1625961" y="2287384"/>
                </a:cubicBezTo>
                <a:cubicBezTo>
                  <a:pt x="1625720" y="2289784"/>
                  <a:pt x="1626806" y="2290864"/>
                  <a:pt x="1626806" y="2293289"/>
                </a:cubicBezTo>
                <a:cubicBezTo>
                  <a:pt x="1626806" y="2293708"/>
                  <a:pt x="1625961" y="2293962"/>
                  <a:pt x="1625961" y="2294362"/>
                </a:cubicBezTo>
                <a:lnTo>
                  <a:pt x="1625961" y="2298757"/>
                </a:lnTo>
                <a:cubicBezTo>
                  <a:pt x="1625961" y="2300312"/>
                  <a:pt x="1627689" y="2300947"/>
                  <a:pt x="1627689" y="2302249"/>
                </a:cubicBezTo>
                <a:cubicBezTo>
                  <a:pt x="1627905" y="2304021"/>
                  <a:pt x="1627689" y="2305323"/>
                  <a:pt x="1627689" y="2307291"/>
                </a:cubicBezTo>
                <a:lnTo>
                  <a:pt x="1627689" y="2309272"/>
                </a:lnTo>
                <a:lnTo>
                  <a:pt x="1627689" y="2312746"/>
                </a:lnTo>
                <a:cubicBezTo>
                  <a:pt x="1627466" y="2314492"/>
                  <a:pt x="1625288" y="2315171"/>
                  <a:pt x="1625066" y="2317134"/>
                </a:cubicBezTo>
                <a:cubicBezTo>
                  <a:pt x="1624628" y="2320194"/>
                  <a:pt x="1625066" y="2321947"/>
                  <a:pt x="1625066" y="2325014"/>
                </a:cubicBezTo>
                <a:cubicBezTo>
                  <a:pt x="1625720" y="2326563"/>
                  <a:pt x="1627466" y="2327884"/>
                  <a:pt x="1627689" y="2329421"/>
                </a:cubicBezTo>
                <a:lnTo>
                  <a:pt x="1627689" y="2332882"/>
                </a:lnTo>
                <a:lnTo>
                  <a:pt x="1627689" y="2336387"/>
                </a:lnTo>
                <a:cubicBezTo>
                  <a:pt x="1627466" y="2337708"/>
                  <a:pt x="1626158" y="2338597"/>
                  <a:pt x="1625961" y="2339917"/>
                </a:cubicBezTo>
                <a:cubicBezTo>
                  <a:pt x="1625720" y="2341029"/>
                  <a:pt x="1626158" y="2342343"/>
                  <a:pt x="1625961" y="2343448"/>
                </a:cubicBezTo>
                <a:cubicBezTo>
                  <a:pt x="1625720" y="2344508"/>
                  <a:pt x="1625288" y="2345816"/>
                  <a:pt x="1625066" y="2346921"/>
                </a:cubicBezTo>
                <a:cubicBezTo>
                  <a:pt x="1624838" y="2348210"/>
                  <a:pt x="1623745" y="2349093"/>
                  <a:pt x="1623307" y="2350414"/>
                </a:cubicBezTo>
                <a:cubicBezTo>
                  <a:pt x="1622875" y="2351970"/>
                  <a:pt x="1622215" y="2353259"/>
                  <a:pt x="1621555" y="2354795"/>
                </a:cubicBezTo>
                <a:cubicBezTo>
                  <a:pt x="1620024" y="2358053"/>
                  <a:pt x="1618494" y="2360231"/>
                  <a:pt x="1617198" y="2363552"/>
                </a:cubicBezTo>
                <a:cubicBezTo>
                  <a:pt x="1616754" y="2365076"/>
                  <a:pt x="1615655" y="2366175"/>
                  <a:pt x="1615446" y="2367908"/>
                </a:cubicBezTo>
                <a:cubicBezTo>
                  <a:pt x="1615224" y="2370531"/>
                  <a:pt x="1615446" y="2372074"/>
                  <a:pt x="1615446" y="2374671"/>
                </a:cubicBezTo>
                <a:cubicBezTo>
                  <a:pt x="1615446" y="2375598"/>
                  <a:pt x="1614570" y="2375808"/>
                  <a:pt x="1614570" y="2376684"/>
                </a:cubicBezTo>
                <a:cubicBezTo>
                  <a:pt x="1614570" y="2380183"/>
                  <a:pt x="1615224" y="2381954"/>
                  <a:pt x="1615446" y="2385441"/>
                </a:cubicBezTo>
                <a:cubicBezTo>
                  <a:pt x="1615446" y="2386742"/>
                  <a:pt x="1616316" y="2387625"/>
                  <a:pt x="1616316" y="2388920"/>
                </a:cubicBezTo>
                <a:cubicBezTo>
                  <a:pt x="1616316" y="2390476"/>
                  <a:pt x="1615446" y="2391556"/>
                  <a:pt x="1615446" y="2393118"/>
                </a:cubicBezTo>
                <a:cubicBezTo>
                  <a:pt x="1615446" y="2394845"/>
                  <a:pt x="1616316" y="2395943"/>
                  <a:pt x="1616316" y="2397683"/>
                </a:cubicBezTo>
                <a:cubicBezTo>
                  <a:pt x="1616316" y="2399010"/>
                  <a:pt x="1615655" y="2400084"/>
                  <a:pt x="1615446" y="2401195"/>
                </a:cubicBezTo>
                <a:cubicBezTo>
                  <a:pt x="1615224" y="2402935"/>
                  <a:pt x="1613452" y="2403830"/>
                  <a:pt x="1612792" y="2405583"/>
                </a:cubicBezTo>
                <a:cubicBezTo>
                  <a:pt x="1612360" y="2406688"/>
                  <a:pt x="1612360" y="2407970"/>
                  <a:pt x="1611947" y="2409075"/>
                </a:cubicBezTo>
                <a:cubicBezTo>
                  <a:pt x="1611293" y="2410631"/>
                  <a:pt x="1609966" y="2411279"/>
                  <a:pt x="1609293" y="2412599"/>
                </a:cubicBezTo>
                <a:cubicBezTo>
                  <a:pt x="1608201" y="2414320"/>
                  <a:pt x="1606880" y="2415419"/>
                  <a:pt x="1605813" y="2416962"/>
                </a:cubicBezTo>
                <a:cubicBezTo>
                  <a:pt x="1603184" y="2420238"/>
                  <a:pt x="1600561" y="2422626"/>
                  <a:pt x="1600561" y="2427027"/>
                </a:cubicBezTo>
                <a:lnTo>
                  <a:pt x="1600561" y="2429198"/>
                </a:lnTo>
                <a:cubicBezTo>
                  <a:pt x="1600561" y="2430532"/>
                  <a:pt x="1601406" y="2431611"/>
                  <a:pt x="1601406" y="2432704"/>
                </a:cubicBezTo>
                <a:cubicBezTo>
                  <a:pt x="1601406" y="2433821"/>
                  <a:pt x="1601209" y="2435148"/>
                  <a:pt x="1601406" y="2436228"/>
                </a:cubicBezTo>
                <a:cubicBezTo>
                  <a:pt x="1601863" y="2437517"/>
                  <a:pt x="1602530" y="2438412"/>
                  <a:pt x="1603184" y="2439733"/>
                </a:cubicBezTo>
                <a:cubicBezTo>
                  <a:pt x="1603806" y="2441257"/>
                  <a:pt x="1605140" y="2441898"/>
                  <a:pt x="1605813" y="2443238"/>
                </a:cubicBezTo>
                <a:cubicBezTo>
                  <a:pt x="1608423" y="2448039"/>
                  <a:pt x="1610169" y="2451525"/>
                  <a:pt x="1610169" y="2457259"/>
                </a:cubicBezTo>
                <a:cubicBezTo>
                  <a:pt x="1610169" y="2462707"/>
                  <a:pt x="1608639" y="2465978"/>
                  <a:pt x="1607540" y="2471204"/>
                </a:cubicBezTo>
                <a:cubicBezTo>
                  <a:pt x="1607343" y="2472321"/>
                  <a:pt x="1606689" y="2473413"/>
                  <a:pt x="1606689" y="2474753"/>
                </a:cubicBezTo>
                <a:cubicBezTo>
                  <a:pt x="1606238" y="2478900"/>
                  <a:pt x="1607102" y="2481300"/>
                  <a:pt x="1606689" y="2485237"/>
                </a:cubicBezTo>
                <a:cubicBezTo>
                  <a:pt x="1606238" y="2488088"/>
                  <a:pt x="1605140" y="2490520"/>
                  <a:pt x="1604060" y="2493156"/>
                </a:cubicBezTo>
                <a:cubicBezTo>
                  <a:pt x="1603622" y="2494235"/>
                  <a:pt x="1603622" y="2495543"/>
                  <a:pt x="1603184" y="2496635"/>
                </a:cubicBezTo>
                <a:cubicBezTo>
                  <a:pt x="1602530" y="2498401"/>
                  <a:pt x="1600117" y="2498401"/>
                  <a:pt x="1599679" y="2500134"/>
                </a:cubicBezTo>
                <a:cubicBezTo>
                  <a:pt x="1599241" y="2501652"/>
                  <a:pt x="1600117" y="2502998"/>
                  <a:pt x="1599679" y="2504516"/>
                </a:cubicBezTo>
                <a:cubicBezTo>
                  <a:pt x="1599241" y="2505836"/>
                  <a:pt x="1598358" y="2506700"/>
                  <a:pt x="1597920" y="2508021"/>
                </a:cubicBezTo>
                <a:cubicBezTo>
                  <a:pt x="1597475" y="2509545"/>
                  <a:pt x="1596155" y="2510161"/>
                  <a:pt x="1595304" y="2511501"/>
                </a:cubicBezTo>
                <a:cubicBezTo>
                  <a:pt x="1594199" y="2513037"/>
                  <a:pt x="1592903" y="2513501"/>
                  <a:pt x="1591798" y="2515025"/>
                </a:cubicBezTo>
                <a:cubicBezTo>
                  <a:pt x="1591354" y="2515889"/>
                  <a:pt x="1589170" y="2516327"/>
                  <a:pt x="1589170" y="2517648"/>
                </a:cubicBezTo>
                <a:lnTo>
                  <a:pt x="1589170" y="2524639"/>
                </a:lnTo>
                <a:cubicBezTo>
                  <a:pt x="1589170" y="2526391"/>
                  <a:pt x="1590046" y="2527268"/>
                  <a:pt x="1590046" y="2529033"/>
                </a:cubicBezTo>
                <a:cubicBezTo>
                  <a:pt x="1590046" y="2531211"/>
                  <a:pt x="1589170" y="2532316"/>
                  <a:pt x="1589170" y="2534513"/>
                </a:cubicBezTo>
                <a:cubicBezTo>
                  <a:pt x="1589170" y="2535370"/>
                  <a:pt x="1590046" y="2536043"/>
                  <a:pt x="1590046" y="2536901"/>
                </a:cubicBezTo>
                <a:cubicBezTo>
                  <a:pt x="1590046" y="2538202"/>
                  <a:pt x="1590249" y="2539320"/>
                  <a:pt x="1590046" y="2540425"/>
                </a:cubicBezTo>
                <a:cubicBezTo>
                  <a:pt x="1589608" y="2541943"/>
                  <a:pt x="1588077" y="2542362"/>
                  <a:pt x="1587404" y="2543911"/>
                </a:cubicBezTo>
                <a:cubicBezTo>
                  <a:pt x="1586744" y="2545194"/>
                  <a:pt x="1586312" y="2546305"/>
                  <a:pt x="1585645" y="2547429"/>
                </a:cubicBezTo>
                <a:cubicBezTo>
                  <a:pt x="1584763" y="2548940"/>
                  <a:pt x="1582832" y="2549366"/>
                  <a:pt x="1582140" y="2550921"/>
                </a:cubicBezTo>
                <a:cubicBezTo>
                  <a:pt x="1581505" y="2552458"/>
                  <a:pt x="1581505" y="2553538"/>
                  <a:pt x="1581277" y="2555290"/>
                </a:cubicBezTo>
                <a:cubicBezTo>
                  <a:pt x="1579994" y="2556598"/>
                  <a:pt x="1577365" y="2558376"/>
                  <a:pt x="1576044" y="2559665"/>
                </a:cubicBezTo>
                <a:cubicBezTo>
                  <a:pt x="1574939" y="2560732"/>
                  <a:pt x="1573180" y="2560993"/>
                  <a:pt x="1572514" y="2562288"/>
                </a:cubicBezTo>
                <a:cubicBezTo>
                  <a:pt x="1571859" y="2563609"/>
                  <a:pt x="1570989" y="2564479"/>
                  <a:pt x="1570793" y="2565774"/>
                </a:cubicBezTo>
                <a:cubicBezTo>
                  <a:pt x="1570564" y="2566892"/>
                  <a:pt x="1569891" y="2567990"/>
                  <a:pt x="1569891" y="2569298"/>
                </a:cubicBezTo>
                <a:cubicBezTo>
                  <a:pt x="1569891" y="2571267"/>
                  <a:pt x="1572767" y="2571051"/>
                  <a:pt x="1573402" y="2572772"/>
                </a:cubicBezTo>
                <a:cubicBezTo>
                  <a:pt x="1573618" y="2573902"/>
                  <a:pt x="1573180" y="2575204"/>
                  <a:pt x="1573402" y="2576296"/>
                </a:cubicBezTo>
                <a:cubicBezTo>
                  <a:pt x="1574272" y="2578919"/>
                  <a:pt x="1575593" y="2580665"/>
                  <a:pt x="1576044" y="2583332"/>
                </a:cubicBezTo>
                <a:cubicBezTo>
                  <a:pt x="1576260" y="2584424"/>
                  <a:pt x="1576044" y="2585497"/>
                  <a:pt x="1576044" y="2586818"/>
                </a:cubicBezTo>
                <a:cubicBezTo>
                  <a:pt x="1576044" y="2588113"/>
                  <a:pt x="1576901" y="2588996"/>
                  <a:pt x="1576901" y="2590317"/>
                </a:cubicBezTo>
                <a:cubicBezTo>
                  <a:pt x="1577111" y="2593168"/>
                  <a:pt x="1576901" y="2594921"/>
                  <a:pt x="1576901" y="2597746"/>
                </a:cubicBezTo>
                <a:cubicBezTo>
                  <a:pt x="1576901" y="2603449"/>
                  <a:pt x="1577111" y="2607602"/>
                  <a:pt x="1574272" y="2612205"/>
                </a:cubicBezTo>
                <a:cubicBezTo>
                  <a:pt x="1573618" y="2613513"/>
                  <a:pt x="1572514" y="2614402"/>
                  <a:pt x="1571631" y="2615711"/>
                </a:cubicBezTo>
                <a:cubicBezTo>
                  <a:pt x="1570793" y="2617031"/>
                  <a:pt x="1568824" y="2617031"/>
                  <a:pt x="1568151" y="2618327"/>
                </a:cubicBezTo>
                <a:cubicBezTo>
                  <a:pt x="1567059" y="2620530"/>
                  <a:pt x="1567281" y="2622715"/>
                  <a:pt x="1567281" y="2625363"/>
                </a:cubicBezTo>
                <a:cubicBezTo>
                  <a:pt x="1567281" y="2626664"/>
                  <a:pt x="1567059" y="2627712"/>
                  <a:pt x="1567281" y="2628849"/>
                </a:cubicBezTo>
                <a:cubicBezTo>
                  <a:pt x="1567713" y="2630392"/>
                  <a:pt x="1569250" y="2630804"/>
                  <a:pt x="1569891" y="2632348"/>
                </a:cubicBezTo>
                <a:lnTo>
                  <a:pt x="1571631" y="2635846"/>
                </a:lnTo>
                <a:cubicBezTo>
                  <a:pt x="1572971" y="2638482"/>
                  <a:pt x="1575142" y="2640031"/>
                  <a:pt x="1575142" y="2643098"/>
                </a:cubicBezTo>
                <a:cubicBezTo>
                  <a:pt x="1575142" y="2644368"/>
                  <a:pt x="1574272" y="2645016"/>
                  <a:pt x="1574272" y="2646362"/>
                </a:cubicBezTo>
                <a:cubicBezTo>
                  <a:pt x="1571631" y="2646565"/>
                  <a:pt x="1569459" y="2646127"/>
                  <a:pt x="1567281" y="2647200"/>
                </a:cubicBezTo>
                <a:cubicBezTo>
                  <a:pt x="1565738" y="2648089"/>
                  <a:pt x="1564659" y="2648515"/>
                  <a:pt x="1563782" y="2649861"/>
                </a:cubicBezTo>
                <a:cubicBezTo>
                  <a:pt x="1563109" y="2650718"/>
                  <a:pt x="1563338" y="2652248"/>
                  <a:pt x="1562912" y="2653360"/>
                </a:cubicBezTo>
                <a:cubicBezTo>
                  <a:pt x="1562461" y="2654446"/>
                  <a:pt x="1562461" y="2655754"/>
                  <a:pt x="1562017" y="2656865"/>
                </a:cubicBezTo>
                <a:cubicBezTo>
                  <a:pt x="1561357" y="2658579"/>
                  <a:pt x="1558956" y="2658579"/>
                  <a:pt x="1558512" y="2660389"/>
                </a:cubicBezTo>
                <a:cubicBezTo>
                  <a:pt x="1558321" y="2661456"/>
                  <a:pt x="1558740" y="2662777"/>
                  <a:pt x="1558512" y="2663863"/>
                </a:cubicBezTo>
                <a:cubicBezTo>
                  <a:pt x="1558086" y="2665609"/>
                  <a:pt x="1557629" y="2667158"/>
                  <a:pt x="1557629" y="2669095"/>
                </a:cubicBezTo>
                <a:cubicBezTo>
                  <a:pt x="1557629" y="2671311"/>
                  <a:pt x="1558086" y="2672841"/>
                  <a:pt x="1559388" y="2674327"/>
                </a:cubicBezTo>
                <a:cubicBezTo>
                  <a:pt x="1560258" y="2675451"/>
                  <a:pt x="1561807" y="2675451"/>
                  <a:pt x="1562912" y="2676156"/>
                </a:cubicBezTo>
                <a:cubicBezTo>
                  <a:pt x="1564208" y="2677013"/>
                  <a:pt x="1564849" y="2678760"/>
                  <a:pt x="1566633" y="2678760"/>
                </a:cubicBezTo>
                <a:lnTo>
                  <a:pt x="1577784" y="2678760"/>
                </a:lnTo>
                <a:lnTo>
                  <a:pt x="1580407" y="2647200"/>
                </a:lnTo>
                <a:lnTo>
                  <a:pt x="1593545" y="2647200"/>
                </a:lnTo>
                <a:lnTo>
                  <a:pt x="1593545" y="2657697"/>
                </a:lnTo>
                <a:cubicBezTo>
                  <a:pt x="1592421" y="2658808"/>
                  <a:pt x="1592237" y="2660148"/>
                  <a:pt x="1590928" y="2661240"/>
                </a:cubicBezTo>
                <a:cubicBezTo>
                  <a:pt x="1589805" y="2662104"/>
                  <a:pt x="1588496" y="2662104"/>
                  <a:pt x="1587404" y="2663024"/>
                </a:cubicBezTo>
                <a:cubicBezTo>
                  <a:pt x="1586096" y="2664079"/>
                  <a:pt x="1585887" y="2665393"/>
                  <a:pt x="1584763" y="2666472"/>
                </a:cubicBezTo>
                <a:lnTo>
                  <a:pt x="1584763" y="2684875"/>
                </a:lnTo>
                <a:cubicBezTo>
                  <a:pt x="1583918" y="2685986"/>
                  <a:pt x="1583277" y="2687072"/>
                  <a:pt x="1582140" y="2688361"/>
                </a:cubicBezTo>
                <a:cubicBezTo>
                  <a:pt x="1581061" y="2689682"/>
                  <a:pt x="1579327" y="2689682"/>
                  <a:pt x="1578673" y="2691003"/>
                </a:cubicBezTo>
                <a:cubicBezTo>
                  <a:pt x="1577994" y="2692088"/>
                  <a:pt x="1577994" y="2693428"/>
                  <a:pt x="1577784" y="2694514"/>
                </a:cubicBezTo>
                <a:cubicBezTo>
                  <a:pt x="1577543" y="2695613"/>
                  <a:pt x="1577365" y="2696667"/>
                  <a:pt x="1577365" y="2698000"/>
                </a:cubicBezTo>
                <a:cubicBezTo>
                  <a:pt x="1577365" y="2702388"/>
                  <a:pt x="1578673" y="2705017"/>
                  <a:pt x="1578673" y="2709373"/>
                </a:cubicBezTo>
                <a:cubicBezTo>
                  <a:pt x="1578673" y="2713564"/>
                  <a:pt x="1578864" y="2715729"/>
                  <a:pt x="1578673" y="2719908"/>
                </a:cubicBezTo>
                <a:cubicBezTo>
                  <a:pt x="1578673" y="2721413"/>
                  <a:pt x="1577543" y="2722092"/>
                  <a:pt x="1577365" y="2723407"/>
                </a:cubicBezTo>
                <a:lnTo>
                  <a:pt x="1573402" y="2720771"/>
                </a:lnTo>
                <a:cubicBezTo>
                  <a:pt x="1572101" y="2719908"/>
                  <a:pt x="1571859" y="2718155"/>
                  <a:pt x="1570793" y="2717272"/>
                </a:cubicBezTo>
                <a:cubicBezTo>
                  <a:pt x="1569891" y="2716618"/>
                  <a:pt x="1567954" y="2717482"/>
                  <a:pt x="1567281" y="2716403"/>
                </a:cubicBezTo>
                <a:cubicBezTo>
                  <a:pt x="1566633" y="2715304"/>
                  <a:pt x="1567281" y="2713989"/>
                  <a:pt x="1567281" y="2712910"/>
                </a:cubicBezTo>
                <a:lnTo>
                  <a:pt x="1567281" y="2709373"/>
                </a:lnTo>
                <a:cubicBezTo>
                  <a:pt x="1567281" y="2706744"/>
                  <a:pt x="1566843" y="2705017"/>
                  <a:pt x="1566405" y="2702388"/>
                </a:cubicBezTo>
                <a:cubicBezTo>
                  <a:pt x="1565960" y="2702610"/>
                  <a:pt x="1566843" y="2704141"/>
                  <a:pt x="1566405" y="2704141"/>
                </a:cubicBezTo>
                <a:cubicBezTo>
                  <a:pt x="1564659" y="2704591"/>
                  <a:pt x="1563109" y="2704141"/>
                  <a:pt x="1561153" y="2704141"/>
                </a:cubicBezTo>
                <a:lnTo>
                  <a:pt x="1561153" y="2714631"/>
                </a:lnTo>
                <a:cubicBezTo>
                  <a:pt x="1562233" y="2715304"/>
                  <a:pt x="1563782" y="2714631"/>
                  <a:pt x="1564659" y="2715545"/>
                </a:cubicBezTo>
                <a:cubicBezTo>
                  <a:pt x="1565738" y="2716618"/>
                  <a:pt x="1565509" y="2717920"/>
                  <a:pt x="1566405" y="2719019"/>
                </a:cubicBezTo>
                <a:cubicBezTo>
                  <a:pt x="1567281" y="2720111"/>
                  <a:pt x="1569250" y="2720333"/>
                  <a:pt x="1569891" y="2721629"/>
                </a:cubicBezTo>
                <a:cubicBezTo>
                  <a:pt x="1570564" y="2722753"/>
                  <a:pt x="1571212" y="2723838"/>
                  <a:pt x="1571631" y="2725153"/>
                </a:cubicBezTo>
                <a:cubicBezTo>
                  <a:pt x="1571859" y="2726258"/>
                  <a:pt x="1571631" y="2727579"/>
                  <a:pt x="1571631" y="2728658"/>
                </a:cubicBezTo>
                <a:cubicBezTo>
                  <a:pt x="1571631" y="2729737"/>
                  <a:pt x="1572514" y="2730855"/>
                  <a:pt x="1572514" y="2732163"/>
                </a:cubicBezTo>
                <a:cubicBezTo>
                  <a:pt x="1572767" y="2734805"/>
                  <a:pt x="1572514" y="2736538"/>
                  <a:pt x="1572514" y="2739148"/>
                </a:cubicBezTo>
                <a:close/>
                <a:moveTo>
                  <a:pt x="3350799" y="1396942"/>
                </a:moveTo>
                <a:cubicBezTo>
                  <a:pt x="3349498" y="1393856"/>
                  <a:pt x="3345986" y="1392993"/>
                  <a:pt x="3345554" y="1389900"/>
                </a:cubicBezTo>
                <a:cubicBezTo>
                  <a:pt x="3345554" y="1387748"/>
                  <a:pt x="3345986" y="1385112"/>
                  <a:pt x="3345554" y="1382934"/>
                </a:cubicBezTo>
                <a:cubicBezTo>
                  <a:pt x="3345116" y="1380718"/>
                  <a:pt x="3346850" y="1378108"/>
                  <a:pt x="3345554" y="1375905"/>
                </a:cubicBezTo>
                <a:cubicBezTo>
                  <a:pt x="3344259" y="1373301"/>
                  <a:pt x="3341198" y="1372412"/>
                  <a:pt x="3338544" y="1370685"/>
                </a:cubicBezTo>
                <a:cubicBezTo>
                  <a:pt x="3336378" y="1369345"/>
                  <a:pt x="3334169" y="1368050"/>
                  <a:pt x="3331552" y="1367142"/>
                </a:cubicBezTo>
                <a:cubicBezTo>
                  <a:pt x="3329387" y="1366310"/>
                  <a:pt x="3326745" y="1367586"/>
                  <a:pt x="3324561" y="1367142"/>
                </a:cubicBezTo>
                <a:cubicBezTo>
                  <a:pt x="3321488" y="1366310"/>
                  <a:pt x="3320611" y="1362348"/>
                  <a:pt x="3317538" y="1361909"/>
                </a:cubicBezTo>
                <a:lnTo>
                  <a:pt x="3314045" y="1361909"/>
                </a:lnTo>
                <a:cubicBezTo>
                  <a:pt x="3306597" y="1361909"/>
                  <a:pt x="3303524" y="1366723"/>
                  <a:pt x="3296539" y="1368907"/>
                </a:cubicBezTo>
                <a:lnTo>
                  <a:pt x="3293021" y="1368907"/>
                </a:lnTo>
                <a:lnTo>
                  <a:pt x="3242227" y="1356664"/>
                </a:lnTo>
                <a:cubicBezTo>
                  <a:pt x="3237439" y="1357966"/>
                  <a:pt x="3233496" y="1360169"/>
                  <a:pt x="3228238" y="1360169"/>
                </a:cubicBezTo>
                <a:cubicBezTo>
                  <a:pt x="3224295" y="1360169"/>
                  <a:pt x="3221208" y="1360169"/>
                  <a:pt x="3217710" y="1358398"/>
                </a:cubicBezTo>
                <a:cubicBezTo>
                  <a:pt x="3214211" y="1356664"/>
                  <a:pt x="3213360" y="1353604"/>
                  <a:pt x="3210718" y="1351387"/>
                </a:cubicBezTo>
                <a:cubicBezTo>
                  <a:pt x="3205492" y="1347031"/>
                  <a:pt x="3202838" y="1343958"/>
                  <a:pt x="3196729" y="1340904"/>
                </a:cubicBezTo>
                <a:cubicBezTo>
                  <a:pt x="3187941" y="1336052"/>
                  <a:pt x="3182283" y="1332128"/>
                  <a:pt x="3172193" y="1332128"/>
                </a:cubicBezTo>
                <a:cubicBezTo>
                  <a:pt x="3165182" y="1332128"/>
                  <a:pt x="3161684" y="1335633"/>
                  <a:pt x="3154686" y="1335633"/>
                </a:cubicBezTo>
                <a:cubicBezTo>
                  <a:pt x="3150742" y="1335633"/>
                  <a:pt x="3148114" y="1333887"/>
                  <a:pt x="3144189" y="1333011"/>
                </a:cubicBezTo>
                <a:cubicBezTo>
                  <a:pt x="3144189" y="1339576"/>
                  <a:pt x="3143738" y="1343101"/>
                  <a:pt x="3144189" y="1349654"/>
                </a:cubicBezTo>
                <a:cubicBezTo>
                  <a:pt x="3144189" y="1352289"/>
                  <a:pt x="3145923" y="1354010"/>
                  <a:pt x="3145923" y="1356664"/>
                </a:cubicBezTo>
                <a:cubicBezTo>
                  <a:pt x="3146812" y="1364957"/>
                  <a:pt x="3144602" y="1369345"/>
                  <a:pt x="3144189" y="1377664"/>
                </a:cubicBezTo>
                <a:cubicBezTo>
                  <a:pt x="3140252" y="1378108"/>
                  <a:pt x="3137630" y="1379410"/>
                  <a:pt x="3133680" y="1379410"/>
                </a:cubicBezTo>
                <a:lnTo>
                  <a:pt x="3127121" y="1379410"/>
                </a:lnTo>
                <a:cubicBezTo>
                  <a:pt x="3124028" y="1379410"/>
                  <a:pt x="3122295" y="1379854"/>
                  <a:pt x="3119666" y="1379410"/>
                </a:cubicBezTo>
                <a:cubicBezTo>
                  <a:pt x="3116160" y="1378985"/>
                  <a:pt x="3115297" y="1375054"/>
                  <a:pt x="3112655" y="1372412"/>
                </a:cubicBezTo>
                <a:cubicBezTo>
                  <a:pt x="3110033" y="1369828"/>
                  <a:pt x="3108731" y="1366723"/>
                  <a:pt x="3105670" y="1365402"/>
                </a:cubicBezTo>
                <a:cubicBezTo>
                  <a:pt x="3102590" y="1364094"/>
                  <a:pt x="3099962" y="1363668"/>
                  <a:pt x="3096469" y="1363668"/>
                </a:cubicBezTo>
                <a:lnTo>
                  <a:pt x="3061881" y="1363668"/>
                </a:lnTo>
                <a:cubicBezTo>
                  <a:pt x="3060998" y="1361027"/>
                  <a:pt x="3059690" y="1359274"/>
                  <a:pt x="3058401" y="1356664"/>
                </a:cubicBezTo>
                <a:cubicBezTo>
                  <a:pt x="3057486" y="1354435"/>
                  <a:pt x="3057918" y="1351387"/>
                  <a:pt x="3056648" y="1349654"/>
                </a:cubicBezTo>
                <a:cubicBezTo>
                  <a:pt x="3054889" y="1347438"/>
                  <a:pt x="3051809" y="1347438"/>
                  <a:pt x="3049606" y="1346149"/>
                </a:cubicBezTo>
                <a:cubicBezTo>
                  <a:pt x="3046983" y="1344421"/>
                  <a:pt x="3045688" y="1342218"/>
                  <a:pt x="3042602" y="1340904"/>
                </a:cubicBezTo>
                <a:cubicBezTo>
                  <a:pt x="3040437" y="1339983"/>
                  <a:pt x="3037782" y="1339576"/>
                  <a:pt x="3035623" y="1339145"/>
                </a:cubicBezTo>
                <a:cubicBezTo>
                  <a:pt x="3030778" y="1337798"/>
                  <a:pt x="3026848" y="1336052"/>
                  <a:pt x="3021577" y="1335633"/>
                </a:cubicBezTo>
                <a:cubicBezTo>
                  <a:pt x="3016383" y="1335195"/>
                  <a:pt x="3012440" y="1336484"/>
                  <a:pt x="3007575" y="1335633"/>
                </a:cubicBezTo>
                <a:cubicBezTo>
                  <a:pt x="3001924" y="1334331"/>
                  <a:pt x="2998831" y="1331245"/>
                  <a:pt x="2993567" y="1328604"/>
                </a:cubicBezTo>
                <a:cubicBezTo>
                  <a:pt x="2987452" y="1325568"/>
                  <a:pt x="2980880" y="1322946"/>
                  <a:pt x="2979566" y="1316380"/>
                </a:cubicBezTo>
                <a:cubicBezTo>
                  <a:pt x="2979121" y="1314170"/>
                  <a:pt x="2977813" y="1311979"/>
                  <a:pt x="2977813" y="1309389"/>
                </a:cubicBezTo>
                <a:cubicBezTo>
                  <a:pt x="2977813" y="1306296"/>
                  <a:pt x="2979997" y="1304994"/>
                  <a:pt x="2981337" y="1302346"/>
                </a:cubicBezTo>
                <a:cubicBezTo>
                  <a:pt x="2982626" y="1299292"/>
                  <a:pt x="2987001" y="1300194"/>
                  <a:pt x="2988341" y="1297114"/>
                </a:cubicBezTo>
                <a:cubicBezTo>
                  <a:pt x="2989199" y="1294917"/>
                  <a:pt x="2990126" y="1292771"/>
                  <a:pt x="2990126" y="1290129"/>
                </a:cubicBezTo>
                <a:cubicBezTo>
                  <a:pt x="2990126" y="1287037"/>
                  <a:pt x="2987897" y="1285303"/>
                  <a:pt x="2986576" y="1283106"/>
                </a:cubicBezTo>
                <a:cubicBezTo>
                  <a:pt x="2985268" y="1280915"/>
                  <a:pt x="2981756" y="1280915"/>
                  <a:pt x="2979566" y="1279601"/>
                </a:cubicBezTo>
                <a:cubicBezTo>
                  <a:pt x="2976962" y="1277861"/>
                  <a:pt x="2975216" y="1276102"/>
                  <a:pt x="2972562" y="1274349"/>
                </a:cubicBezTo>
                <a:cubicBezTo>
                  <a:pt x="2975216" y="1272152"/>
                  <a:pt x="2974746" y="1268660"/>
                  <a:pt x="2977813" y="1267358"/>
                </a:cubicBezTo>
                <a:cubicBezTo>
                  <a:pt x="2979997" y="1266501"/>
                  <a:pt x="2982626" y="1266501"/>
                  <a:pt x="2984830" y="1265605"/>
                </a:cubicBezTo>
                <a:cubicBezTo>
                  <a:pt x="2987001" y="1264710"/>
                  <a:pt x="2989630" y="1264284"/>
                  <a:pt x="2991840" y="1263872"/>
                </a:cubicBezTo>
                <a:cubicBezTo>
                  <a:pt x="2990519" y="1261668"/>
                  <a:pt x="2992259" y="1258125"/>
                  <a:pt x="2990126" y="1256830"/>
                </a:cubicBezTo>
                <a:cubicBezTo>
                  <a:pt x="2987897" y="1255521"/>
                  <a:pt x="2985268" y="1255953"/>
                  <a:pt x="2983064" y="1255096"/>
                </a:cubicBezTo>
                <a:cubicBezTo>
                  <a:pt x="2978270" y="1252893"/>
                  <a:pt x="2974746" y="1249851"/>
                  <a:pt x="2969063" y="1249851"/>
                </a:cubicBezTo>
                <a:cubicBezTo>
                  <a:pt x="2966421" y="1249851"/>
                  <a:pt x="2964707" y="1251591"/>
                  <a:pt x="2962084" y="1251591"/>
                </a:cubicBezTo>
                <a:cubicBezTo>
                  <a:pt x="2959411" y="1251591"/>
                  <a:pt x="2957252" y="1251165"/>
                  <a:pt x="2955048" y="1251591"/>
                </a:cubicBezTo>
                <a:cubicBezTo>
                  <a:pt x="2949822" y="1252467"/>
                  <a:pt x="2946285" y="1255953"/>
                  <a:pt x="2941034" y="1256830"/>
                </a:cubicBezTo>
                <a:cubicBezTo>
                  <a:pt x="2938856" y="1257274"/>
                  <a:pt x="2936678" y="1256830"/>
                  <a:pt x="2934023" y="1256830"/>
                </a:cubicBezTo>
                <a:cubicBezTo>
                  <a:pt x="2925711" y="1257274"/>
                  <a:pt x="2920898" y="1255521"/>
                  <a:pt x="2913030" y="1256830"/>
                </a:cubicBezTo>
                <a:cubicBezTo>
                  <a:pt x="2909982" y="1257274"/>
                  <a:pt x="2909112" y="1260773"/>
                  <a:pt x="2906033" y="1262087"/>
                </a:cubicBezTo>
                <a:cubicBezTo>
                  <a:pt x="2902953" y="1263415"/>
                  <a:pt x="2901645" y="1265605"/>
                  <a:pt x="2899022" y="1267358"/>
                </a:cubicBezTo>
                <a:cubicBezTo>
                  <a:pt x="2896857" y="1265605"/>
                  <a:pt x="2894190" y="1263872"/>
                  <a:pt x="2892024" y="1262087"/>
                </a:cubicBezTo>
                <a:cubicBezTo>
                  <a:pt x="2889834" y="1260347"/>
                  <a:pt x="2889370" y="1256830"/>
                  <a:pt x="2886760" y="1255096"/>
                </a:cubicBezTo>
                <a:cubicBezTo>
                  <a:pt x="2882366" y="1252042"/>
                  <a:pt x="2878416" y="1249851"/>
                  <a:pt x="2872778" y="1249851"/>
                </a:cubicBezTo>
                <a:cubicBezTo>
                  <a:pt x="2864002" y="1249851"/>
                  <a:pt x="2859627" y="1255521"/>
                  <a:pt x="2851721" y="1258582"/>
                </a:cubicBezTo>
                <a:cubicBezTo>
                  <a:pt x="2849537" y="1259471"/>
                  <a:pt x="2846933" y="1258125"/>
                  <a:pt x="2844736" y="1258582"/>
                </a:cubicBezTo>
                <a:cubicBezTo>
                  <a:pt x="2841237" y="1259941"/>
                  <a:pt x="2840361" y="1262964"/>
                  <a:pt x="2837719" y="1265605"/>
                </a:cubicBezTo>
                <a:lnTo>
                  <a:pt x="2802712" y="1265605"/>
                </a:lnTo>
                <a:cubicBezTo>
                  <a:pt x="2801823" y="1268215"/>
                  <a:pt x="2800502" y="1269949"/>
                  <a:pt x="2799194" y="1272578"/>
                </a:cubicBezTo>
                <a:cubicBezTo>
                  <a:pt x="2798317" y="1274800"/>
                  <a:pt x="2798781" y="1277861"/>
                  <a:pt x="2797460" y="1279601"/>
                </a:cubicBezTo>
                <a:cubicBezTo>
                  <a:pt x="2795263" y="1282230"/>
                  <a:pt x="2793530" y="1283531"/>
                  <a:pt x="2790450" y="1284871"/>
                </a:cubicBezTo>
                <a:cubicBezTo>
                  <a:pt x="2788278" y="1285735"/>
                  <a:pt x="2786075" y="1284871"/>
                  <a:pt x="2783433" y="1284871"/>
                </a:cubicBezTo>
                <a:cubicBezTo>
                  <a:pt x="2778207" y="1285303"/>
                  <a:pt x="2774276" y="1283963"/>
                  <a:pt x="2769463" y="1284871"/>
                </a:cubicBezTo>
                <a:cubicBezTo>
                  <a:pt x="2766822" y="1285303"/>
                  <a:pt x="2765501" y="1288370"/>
                  <a:pt x="2762427" y="1288370"/>
                </a:cubicBezTo>
                <a:lnTo>
                  <a:pt x="2758928" y="1288370"/>
                </a:lnTo>
                <a:cubicBezTo>
                  <a:pt x="2754979" y="1288370"/>
                  <a:pt x="2752350" y="1286605"/>
                  <a:pt x="2748419" y="1286605"/>
                </a:cubicBezTo>
                <a:cubicBezTo>
                  <a:pt x="2740113" y="1286173"/>
                  <a:pt x="2735268" y="1287913"/>
                  <a:pt x="2727420" y="1286605"/>
                </a:cubicBezTo>
                <a:cubicBezTo>
                  <a:pt x="2725242" y="1286173"/>
                  <a:pt x="2722587" y="1285735"/>
                  <a:pt x="2720403" y="1284871"/>
                </a:cubicBezTo>
                <a:cubicBezTo>
                  <a:pt x="2717323" y="1283963"/>
                  <a:pt x="2716453" y="1280915"/>
                  <a:pt x="2713418" y="1279601"/>
                </a:cubicBezTo>
                <a:lnTo>
                  <a:pt x="2706370" y="1276102"/>
                </a:lnTo>
                <a:cubicBezTo>
                  <a:pt x="2705068" y="1279169"/>
                  <a:pt x="2701556" y="1280045"/>
                  <a:pt x="2701143" y="1283106"/>
                </a:cubicBezTo>
                <a:cubicBezTo>
                  <a:pt x="2700724" y="1285303"/>
                  <a:pt x="2701556" y="1287913"/>
                  <a:pt x="2701143" y="1290129"/>
                </a:cubicBezTo>
                <a:cubicBezTo>
                  <a:pt x="2700724" y="1292307"/>
                  <a:pt x="2699391" y="1294510"/>
                  <a:pt x="2699391" y="1297114"/>
                </a:cubicBezTo>
                <a:cubicBezTo>
                  <a:pt x="2698934" y="1301489"/>
                  <a:pt x="2699391" y="1304156"/>
                  <a:pt x="2699391" y="1308480"/>
                </a:cubicBezTo>
                <a:cubicBezTo>
                  <a:pt x="2696768" y="1308480"/>
                  <a:pt x="2694984" y="1307636"/>
                  <a:pt x="2692368" y="1307636"/>
                </a:cubicBezTo>
                <a:cubicBezTo>
                  <a:pt x="2689758" y="1307636"/>
                  <a:pt x="2688018" y="1309389"/>
                  <a:pt x="2685389" y="1309389"/>
                </a:cubicBezTo>
                <a:cubicBezTo>
                  <a:pt x="2680531" y="1309389"/>
                  <a:pt x="2677947" y="1308480"/>
                  <a:pt x="2673121" y="1308480"/>
                </a:cubicBezTo>
                <a:lnTo>
                  <a:pt x="2673121" y="1337373"/>
                </a:lnTo>
                <a:lnTo>
                  <a:pt x="2646857" y="1337373"/>
                </a:lnTo>
                <a:cubicBezTo>
                  <a:pt x="2646394" y="1342643"/>
                  <a:pt x="2645543" y="1346149"/>
                  <a:pt x="2645111" y="1351387"/>
                </a:cubicBezTo>
                <a:cubicBezTo>
                  <a:pt x="2644673" y="1356664"/>
                  <a:pt x="2645543" y="1360169"/>
                  <a:pt x="2645111" y="1365402"/>
                </a:cubicBezTo>
                <a:cubicBezTo>
                  <a:pt x="2645111" y="1368469"/>
                  <a:pt x="2642031" y="1369828"/>
                  <a:pt x="2641593" y="1372412"/>
                </a:cubicBezTo>
                <a:cubicBezTo>
                  <a:pt x="2640723" y="1377226"/>
                  <a:pt x="2639834" y="1382934"/>
                  <a:pt x="2639834" y="1388173"/>
                </a:cubicBezTo>
                <a:lnTo>
                  <a:pt x="2639834" y="1400409"/>
                </a:lnTo>
                <a:lnTo>
                  <a:pt x="2618847" y="1400409"/>
                </a:lnTo>
                <a:cubicBezTo>
                  <a:pt x="2618422" y="1409191"/>
                  <a:pt x="2617057" y="1417053"/>
                  <a:pt x="2610084" y="1421441"/>
                </a:cubicBezTo>
                <a:cubicBezTo>
                  <a:pt x="2607906" y="1422749"/>
                  <a:pt x="2604814" y="1422342"/>
                  <a:pt x="2603087" y="1423212"/>
                </a:cubicBezTo>
                <a:cubicBezTo>
                  <a:pt x="2600445" y="1424965"/>
                  <a:pt x="2600896" y="1428889"/>
                  <a:pt x="2597842" y="1430197"/>
                </a:cubicBezTo>
                <a:cubicBezTo>
                  <a:pt x="2595645" y="1431042"/>
                  <a:pt x="2593016" y="1431042"/>
                  <a:pt x="2590787" y="1431963"/>
                </a:cubicBezTo>
                <a:cubicBezTo>
                  <a:pt x="2588628" y="1432813"/>
                  <a:pt x="2585561" y="1431042"/>
                  <a:pt x="2583827" y="1431963"/>
                </a:cubicBezTo>
                <a:cubicBezTo>
                  <a:pt x="2581643" y="1433277"/>
                  <a:pt x="2582068" y="1436763"/>
                  <a:pt x="2580309" y="1438954"/>
                </a:cubicBezTo>
                <a:cubicBezTo>
                  <a:pt x="2578557" y="1441138"/>
                  <a:pt x="2576360" y="1443316"/>
                  <a:pt x="2575045" y="1445926"/>
                </a:cubicBezTo>
                <a:cubicBezTo>
                  <a:pt x="2572004" y="1451660"/>
                  <a:pt x="2571121" y="1456023"/>
                  <a:pt x="2568041" y="1461725"/>
                </a:cubicBezTo>
                <a:cubicBezTo>
                  <a:pt x="2566746" y="1464786"/>
                  <a:pt x="2564530" y="1466964"/>
                  <a:pt x="2562783" y="1470463"/>
                </a:cubicBezTo>
                <a:cubicBezTo>
                  <a:pt x="2561907" y="1472666"/>
                  <a:pt x="2562364" y="1475295"/>
                  <a:pt x="2561062" y="1477486"/>
                </a:cubicBezTo>
                <a:cubicBezTo>
                  <a:pt x="2559304" y="1480559"/>
                  <a:pt x="2555373" y="1481423"/>
                  <a:pt x="2554039" y="1484490"/>
                </a:cubicBezTo>
                <a:cubicBezTo>
                  <a:pt x="2552719" y="1487106"/>
                  <a:pt x="2551849" y="1489303"/>
                  <a:pt x="2550528" y="1491494"/>
                </a:cubicBezTo>
                <a:cubicBezTo>
                  <a:pt x="2549226" y="1493659"/>
                  <a:pt x="2550077" y="1496288"/>
                  <a:pt x="2548788" y="1498504"/>
                </a:cubicBezTo>
                <a:cubicBezTo>
                  <a:pt x="2547467" y="1500670"/>
                  <a:pt x="2543987" y="1498060"/>
                  <a:pt x="2541765" y="1498504"/>
                </a:cubicBezTo>
                <a:cubicBezTo>
                  <a:pt x="2537396" y="1499812"/>
                  <a:pt x="2534342" y="1499812"/>
                  <a:pt x="2529516" y="1500251"/>
                </a:cubicBezTo>
                <a:cubicBezTo>
                  <a:pt x="2529516" y="1508988"/>
                  <a:pt x="2530436" y="1514265"/>
                  <a:pt x="2529516" y="1523003"/>
                </a:cubicBezTo>
                <a:cubicBezTo>
                  <a:pt x="2529516" y="1525625"/>
                  <a:pt x="2528214" y="1527848"/>
                  <a:pt x="2527769" y="1530013"/>
                </a:cubicBezTo>
                <a:cubicBezTo>
                  <a:pt x="2527344" y="1532216"/>
                  <a:pt x="2527344" y="1535245"/>
                  <a:pt x="2526036" y="1536998"/>
                </a:cubicBezTo>
                <a:cubicBezTo>
                  <a:pt x="2524271" y="1539659"/>
                  <a:pt x="2521635" y="1540097"/>
                  <a:pt x="2519051" y="1542256"/>
                </a:cubicBezTo>
                <a:cubicBezTo>
                  <a:pt x="2517273" y="1543602"/>
                  <a:pt x="2514199" y="1542738"/>
                  <a:pt x="2512009" y="1544027"/>
                </a:cubicBezTo>
                <a:cubicBezTo>
                  <a:pt x="2509818" y="1545342"/>
                  <a:pt x="2510256" y="1548834"/>
                  <a:pt x="2508510" y="1551044"/>
                </a:cubicBezTo>
                <a:lnTo>
                  <a:pt x="2508510" y="1563255"/>
                </a:lnTo>
                <a:cubicBezTo>
                  <a:pt x="2513768" y="1563738"/>
                  <a:pt x="2517273" y="1564576"/>
                  <a:pt x="2522518" y="1565040"/>
                </a:cubicBezTo>
                <a:cubicBezTo>
                  <a:pt x="2525128" y="1565040"/>
                  <a:pt x="2527344" y="1564576"/>
                  <a:pt x="2529516" y="1565040"/>
                </a:cubicBezTo>
                <a:cubicBezTo>
                  <a:pt x="2531713" y="1565503"/>
                  <a:pt x="2534342" y="1564576"/>
                  <a:pt x="2536513" y="1565040"/>
                </a:cubicBezTo>
                <a:cubicBezTo>
                  <a:pt x="2539574" y="1565503"/>
                  <a:pt x="2539168" y="1570297"/>
                  <a:pt x="2541765" y="1572031"/>
                </a:cubicBezTo>
                <a:lnTo>
                  <a:pt x="2538279" y="1579035"/>
                </a:lnTo>
                <a:cubicBezTo>
                  <a:pt x="2536964" y="1581664"/>
                  <a:pt x="2533034" y="1582534"/>
                  <a:pt x="2533034" y="1585588"/>
                </a:cubicBezTo>
                <a:cubicBezTo>
                  <a:pt x="2533034" y="1602231"/>
                  <a:pt x="2534786" y="1611452"/>
                  <a:pt x="2534786" y="1628076"/>
                </a:cubicBezTo>
                <a:lnTo>
                  <a:pt x="2534786" y="1635074"/>
                </a:lnTo>
                <a:cubicBezTo>
                  <a:pt x="2534786" y="1637277"/>
                  <a:pt x="2535662" y="1639906"/>
                  <a:pt x="2534786" y="1642040"/>
                </a:cubicBezTo>
                <a:cubicBezTo>
                  <a:pt x="2533478" y="1645138"/>
                  <a:pt x="2531275" y="1646891"/>
                  <a:pt x="2529516" y="1649075"/>
                </a:cubicBezTo>
                <a:cubicBezTo>
                  <a:pt x="2528214" y="1650822"/>
                  <a:pt x="2523382" y="1647355"/>
                  <a:pt x="2522518" y="1649075"/>
                </a:cubicBezTo>
                <a:cubicBezTo>
                  <a:pt x="2521635" y="1650822"/>
                  <a:pt x="2520784" y="1653419"/>
                  <a:pt x="2520784" y="1656105"/>
                </a:cubicBezTo>
                <a:cubicBezTo>
                  <a:pt x="2520784" y="1659166"/>
                  <a:pt x="2523807" y="1660480"/>
                  <a:pt x="2524271" y="1663096"/>
                </a:cubicBezTo>
                <a:cubicBezTo>
                  <a:pt x="2524702" y="1665300"/>
                  <a:pt x="2525572" y="1667903"/>
                  <a:pt x="2526036" y="1670088"/>
                </a:cubicBezTo>
                <a:cubicBezTo>
                  <a:pt x="2526487" y="1672297"/>
                  <a:pt x="2527769" y="1674482"/>
                  <a:pt x="2527769" y="1677130"/>
                </a:cubicBezTo>
                <a:lnTo>
                  <a:pt x="2527769" y="1684108"/>
                </a:lnTo>
                <a:cubicBezTo>
                  <a:pt x="2528214" y="1689373"/>
                  <a:pt x="2527344" y="1693697"/>
                  <a:pt x="2529516" y="1698129"/>
                </a:cubicBezTo>
                <a:cubicBezTo>
                  <a:pt x="2530849" y="1701184"/>
                  <a:pt x="2534342" y="1700771"/>
                  <a:pt x="2536513" y="1703400"/>
                </a:cubicBezTo>
                <a:cubicBezTo>
                  <a:pt x="2538279" y="1705546"/>
                  <a:pt x="2537834" y="1708619"/>
                  <a:pt x="2540025" y="1710353"/>
                </a:cubicBezTo>
                <a:cubicBezTo>
                  <a:pt x="2542241" y="1712125"/>
                  <a:pt x="2544851" y="1712582"/>
                  <a:pt x="2547048" y="1713896"/>
                </a:cubicBezTo>
                <a:cubicBezTo>
                  <a:pt x="2549664" y="1715192"/>
                  <a:pt x="2550972" y="1718246"/>
                  <a:pt x="2554039" y="1719141"/>
                </a:cubicBezTo>
                <a:cubicBezTo>
                  <a:pt x="2556243" y="1719980"/>
                  <a:pt x="2558865" y="1718246"/>
                  <a:pt x="2561062" y="1719141"/>
                </a:cubicBezTo>
                <a:cubicBezTo>
                  <a:pt x="2563685" y="1720430"/>
                  <a:pt x="2566308" y="1720430"/>
                  <a:pt x="2568041" y="1722634"/>
                </a:cubicBezTo>
                <a:cubicBezTo>
                  <a:pt x="2571121" y="1726133"/>
                  <a:pt x="2568492" y="1733130"/>
                  <a:pt x="2571559" y="1736636"/>
                </a:cubicBezTo>
                <a:cubicBezTo>
                  <a:pt x="2573293" y="1738858"/>
                  <a:pt x="2576360" y="1738858"/>
                  <a:pt x="2578557" y="1740128"/>
                </a:cubicBezTo>
                <a:cubicBezTo>
                  <a:pt x="2580747" y="1741468"/>
                  <a:pt x="2582964" y="1739715"/>
                  <a:pt x="2585561" y="1740128"/>
                </a:cubicBezTo>
                <a:cubicBezTo>
                  <a:pt x="2585561" y="1748472"/>
                  <a:pt x="2584246" y="1753311"/>
                  <a:pt x="2585561" y="1761159"/>
                </a:cubicBezTo>
                <a:cubicBezTo>
                  <a:pt x="2585999" y="1764214"/>
                  <a:pt x="2589072" y="1765553"/>
                  <a:pt x="2590787" y="1768170"/>
                </a:cubicBezTo>
                <a:cubicBezTo>
                  <a:pt x="2592571" y="1770773"/>
                  <a:pt x="2596521" y="1770335"/>
                  <a:pt x="2599594" y="1771656"/>
                </a:cubicBezTo>
                <a:cubicBezTo>
                  <a:pt x="2604814" y="1774272"/>
                  <a:pt x="2607906" y="1778260"/>
                  <a:pt x="2613577" y="1780425"/>
                </a:cubicBezTo>
                <a:cubicBezTo>
                  <a:pt x="2619267" y="1782584"/>
                  <a:pt x="2623210" y="1781733"/>
                  <a:pt x="2629338" y="1782159"/>
                </a:cubicBezTo>
                <a:cubicBezTo>
                  <a:pt x="2629769" y="1784788"/>
                  <a:pt x="2631103" y="1786547"/>
                  <a:pt x="2631103" y="1789182"/>
                </a:cubicBezTo>
                <a:cubicBezTo>
                  <a:pt x="2631103" y="1791811"/>
                  <a:pt x="2630646" y="1793970"/>
                  <a:pt x="2631103" y="1796192"/>
                </a:cubicBezTo>
                <a:cubicBezTo>
                  <a:pt x="2631528" y="1798383"/>
                  <a:pt x="2629769" y="1800999"/>
                  <a:pt x="2631103" y="1803171"/>
                </a:cubicBezTo>
                <a:cubicBezTo>
                  <a:pt x="2632411" y="1805368"/>
                  <a:pt x="2635916" y="1804968"/>
                  <a:pt x="2638101" y="1806689"/>
                </a:cubicBezTo>
                <a:cubicBezTo>
                  <a:pt x="2640298" y="1808435"/>
                  <a:pt x="2642901" y="1808880"/>
                  <a:pt x="2645111" y="1810194"/>
                </a:cubicBezTo>
                <a:cubicBezTo>
                  <a:pt x="2647740" y="1811908"/>
                  <a:pt x="2647740" y="1815439"/>
                  <a:pt x="2650356" y="1817204"/>
                </a:cubicBezTo>
                <a:cubicBezTo>
                  <a:pt x="2654700" y="1820710"/>
                  <a:pt x="2658675" y="1824177"/>
                  <a:pt x="2664358" y="1825936"/>
                </a:cubicBezTo>
                <a:cubicBezTo>
                  <a:pt x="2666555" y="1826386"/>
                  <a:pt x="2669171" y="1825497"/>
                  <a:pt x="2671368" y="1825936"/>
                </a:cubicBezTo>
                <a:cubicBezTo>
                  <a:pt x="2673997" y="1826386"/>
                  <a:pt x="2675743" y="1829003"/>
                  <a:pt x="2678398" y="1829447"/>
                </a:cubicBezTo>
                <a:cubicBezTo>
                  <a:pt x="2681865" y="1830343"/>
                  <a:pt x="2684957" y="1831219"/>
                  <a:pt x="2688901" y="1831219"/>
                </a:cubicBezTo>
                <a:cubicBezTo>
                  <a:pt x="2692838" y="1831219"/>
                  <a:pt x="2693676" y="1827250"/>
                  <a:pt x="2695879" y="1824177"/>
                </a:cubicBezTo>
                <a:cubicBezTo>
                  <a:pt x="2697200" y="1822443"/>
                  <a:pt x="2695879" y="1818538"/>
                  <a:pt x="2697626" y="1817204"/>
                </a:cubicBezTo>
                <a:cubicBezTo>
                  <a:pt x="2701556" y="1814112"/>
                  <a:pt x="2706370" y="1815439"/>
                  <a:pt x="2711653" y="1815439"/>
                </a:cubicBezTo>
                <a:cubicBezTo>
                  <a:pt x="2714294" y="1815439"/>
                  <a:pt x="2716015" y="1817204"/>
                  <a:pt x="2718657" y="1817204"/>
                </a:cubicBezTo>
                <a:cubicBezTo>
                  <a:pt x="2721254" y="1817204"/>
                  <a:pt x="2723026" y="1815439"/>
                  <a:pt x="2725667" y="1815439"/>
                </a:cubicBezTo>
                <a:lnTo>
                  <a:pt x="2730042" y="1815439"/>
                </a:lnTo>
                <a:cubicBezTo>
                  <a:pt x="2737040" y="1815439"/>
                  <a:pt x="2741841" y="1814550"/>
                  <a:pt x="2748419" y="1815439"/>
                </a:cubicBezTo>
                <a:cubicBezTo>
                  <a:pt x="2750591" y="1815439"/>
                  <a:pt x="2753245" y="1814550"/>
                  <a:pt x="2755449" y="1815439"/>
                </a:cubicBezTo>
                <a:cubicBezTo>
                  <a:pt x="2758046" y="1816296"/>
                  <a:pt x="2756300" y="1821154"/>
                  <a:pt x="2758928" y="1822443"/>
                </a:cubicBezTo>
                <a:cubicBezTo>
                  <a:pt x="2765056" y="1825497"/>
                  <a:pt x="2769463" y="1824177"/>
                  <a:pt x="2776429" y="1824177"/>
                </a:cubicBezTo>
                <a:cubicBezTo>
                  <a:pt x="2780379" y="1824177"/>
                  <a:pt x="2783433" y="1824640"/>
                  <a:pt x="2786913" y="1824177"/>
                </a:cubicBezTo>
                <a:cubicBezTo>
                  <a:pt x="2789586" y="1823783"/>
                  <a:pt x="2791326" y="1821548"/>
                  <a:pt x="2793955" y="1820710"/>
                </a:cubicBezTo>
                <a:cubicBezTo>
                  <a:pt x="2796146" y="1819821"/>
                  <a:pt x="2798781" y="1822011"/>
                  <a:pt x="2800959" y="1820710"/>
                </a:cubicBezTo>
                <a:cubicBezTo>
                  <a:pt x="2803131" y="1819389"/>
                  <a:pt x="2802248" y="1815439"/>
                  <a:pt x="2804458" y="1813699"/>
                </a:cubicBezTo>
                <a:cubicBezTo>
                  <a:pt x="2806649" y="1811908"/>
                  <a:pt x="2808839" y="1810194"/>
                  <a:pt x="2811437" y="1808435"/>
                </a:cubicBezTo>
                <a:cubicBezTo>
                  <a:pt x="2814104" y="1806689"/>
                  <a:pt x="2815424" y="1803622"/>
                  <a:pt x="2818466" y="1803171"/>
                </a:cubicBezTo>
                <a:cubicBezTo>
                  <a:pt x="2823292" y="1802320"/>
                  <a:pt x="2827223" y="1803171"/>
                  <a:pt x="2832480" y="1803171"/>
                </a:cubicBezTo>
                <a:cubicBezTo>
                  <a:pt x="2837719" y="1803171"/>
                  <a:pt x="2841237" y="1805368"/>
                  <a:pt x="2846482" y="1804968"/>
                </a:cubicBezTo>
                <a:lnTo>
                  <a:pt x="2849968" y="1804968"/>
                </a:lnTo>
                <a:cubicBezTo>
                  <a:pt x="2853931" y="1804054"/>
                  <a:pt x="2854801" y="1799215"/>
                  <a:pt x="2858763" y="1797951"/>
                </a:cubicBezTo>
                <a:cubicBezTo>
                  <a:pt x="2864853" y="1795748"/>
                  <a:pt x="2870136" y="1794452"/>
                  <a:pt x="2877140" y="1794452"/>
                </a:cubicBezTo>
                <a:cubicBezTo>
                  <a:pt x="2881496" y="1794452"/>
                  <a:pt x="2885884" y="1793132"/>
                  <a:pt x="2888526" y="1796192"/>
                </a:cubicBezTo>
                <a:cubicBezTo>
                  <a:pt x="2889834" y="1797951"/>
                  <a:pt x="2889370" y="1801425"/>
                  <a:pt x="2890253" y="1803171"/>
                </a:cubicBezTo>
                <a:cubicBezTo>
                  <a:pt x="2892024" y="1805832"/>
                  <a:pt x="2894647" y="1807114"/>
                  <a:pt x="2895498" y="1810194"/>
                </a:cubicBezTo>
                <a:cubicBezTo>
                  <a:pt x="2896393" y="1812366"/>
                  <a:pt x="2896393" y="1814988"/>
                  <a:pt x="2897276" y="1817204"/>
                </a:cubicBezTo>
                <a:cubicBezTo>
                  <a:pt x="2898165" y="1819389"/>
                  <a:pt x="2897714" y="1822443"/>
                  <a:pt x="2899022" y="1824177"/>
                </a:cubicBezTo>
                <a:cubicBezTo>
                  <a:pt x="2900762" y="1826386"/>
                  <a:pt x="2903823" y="1826386"/>
                  <a:pt x="2906033" y="1827688"/>
                </a:cubicBezTo>
                <a:cubicBezTo>
                  <a:pt x="2908204" y="1829003"/>
                  <a:pt x="2910395" y="1829447"/>
                  <a:pt x="2913468" y="1829447"/>
                </a:cubicBezTo>
                <a:lnTo>
                  <a:pt x="2974308" y="1829447"/>
                </a:lnTo>
                <a:lnTo>
                  <a:pt x="2974308" y="1850872"/>
                </a:lnTo>
                <a:cubicBezTo>
                  <a:pt x="2974308" y="1853514"/>
                  <a:pt x="2972562" y="1854822"/>
                  <a:pt x="2972562" y="1857463"/>
                </a:cubicBezTo>
                <a:cubicBezTo>
                  <a:pt x="2972562" y="1862721"/>
                  <a:pt x="2973000" y="1866220"/>
                  <a:pt x="2972562" y="1871491"/>
                </a:cubicBezTo>
                <a:cubicBezTo>
                  <a:pt x="2972562" y="1874119"/>
                  <a:pt x="2973000" y="1876304"/>
                  <a:pt x="2972562" y="1878444"/>
                </a:cubicBezTo>
                <a:cubicBezTo>
                  <a:pt x="2971679" y="1881524"/>
                  <a:pt x="2968625" y="1882413"/>
                  <a:pt x="2967323" y="1885511"/>
                </a:cubicBezTo>
                <a:cubicBezTo>
                  <a:pt x="2966421" y="1887664"/>
                  <a:pt x="2965577" y="1889436"/>
                  <a:pt x="2965577" y="1892026"/>
                </a:cubicBezTo>
                <a:cubicBezTo>
                  <a:pt x="2965577" y="1900396"/>
                  <a:pt x="2963824" y="1905171"/>
                  <a:pt x="2963824" y="1913515"/>
                </a:cubicBezTo>
                <a:cubicBezTo>
                  <a:pt x="2962503" y="1915267"/>
                  <a:pt x="2963824" y="1919624"/>
                  <a:pt x="2962084" y="1920513"/>
                </a:cubicBezTo>
                <a:cubicBezTo>
                  <a:pt x="2960300" y="1921376"/>
                  <a:pt x="2956788" y="1919624"/>
                  <a:pt x="2955048" y="1920513"/>
                </a:cubicBezTo>
                <a:cubicBezTo>
                  <a:pt x="2952870" y="1921802"/>
                  <a:pt x="2953308" y="1925732"/>
                  <a:pt x="2951562" y="1927510"/>
                </a:cubicBezTo>
                <a:cubicBezTo>
                  <a:pt x="2954185" y="1928361"/>
                  <a:pt x="2955931" y="1930120"/>
                  <a:pt x="2958560" y="1930984"/>
                </a:cubicBezTo>
                <a:cubicBezTo>
                  <a:pt x="2963824" y="1932762"/>
                  <a:pt x="2969063" y="1931885"/>
                  <a:pt x="2972562" y="1936254"/>
                </a:cubicBezTo>
                <a:cubicBezTo>
                  <a:pt x="2975641" y="1940210"/>
                  <a:pt x="2972562" y="1945449"/>
                  <a:pt x="2974308" y="1950294"/>
                </a:cubicBezTo>
                <a:cubicBezTo>
                  <a:pt x="2975216" y="1952917"/>
                  <a:pt x="2976079" y="1955545"/>
                  <a:pt x="2977813" y="1957266"/>
                </a:cubicBezTo>
                <a:cubicBezTo>
                  <a:pt x="2979566" y="1959013"/>
                  <a:pt x="2983064" y="1958136"/>
                  <a:pt x="2984830" y="1959013"/>
                </a:cubicBezTo>
                <a:cubicBezTo>
                  <a:pt x="2987001" y="1960333"/>
                  <a:pt x="2990126" y="1960797"/>
                  <a:pt x="2991840" y="1962518"/>
                </a:cubicBezTo>
                <a:cubicBezTo>
                  <a:pt x="2993567" y="1964302"/>
                  <a:pt x="2992259" y="1967363"/>
                  <a:pt x="2993567" y="1969535"/>
                </a:cubicBezTo>
                <a:cubicBezTo>
                  <a:pt x="2997079" y="1975218"/>
                  <a:pt x="3002349" y="1977872"/>
                  <a:pt x="3005842" y="1983568"/>
                </a:cubicBezTo>
                <a:cubicBezTo>
                  <a:pt x="3007150" y="1985740"/>
                  <a:pt x="3008014" y="1988381"/>
                  <a:pt x="3009347" y="1990572"/>
                </a:cubicBezTo>
                <a:cubicBezTo>
                  <a:pt x="3011951" y="1995360"/>
                  <a:pt x="3015907" y="1999297"/>
                  <a:pt x="3018097" y="2004567"/>
                </a:cubicBezTo>
                <a:cubicBezTo>
                  <a:pt x="3018967" y="2007177"/>
                  <a:pt x="3021164" y="2008943"/>
                  <a:pt x="3021577" y="2011559"/>
                </a:cubicBezTo>
                <a:cubicBezTo>
                  <a:pt x="3022898" y="2017248"/>
                  <a:pt x="3021164" y="2021185"/>
                  <a:pt x="3021577" y="2027313"/>
                </a:cubicBezTo>
                <a:cubicBezTo>
                  <a:pt x="3022015" y="2032584"/>
                  <a:pt x="3023793" y="2036508"/>
                  <a:pt x="3025101" y="2041321"/>
                </a:cubicBezTo>
                <a:cubicBezTo>
                  <a:pt x="3025965" y="2044426"/>
                  <a:pt x="3029896" y="2045258"/>
                  <a:pt x="3030353" y="2048332"/>
                </a:cubicBezTo>
                <a:cubicBezTo>
                  <a:pt x="3030778" y="2050497"/>
                  <a:pt x="3028588" y="2052732"/>
                  <a:pt x="3028588" y="2055361"/>
                </a:cubicBezTo>
                <a:lnTo>
                  <a:pt x="3028588" y="2062346"/>
                </a:lnTo>
                <a:cubicBezTo>
                  <a:pt x="3028588" y="2067617"/>
                  <a:pt x="3029470" y="2071992"/>
                  <a:pt x="3032086" y="2076361"/>
                </a:cubicBezTo>
                <a:cubicBezTo>
                  <a:pt x="3033407" y="2079002"/>
                  <a:pt x="3037782" y="2077250"/>
                  <a:pt x="3039116" y="2079853"/>
                </a:cubicBezTo>
                <a:cubicBezTo>
                  <a:pt x="3040437" y="2082933"/>
                  <a:pt x="3039116" y="2086400"/>
                  <a:pt x="3039116" y="2090369"/>
                </a:cubicBezTo>
                <a:cubicBezTo>
                  <a:pt x="3039116" y="2094331"/>
                  <a:pt x="3039567" y="2096966"/>
                  <a:pt x="3039116" y="2100872"/>
                </a:cubicBezTo>
                <a:cubicBezTo>
                  <a:pt x="3038671" y="2103513"/>
                  <a:pt x="3037782" y="2105659"/>
                  <a:pt x="3037363" y="2107888"/>
                </a:cubicBezTo>
                <a:cubicBezTo>
                  <a:pt x="3036912" y="2110079"/>
                  <a:pt x="3036912" y="2112714"/>
                  <a:pt x="3035623" y="2114867"/>
                </a:cubicBezTo>
                <a:cubicBezTo>
                  <a:pt x="3034277" y="2117496"/>
                  <a:pt x="3030353" y="2117496"/>
                  <a:pt x="3028588" y="2120144"/>
                </a:cubicBezTo>
                <a:cubicBezTo>
                  <a:pt x="3023349" y="2127167"/>
                  <a:pt x="3019405" y="2132399"/>
                  <a:pt x="3018097" y="2141143"/>
                </a:cubicBezTo>
                <a:cubicBezTo>
                  <a:pt x="3017672" y="2145969"/>
                  <a:pt x="3018967" y="2150344"/>
                  <a:pt x="3018097" y="2155170"/>
                </a:cubicBezTo>
                <a:cubicBezTo>
                  <a:pt x="3017672" y="2157329"/>
                  <a:pt x="3016764" y="2159971"/>
                  <a:pt x="3016383" y="2162200"/>
                </a:cubicBezTo>
                <a:cubicBezTo>
                  <a:pt x="3015037" y="2165673"/>
                  <a:pt x="3011093" y="2165673"/>
                  <a:pt x="3009347" y="2169172"/>
                </a:cubicBezTo>
                <a:cubicBezTo>
                  <a:pt x="3008014" y="2171801"/>
                  <a:pt x="3005842" y="2173128"/>
                  <a:pt x="3005842" y="2176183"/>
                </a:cubicBezTo>
                <a:cubicBezTo>
                  <a:pt x="3005391" y="2181428"/>
                  <a:pt x="3005842" y="2184907"/>
                  <a:pt x="3005842" y="2190203"/>
                </a:cubicBezTo>
                <a:cubicBezTo>
                  <a:pt x="3005842" y="2198465"/>
                  <a:pt x="3004953" y="2203748"/>
                  <a:pt x="3007575" y="2211190"/>
                </a:cubicBezTo>
                <a:cubicBezTo>
                  <a:pt x="3008896" y="2214714"/>
                  <a:pt x="3012440" y="2215578"/>
                  <a:pt x="3014605" y="2218220"/>
                </a:cubicBezTo>
                <a:cubicBezTo>
                  <a:pt x="3016764" y="2220861"/>
                  <a:pt x="3021164" y="2220379"/>
                  <a:pt x="3021577" y="2223458"/>
                </a:cubicBezTo>
                <a:cubicBezTo>
                  <a:pt x="3022015" y="2225649"/>
                  <a:pt x="3021164" y="2228246"/>
                  <a:pt x="3021577" y="2230462"/>
                </a:cubicBezTo>
                <a:cubicBezTo>
                  <a:pt x="3022015" y="2232659"/>
                  <a:pt x="3021164" y="2235250"/>
                  <a:pt x="3021577" y="2237479"/>
                </a:cubicBezTo>
                <a:cubicBezTo>
                  <a:pt x="3022015" y="2240114"/>
                  <a:pt x="3023793" y="2241848"/>
                  <a:pt x="3025101" y="2244458"/>
                </a:cubicBezTo>
                <a:cubicBezTo>
                  <a:pt x="3026409" y="2247087"/>
                  <a:pt x="3026848" y="2249271"/>
                  <a:pt x="3028588" y="2251481"/>
                </a:cubicBezTo>
                <a:cubicBezTo>
                  <a:pt x="3032550" y="2255856"/>
                  <a:pt x="3039116" y="2258904"/>
                  <a:pt x="3044367" y="2261996"/>
                </a:cubicBezTo>
                <a:cubicBezTo>
                  <a:pt x="3044367" y="2264600"/>
                  <a:pt x="3043935" y="2266327"/>
                  <a:pt x="3044367" y="2268988"/>
                </a:cubicBezTo>
                <a:cubicBezTo>
                  <a:pt x="3044793" y="2272461"/>
                  <a:pt x="3047434" y="2274671"/>
                  <a:pt x="3047847" y="2277713"/>
                </a:cubicBezTo>
                <a:cubicBezTo>
                  <a:pt x="3048304" y="2279948"/>
                  <a:pt x="3049181" y="2282577"/>
                  <a:pt x="3049606" y="2284729"/>
                </a:cubicBezTo>
                <a:cubicBezTo>
                  <a:pt x="3050057" y="2286914"/>
                  <a:pt x="3049181" y="2289555"/>
                  <a:pt x="3049606" y="2291778"/>
                </a:cubicBezTo>
                <a:cubicBezTo>
                  <a:pt x="3050057" y="2294362"/>
                  <a:pt x="3054889" y="2295251"/>
                  <a:pt x="3054889" y="2298318"/>
                </a:cubicBezTo>
                <a:lnTo>
                  <a:pt x="3054889" y="2334215"/>
                </a:lnTo>
                <a:cubicBezTo>
                  <a:pt x="3054889" y="2339460"/>
                  <a:pt x="3057918" y="2342978"/>
                  <a:pt x="3058401" y="2347804"/>
                </a:cubicBezTo>
                <a:cubicBezTo>
                  <a:pt x="3058401" y="2349988"/>
                  <a:pt x="3057918" y="2352617"/>
                  <a:pt x="3058401" y="2354795"/>
                </a:cubicBezTo>
                <a:cubicBezTo>
                  <a:pt x="3059690" y="2360472"/>
                  <a:pt x="3062325" y="2363978"/>
                  <a:pt x="3065386" y="2368797"/>
                </a:cubicBezTo>
                <a:cubicBezTo>
                  <a:pt x="3071069" y="2377097"/>
                  <a:pt x="3080264" y="2378862"/>
                  <a:pt x="3084626" y="2388063"/>
                </a:cubicBezTo>
                <a:cubicBezTo>
                  <a:pt x="3085503" y="2390228"/>
                  <a:pt x="3084182" y="2392870"/>
                  <a:pt x="3084626" y="2395073"/>
                </a:cubicBezTo>
                <a:cubicBezTo>
                  <a:pt x="3085052" y="2397277"/>
                  <a:pt x="3085934" y="2399874"/>
                  <a:pt x="3086385" y="2402078"/>
                </a:cubicBezTo>
                <a:cubicBezTo>
                  <a:pt x="3086823" y="2404687"/>
                  <a:pt x="3089014" y="2406453"/>
                  <a:pt x="3089909" y="2409075"/>
                </a:cubicBezTo>
                <a:cubicBezTo>
                  <a:pt x="3091649" y="2414320"/>
                  <a:pt x="3092538" y="2418251"/>
                  <a:pt x="3095148" y="2423096"/>
                </a:cubicBezTo>
                <a:cubicBezTo>
                  <a:pt x="3096469" y="2426169"/>
                  <a:pt x="3099962" y="2427452"/>
                  <a:pt x="3102127" y="2430081"/>
                </a:cubicBezTo>
                <a:cubicBezTo>
                  <a:pt x="3104349" y="2432704"/>
                  <a:pt x="3108731" y="2432284"/>
                  <a:pt x="3109175" y="2435339"/>
                </a:cubicBezTo>
                <a:cubicBezTo>
                  <a:pt x="3110033" y="2440158"/>
                  <a:pt x="3107855" y="2444534"/>
                  <a:pt x="3109175" y="2449328"/>
                </a:cubicBezTo>
                <a:cubicBezTo>
                  <a:pt x="3109582" y="2451976"/>
                  <a:pt x="3111773" y="2453741"/>
                  <a:pt x="3112655" y="2456370"/>
                </a:cubicBezTo>
                <a:cubicBezTo>
                  <a:pt x="3113976" y="2459405"/>
                  <a:pt x="3117462" y="2460250"/>
                  <a:pt x="3117919" y="2463336"/>
                </a:cubicBezTo>
                <a:lnTo>
                  <a:pt x="3117919" y="2466841"/>
                </a:lnTo>
                <a:cubicBezTo>
                  <a:pt x="3117919" y="2470365"/>
                  <a:pt x="3112655" y="2469483"/>
                  <a:pt x="3110890" y="2472112"/>
                </a:cubicBezTo>
                <a:cubicBezTo>
                  <a:pt x="3109175" y="2474753"/>
                  <a:pt x="3107410" y="2476512"/>
                  <a:pt x="3105670" y="2479122"/>
                </a:cubicBezTo>
                <a:cubicBezTo>
                  <a:pt x="3104349" y="2481300"/>
                  <a:pt x="3106096" y="2483935"/>
                  <a:pt x="3105670" y="2486082"/>
                </a:cubicBezTo>
                <a:cubicBezTo>
                  <a:pt x="3108293" y="2486539"/>
                  <a:pt x="3110033" y="2487847"/>
                  <a:pt x="3112655" y="2487847"/>
                </a:cubicBezTo>
                <a:lnTo>
                  <a:pt x="3119666" y="2487847"/>
                </a:lnTo>
                <a:cubicBezTo>
                  <a:pt x="3119666" y="2490520"/>
                  <a:pt x="3119259" y="2492686"/>
                  <a:pt x="3119666" y="2494902"/>
                </a:cubicBezTo>
                <a:cubicBezTo>
                  <a:pt x="3120097" y="2497048"/>
                  <a:pt x="3118783" y="2500134"/>
                  <a:pt x="3119666" y="2501874"/>
                </a:cubicBezTo>
                <a:cubicBezTo>
                  <a:pt x="3120974" y="2504071"/>
                  <a:pt x="3124479" y="2503627"/>
                  <a:pt x="3126657" y="2505405"/>
                </a:cubicBezTo>
                <a:cubicBezTo>
                  <a:pt x="3128835" y="2507145"/>
                  <a:pt x="3131057" y="2508872"/>
                  <a:pt x="3134125" y="2508872"/>
                </a:cubicBezTo>
                <a:lnTo>
                  <a:pt x="3168256" y="2508872"/>
                </a:lnTo>
                <a:cubicBezTo>
                  <a:pt x="3174377" y="2508872"/>
                  <a:pt x="3176993" y="2505405"/>
                  <a:pt x="3182702" y="2503627"/>
                </a:cubicBezTo>
                <a:cubicBezTo>
                  <a:pt x="3187941" y="2502331"/>
                  <a:pt x="3191452" y="2500134"/>
                  <a:pt x="3197180" y="2500134"/>
                </a:cubicBezTo>
                <a:lnTo>
                  <a:pt x="3240481" y="2500134"/>
                </a:lnTo>
                <a:cubicBezTo>
                  <a:pt x="3241814" y="2497048"/>
                  <a:pt x="3244405" y="2496172"/>
                  <a:pt x="3245751" y="2493156"/>
                </a:cubicBezTo>
                <a:cubicBezTo>
                  <a:pt x="3246608" y="2490952"/>
                  <a:pt x="3243973" y="2487453"/>
                  <a:pt x="3245751" y="2486082"/>
                </a:cubicBezTo>
                <a:cubicBezTo>
                  <a:pt x="3247497" y="2484805"/>
                  <a:pt x="3250545" y="2484805"/>
                  <a:pt x="3252749" y="2484361"/>
                </a:cubicBezTo>
                <a:cubicBezTo>
                  <a:pt x="3254933" y="2483935"/>
                  <a:pt x="3257124" y="2484361"/>
                  <a:pt x="3259766" y="2484361"/>
                </a:cubicBezTo>
                <a:cubicBezTo>
                  <a:pt x="3265004" y="2483935"/>
                  <a:pt x="3268948" y="2483935"/>
                  <a:pt x="3273767" y="2482589"/>
                </a:cubicBezTo>
                <a:cubicBezTo>
                  <a:pt x="3275965" y="2482176"/>
                  <a:pt x="3279013" y="2482176"/>
                  <a:pt x="3280759" y="2480856"/>
                </a:cubicBezTo>
                <a:cubicBezTo>
                  <a:pt x="3283362" y="2478671"/>
                  <a:pt x="3284270" y="2476512"/>
                  <a:pt x="3286004" y="2473864"/>
                </a:cubicBezTo>
                <a:cubicBezTo>
                  <a:pt x="3286887" y="2472112"/>
                  <a:pt x="3284696" y="2468613"/>
                  <a:pt x="3286004" y="2466841"/>
                </a:cubicBezTo>
                <a:cubicBezTo>
                  <a:pt x="3287337" y="2464682"/>
                  <a:pt x="3290843" y="2465127"/>
                  <a:pt x="3293021" y="2463336"/>
                </a:cubicBezTo>
                <a:cubicBezTo>
                  <a:pt x="3295224" y="2461602"/>
                  <a:pt x="3297415" y="2459869"/>
                  <a:pt x="3300025" y="2458104"/>
                </a:cubicBezTo>
                <a:cubicBezTo>
                  <a:pt x="3303098" y="2455919"/>
                  <a:pt x="3304419" y="2453741"/>
                  <a:pt x="3307035" y="2451100"/>
                </a:cubicBezTo>
                <a:cubicBezTo>
                  <a:pt x="3309632" y="2448471"/>
                  <a:pt x="3312287" y="2447594"/>
                  <a:pt x="3314045" y="2444108"/>
                </a:cubicBezTo>
                <a:cubicBezTo>
                  <a:pt x="3316255" y="2439308"/>
                  <a:pt x="3316681" y="2434894"/>
                  <a:pt x="3319291" y="2430081"/>
                </a:cubicBezTo>
                <a:cubicBezTo>
                  <a:pt x="3320611" y="2427027"/>
                  <a:pt x="3323672" y="2425274"/>
                  <a:pt x="3326314" y="2423096"/>
                </a:cubicBezTo>
                <a:cubicBezTo>
                  <a:pt x="3331552" y="2418695"/>
                  <a:pt x="3336804" y="2416530"/>
                  <a:pt x="3340328" y="2410815"/>
                </a:cubicBezTo>
                <a:cubicBezTo>
                  <a:pt x="3341624" y="2408637"/>
                  <a:pt x="3340760" y="2405995"/>
                  <a:pt x="3342068" y="2403830"/>
                </a:cubicBezTo>
                <a:cubicBezTo>
                  <a:pt x="3343795" y="2400757"/>
                  <a:pt x="3346424" y="2399436"/>
                  <a:pt x="3349047" y="2396807"/>
                </a:cubicBezTo>
                <a:cubicBezTo>
                  <a:pt x="3351688" y="2394140"/>
                  <a:pt x="3354749" y="2393289"/>
                  <a:pt x="3356070" y="2389803"/>
                </a:cubicBezTo>
                <a:cubicBezTo>
                  <a:pt x="3358235" y="2383243"/>
                  <a:pt x="3357822" y="2379306"/>
                  <a:pt x="3357822" y="2372321"/>
                </a:cubicBezTo>
                <a:cubicBezTo>
                  <a:pt x="3357822" y="2368334"/>
                  <a:pt x="3359137" y="2365298"/>
                  <a:pt x="3357822" y="2361799"/>
                </a:cubicBezTo>
                <a:cubicBezTo>
                  <a:pt x="3356940" y="2358720"/>
                  <a:pt x="3353847" y="2357869"/>
                  <a:pt x="3352558" y="2354795"/>
                </a:cubicBezTo>
                <a:cubicBezTo>
                  <a:pt x="3351688" y="2352617"/>
                  <a:pt x="3351688" y="2349988"/>
                  <a:pt x="3350799" y="2347804"/>
                </a:cubicBezTo>
                <a:cubicBezTo>
                  <a:pt x="3353847" y="2346483"/>
                  <a:pt x="3354749" y="2342978"/>
                  <a:pt x="3357822" y="2342508"/>
                </a:cubicBezTo>
                <a:cubicBezTo>
                  <a:pt x="3360000" y="2342508"/>
                  <a:pt x="3362642" y="2342978"/>
                  <a:pt x="3364814" y="2342508"/>
                </a:cubicBezTo>
                <a:cubicBezTo>
                  <a:pt x="3367036" y="2342064"/>
                  <a:pt x="3369633" y="2342978"/>
                  <a:pt x="3371805" y="2342508"/>
                </a:cubicBezTo>
                <a:cubicBezTo>
                  <a:pt x="3375336" y="2341638"/>
                  <a:pt x="3376199" y="2337708"/>
                  <a:pt x="3378841" y="2335523"/>
                </a:cubicBezTo>
                <a:cubicBezTo>
                  <a:pt x="3381025" y="2333777"/>
                  <a:pt x="3383654" y="2332488"/>
                  <a:pt x="3385826" y="2330284"/>
                </a:cubicBezTo>
                <a:cubicBezTo>
                  <a:pt x="3388010" y="2328075"/>
                  <a:pt x="3388467" y="2325014"/>
                  <a:pt x="3391071" y="2323287"/>
                </a:cubicBezTo>
                <a:cubicBezTo>
                  <a:pt x="3393706" y="2321547"/>
                  <a:pt x="3395484" y="2320194"/>
                  <a:pt x="3398088" y="2318010"/>
                </a:cubicBezTo>
                <a:cubicBezTo>
                  <a:pt x="3399853" y="2316727"/>
                  <a:pt x="3404203" y="2318010"/>
                  <a:pt x="3405092" y="2316257"/>
                </a:cubicBezTo>
                <a:cubicBezTo>
                  <a:pt x="3405987" y="2314492"/>
                  <a:pt x="3405092" y="2311888"/>
                  <a:pt x="3405092" y="2309272"/>
                </a:cubicBezTo>
                <a:cubicBezTo>
                  <a:pt x="3405092" y="2300947"/>
                  <a:pt x="3403352" y="2296102"/>
                  <a:pt x="3401606" y="2288235"/>
                </a:cubicBezTo>
                <a:cubicBezTo>
                  <a:pt x="3400710" y="2283466"/>
                  <a:pt x="3399377" y="2279034"/>
                  <a:pt x="3398088" y="2274227"/>
                </a:cubicBezTo>
                <a:cubicBezTo>
                  <a:pt x="3396780" y="2268988"/>
                  <a:pt x="3395027" y="2265025"/>
                  <a:pt x="3392843" y="2260238"/>
                </a:cubicBezTo>
                <a:cubicBezTo>
                  <a:pt x="3390201" y="2255005"/>
                  <a:pt x="3385826" y="2252357"/>
                  <a:pt x="3385826" y="2246191"/>
                </a:cubicBezTo>
                <a:cubicBezTo>
                  <a:pt x="3385826" y="2242273"/>
                  <a:pt x="3390671" y="2241848"/>
                  <a:pt x="3392843" y="2239219"/>
                </a:cubicBezTo>
                <a:cubicBezTo>
                  <a:pt x="3395027" y="2236590"/>
                  <a:pt x="3395910" y="2234806"/>
                  <a:pt x="3398088" y="2232209"/>
                </a:cubicBezTo>
                <a:cubicBezTo>
                  <a:pt x="3400298" y="2229580"/>
                  <a:pt x="3402012" y="2227421"/>
                  <a:pt x="3405092" y="2225217"/>
                </a:cubicBezTo>
                <a:cubicBezTo>
                  <a:pt x="3406876" y="2224316"/>
                  <a:pt x="3410362" y="2224316"/>
                  <a:pt x="3412096" y="2223458"/>
                </a:cubicBezTo>
                <a:cubicBezTo>
                  <a:pt x="3414287" y="2222144"/>
                  <a:pt x="3413855" y="2218626"/>
                  <a:pt x="3415607" y="2216435"/>
                </a:cubicBezTo>
                <a:cubicBezTo>
                  <a:pt x="3417817" y="2213857"/>
                  <a:pt x="3420414" y="2212517"/>
                  <a:pt x="3422618" y="2209438"/>
                </a:cubicBezTo>
                <a:cubicBezTo>
                  <a:pt x="3424358" y="2207240"/>
                  <a:pt x="3423907" y="2203748"/>
                  <a:pt x="3426129" y="2202402"/>
                </a:cubicBezTo>
                <a:cubicBezTo>
                  <a:pt x="3430930" y="2198954"/>
                  <a:pt x="3434429" y="2196750"/>
                  <a:pt x="3440112" y="2195449"/>
                </a:cubicBezTo>
                <a:cubicBezTo>
                  <a:pt x="3442303" y="2194991"/>
                  <a:pt x="3444925" y="2194147"/>
                  <a:pt x="3447116" y="2193683"/>
                </a:cubicBezTo>
                <a:cubicBezTo>
                  <a:pt x="3449307" y="2193245"/>
                  <a:pt x="3451955" y="2194147"/>
                  <a:pt x="3454126" y="2193683"/>
                </a:cubicBezTo>
                <a:cubicBezTo>
                  <a:pt x="3457206" y="2192820"/>
                  <a:pt x="3458102" y="2189753"/>
                  <a:pt x="3461130" y="2188457"/>
                </a:cubicBezTo>
                <a:cubicBezTo>
                  <a:pt x="3466376" y="2185790"/>
                  <a:pt x="3471202" y="2183587"/>
                  <a:pt x="3475151" y="2179669"/>
                </a:cubicBezTo>
                <a:cubicBezTo>
                  <a:pt x="3479082" y="2175719"/>
                  <a:pt x="3482574" y="2171382"/>
                  <a:pt x="3483895" y="2165673"/>
                </a:cubicBezTo>
                <a:cubicBezTo>
                  <a:pt x="3485229" y="2160885"/>
                  <a:pt x="3483495" y="2156904"/>
                  <a:pt x="3483895" y="2151646"/>
                </a:cubicBezTo>
                <a:cubicBezTo>
                  <a:pt x="3483895" y="2149030"/>
                  <a:pt x="3485654" y="2147290"/>
                  <a:pt x="3485654" y="2144649"/>
                </a:cubicBezTo>
                <a:lnTo>
                  <a:pt x="3485654" y="2134139"/>
                </a:lnTo>
                <a:cubicBezTo>
                  <a:pt x="3485654" y="2130196"/>
                  <a:pt x="3486105" y="2127592"/>
                  <a:pt x="3485654" y="2123662"/>
                </a:cubicBezTo>
                <a:cubicBezTo>
                  <a:pt x="3485229" y="2120569"/>
                  <a:pt x="3482155" y="2119261"/>
                  <a:pt x="3482155" y="2116207"/>
                </a:cubicBezTo>
                <a:lnTo>
                  <a:pt x="3482155" y="2074589"/>
                </a:lnTo>
                <a:cubicBezTo>
                  <a:pt x="3479939" y="2072411"/>
                  <a:pt x="3476917" y="2071992"/>
                  <a:pt x="3475151" y="2069344"/>
                </a:cubicBezTo>
                <a:cubicBezTo>
                  <a:pt x="3470344" y="2061921"/>
                  <a:pt x="3468566" y="2054942"/>
                  <a:pt x="3464623" y="2046592"/>
                </a:cubicBezTo>
                <a:cubicBezTo>
                  <a:pt x="3465487" y="2041778"/>
                  <a:pt x="3467703" y="2037829"/>
                  <a:pt x="3468128" y="2032584"/>
                </a:cubicBezTo>
                <a:cubicBezTo>
                  <a:pt x="3468128" y="2029974"/>
                  <a:pt x="3466376" y="2028621"/>
                  <a:pt x="3466376" y="2026050"/>
                </a:cubicBezTo>
                <a:cubicBezTo>
                  <a:pt x="3466376" y="2022944"/>
                  <a:pt x="3468566" y="2021185"/>
                  <a:pt x="3468128" y="2018569"/>
                </a:cubicBezTo>
                <a:cubicBezTo>
                  <a:pt x="3467703" y="2015947"/>
                  <a:pt x="3465061" y="2014181"/>
                  <a:pt x="3464623" y="2011559"/>
                </a:cubicBezTo>
                <a:cubicBezTo>
                  <a:pt x="3464185" y="2008943"/>
                  <a:pt x="3461569" y="2007177"/>
                  <a:pt x="3461130" y="2004567"/>
                </a:cubicBezTo>
                <a:lnTo>
                  <a:pt x="3461130" y="2001069"/>
                </a:lnTo>
                <a:cubicBezTo>
                  <a:pt x="3461130" y="1997113"/>
                  <a:pt x="3461994" y="1994058"/>
                  <a:pt x="3462908" y="1990572"/>
                </a:cubicBezTo>
                <a:cubicBezTo>
                  <a:pt x="3463328" y="1988381"/>
                  <a:pt x="3462464" y="1985740"/>
                  <a:pt x="3462908" y="1983568"/>
                </a:cubicBezTo>
                <a:cubicBezTo>
                  <a:pt x="3463772" y="1980469"/>
                  <a:pt x="3467703" y="1980945"/>
                  <a:pt x="3469900" y="1978317"/>
                </a:cubicBezTo>
                <a:cubicBezTo>
                  <a:pt x="3476453" y="1970379"/>
                  <a:pt x="3483038" y="1966467"/>
                  <a:pt x="3487394" y="1957266"/>
                </a:cubicBezTo>
                <a:cubicBezTo>
                  <a:pt x="3488283" y="1955063"/>
                  <a:pt x="3488283" y="1952447"/>
                  <a:pt x="3489147" y="1950294"/>
                </a:cubicBezTo>
                <a:cubicBezTo>
                  <a:pt x="3490455" y="1947202"/>
                  <a:pt x="3493096" y="1946363"/>
                  <a:pt x="3494398" y="1943271"/>
                </a:cubicBezTo>
                <a:cubicBezTo>
                  <a:pt x="3495281" y="1941093"/>
                  <a:pt x="3495281" y="1938458"/>
                  <a:pt x="3496170" y="1936254"/>
                </a:cubicBezTo>
                <a:cubicBezTo>
                  <a:pt x="3498329" y="1930984"/>
                  <a:pt x="3500120" y="1927072"/>
                  <a:pt x="3503161" y="1922265"/>
                </a:cubicBezTo>
                <a:cubicBezTo>
                  <a:pt x="3504895" y="1919624"/>
                  <a:pt x="3507987" y="1918773"/>
                  <a:pt x="3510172" y="1917014"/>
                </a:cubicBezTo>
                <a:cubicBezTo>
                  <a:pt x="3512362" y="1915267"/>
                  <a:pt x="3514959" y="1913940"/>
                  <a:pt x="3517176" y="1911762"/>
                </a:cubicBezTo>
                <a:cubicBezTo>
                  <a:pt x="3519373" y="1909565"/>
                  <a:pt x="3520668" y="1906949"/>
                  <a:pt x="3522446" y="1904745"/>
                </a:cubicBezTo>
                <a:cubicBezTo>
                  <a:pt x="3526828" y="1899926"/>
                  <a:pt x="3531177" y="1896891"/>
                  <a:pt x="3536448" y="1892496"/>
                </a:cubicBezTo>
                <a:cubicBezTo>
                  <a:pt x="3539058" y="1890293"/>
                  <a:pt x="3540798" y="1888115"/>
                  <a:pt x="3543439" y="1885511"/>
                </a:cubicBezTo>
                <a:cubicBezTo>
                  <a:pt x="3546074" y="1882844"/>
                  <a:pt x="3547389" y="1880234"/>
                  <a:pt x="3550456" y="1878444"/>
                </a:cubicBezTo>
                <a:cubicBezTo>
                  <a:pt x="3555257" y="1875421"/>
                  <a:pt x="3560057" y="1873662"/>
                  <a:pt x="3564470" y="1869732"/>
                </a:cubicBezTo>
                <a:cubicBezTo>
                  <a:pt x="3566648" y="1867992"/>
                  <a:pt x="3566204" y="1864899"/>
                  <a:pt x="3567969" y="1862721"/>
                </a:cubicBezTo>
                <a:cubicBezTo>
                  <a:pt x="3569716" y="1860105"/>
                  <a:pt x="3572795" y="1860105"/>
                  <a:pt x="3574935" y="1857463"/>
                </a:cubicBezTo>
                <a:cubicBezTo>
                  <a:pt x="3576281" y="1855717"/>
                  <a:pt x="3574935" y="1851736"/>
                  <a:pt x="3576732" y="1850485"/>
                </a:cubicBezTo>
                <a:cubicBezTo>
                  <a:pt x="3578472" y="1849126"/>
                  <a:pt x="3581958" y="1849589"/>
                  <a:pt x="3583711" y="1848726"/>
                </a:cubicBezTo>
                <a:cubicBezTo>
                  <a:pt x="3586327" y="1846980"/>
                  <a:pt x="3588099" y="1844776"/>
                  <a:pt x="3590715" y="1843449"/>
                </a:cubicBezTo>
                <a:cubicBezTo>
                  <a:pt x="3593357" y="1842154"/>
                  <a:pt x="3595103" y="1839918"/>
                  <a:pt x="3597725" y="1838178"/>
                </a:cubicBezTo>
                <a:cubicBezTo>
                  <a:pt x="3599903" y="1836883"/>
                  <a:pt x="3602970" y="1836451"/>
                  <a:pt x="3604742" y="1834680"/>
                </a:cubicBezTo>
                <a:cubicBezTo>
                  <a:pt x="3606920" y="1832527"/>
                  <a:pt x="3608666" y="1830343"/>
                  <a:pt x="3609987" y="1827688"/>
                </a:cubicBezTo>
                <a:cubicBezTo>
                  <a:pt x="3613943" y="1820710"/>
                  <a:pt x="3612184" y="1814112"/>
                  <a:pt x="3615264" y="1806689"/>
                </a:cubicBezTo>
                <a:cubicBezTo>
                  <a:pt x="3616547" y="1803622"/>
                  <a:pt x="3620503" y="1803622"/>
                  <a:pt x="3622224" y="1801425"/>
                </a:cubicBezTo>
                <a:cubicBezTo>
                  <a:pt x="3624433" y="1798815"/>
                  <a:pt x="3626154" y="1796599"/>
                  <a:pt x="3629253" y="1794452"/>
                </a:cubicBezTo>
                <a:cubicBezTo>
                  <a:pt x="3632307" y="1792224"/>
                  <a:pt x="3635375" y="1791360"/>
                  <a:pt x="3637991" y="1789182"/>
                </a:cubicBezTo>
                <a:cubicBezTo>
                  <a:pt x="3640626" y="1786991"/>
                  <a:pt x="3641947" y="1784788"/>
                  <a:pt x="3643268" y="1782159"/>
                </a:cubicBezTo>
                <a:cubicBezTo>
                  <a:pt x="3644569" y="1779568"/>
                  <a:pt x="3647643" y="1778260"/>
                  <a:pt x="3648494" y="1775186"/>
                </a:cubicBezTo>
                <a:cubicBezTo>
                  <a:pt x="3649802" y="1770335"/>
                  <a:pt x="3650272" y="1766411"/>
                  <a:pt x="3650272" y="1761159"/>
                </a:cubicBezTo>
                <a:cubicBezTo>
                  <a:pt x="3650272" y="1755921"/>
                  <a:pt x="3649802" y="1752415"/>
                  <a:pt x="3650272" y="1747145"/>
                </a:cubicBezTo>
                <a:cubicBezTo>
                  <a:pt x="3651135" y="1737956"/>
                  <a:pt x="3655510" y="1733130"/>
                  <a:pt x="3655510" y="1723967"/>
                </a:cubicBezTo>
                <a:lnTo>
                  <a:pt x="3655510" y="1710353"/>
                </a:lnTo>
                <a:cubicBezTo>
                  <a:pt x="3651573" y="1709959"/>
                  <a:pt x="3649376" y="1708619"/>
                  <a:pt x="3645427" y="1708619"/>
                </a:cubicBezTo>
                <a:cubicBezTo>
                  <a:pt x="3640626" y="1708619"/>
                  <a:pt x="3636721" y="1708619"/>
                  <a:pt x="3632733" y="1710353"/>
                </a:cubicBezTo>
                <a:cubicBezTo>
                  <a:pt x="3629691" y="1711686"/>
                  <a:pt x="3628383" y="1714296"/>
                  <a:pt x="3625748" y="1715642"/>
                </a:cubicBezTo>
                <a:cubicBezTo>
                  <a:pt x="3617455" y="1720430"/>
                  <a:pt x="3611321" y="1726133"/>
                  <a:pt x="3601237" y="1726133"/>
                </a:cubicBezTo>
                <a:cubicBezTo>
                  <a:pt x="3596392" y="1726133"/>
                  <a:pt x="3593795" y="1723072"/>
                  <a:pt x="3588994" y="1722634"/>
                </a:cubicBezTo>
                <a:lnTo>
                  <a:pt x="3581958" y="1722634"/>
                </a:lnTo>
                <a:cubicBezTo>
                  <a:pt x="3576732" y="1722634"/>
                  <a:pt x="3573221" y="1723967"/>
                  <a:pt x="3567969" y="1724380"/>
                </a:cubicBezTo>
                <a:cubicBezTo>
                  <a:pt x="3562730" y="1724825"/>
                  <a:pt x="3559194" y="1724380"/>
                  <a:pt x="3553936" y="1724380"/>
                </a:cubicBezTo>
                <a:cubicBezTo>
                  <a:pt x="3551339" y="1724380"/>
                  <a:pt x="3546074" y="1721326"/>
                  <a:pt x="3543439" y="1720888"/>
                </a:cubicBezTo>
                <a:lnTo>
                  <a:pt x="3539928" y="1713896"/>
                </a:lnTo>
                <a:cubicBezTo>
                  <a:pt x="3538632" y="1710804"/>
                  <a:pt x="3536003" y="1709959"/>
                  <a:pt x="3534683" y="1706860"/>
                </a:cubicBezTo>
                <a:cubicBezTo>
                  <a:pt x="3533813" y="1704701"/>
                  <a:pt x="3536003" y="1702060"/>
                  <a:pt x="3534683" y="1699882"/>
                </a:cubicBezTo>
                <a:cubicBezTo>
                  <a:pt x="3533387" y="1697628"/>
                  <a:pt x="3528987" y="1699018"/>
                  <a:pt x="3527685" y="1696351"/>
                </a:cubicBezTo>
                <a:lnTo>
                  <a:pt x="3524186" y="1689373"/>
                </a:lnTo>
                <a:cubicBezTo>
                  <a:pt x="3523297" y="1687175"/>
                  <a:pt x="3525520" y="1684108"/>
                  <a:pt x="3524186" y="1682381"/>
                </a:cubicBezTo>
                <a:cubicBezTo>
                  <a:pt x="3522446" y="1679740"/>
                  <a:pt x="3519804" y="1678857"/>
                  <a:pt x="3517176" y="1677130"/>
                </a:cubicBezTo>
                <a:cubicBezTo>
                  <a:pt x="3515410" y="1676228"/>
                  <a:pt x="3512362" y="1677974"/>
                  <a:pt x="3510172" y="1677130"/>
                </a:cubicBezTo>
                <a:cubicBezTo>
                  <a:pt x="3506666" y="1675790"/>
                  <a:pt x="3505790" y="1672748"/>
                  <a:pt x="3503161" y="1670088"/>
                </a:cubicBezTo>
                <a:cubicBezTo>
                  <a:pt x="3500970" y="1667903"/>
                  <a:pt x="3500558" y="1665300"/>
                  <a:pt x="3497922" y="1663096"/>
                </a:cubicBezTo>
                <a:cubicBezTo>
                  <a:pt x="3495706" y="1661363"/>
                  <a:pt x="3493096" y="1661363"/>
                  <a:pt x="3490874" y="1659597"/>
                </a:cubicBezTo>
                <a:cubicBezTo>
                  <a:pt x="3488283" y="1657432"/>
                  <a:pt x="3488283" y="1653914"/>
                  <a:pt x="3485654" y="1652593"/>
                </a:cubicBezTo>
                <a:cubicBezTo>
                  <a:pt x="3483495" y="1651298"/>
                  <a:pt x="3481285" y="1649964"/>
                  <a:pt x="3478650" y="1649075"/>
                </a:cubicBezTo>
                <a:cubicBezTo>
                  <a:pt x="3476453" y="1648180"/>
                  <a:pt x="3473837" y="1649964"/>
                  <a:pt x="3471652" y="1649075"/>
                </a:cubicBezTo>
                <a:cubicBezTo>
                  <a:pt x="3468566" y="1647761"/>
                  <a:pt x="3466820" y="1645589"/>
                  <a:pt x="3464623" y="1643856"/>
                </a:cubicBezTo>
                <a:cubicBezTo>
                  <a:pt x="3460261" y="1639906"/>
                  <a:pt x="3458959" y="1635518"/>
                  <a:pt x="3457619" y="1629803"/>
                </a:cubicBezTo>
                <a:cubicBezTo>
                  <a:pt x="3457206" y="1627625"/>
                  <a:pt x="3455885" y="1625015"/>
                  <a:pt x="3455885" y="1622831"/>
                </a:cubicBezTo>
                <a:cubicBezTo>
                  <a:pt x="3455466" y="1618024"/>
                  <a:pt x="3456317" y="1613198"/>
                  <a:pt x="3454126" y="1608848"/>
                </a:cubicBezTo>
                <a:cubicBezTo>
                  <a:pt x="3452806" y="1606219"/>
                  <a:pt x="3449307" y="1606219"/>
                  <a:pt x="3447116" y="1603546"/>
                </a:cubicBezTo>
                <a:cubicBezTo>
                  <a:pt x="3442754" y="1598301"/>
                  <a:pt x="3439661" y="1595691"/>
                  <a:pt x="3436632" y="1589525"/>
                </a:cubicBezTo>
                <a:cubicBezTo>
                  <a:pt x="3435299" y="1586477"/>
                  <a:pt x="3431362" y="1586052"/>
                  <a:pt x="3431362" y="1582534"/>
                </a:cubicBezTo>
                <a:cubicBezTo>
                  <a:pt x="3431362" y="1579924"/>
                  <a:pt x="3433127" y="1578140"/>
                  <a:pt x="3433127" y="1575536"/>
                </a:cubicBezTo>
                <a:lnTo>
                  <a:pt x="3433127" y="1568507"/>
                </a:lnTo>
                <a:cubicBezTo>
                  <a:pt x="3433127" y="1563255"/>
                  <a:pt x="3433127" y="1559337"/>
                  <a:pt x="3431362" y="1554543"/>
                </a:cubicBezTo>
                <a:cubicBezTo>
                  <a:pt x="3430498" y="1551476"/>
                  <a:pt x="3427418" y="1550581"/>
                  <a:pt x="3426129" y="1547545"/>
                </a:cubicBezTo>
                <a:cubicBezTo>
                  <a:pt x="3423488" y="1542256"/>
                  <a:pt x="3422180" y="1538325"/>
                  <a:pt x="3419119" y="1533531"/>
                </a:cubicBezTo>
                <a:cubicBezTo>
                  <a:pt x="3417817" y="1531334"/>
                  <a:pt x="3417335" y="1528711"/>
                  <a:pt x="3415607" y="1526495"/>
                </a:cubicBezTo>
                <a:cubicBezTo>
                  <a:pt x="3413855" y="1524298"/>
                  <a:pt x="3409899" y="1525219"/>
                  <a:pt x="3408616" y="1523003"/>
                </a:cubicBezTo>
                <a:cubicBezTo>
                  <a:pt x="3407308" y="1520831"/>
                  <a:pt x="3405987" y="1518627"/>
                  <a:pt x="3405092" y="1515986"/>
                </a:cubicBezTo>
                <a:cubicBezTo>
                  <a:pt x="3404660" y="1513833"/>
                  <a:pt x="3405092" y="1511623"/>
                  <a:pt x="3405092" y="1508988"/>
                </a:cubicBezTo>
                <a:cubicBezTo>
                  <a:pt x="3404660" y="1503762"/>
                  <a:pt x="3405987" y="1499812"/>
                  <a:pt x="3405092" y="1494961"/>
                </a:cubicBezTo>
                <a:cubicBezTo>
                  <a:pt x="3404660" y="1492802"/>
                  <a:pt x="3403790" y="1490160"/>
                  <a:pt x="3403352" y="1488001"/>
                </a:cubicBezTo>
                <a:cubicBezTo>
                  <a:pt x="3402456" y="1484915"/>
                  <a:pt x="3399853" y="1483594"/>
                  <a:pt x="3398088" y="1481004"/>
                </a:cubicBezTo>
                <a:cubicBezTo>
                  <a:pt x="3394614" y="1475295"/>
                  <a:pt x="3388467" y="1473098"/>
                  <a:pt x="3385826" y="1466964"/>
                </a:cubicBezTo>
                <a:cubicBezTo>
                  <a:pt x="3384962" y="1464329"/>
                  <a:pt x="3382778" y="1462601"/>
                  <a:pt x="3382333" y="1459960"/>
                </a:cubicBezTo>
                <a:cubicBezTo>
                  <a:pt x="3381025" y="1455153"/>
                  <a:pt x="3383229" y="1450784"/>
                  <a:pt x="3382333" y="1445926"/>
                </a:cubicBezTo>
                <a:cubicBezTo>
                  <a:pt x="3381482" y="1440275"/>
                  <a:pt x="3377965" y="1436763"/>
                  <a:pt x="3375336" y="1431963"/>
                </a:cubicBezTo>
                <a:cubicBezTo>
                  <a:pt x="3374028" y="1429315"/>
                  <a:pt x="3372250" y="1427568"/>
                  <a:pt x="3370097" y="1424965"/>
                </a:cubicBezTo>
                <a:cubicBezTo>
                  <a:pt x="3367881" y="1422342"/>
                  <a:pt x="3367036" y="1420139"/>
                  <a:pt x="3364814" y="1417954"/>
                </a:cubicBezTo>
                <a:cubicBezTo>
                  <a:pt x="3362642" y="1415738"/>
                  <a:pt x="3360000" y="1414868"/>
                  <a:pt x="3357822" y="1412684"/>
                </a:cubicBezTo>
                <a:cubicBezTo>
                  <a:pt x="3355638" y="1410512"/>
                  <a:pt x="3352558" y="1399127"/>
                  <a:pt x="3350799" y="1396942"/>
                </a:cubicBezTo>
                <a:close/>
                <a:moveTo>
                  <a:pt x="3641496" y="2232209"/>
                </a:moveTo>
                <a:cubicBezTo>
                  <a:pt x="3641496" y="2225217"/>
                  <a:pt x="3636257" y="2221712"/>
                  <a:pt x="3636257" y="2214714"/>
                </a:cubicBezTo>
                <a:cubicBezTo>
                  <a:pt x="3636257" y="2210301"/>
                  <a:pt x="3638454" y="2208136"/>
                  <a:pt x="3639756" y="2204205"/>
                </a:cubicBezTo>
                <a:cubicBezTo>
                  <a:pt x="3640626" y="2201589"/>
                  <a:pt x="3643268" y="2200243"/>
                  <a:pt x="3643268" y="2197176"/>
                </a:cubicBezTo>
                <a:lnTo>
                  <a:pt x="3643268" y="2190203"/>
                </a:lnTo>
                <a:cubicBezTo>
                  <a:pt x="3643268" y="2187568"/>
                  <a:pt x="3641496" y="2185790"/>
                  <a:pt x="3641496" y="2183155"/>
                </a:cubicBezTo>
                <a:lnTo>
                  <a:pt x="3641496" y="2179669"/>
                </a:lnTo>
                <a:cubicBezTo>
                  <a:pt x="3641496" y="2176183"/>
                  <a:pt x="3647185" y="2177503"/>
                  <a:pt x="3648494" y="2174430"/>
                </a:cubicBezTo>
                <a:cubicBezTo>
                  <a:pt x="3649376" y="2172239"/>
                  <a:pt x="3649802" y="2169598"/>
                  <a:pt x="3650272" y="2167426"/>
                </a:cubicBezTo>
                <a:lnTo>
                  <a:pt x="3650272" y="2163940"/>
                </a:lnTo>
                <a:cubicBezTo>
                  <a:pt x="3650272" y="2156904"/>
                  <a:pt x="3647185" y="2153424"/>
                  <a:pt x="3646760" y="2146376"/>
                </a:cubicBezTo>
                <a:cubicBezTo>
                  <a:pt x="3646760" y="2141143"/>
                  <a:pt x="3647185" y="2137194"/>
                  <a:pt x="3646760" y="2132399"/>
                </a:cubicBezTo>
                <a:cubicBezTo>
                  <a:pt x="3646760" y="2130196"/>
                  <a:pt x="3647185" y="2127592"/>
                  <a:pt x="3646760" y="2125395"/>
                </a:cubicBezTo>
                <a:cubicBezTo>
                  <a:pt x="3646341" y="2122316"/>
                  <a:pt x="3642398" y="2122316"/>
                  <a:pt x="3639756" y="2120144"/>
                </a:cubicBezTo>
                <a:cubicBezTo>
                  <a:pt x="3637133" y="2117966"/>
                  <a:pt x="3635813" y="2116207"/>
                  <a:pt x="3632733" y="2114867"/>
                </a:cubicBezTo>
                <a:cubicBezTo>
                  <a:pt x="3630574" y="2113997"/>
                  <a:pt x="3627958" y="2113997"/>
                  <a:pt x="3625748" y="2113114"/>
                </a:cubicBezTo>
                <a:cubicBezTo>
                  <a:pt x="3625748" y="2115743"/>
                  <a:pt x="3626154" y="2117966"/>
                  <a:pt x="3625748" y="2120144"/>
                </a:cubicBezTo>
                <a:cubicBezTo>
                  <a:pt x="3625322" y="2122316"/>
                  <a:pt x="3626624" y="2124951"/>
                  <a:pt x="3625748" y="2127167"/>
                </a:cubicBezTo>
                <a:cubicBezTo>
                  <a:pt x="3624433" y="2130196"/>
                  <a:pt x="3620935" y="2129770"/>
                  <a:pt x="3618757" y="2132399"/>
                </a:cubicBezTo>
                <a:cubicBezTo>
                  <a:pt x="3616547" y="2135041"/>
                  <a:pt x="3615264" y="2137194"/>
                  <a:pt x="3613511" y="2139403"/>
                </a:cubicBezTo>
                <a:cubicBezTo>
                  <a:pt x="3611714" y="2141581"/>
                  <a:pt x="3607784" y="2142039"/>
                  <a:pt x="3606476" y="2144649"/>
                </a:cubicBezTo>
                <a:cubicBezTo>
                  <a:pt x="3605625" y="2146858"/>
                  <a:pt x="3605625" y="2149494"/>
                  <a:pt x="3604742" y="2151646"/>
                </a:cubicBezTo>
                <a:cubicBezTo>
                  <a:pt x="3603847" y="2153824"/>
                  <a:pt x="3605625" y="2156466"/>
                  <a:pt x="3604742" y="2158676"/>
                </a:cubicBezTo>
                <a:cubicBezTo>
                  <a:pt x="3603847" y="2160885"/>
                  <a:pt x="3599033" y="2158244"/>
                  <a:pt x="3597725" y="2160416"/>
                </a:cubicBezTo>
                <a:cubicBezTo>
                  <a:pt x="3595103" y="2164816"/>
                  <a:pt x="3596836" y="2171382"/>
                  <a:pt x="3592461" y="2174430"/>
                </a:cubicBezTo>
                <a:cubicBezTo>
                  <a:pt x="3590715" y="2175325"/>
                  <a:pt x="3587673" y="2174430"/>
                  <a:pt x="3585444" y="2174430"/>
                </a:cubicBezTo>
                <a:cubicBezTo>
                  <a:pt x="3580650" y="2175325"/>
                  <a:pt x="3576732" y="2173985"/>
                  <a:pt x="3571449" y="2174430"/>
                </a:cubicBezTo>
                <a:cubicBezTo>
                  <a:pt x="3566204" y="2174868"/>
                  <a:pt x="3561848" y="2175325"/>
                  <a:pt x="3557447" y="2177935"/>
                </a:cubicBezTo>
                <a:cubicBezTo>
                  <a:pt x="3554844" y="2179224"/>
                  <a:pt x="3551777" y="2179224"/>
                  <a:pt x="3550456" y="2181428"/>
                </a:cubicBezTo>
                <a:cubicBezTo>
                  <a:pt x="3549135" y="2183587"/>
                  <a:pt x="3550881" y="2186273"/>
                  <a:pt x="3550456" y="2188457"/>
                </a:cubicBezTo>
                <a:cubicBezTo>
                  <a:pt x="3550024" y="2190603"/>
                  <a:pt x="3550881" y="2193245"/>
                  <a:pt x="3550456" y="2195449"/>
                </a:cubicBezTo>
                <a:cubicBezTo>
                  <a:pt x="3549135" y="2201132"/>
                  <a:pt x="3543439" y="2203316"/>
                  <a:pt x="3543439" y="2209438"/>
                </a:cubicBezTo>
                <a:cubicBezTo>
                  <a:pt x="3543439" y="2212073"/>
                  <a:pt x="3545179" y="2213857"/>
                  <a:pt x="3545179" y="2216435"/>
                </a:cubicBezTo>
                <a:cubicBezTo>
                  <a:pt x="3545179" y="2221712"/>
                  <a:pt x="3544296" y="2225649"/>
                  <a:pt x="3545179" y="2230462"/>
                </a:cubicBezTo>
                <a:cubicBezTo>
                  <a:pt x="3545630" y="2233498"/>
                  <a:pt x="3550024" y="2234393"/>
                  <a:pt x="3550456" y="2237479"/>
                </a:cubicBezTo>
                <a:cubicBezTo>
                  <a:pt x="3550881" y="2239644"/>
                  <a:pt x="3550456" y="2241848"/>
                  <a:pt x="3550456" y="2244458"/>
                </a:cubicBezTo>
                <a:cubicBezTo>
                  <a:pt x="3550456" y="2247087"/>
                  <a:pt x="3551777" y="2249271"/>
                  <a:pt x="3550456" y="2251481"/>
                </a:cubicBezTo>
                <a:cubicBezTo>
                  <a:pt x="3549135" y="2253659"/>
                  <a:pt x="3544754" y="2249690"/>
                  <a:pt x="3543439" y="2251481"/>
                </a:cubicBezTo>
                <a:cubicBezTo>
                  <a:pt x="3541693" y="2253659"/>
                  <a:pt x="3541229" y="2255856"/>
                  <a:pt x="3539928" y="2258491"/>
                </a:cubicBezTo>
                <a:cubicBezTo>
                  <a:pt x="3538632" y="2261076"/>
                  <a:pt x="3536873" y="2262854"/>
                  <a:pt x="3536448" y="2265470"/>
                </a:cubicBezTo>
                <a:cubicBezTo>
                  <a:pt x="3535553" y="2270277"/>
                  <a:pt x="3537750" y="2274671"/>
                  <a:pt x="3536448" y="2279478"/>
                </a:cubicBezTo>
                <a:cubicBezTo>
                  <a:pt x="3536003" y="2282577"/>
                  <a:pt x="3531603" y="2283466"/>
                  <a:pt x="3531177" y="2286482"/>
                </a:cubicBezTo>
                <a:lnTo>
                  <a:pt x="3531177" y="2290006"/>
                </a:lnTo>
                <a:cubicBezTo>
                  <a:pt x="3531177" y="2294362"/>
                  <a:pt x="3533813" y="2296572"/>
                  <a:pt x="3534683" y="2300503"/>
                </a:cubicBezTo>
                <a:cubicBezTo>
                  <a:pt x="3535095" y="2302700"/>
                  <a:pt x="3536448" y="2304878"/>
                  <a:pt x="3536448" y="2307520"/>
                </a:cubicBezTo>
                <a:lnTo>
                  <a:pt x="3536448" y="2314492"/>
                </a:lnTo>
                <a:cubicBezTo>
                  <a:pt x="3536448" y="2317134"/>
                  <a:pt x="3538175" y="2318880"/>
                  <a:pt x="3538175" y="2321547"/>
                </a:cubicBezTo>
                <a:cubicBezTo>
                  <a:pt x="3538632" y="2326779"/>
                  <a:pt x="3538175" y="2329421"/>
                  <a:pt x="3538175" y="2334653"/>
                </a:cubicBezTo>
                <a:cubicBezTo>
                  <a:pt x="3540798" y="2334653"/>
                  <a:pt x="3542550" y="2335523"/>
                  <a:pt x="3545179" y="2335523"/>
                </a:cubicBezTo>
                <a:cubicBezTo>
                  <a:pt x="3550456" y="2335523"/>
                  <a:pt x="3553936" y="2334653"/>
                  <a:pt x="3559194" y="2334653"/>
                </a:cubicBezTo>
                <a:cubicBezTo>
                  <a:pt x="3561848" y="2334653"/>
                  <a:pt x="3560514" y="2340317"/>
                  <a:pt x="3562730" y="2340756"/>
                </a:cubicBezTo>
                <a:cubicBezTo>
                  <a:pt x="3564870" y="2341232"/>
                  <a:pt x="3567493" y="2340317"/>
                  <a:pt x="3569716" y="2340756"/>
                </a:cubicBezTo>
                <a:cubicBezTo>
                  <a:pt x="3571900" y="2341232"/>
                  <a:pt x="3574059" y="2342508"/>
                  <a:pt x="3576732" y="2342508"/>
                </a:cubicBezTo>
                <a:cubicBezTo>
                  <a:pt x="3579342" y="2342508"/>
                  <a:pt x="3581101" y="2340756"/>
                  <a:pt x="3583711" y="2340756"/>
                </a:cubicBezTo>
                <a:cubicBezTo>
                  <a:pt x="3588994" y="2340317"/>
                  <a:pt x="3593795" y="2341638"/>
                  <a:pt x="3597725" y="2339022"/>
                </a:cubicBezTo>
                <a:cubicBezTo>
                  <a:pt x="3600329" y="2337282"/>
                  <a:pt x="3601237" y="2334653"/>
                  <a:pt x="3602970" y="2332062"/>
                </a:cubicBezTo>
                <a:cubicBezTo>
                  <a:pt x="3604279" y="2329840"/>
                  <a:pt x="3606050" y="2327617"/>
                  <a:pt x="3606476" y="2325014"/>
                </a:cubicBezTo>
                <a:cubicBezTo>
                  <a:pt x="3606920" y="2322829"/>
                  <a:pt x="3606476" y="2320658"/>
                  <a:pt x="3606476" y="2318010"/>
                </a:cubicBezTo>
                <a:cubicBezTo>
                  <a:pt x="3606920" y="2309704"/>
                  <a:pt x="3605155" y="2304878"/>
                  <a:pt x="3606476" y="2296998"/>
                </a:cubicBezTo>
                <a:cubicBezTo>
                  <a:pt x="3606920" y="2294813"/>
                  <a:pt x="3607784" y="2292153"/>
                  <a:pt x="3608209" y="2290006"/>
                </a:cubicBezTo>
                <a:cubicBezTo>
                  <a:pt x="3609073" y="2286914"/>
                  <a:pt x="3612184" y="2286076"/>
                  <a:pt x="3613511" y="2282983"/>
                </a:cubicBezTo>
                <a:cubicBezTo>
                  <a:pt x="3614801" y="2279948"/>
                  <a:pt x="3618306" y="2279034"/>
                  <a:pt x="3618757" y="2275979"/>
                </a:cubicBezTo>
                <a:cubicBezTo>
                  <a:pt x="3619614" y="2271172"/>
                  <a:pt x="3618757" y="2267242"/>
                  <a:pt x="3618757" y="2261996"/>
                </a:cubicBezTo>
                <a:cubicBezTo>
                  <a:pt x="3618757" y="2256751"/>
                  <a:pt x="3617861" y="2252783"/>
                  <a:pt x="3618757" y="2247938"/>
                </a:cubicBezTo>
                <a:cubicBezTo>
                  <a:pt x="3619169" y="2244915"/>
                  <a:pt x="3623557" y="2244915"/>
                  <a:pt x="3625748" y="2242699"/>
                </a:cubicBezTo>
                <a:cubicBezTo>
                  <a:pt x="3628383" y="2240114"/>
                  <a:pt x="3632307" y="2240114"/>
                  <a:pt x="3634479" y="2237479"/>
                </a:cubicBezTo>
                <a:cubicBezTo>
                  <a:pt x="3636257" y="2235250"/>
                  <a:pt x="3641496" y="2235701"/>
                  <a:pt x="3641496" y="2232209"/>
                </a:cubicBezTo>
                <a:close/>
                <a:moveTo>
                  <a:pt x="2704642" y="898728"/>
                </a:moveTo>
                <a:cubicBezTo>
                  <a:pt x="2705950" y="898544"/>
                  <a:pt x="2707081" y="899191"/>
                  <a:pt x="2708135" y="898728"/>
                </a:cubicBezTo>
                <a:cubicBezTo>
                  <a:pt x="2711215" y="897197"/>
                  <a:pt x="2714294" y="895235"/>
                  <a:pt x="2714294" y="891711"/>
                </a:cubicBezTo>
                <a:cubicBezTo>
                  <a:pt x="2714294" y="889539"/>
                  <a:pt x="2713418" y="888218"/>
                  <a:pt x="2712535" y="886466"/>
                </a:cubicBezTo>
                <a:cubicBezTo>
                  <a:pt x="2711653" y="884948"/>
                  <a:pt x="2709697" y="884720"/>
                  <a:pt x="2709011" y="882980"/>
                </a:cubicBezTo>
                <a:cubicBezTo>
                  <a:pt x="2708814" y="881894"/>
                  <a:pt x="2708586" y="880567"/>
                  <a:pt x="2708135" y="879443"/>
                </a:cubicBezTo>
                <a:cubicBezTo>
                  <a:pt x="2707690" y="878382"/>
                  <a:pt x="2708586" y="876833"/>
                  <a:pt x="2708135" y="875944"/>
                </a:cubicBezTo>
                <a:cubicBezTo>
                  <a:pt x="2707284" y="874610"/>
                  <a:pt x="2705950" y="874013"/>
                  <a:pt x="2704642" y="873334"/>
                </a:cubicBezTo>
                <a:cubicBezTo>
                  <a:pt x="2703563" y="872674"/>
                  <a:pt x="2702229" y="873791"/>
                  <a:pt x="2701143" y="873334"/>
                </a:cubicBezTo>
                <a:cubicBezTo>
                  <a:pt x="2699626" y="872890"/>
                  <a:pt x="2699169" y="870934"/>
                  <a:pt x="2697626" y="870692"/>
                </a:cubicBezTo>
                <a:lnTo>
                  <a:pt x="2695879" y="870692"/>
                </a:lnTo>
                <a:cubicBezTo>
                  <a:pt x="2693676" y="870692"/>
                  <a:pt x="2692596" y="871588"/>
                  <a:pt x="2690641" y="872470"/>
                </a:cubicBezTo>
                <a:cubicBezTo>
                  <a:pt x="2689548" y="872890"/>
                  <a:pt x="2688018" y="872674"/>
                  <a:pt x="2687116" y="873334"/>
                </a:cubicBezTo>
                <a:cubicBezTo>
                  <a:pt x="2686024" y="874210"/>
                  <a:pt x="2686475" y="875944"/>
                  <a:pt x="2685389" y="876833"/>
                </a:cubicBezTo>
                <a:cubicBezTo>
                  <a:pt x="2684278" y="877722"/>
                  <a:pt x="2682970" y="877722"/>
                  <a:pt x="2681865" y="878579"/>
                </a:cubicBezTo>
                <a:cubicBezTo>
                  <a:pt x="2680785" y="877722"/>
                  <a:pt x="2679465" y="877931"/>
                  <a:pt x="2678398" y="876833"/>
                </a:cubicBezTo>
                <a:cubicBezTo>
                  <a:pt x="2677293" y="875753"/>
                  <a:pt x="2677718" y="874439"/>
                  <a:pt x="2676626" y="873334"/>
                </a:cubicBezTo>
                <a:cubicBezTo>
                  <a:pt x="2675534" y="872248"/>
                  <a:pt x="2674213" y="872470"/>
                  <a:pt x="2673121" y="871588"/>
                </a:cubicBezTo>
                <a:lnTo>
                  <a:pt x="2664796" y="872470"/>
                </a:lnTo>
                <a:cubicBezTo>
                  <a:pt x="2664796" y="873791"/>
                  <a:pt x="2665222" y="874610"/>
                  <a:pt x="2665222" y="875944"/>
                </a:cubicBezTo>
                <a:cubicBezTo>
                  <a:pt x="2665222" y="877284"/>
                  <a:pt x="2664358" y="878147"/>
                  <a:pt x="2664358" y="879443"/>
                </a:cubicBezTo>
                <a:cubicBezTo>
                  <a:pt x="2664358" y="881672"/>
                  <a:pt x="2664796" y="882751"/>
                  <a:pt x="2664796" y="884948"/>
                </a:cubicBezTo>
                <a:cubicBezTo>
                  <a:pt x="2664796" y="886917"/>
                  <a:pt x="2663945" y="888022"/>
                  <a:pt x="2664358" y="889952"/>
                </a:cubicBezTo>
                <a:cubicBezTo>
                  <a:pt x="2664358" y="890631"/>
                  <a:pt x="2665901" y="889539"/>
                  <a:pt x="2666130" y="889952"/>
                </a:cubicBezTo>
                <a:cubicBezTo>
                  <a:pt x="2664796" y="890193"/>
                  <a:pt x="2663698" y="889768"/>
                  <a:pt x="2662612" y="889952"/>
                </a:cubicBezTo>
                <a:cubicBezTo>
                  <a:pt x="2661278" y="890193"/>
                  <a:pt x="2660421" y="891489"/>
                  <a:pt x="2659100" y="891711"/>
                </a:cubicBezTo>
                <a:cubicBezTo>
                  <a:pt x="2658008" y="891952"/>
                  <a:pt x="2656713" y="891489"/>
                  <a:pt x="2655608" y="891711"/>
                </a:cubicBezTo>
                <a:cubicBezTo>
                  <a:pt x="2652979" y="892390"/>
                  <a:pt x="2651448" y="894365"/>
                  <a:pt x="2648616" y="894365"/>
                </a:cubicBezTo>
                <a:cubicBezTo>
                  <a:pt x="2646857" y="894365"/>
                  <a:pt x="2646622" y="892168"/>
                  <a:pt x="2645111" y="891711"/>
                </a:cubicBezTo>
                <a:lnTo>
                  <a:pt x="2641155" y="892606"/>
                </a:lnTo>
                <a:lnTo>
                  <a:pt x="2641155" y="917568"/>
                </a:lnTo>
                <a:cubicBezTo>
                  <a:pt x="2642273" y="917568"/>
                  <a:pt x="2643155" y="917987"/>
                  <a:pt x="2644235" y="917987"/>
                </a:cubicBezTo>
                <a:cubicBezTo>
                  <a:pt x="2647740" y="917987"/>
                  <a:pt x="2649474" y="917752"/>
                  <a:pt x="2652979" y="917568"/>
                </a:cubicBezTo>
                <a:lnTo>
                  <a:pt x="2652979" y="928496"/>
                </a:lnTo>
                <a:cubicBezTo>
                  <a:pt x="2651017" y="928706"/>
                  <a:pt x="2649474" y="928928"/>
                  <a:pt x="2647740" y="929354"/>
                </a:cubicBezTo>
                <a:cubicBezTo>
                  <a:pt x="2646622" y="929614"/>
                  <a:pt x="2645111" y="928928"/>
                  <a:pt x="2644235" y="929354"/>
                </a:cubicBezTo>
                <a:cubicBezTo>
                  <a:pt x="2643155" y="930033"/>
                  <a:pt x="2643155" y="931557"/>
                  <a:pt x="2642463" y="932865"/>
                </a:cubicBezTo>
                <a:cubicBezTo>
                  <a:pt x="2641815" y="934192"/>
                  <a:pt x="2640965" y="935088"/>
                  <a:pt x="2640723" y="936396"/>
                </a:cubicBezTo>
                <a:cubicBezTo>
                  <a:pt x="2640298" y="938783"/>
                  <a:pt x="2641593" y="941000"/>
                  <a:pt x="2640723" y="943387"/>
                </a:cubicBezTo>
                <a:cubicBezTo>
                  <a:pt x="2640298" y="944689"/>
                  <a:pt x="2637650" y="943825"/>
                  <a:pt x="2637224" y="945127"/>
                </a:cubicBezTo>
                <a:cubicBezTo>
                  <a:pt x="2636793" y="946226"/>
                  <a:pt x="2636342" y="947318"/>
                  <a:pt x="2636342" y="948639"/>
                </a:cubicBezTo>
                <a:cubicBezTo>
                  <a:pt x="2636342" y="949940"/>
                  <a:pt x="2636564" y="951039"/>
                  <a:pt x="2637224" y="952144"/>
                </a:cubicBezTo>
                <a:cubicBezTo>
                  <a:pt x="2637885" y="953465"/>
                  <a:pt x="2639415" y="953890"/>
                  <a:pt x="2640723" y="954754"/>
                </a:cubicBezTo>
                <a:cubicBezTo>
                  <a:pt x="2642463" y="955878"/>
                  <a:pt x="2643809" y="956519"/>
                  <a:pt x="2645968" y="956519"/>
                </a:cubicBezTo>
                <a:cubicBezTo>
                  <a:pt x="2648178" y="956519"/>
                  <a:pt x="2649048" y="954106"/>
                  <a:pt x="2651239" y="953890"/>
                </a:cubicBezTo>
                <a:cubicBezTo>
                  <a:pt x="2652560" y="953890"/>
                  <a:pt x="2653645" y="953681"/>
                  <a:pt x="2654700" y="953890"/>
                </a:cubicBezTo>
                <a:cubicBezTo>
                  <a:pt x="2655836" y="954106"/>
                  <a:pt x="2656928" y="954754"/>
                  <a:pt x="2658249" y="954754"/>
                </a:cubicBezTo>
                <a:cubicBezTo>
                  <a:pt x="2659100" y="954754"/>
                  <a:pt x="2659100" y="956049"/>
                  <a:pt x="2659983" y="956049"/>
                </a:cubicBezTo>
                <a:cubicBezTo>
                  <a:pt x="2662396" y="956049"/>
                  <a:pt x="2663488" y="954544"/>
                  <a:pt x="2665222" y="953007"/>
                </a:cubicBezTo>
                <a:cubicBezTo>
                  <a:pt x="2666333" y="952144"/>
                  <a:pt x="2667863" y="951903"/>
                  <a:pt x="2668727" y="950391"/>
                </a:cubicBezTo>
                <a:cubicBezTo>
                  <a:pt x="2669171" y="949293"/>
                  <a:pt x="2668301" y="947972"/>
                  <a:pt x="2668727" y="946918"/>
                </a:cubicBezTo>
                <a:cubicBezTo>
                  <a:pt x="2669609" y="945362"/>
                  <a:pt x="2671368" y="945572"/>
                  <a:pt x="2672251" y="944283"/>
                </a:cubicBezTo>
                <a:lnTo>
                  <a:pt x="2702026" y="944283"/>
                </a:lnTo>
                <a:lnTo>
                  <a:pt x="2702026" y="939222"/>
                </a:lnTo>
                <a:cubicBezTo>
                  <a:pt x="2702026" y="936148"/>
                  <a:pt x="2699391" y="935088"/>
                  <a:pt x="2699391" y="931995"/>
                </a:cubicBezTo>
                <a:cubicBezTo>
                  <a:pt x="2699391" y="930478"/>
                  <a:pt x="2702229" y="931557"/>
                  <a:pt x="2702909" y="930268"/>
                </a:cubicBezTo>
                <a:cubicBezTo>
                  <a:pt x="2703563" y="928928"/>
                  <a:pt x="2704210" y="928052"/>
                  <a:pt x="2704642" y="926731"/>
                </a:cubicBezTo>
                <a:cubicBezTo>
                  <a:pt x="2704877" y="925664"/>
                  <a:pt x="2704642" y="924559"/>
                  <a:pt x="2704642" y="923245"/>
                </a:cubicBezTo>
                <a:cubicBezTo>
                  <a:pt x="2704877" y="920648"/>
                  <a:pt x="2704414" y="918876"/>
                  <a:pt x="2704642" y="916222"/>
                </a:cubicBezTo>
                <a:cubicBezTo>
                  <a:pt x="2704642" y="914927"/>
                  <a:pt x="2705519" y="914044"/>
                  <a:pt x="2705519" y="912723"/>
                </a:cubicBezTo>
                <a:cubicBezTo>
                  <a:pt x="2705519" y="910132"/>
                  <a:pt x="2704877" y="908354"/>
                  <a:pt x="2704642" y="905738"/>
                </a:cubicBezTo>
                <a:close/>
                <a:moveTo>
                  <a:pt x="5253437" y="776141"/>
                </a:moveTo>
                <a:cubicBezTo>
                  <a:pt x="5255431" y="776141"/>
                  <a:pt x="5256974" y="775709"/>
                  <a:pt x="5258701" y="775303"/>
                </a:cubicBezTo>
                <a:cubicBezTo>
                  <a:pt x="5260041" y="775061"/>
                  <a:pt x="5260905" y="773531"/>
                  <a:pt x="5262435" y="773531"/>
                </a:cubicBezTo>
                <a:lnTo>
                  <a:pt x="5305964" y="773531"/>
                </a:lnTo>
                <a:lnTo>
                  <a:pt x="5305964" y="766514"/>
                </a:lnTo>
                <a:cubicBezTo>
                  <a:pt x="5306218" y="763435"/>
                  <a:pt x="5305964" y="761053"/>
                  <a:pt x="5307710" y="758659"/>
                </a:cubicBezTo>
                <a:cubicBezTo>
                  <a:pt x="5308606" y="757301"/>
                  <a:pt x="5309914" y="756862"/>
                  <a:pt x="5311222" y="755986"/>
                </a:cubicBezTo>
                <a:cubicBezTo>
                  <a:pt x="5313006" y="757301"/>
                  <a:pt x="5313857" y="758418"/>
                  <a:pt x="5315616" y="759510"/>
                </a:cubicBezTo>
                <a:cubicBezTo>
                  <a:pt x="5317369" y="760609"/>
                  <a:pt x="5318677" y="762152"/>
                  <a:pt x="5320868" y="762152"/>
                </a:cubicBezTo>
                <a:cubicBezTo>
                  <a:pt x="5323503" y="762152"/>
                  <a:pt x="5325224" y="760393"/>
                  <a:pt x="5327846" y="760393"/>
                </a:cubicBezTo>
                <a:cubicBezTo>
                  <a:pt x="5330062" y="760393"/>
                  <a:pt x="5331358" y="761257"/>
                  <a:pt x="5333110" y="762152"/>
                </a:cubicBezTo>
                <a:cubicBezTo>
                  <a:pt x="5334654" y="763015"/>
                  <a:pt x="5335079" y="764965"/>
                  <a:pt x="5336635" y="765657"/>
                </a:cubicBezTo>
                <a:cubicBezTo>
                  <a:pt x="5337714" y="766083"/>
                  <a:pt x="5339029" y="766083"/>
                  <a:pt x="5340134" y="766514"/>
                </a:cubicBezTo>
                <a:cubicBezTo>
                  <a:pt x="5341651" y="767181"/>
                  <a:pt x="5342318" y="768502"/>
                  <a:pt x="5343626" y="769150"/>
                </a:cubicBezTo>
                <a:cubicBezTo>
                  <a:pt x="5343182" y="770235"/>
                  <a:pt x="5343398" y="771569"/>
                  <a:pt x="5342743" y="772642"/>
                </a:cubicBezTo>
                <a:cubicBezTo>
                  <a:pt x="5341880" y="774153"/>
                  <a:pt x="5339264" y="774153"/>
                  <a:pt x="5339264" y="776141"/>
                </a:cubicBezTo>
                <a:cubicBezTo>
                  <a:pt x="5339264" y="778567"/>
                  <a:pt x="5339264" y="780738"/>
                  <a:pt x="5341016" y="782275"/>
                </a:cubicBezTo>
                <a:cubicBezTo>
                  <a:pt x="5342102" y="783132"/>
                  <a:pt x="5343182" y="783132"/>
                  <a:pt x="5344731" y="783132"/>
                </a:cubicBezTo>
                <a:lnTo>
                  <a:pt x="5361800" y="783132"/>
                </a:lnTo>
                <a:cubicBezTo>
                  <a:pt x="5365280" y="783132"/>
                  <a:pt x="5366854" y="780548"/>
                  <a:pt x="5369013" y="777900"/>
                </a:cubicBezTo>
                <a:cubicBezTo>
                  <a:pt x="5370118" y="776604"/>
                  <a:pt x="5370556" y="775709"/>
                  <a:pt x="5371642" y="774395"/>
                </a:cubicBezTo>
                <a:cubicBezTo>
                  <a:pt x="5372735" y="773093"/>
                  <a:pt x="5373204" y="770889"/>
                  <a:pt x="5375141" y="770889"/>
                </a:cubicBezTo>
                <a:cubicBezTo>
                  <a:pt x="5379745" y="770889"/>
                  <a:pt x="5380628" y="775474"/>
                  <a:pt x="5383891" y="778802"/>
                </a:cubicBezTo>
                <a:cubicBezTo>
                  <a:pt x="5385015" y="779887"/>
                  <a:pt x="5386317" y="780548"/>
                  <a:pt x="5387416" y="781392"/>
                </a:cubicBezTo>
                <a:cubicBezTo>
                  <a:pt x="5387613" y="780097"/>
                  <a:pt x="5387174" y="779214"/>
                  <a:pt x="5387416" y="777900"/>
                </a:cubicBezTo>
                <a:cubicBezTo>
                  <a:pt x="5387613" y="776351"/>
                  <a:pt x="5388737" y="775709"/>
                  <a:pt x="5389162" y="774395"/>
                </a:cubicBezTo>
                <a:cubicBezTo>
                  <a:pt x="5390229" y="774852"/>
                  <a:pt x="5391569" y="774852"/>
                  <a:pt x="5392667" y="775303"/>
                </a:cubicBezTo>
                <a:cubicBezTo>
                  <a:pt x="5394191" y="775957"/>
                  <a:pt x="5394642" y="777900"/>
                  <a:pt x="5396388" y="777900"/>
                </a:cubicBezTo>
                <a:lnTo>
                  <a:pt x="5406682" y="777900"/>
                </a:lnTo>
                <a:cubicBezTo>
                  <a:pt x="5406428" y="776789"/>
                  <a:pt x="5407113" y="775474"/>
                  <a:pt x="5406682" y="774395"/>
                </a:cubicBezTo>
                <a:cubicBezTo>
                  <a:pt x="5406021" y="772858"/>
                  <a:pt x="5404700" y="772452"/>
                  <a:pt x="5404053" y="770889"/>
                </a:cubicBezTo>
                <a:cubicBezTo>
                  <a:pt x="5403811" y="770007"/>
                  <a:pt x="5403380" y="768705"/>
                  <a:pt x="5403151" y="767822"/>
                </a:cubicBezTo>
                <a:cubicBezTo>
                  <a:pt x="5400548" y="768045"/>
                  <a:pt x="5398776" y="768248"/>
                  <a:pt x="5396134" y="768248"/>
                </a:cubicBezTo>
                <a:cubicBezTo>
                  <a:pt x="5394833" y="768248"/>
                  <a:pt x="5393975" y="767822"/>
                  <a:pt x="5392667" y="767822"/>
                </a:cubicBezTo>
                <a:lnTo>
                  <a:pt x="5392667" y="758418"/>
                </a:lnTo>
                <a:cubicBezTo>
                  <a:pt x="5392667" y="755351"/>
                  <a:pt x="5395518" y="754049"/>
                  <a:pt x="5397906" y="752513"/>
                </a:cubicBezTo>
                <a:cubicBezTo>
                  <a:pt x="5399004" y="751846"/>
                  <a:pt x="5400548" y="753167"/>
                  <a:pt x="5401417" y="752513"/>
                </a:cubicBezTo>
                <a:cubicBezTo>
                  <a:pt x="5402738" y="751630"/>
                  <a:pt x="5402960" y="750309"/>
                  <a:pt x="5404053" y="749026"/>
                </a:cubicBezTo>
                <a:cubicBezTo>
                  <a:pt x="5404935" y="747909"/>
                  <a:pt x="5405107" y="746620"/>
                  <a:pt x="5405818" y="745489"/>
                </a:cubicBezTo>
                <a:cubicBezTo>
                  <a:pt x="5406428" y="744175"/>
                  <a:pt x="5407564" y="743337"/>
                  <a:pt x="5408428" y="742022"/>
                </a:cubicBezTo>
                <a:cubicBezTo>
                  <a:pt x="5409279" y="740702"/>
                  <a:pt x="5409952" y="739832"/>
                  <a:pt x="5411063" y="738504"/>
                </a:cubicBezTo>
                <a:cubicBezTo>
                  <a:pt x="5412168" y="737184"/>
                  <a:pt x="5412784" y="735653"/>
                  <a:pt x="5414556" y="734993"/>
                </a:cubicBezTo>
                <a:cubicBezTo>
                  <a:pt x="5415629" y="734777"/>
                  <a:pt x="5416962" y="735431"/>
                  <a:pt x="5418029" y="734993"/>
                </a:cubicBezTo>
                <a:lnTo>
                  <a:pt x="5421553" y="733253"/>
                </a:lnTo>
                <a:cubicBezTo>
                  <a:pt x="5423084" y="732383"/>
                  <a:pt x="5423306" y="730427"/>
                  <a:pt x="5424176" y="728865"/>
                </a:cubicBezTo>
                <a:cubicBezTo>
                  <a:pt x="5426589" y="725392"/>
                  <a:pt x="5428329" y="723372"/>
                  <a:pt x="5431193" y="720121"/>
                </a:cubicBezTo>
                <a:cubicBezTo>
                  <a:pt x="5434698" y="716191"/>
                  <a:pt x="5436882" y="713771"/>
                  <a:pt x="5440832" y="710495"/>
                </a:cubicBezTo>
                <a:cubicBezTo>
                  <a:pt x="5443448" y="708310"/>
                  <a:pt x="5445848" y="706989"/>
                  <a:pt x="5449563" y="706989"/>
                </a:cubicBezTo>
                <a:cubicBezTo>
                  <a:pt x="5451532" y="706989"/>
                  <a:pt x="5453075" y="707415"/>
                  <a:pt x="5454808" y="707840"/>
                </a:cubicBezTo>
                <a:cubicBezTo>
                  <a:pt x="5456796" y="708310"/>
                  <a:pt x="5457888" y="709618"/>
                  <a:pt x="5460066" y="709618"/>
                </a:cubicBezTo>
                <a:lnTo>
                  <a:pt x="5461825" y="709618"/>
                </a:lnTo>
                <a:cubicBezTo>
                  <a:pt x="5463381" y="709618"/>
                  <a:pt x="5464022" y="708520"/>
                  <a:pt x="5465318" y="707840"/>
                </a:cubicBezTo>
                <a:cubicBezTo>
                  <a:pt x="5466854" y="706989"/>
                  <a:pt x="5466854" y="704348"/>
                  <a:pt x="5468816" y="704348"/>
                </a:cubicBezTo>
                <a:lnTo>
                  <a:pt x="5470626" y="704348"/>
                </a:lnTo>
                <a:cubicBezTo>
                  <a:pt x="5472341" y="704348"/>
                  <a:pt x="5472131" y="706989"/>
                  <a:pt x="5473198" y="707840"/>
                </a:cubicBezTo>
                <a:cubicBezTo>
                  <a:pt x="5474277" y="708736"/>
                  <a:pt x="5474277" y="710920"/>
                  <a:pt x="5475839" y="711384"/>
                </a:cubicBezTo>
                <a:cubicBezTo>
                  <a:pt x="5476932" y="711784"/>
                  <a:pt x="5478221" y="712050"/>
                  <a:pt x="5479345" y="712241"/>
                </a:cubicBezTo>
                <a:cubicBezTo>
                  <a:pt x="5480431" y="712469"/>
                  <a:pt x="5481732" y="712050"/>
                  <a:pt x="5482850" y="712241"/>
                </a:cubicBezTo>
                <a:cubicBezTo>
                  <a:pt x="5484374" y="712469"/>
                  <a:pt x="5484799" y="714190"/>
                  <a:pt x="5486342" y="714851"/>
                </a:cubicBezTo>
                <a:cubicBezTo>
                  <a:pt x="5485028" y="716832"/>
                  <a:pt x="5482850" y="717708"/>
                  <a:pt x="5482850" y="720121"/>
                </a:cubicBezTo>
                <a:lnTo>
                  <a:pt x="5482850" y="721867"/>
                </a:lnTo>
                <a:cubicBezTo>
                  <a:pt x="5483053" y="723195"/>
                  <a:pt x="5483929" y="724268"/>
                  <a:pt x="5484583" y="725392"/>
                </a:cubicBezTo>
                <a:cubicBezTo>
                  <a:pt x="5485263" y="726459"/>
                  <a:pt x="5487454" y="725798"/>
                  <a:pt x="5488070" y="727119"/>
                </a:cubicBezTo>
                <a:cubicBezTo>
                  <a:pt x="5488533" y="728198"/>
                  <a:pt x="5488070" y="729507"/>
                  <a:pt x="5488070" y="730637"/>
                </a:cubicBezTo>
                <a:cubicBezTo>
                  <a:pt x="5488533" y="733012"/>
                  <a:pt x="5488070" y="734993"/>
                  <a:pt x="5488070" y="737615"/>
                </a:cubicBezTo>
                <a:lnTo>
                  <a:pt x="5493378" y="738504"/>
                </a:lnTo>
                <a:cubicBezTo>
                  <a:pt x="5494451" y="737825"/>
                  <a:pt x="5495759" y="737615"/>
                  <a:pt x="5496864" y="736777"/>
                </a:cubicBezTo>
                <a:cubicBezTo>
                  <a:pt x="5498179" y="735653"/>
                  <a:pt x="5498363" y="734123"/>
                  <a:pt x="5499506" y="733253"/>
                </a:cubicBezTo>
                <a:cubicBezTo>
                  <a:pt x="5502109" y="730827"/>
                  <a:pt x="5504097" y="729322"/>
                  <a:pt x="5507361" y="728002"/>
                </a:cubicBezTo>
                <a:cubicBezTo>
                  <a:pt x="5508453" y="727563"/>
                  <a:pt x="5509761" y="727786"/>
                  <a:pt x="5510866" y="727119"/>
                </a:cubicBezTo>
                <a:cubicBezTo>
                  <a:pt x="5512149" y="726459"/>
                  <a:pt x="5513025" y="725392"/>
                  <a:pt x="5514333" y="724496"/>
                </a:cubicBezTo>
                <a:cubicBezTo>
                  <a:pt x="5515648" y="723626"/>
                  <a:pt x="5516098" y="722077"/>
                  <a:pt x="5516968" y="720959"/>
                </a:cubicBezTo>
                <a:cubicBezTo>
                  <a:pt x="5518080" y="719696"/>
                  <a:pt x="5519191" y="718578"/>
                  <a:pt x="5520493" y="717492"/>
                </a:cubicBezTo>
                <a:cubicBezTo>
                  <a:pt x="5521572" y="716616"/>
                  <a:pt x="5521572" y="714413"/>
                  <a:pt x="5523134" y="713987"/>
                </a:cubicBezTo>
                <a:cubicBezTo>
                  <a:pt x="5525522" y="713104"/>
                  <a:pt x="5527725" y="713530"/>
                  <a:pt x="5530126" y="713104"/>
                </a:cubicBezTo>
                <a:cubicBezTo>
                  <a:pt x="5531231" y="712889"/>
                  <a:pt x="5532539" y="713771"/>
                  <a:pt x="5533618" y="713104"/>
                </a:cubicBezTo>
                <a:cubicBezTo>
                  <a:pt x="5534736" y="712469"/>
                  <a:pt x="5534736" y="710698"/>
                  <a:pt x="5535377" y="709618"/>
                </a:cubicBezTo>
                <a:cubicBezTo>
                  <a:pt x="5536044" y="708520"/>
                  <a:pt x="5536698" y="707415"/>
                  <a:pt x="5537136" y="706094"/>
                </a:cubicBezTo>
                <a:cubicBezTo>
                  <a:pt x="5537593" y="704805"/>
                  <a:pt x="5538685" y="703910"/>
                  <a:pt x="5538876" y="702589"/>
                </a:cubicBezTo>
                <a:cubicBezTo>
                  <a:pt x="5539320" y="700182"/>
                  <a:pt x="5538685" y="698220"/>
                  <a:pt x="5538876" y="695604"/>
                </a:cubicBezTo>
                <a:cubicBezTo>
                  <a:pt x="5539098" y="692962"/>
                  <a:pt x="5540178" y="691006"/>
                  <a:pt x="5540648" y="688606"/>
                </a:cubicBezTo>
                <a:cubicBezTo>
                  <a:pt x="5543257" y="688606"/>
                  <a:pt x="5545245" y="689019"/>
                  <a:pt x="5547658" y="688606"/>
                </a:cubicBezTo>
                <a:cubicBezTo>
                  <a:pt x="5550503" y="688149"/>
                  <a:pt x="5551805" y="685977"/>
                  <a:pt x="5554859" y="685977"/>
                </a:cubicBezTo>
                <a:lnTo>
                  <a:pt x="5572125" y="685977"/>
                </a:lnTo>
                <a:lnTo>
                  <a:pt x="5572125" y="691216"/>
                </a:lnTo>
                <a:cubicBezTo>
                  <a:pt x="5570848" y="692086"/>
                  <a:pt x="5570175" y="693216"/>
                  <a:pt x="5568657" y="693864"/>
                </a:cubicBezTo>
                <a:lnTo>
                  <a:pt x="5561647" y="697356"/>
                </a:lnTo>
                <a:cubicBezTo>
                  <a:pt x="5560314" y="698011"/>
                  <a:pt x="5559215" y="698436"/>
                  <a:pt x="5558142" y="699103"/>
                </a:cubicBezTo>
                <a:cubicBezTo>
                  <a:pt x="5556637" y="699992"/>
                  <a:pt x="5555303" y="701078"/>
                  <a:pt x="5554630" y="702589"/>
                </a:cubicBezTo>
                <a:cubicBezTo>
                  <a:pt x="5553983" y="703910"/>
                  <a:pt x="5553113" y="704805"/>
                  <a:pt x="5552897" y="706094"/>
                </a:cubicBezTo>
                <a:cubicBezTo>
                  <a:pt x="5552681" y="707199"/>
                  <a:pt x="5552217" y="708520"/>
                  <a:pt x="5552020" y="709618"/>
                </a:cubicBezTo>
                <a:cubicBezTo>
                  <a:pt x="5551805" y="710698"/>
                  <a:pt x="5552217" y="712050"/>
                  <a:pt x="5552020" y="713104"/>
                </a:cubicBezTo>
                <a:cubicBezTo>
                  <a:pt x="5551805" y="714190"/>
                  <a:pt x="5551360" y="715537"/>
                  <a:pt x="5551138" y="716616"/>
                </a:cubicBezTo>
                <a:cubicBezTo>
                  <a:pt x="5550503" y="719696"/>
                  <a:pt x="5548522" y="721429"/>
                  <a:pt x="5547658" y="724496"/>
                </a:cubicBezTo>
                <a:cubicBezTo>
                  <a:pt x="5547398" y="725576"/>
                  <a:pt x="5546979" y="726897"/>
                  <a:pt x="5546763" y="728002"/>
                </a:cubicBezTo>
                <a:cubicBezTo>
                  <a:pt x="5546553" y="729100"/>
                  <a:pt x="5546553" y="730427"/>
                  <a:pt x="5545899" y="731469"/>
                </a:cubicBezTo>
                <a:cubicBezTo>
                  <a:pt x="5545245" y="732828"/>
                  <a:pt x="5544578" y="734123"/>
                  <a:pt x="5543257" y="734993"/>
                </a:cubicBezTo>
                <a:cubicBezTo>
                  <a:pt x="5542387" y="735653"/>
                  <a:pt x="5540832" y="735431"/>
                  <a:pt x="5539746" y="735895"/>
                </a:cubicBezTo>
                <a:cubicBezTo>
                  <a:pt x="5538216" y="736504"/>
                  <a:pt x="5536895" y="736777"/>
                  <a:pt x="5535377" y="737615"/>
                </a:cubicBezTo>
                <a:cubicBezTo>
                  <a:pt x="5534253" y="738073"/>
                  <a:pt x="5532735" y="737615"/>
                  <a:pt x="5531872" y="738504"/>
                </a:cubicBezTo>
                <a:cubicBezTo>
                  <a:pt x="5530989" y="739387"/>
                  <a:pt x="5531434" y="740892"/>
                  <a:pt x="5530989" y="742022"/>
                </a:cubicBezTo>
                <a:cubicBezTo>
                  <a:pt x="5530532" y="743108"/>
                  <a:pt x="5530532" y="744410"/>
                  <a:pt x="5530126" y="745489"/>
                </a:cubicBezTo>
                <a:cubicBezTo>
                  <a:pt x="5528792" y="748582"/>
                  <a:pt x="5525954" y="749026"/>
                  <a:pt x="5523134" y="750766"/>
                </a:cubicBezTo>
                <a:cubicBezTo>
                  <a:pt x="5518975" y="753167"/>
                  <a:pt x="5516784" y="755986"/>
                  <a:pt x="5512625" y="758659"/>
                </a:cubicBezTo>
                <a:cubicBezTo>
                  <a:pt x="5508237" y="761472"/>
                  <a:pt x="5505596" y="763015"/>
                  <a:pt x="5501239" y="765657"/>
                </a:cubicBezTo>
                <a:cubicBezTo>
                  <a:pt x="5497068" y="768045"/>
                  <a:pt x="5494451" y="770445"/>
                  <a:pt x="5490724" y="773531"/>
                </a:cubicBezTo>
                <a:cubicBezTo>
                  <a:pt x="5486800" y="776789"/>
                  <a:pt x="5485263" y="780300"/>
                  <a:pt x="5481986" y="784028"/>
                </a:cubicBezTo>
                <a:cubicBezTo>
                  <a:pt x="5481078" y="785126"/>
                  <a:pt x="5480653" y="786650"/>
                  <a:pt x="5479345" y="787546"/>
                </a:cubicBezTo>
                <a:cubicBezTo>
                  <a:pt x="5476932" y="789292"/>
                  <a:pt x="5474277" y="789730"/>
                  <a:pt x="5472341" y="791933"/>
                </a:cubicBezTo>
                <a:cubicBezTo>
                  <a:pt x="5471661" y="792784"/>
                  <a:pt x="5472131" y="794321"/>
                  <a:pt x="5471471" y="795401"/>
                </a:cubicBezTo>
                <a:cubicBezTo>
                  <a:pt x="5470626" y="796963"/>
                  <a:pt x="5469705" y="798709"/>
                  <a:pt x="5467959" y="798912"/>
                </a:cubicBezTo>
                <a:cubicBezTo>
                  <a:pt x="5466854" y="799128"/>
                  <a:pt x="5465572" y="798709"/>
                  <a:pt x="5464448" y="798912"/>
                </a:cubicBezTo>
                <a:cubicBezTo>
                  <a:pt x="5462943" y="799128"/>
                  <a:pt x="5461628" y="798709"/>
                  <a:pt x="5460066" y="798912"/>
                </a:cubicBezTo>
                <a:cubicBezTo>
                  <a:pt x="5458745" y="799128"/>
                  <a:pt x="5457888" y="800442"/>
                  <a:pt x="5456599" y="800658"/>
                </a:cubicBezTo>
                <a:cubicBezTo>
                  <a:pt x="5455475" y="800893"/>
                  <a:pt x="5454167" y="801325"/>
                  <a:pt x="5453075" y="801535"/>
                </a:cubicBezTo>
                <a:cubicBezTo>
                  <a:pt x="5450027" y="802436"/>
                  <a:pt x="5448261" y="803929"/>
                  <a:pt x="5445213" y="805033"/>
                </a:cubicBezTo>
                <a:cubicBezTo>
                  <a:pt x="5443893" y="805472"/>
                  <a:pt x="5443004" y="806367"/>
                  <a:pt x="5441683" y="806786"/>
                </a:cubicBezTo>
                <a:cubicBezTo>
                  <a:pt x="5440610" y="807008"/>
                  <a:pt x="5439302" y="806367"/>
                  <a:pt x="5438165" y="806786"/>
                </a:cubicBezTo>
                <a:cubicBezTo>
                  <a:pt x="5436882" y="807243"/>
                  <a:pt x="5435549" y="807434"/>
                  <a:pt x="5434698" y="808539"/>
                </a:cubicBezTo>
                <a:cubicBezTo>
                  <a:pt x="5433580" y="809878"/>
                  <a:pt x="5432056" y="810310"/>
                  <a:pt x="5432056" y="812038"/>
                </a:cubicBezTo>
                <a:cubicBezTo>
                  <a:pt x="5432056" y="814241"/>
                  <a:pt x="5434698" y="815124"/>
                  <a:pt x="5434698" y="817308"/>
                </a:cubicBezTo>
                <a:cubicBezTo>
                  <a:pt x="5434698" y="821023"/>
                  <a:pt x="5434247" y="823658"/>
                  <a:pt x="5432926" y="826916"/>
                </a:cubicBezTo>
                <a:cubicBezTo>
                  <a:pt x="5432272" y="828694"/>
                  <a:pt x="5430526" y="829125"/>
                  <a:pt x="5429446" y="830433"/>
                </a:cubicBezTo>
                <a:cubicBezTo>
                  <a:pt x="5428557" y="831519"/>
                  <a:pt x="5426817" y="831761"/>
                  <a:pt x="5425916" y="833050"/>
                </a:cubicBezTo>
                <a:cubicBezTo>
                  <a:pt x="5425452" y="833932"/>
                  <a:pt x="5425452" y="835450"/>
                  <a:pt x="5425046" y="836574"/>
                </a:cubicBezTo>
                <a:cubicBezTo>
                  <a:pt x="5424404" y="838092"/>
                  <a:pt x="5422658" y="838993"/>
                  <a:pt x="5422404" y="840955"/>
                </a:cubicBezTo>
                <a:cubicBezTo>
                  <a:pt x="5422195" y="842721"/>
                  <a:pt x="5422404" y="843591"/>
                  <a:pt x="5422404" y="845318"/>
                </a:cubicBezTo>
                <a:cubicBezTo>
                  <a:pt x="5422404" y="847953"/>
                  <a:pt x="5423084" y="849922"/>
                  <a:pt x="5422404" y="852322"/>
                </a:cubicBezTo>
                <a:cubicBezTo>
                  <a:pt x="5421750" y="855167"/>
                  <a:pt x="5418912" y="856481"/>
                  <a:pt x="5418029" y="859339"/>
                </a:cubicBezTo>
                <a:cubicBezTo>
                  <a:pt x="5417172" y="862171"/>
                  <a:pt x="5418245" y="864127"/>
                  <a:pt x="5418029" y="867225"/>
                </a:cubicBezTo>
                <a:cubicBezTo>
                  <a:pt x="5418029" y="869854"/>
                  <a:pt x="5417172" y="871588"/>
                  <a:pt x="5417172" y="874210"/>
                </a:cubicBezTo>
                <a:cubicBezTo>
                  <a:pt x="5417172" y="888904"/>
                  <a:pt x="5419807" y="897197"/>
                  <a:pt x="5419807" y="911859"/>
                </a:cubicBezTo>
                <a:cubicBezTo>
                  <a:pt x="5419807" y="913847"/>
                  <a:pt x="5420245" y="915358"/>
                  <a:pt x="5419807" y="917130"/>
                </a:cubicBezTo>
                <a:cubicBezTo>
                  <a:pt x="5419363" y="918876"/>
                  <a:pt x="5417629" y="919308"/>
                  <a:pt x="5416295" y="920648"/>
                </a:cubicBezTo>
                <a:lnTo>
                  <a:pt x="5425452" y="935513"/>
                </a:lnTo>
                <a:lnTo>
                  <a:pt x="5425452" y="963517"/>
                </a:lnTo>
                <a:cubicBezTo>
                  <a:pt x="5427014" y="963517"/>
                  <a:pt x="5427910" y="965269"/>
                  <a:pt x="5429446" y="965269"/>
                </a:cubicBezTo>
                <a:cubicBezTo>
                  <a:pt x="5431193" y="965269"/>
                  <a:pt x="5431389" y="963091"/>
                  <a:pt x="5432926" y="962628"/>
                </a:cubicBezTo>
                <a:cubicBezTo>
                  <a:pt x="5434031" y="962412"/>
                  <a:pt x="5435352" y="962202"/>
                  <a:pt x="5436419" y="961802"/>
                </a:cubicBezTo>
                <a:cubicBezTo>
                  <a:pt x="5437752" y="961345"/>
                  <a:pt x="5438622" y="960246"/>
                  <a:pt x="5439943" y="960024"/>
                </a:cubicBezTo>
                <a:cubicBezTo>
                  <a:pt x="5441035" y="959802"/>
                  <a:pt x="5442350" y="959116"/>
                  <a:pt x="5443448" y="959116"/>
                </a:cubicBezTo>
                <a:cubicBezTo>
                  <a:pt x="5445620" y="958926"/>
                  <a:pt x="5447157" y="959116"/>
                  <a:pt x="5449563" y="959116"/>
                </a:cubicBezTo>
                <a:cubicBezTo>
                  <a:pt x="5449563" y="954970"/>
                  <a:pt x="5448928" y="952563"/>
                  <a:pt x="5449563" y="948639"/>
                </a:cubicBezTo>
                <a:cubicBezTo>
                  <a:pt x="5449563" y="947534"/>
                  <a:pt x="5449144" y="946226"/>
                  <a:pt x="5449563" y="945127"/>
                </a:cubicBezTo>
                <a:cubicBezTo>
                  <a:pt x="5450236" y="943584"/>
                  <a:pt x="5451087" y="942943"/>
                  <a:pt x="5452167" y="941641"/>
                </a:cubicBezTo>
                <a:cubicBezTo>
                  <a:pt x="5453075" y="940555"/>
                  <a:pt x="5454592" y="940758"/>
                  <a:pt x="5455716" y="939863"/>
                </a:cubicBezTo>
                <a:cubicBezTo>
                  <a:pt x="5457005" y="938783"/>
                  <a:pt x="5457463" y="937704"/>
                  <a:pt x="5458313" y="936396"/>
                </a:cubicBezTo>
                <a:cubicBezTo>
                  <a:pt x="5459209" y="935088"/>
                  <a:pt x="5460307" y="934421"/>
                  <a:pt x="5460955" y="932865"/>
                </a:cubicBezTo>
                <a:lnTo>
                  <a:pt x="5462695" y="929354"/>
                </a:lnTo>
                <a:cubicBezTo>
                  <a:pt x="5463381" y="928052"/>
                  <a:pt x="5463793" y="926953"/>
                  <a:pt x="5464448" y="925880"/>
                </a:cubicBezTo>
                <a:cubicBezTo>
                  <a:pt x="5465572" y="924109"/>
                  <a:pt x="5466638" y="922381"/>
                  <a:pt x="5468816" y="922381"/>
                </a:cubicBezTo>
                <a:lnTo>
                  <a:pt x="5470626" y="922381"/>
                </a:lnTo>
                <a:cubicBezTo>
                  <a:pt x="5472131" y="922381"/>
                  <a:pt x="5472772" y="923905"/>
                  <a:pt x="5474093" y="924109"/>
                </a:cubicBezTo>
                <a:lnTo>
                  <a:pt x="5477573" y="924109"/>
                </a:lnTo>
                <a:cubicBezTo>
                  <a:pt x="5478900" y="924109"/>
                  <a:pt x="5480011" y="924559"/>
                  <a:pt x="5481078" y="924109"/>
                </a:cubicBezTo>
                <a:cubicBezTo>
                  <a:pt x="5482424" y="923461"/>
                  <a:pt x="5482634" y="921499"/>
                  <a:pt x="5483713" y="920648"/>
                </a:cubicBezTo>
                <a:cubicBezTo>
                  <a:pt x="5484799" y="919740"/>
                  <a:pt x="5485479" y="918876"/>
                  <a:pt x="5485479" y="917320"/>
                </a:cubicBezTo>
                <a:lnTo>
                  <a:pt x="5485479" y="899610"/>
                </a:lnTo>
                <a:cubicBezTo>
                  <a:pt x="5487885" y="897197"/>
                  <a:pt x="5489206" y="894988"/>
                  <a:pt x="5491594" y="892606"/>
                </a:cubicBezTo>
                <a:cubicBezTo>
                  <a:pt x="5492686" y="891489"/>
                  <a:pt x="5494013" y="890847"/>
                  <a:pt x="5495093" y="889952"/>
                </a:cubicBezTo>
                <a:lnTo>
                  <a:pt x="5520493" y="889952"/>
                </a:lnTo>
                <a:lnTo>
                  <a:pt x="5520493" y="880109"/>
                </a:lnTo>
                <a:cubicBezTo>
                  <a:pt x="5520493" y="877284"/>
                  <a:pt x="5518302" y="875753"/>
                  <a:pt x="5516968" y="873334"/>
                </a:cubicBezTo>
                <a:cubicBezTo>
                  <a:pt x="5516352" y="871804"/>
                  <a:pt x="5514574" y="871366"/>
                  <a:pt x="5514333" y="869854"/>
                </a:cubicBezTo>
                <a:lnTo>
                  <a:pt x="5514333" y="866355"/>
                </a:lnTo>
                <a:lnTo>
                  <a:pt x="5514333" y="862812"/>
                </a:lnTo>
                <a:cubicBezTo>
                  <a:pt x="5514574" y="861307"/>
                  <a:pt x="5516352" y="860634"/>
                  <a:pt x="5516968" y="859339"/>
                </a:cubicBezTo>
                <a:cubicBezTo>
                  <a:pt x="5517857" y="857580"/>
                  <a:pt x="5519388" y="856697"/>
                  <a:pt x="5520493" y="854957"/>
                </a:cubicBezTo>
                <a:cubicBezTo>
                  <a:pt x="5521147" y="853827"/>
                  <a:pt x="5521572" y="852557"/>
                  <a:pt x="5522245" y="851458"/>
                </a:cubicBezTo>
                <a:cubicBezTo>
                  <a:pt x="5523318" y="849922"/>
                  <a:pt x="5523750" y="847953"/>
                  <a:pt x="5525744" y="847953"/>
                </a:cubicBezTo>
                <a:cubicBezTo>
                  <a:pt x="5527725" y="847953"/>
                  <a:pt x="5529497" y="847750"/>
                  <a:pt x="5530989" y="848817"/>
                </a:cubicBezTo>
                <a:cubicBezTo>
                  <a:pt x="5531872" y="849483"/>
                  <a:pt x="5531231" y="851458"/>
                  <a:pt x="5531872" y="852322"/>
                </a:cubicBezTo>
                <a:cubicBezTo>
                  <a:pt x="5532964" y="853630"/>
                  <a:pt x="5534253" y="853630"/>
                  <a:pt x="5535377" y="854957"/>
                </a:cubicBezTo>
                <a:lnTo>
                  <a:pt x="5542387" y="854957"/>
                </a:lnTo>
                <a:lnTo>
                  <a:pt x="5543257" y="847953"/>
                </a:lnTo>
                <a:cubicBezTo>
                  <a:pt x="5542387" y="846855"/>
                  <a:pt x="5541708" y="845534"/>
                  <a:pt x="5540648" y="844454"/>
                </a:cubicBezTo>
                <a:cubicBezTo>
                  <a:pt x="5538444" y="842283"/>
                  <a:pt x="5535587" y="841184"/>
                  <a:pt x="5534482" y="838295"/>
                </a:cubicBezTo>
                <a:cubicBezTo>
                  <a:pt x="5534069" y="837241"/>
                  <a:pt x="5534736" y="835920"/>
                  <a:pt x="5534482" y="834796"/>
                </a:cubicBezTo>
                <a:cubicBezTo>
                  <a:pt x="5534253" y="833723"/>
                  <a:pt x="5534736" y="832415"/>
                  <a:pt x="5534482" y="831297"/>
                </a:cubicBezTo>
                <a:cubicBezTo>
                  <a:pt x="5534253" y="830002"/>
                  <a:pt x="5532964" y="829125"/>
                  <a:pt x="5532735" y="827798"/>
                </a:cubicBezTo>
                <a:cubicBezTo>
                  <a:pt x="5532310" y="825188"/>
                  <a:pt x="5531872" y="823226"/>
                  <a:pt x="5531872" y="820375"/>
                </a:cubicBezTo>
                <a:cubicBezTo>
                  <a:pt x="5531872" y="818838"/>
                  <a:pt x="5531231" y="817498"/>
                  <a:pt x="5531872" y="816425"/>
                </a:cubicBezTo>
                <a:cubicBezTo>
                  <a:pt x="5532539" y="815339"/>
                  <a:pt x="5534482" y="815994"/>
                  <a:pt x="5535377" y="815543"/>
                </a:cubicBezTo>
                <a:cubicBezTo>
                  <a:pt x="5536469" y="814863"/>
                  <a:pt x="5537593" y="814241"/>
                  <a:pt x="5538876" y="813809"/>
                </a:cubicBezTo>
                <a:cubicBezTo>
                  <a:pt x="5538685" y="812711"/>
                  <a:pt x="5539098" y="811390"/>
                  <a:pt x="5538876" y="810310"/>
                </a:cubicBezTo>
                <a:cubicBezTo>
                  <a:pt x="5538444" y="808780"/>
                  <a:pt x="5536895" y="808316"/>
                  <a:pt x="5536260" y="806786"/>
                </a:cubicBezTo>
                <a:cubicBezTo>
                  <a:pt x="5535180" y="807008"/>
                  <a:pt x="5533847" y="806367"/>
                  <a:pt x="5532735" y="806786"/>
                </a:cubicBezTo>
                <a:cubicBezTo>
                  <a:pt x="5531231" y="807434"/>
                  <a:pt x="5531656" y="810310"/>
                  <a:pt x="5529916" y="810310"/>
                </a:cubicBezTo>
                <a:lnTo>
                  <a:pt x="5523134" y="810310"/>
                </a:lnTo>
                <a:cubicBezTo>
                  <a:pt x="5523318" y="807675"/>
                  <a:pt x="5522442" y="804824"/>
                  <a:pt x="5523134" y="802436"/>
                </a:cubicBezTo>
                <a:cubicBezTo>
                  <a:pt x="5524017" y="799572"/>
                  <a:pt x="5525522" y="798048"/>
                  <a:pt x="5526627" y="795401"/>
                </a:cubicBezTo>
                <a:cubicBezTo>
                  <a:pt x="5527039" y="794321"/>
                  <a:pt x="5526830" y="793007"/>
                  <a:pt x="5527484" y="791933"/>
                </a:cubicBezTo>
                <a:cubicBezTo>
                  <a:pt x="5528176" y="790613"/>
                  <a:pt x="5529027" y="789292"/>
                  <a:pt x="5530126" y="788415"/>
                </a:cubicBezTo>
                <a:cubicBezTo>
                  <a:pt x="5532310" y="786441"/>
                  <a:pt x="5534952" y="786866"/>
                  <a:pt x="5537136" y="784917"/>
                </a:cubicBezTo>
                <a:cubicBezTo>
                  <a:pt x="5538216" y="784028"/>
                  <a:pt x="5539098" y="782701"/>
                  <a:pt x="5539746" y="781392"/>
                </a:cubicBezTo>
                <a:cubicBezTo>
                  <a:pt x="5540406" y="780300"/>
                  <a:pt x="5540178" y="779017"/>
                  <a:pt x="5540648" y="777900"/>
                </a:cubicBezTo>
                <a:cubicBezTo>
                  <a:pt x="5541054" y="776604"/>
                  <a:pt x="5542159" y="775709"/>
                  <a:pt x="5542387" y="774395"/>
                </a:cubicBezTo>
                <a:cubicBezTo>
                  <a:pt x="5542622" y="773315"/>
                  <a:pt x="5543257" y="772020"/>
                  <a:pt x="5543257" y="770889"/>
                </a:cubicBezTo>
                <a:cubicBezTo>
                  <a:pt x="5543689" y="768045"/>
                  <a:pt x="5543048" y="766083"/>
                  <a:pt x="5543257" y="763015"/>
                </a:cubicBezTo>
                <a:cubicBezTo>
                  <a:pt x="5543257" y="761714"/>
                  <a:pt x="5543924" y="760609"/>
                  <a:pt x="5544140" y="759510"/>
                </a:cubicBezTo>
                <a:cubicBezTo>
                  <a:pt x="5544337" y="758418"/>
                  <a:pt x="5544337" y="757123"/>
                  <a:pt x="5544997" y="755986"/>
                </a:cubicBezTo>
                <a:cubicBezTo>
                  <a:pt x="5545658" y="754697"/>
                  <a:pt x="5546331" y="753376"/>
                  <a:pt x="5547658" y="752513"/>
                </a:cubicBezTo>
                <a:cubicBezTo>
                  <a:pt x="5548522" y="751846"/>
                  <a:pt x="5550020" y="751846"/>
                  <a:pt x="5551138" y="751630"/>
                </a:cubicBezTo>
                <a:cubicBezTo>
                  <a:pt x="5552217" y="751414"/>
                  <a:pt x="5553309" y="750766"/>
                  <a:pt x="5554630" y="750766"/>
                </a:cubicBezTo>
                <a:cubicBezTo>
                  <a:pt x="5557697" y="750766"/>
                  <a:pt x="5559215" y="752513"/>
                  <a:pt x="5561647" y="754272"/>
                </a:cubicBezTo>
                <a:cubicBezTo>
                  <a:pt x="5562727" y="754932"/>
                  <a:pt x="5562536" y="756862"/>
                  <a:pt x="5563419" y="757764"/>
                </a:cubicBezTo>
                <a:cubicBezTo>
                  <a:pt x="5564911" y="759294"/>
                  <a:pt x="5566454" y="760393"/>
                  <a:pt x="5568657" y="760393"/>
                </a:cubicBezTo>
                <a:cubicBezTo>
                  <a:pt x="5570848" y="760393"/>
                  <a:pt x="5572125" y="759510"/>
                  <a:pt x="5573941" y="758659"/>
                </a:cubicBezTo>
                <a:cubicBezTo>
                  <a:pt x="5575223" y="758005"/>
                  <a:pt x="5575427" y="756246"/>
                  <a:pt x="5576538" y="755135"/>
                </a:cubicBezTo>
                <a:cubicBezTo>
                  <a:pt x="5577636" y="754049"/>
                  <a:pt x="5577846" y="752735"/>
                  <a:pt x="5579167" y="751630"/>
                </a:cubicBezTo>
                <a:cubicBezTo>
                  <a:pt x="5580259" y="750766"/>
                  <a:pt x="5581561" y="750544"/>
                  <a:pt x="5582634" y="749903"/>
                </a:cubicBezTo>
                <a:cubicBezTo>
                  <a:pt x="5583542" y="751217"/>
                  <a:pt x="5585491" y="750976"/>
                  <a:pt x="5586152" y="752513"/>
                </a:cubicBezTo>
                <a:cubicBezTo>
                  <a:pt x="5586622" y="753617"/>
                  <a:pt x="5585733" y="754932"/>
                  <a:pt x="5586152" y="755986"/>
                </a:cubicBezTo>
                <a:cubicBezTo>
                  <a:pt x="5586812" y="757548"/>
                  <a:pt x="5588133" y="758005"/>
                  <a:pt x="5588781" y="759510"/>
                </a:cubicBezTo>
                <a:cubicBezTo>
                  <a:pt x="5589873" y="759294"/>
                  <a:pt x="5591213" y="759726"/>
                  <a:pt x="5592286" y="759510"/>
                </a:cubicBezTo>
                <a:cubicBezTo>
                  <a:pt x="5593848" y="759085"/>
                  <a:pt x="5594451" y="757764"/>
                  <a:pt x="5595785" y="756862"/>
                </a:cubicBezTo>
                <a:cubicBezTo>
                  <a:pt x="5597093" y="755986"/>
                  <a:pt x="5598191" y="755351"/>
                  <a:pt x="5599303" y="754272"/>
                </a:cubicBezTo>
                <a:cubicBezTo>
                  <a:pt x="5601703" y="751846"/>
                  <a:pt x="5602579" y="749903"/>
                  <a:pt x="5604541" y="747280"/>
                </a:cubicBezTo>
                <a:cubicBezTo>
                  <a:pt x="5605399" y="745959"/>
                  <a:pt x="5605646" y="744410"/>
                  <a:pt x="5607170" y="743750"/>
                </a:cubicBezTo>
                <a:cubicBezTo>
                  <a:pt x="5608904" y="743108"/>
                  <a:pt x="5610459" y="743750"/>
                  <a:pt x="5612428" y="743750"/>
                </a:cubicBezTo>
                <a:cubicBezTo>
                  <a:pt x="5614396" y="743750"/>
                  <a:pt x="5615692" y="743534"/>
                  <a:pt x="5617692" y="743750"/>
                </a:cubicBezTo>
                <a:cubicBezTo>
                  <a:pt x="5619000" y="743750"/>
                  <a:pt x="5620118" y="744632"/>
                  <a:pt x="5621159" y="744632"/>
                </a:cubicBezTo>
                <a:cubicBezTo>
                  <a:pt x="5622505" y="744842"/>
                  <a:pt x="5623356" y="745489"/>
                  <a:pt x="5624893" y="745489"/>
                </a:cubicBezTo>
                <a:lnTo>
                  <a:pt x="5650077" y="745489"/>
                </a:lnTo>
                <a:cubicBezTo>
                  <a:pt x="5650077" y="748106"/>
                  <a:pt x="5649855" y="749903"/>
                  <a:pt x="5650077" y="752513"/>
                </a:cubicBezTo>
                <a:cubicBezTo>
                  <a:pt x="5650077" y="753833"/>
                  <a:pt x="5649855" y="754932"/>
                  <a:pt x="5650077" y="755986"/>
                </a:cubicBezTo>
                <a:cubicBezTo>
                  <a:pt x="5650960" y="758863"/>
                  <a:pt x="5652922" y="760609"/>
                  <a:pt x="5655341" y="762152"/>
                </a:cubicBezTo>
                <a:cubicBezTo>
                  <a:pt x="5656199" y="762590"/>
                  <a:pt x="5657735" y="761930"/>
                  <a:pt x="5658840" y="762152"/>
                </a:cubicBezTo>
                <a:cubicBezTo>
                  <a:pt x="5658840" y="756697"/>
                  <a:pt x="5658612" y="751846"/>
                  <a:pt x="5662339" y="748106"/>
                </a:cubicBezTo>
                <a:cubicBezTo>
                  <a:pt x="5663215" y="747280"/>
                  <a:pt x="5664752" y="747280"/>
                  <a:pt x="5665844" y="746378"/>
                </a:cubicBezTo>
                <a:cubicBezTo>
                  <a:pt x="5667165" y="745489"/>
                  <a:pt x="5668054" y="744632"/>
                  <a:pt x="5669324" y="743750"/>
                </a:cubicBezTo>
                <a:cubicBezTo>
                  <a:pt x="5670657" y="742873"/>
                  <a:pt x="5671096" y="741552"/>
                  <a:pt x="5671966" y="740244"/>
                </a:cubicBezTo>
                <a:cubicBezTo>
                  <a:pt x="5674150" y="737393"/>
                  <a:pt x="5675026" y="735209"/>
                  <a:pt x="5677230" y="732383"/>
                </a:cubicBezTo>
                <a:cubicBezTo>
                  <a:pt x="5678538" y="730637"/>
                  <a:pt x="5679179" y="729507"/>
                  <a:pt x="5680748" y="728002"/>
                </a:cubicBezTo>
                <a:cubicBezTo>
                  <a:pt x="5681814" y="726897"/>
                  <a:pt x="5681814" y="725138"/>
                  <a:pt x="5683338" y="724496"/>
                </a:cubicBezTo>
                <a:cubicBezTo>
                  <a:pt x="5685516" y="723626"/>
                  <a:pt x="5687936" y="723372"/>
                  <a:pt x="5690336" y="722756"/>
                </a:cubicBezTo>
                <a:cubicBezTo>
                  <a:pt x="5691898" y="722306"/>
                  <a:pt x="5692990" y="720959"/>
                  <a:pt x="5694718" y="720959"/>
                </a:cubicBezTo>
                <a:lnTo>
                  <a:pt x="5699112" y="720959"/>
                </a:lnTo>
                <a:cubicBezTo>
                  <a:pt x="5702173" y="720959"/>
                  <a:pt x="5704154" y="721626"/>
                  <a:pt x="5706992" y="720959"/>
                </a:cubicBezTo>
                <a:cubicBezTo>
                  <a:pt x="5708294" y="720769"/>
                  <a:pt x="5709170" y="719696"/>
                  <a:pt x="5710485" y="719226"/>
                </a:cubicBezTo>
                <a:cubicBezTo>
                  <a:pt x="5713101" y="718362"/>
                  <a:pt x="5714873" y="717492"/>
                  <a:pt x="5717520" y="716616"/>
                </a:cubicBezTo>
                <a:cubicBezTo>
                  <a:pt x="5719038" y="716191"/>
                  <a:pt x="5720537" y="715987"/>
                  <a:pt x="5721889" y="714851"/>
                </a:cubicBezTo>
                <a:cubicBezTo>
                  <a:pt x="5722981" y="713987"/>
                  <a:pt x="5722759" y="712469"/>
                  <a:pt x="5723616" y="711384"/>
                </a:cubicBezTo>
                <a:cubicBezTo>
                  <a:pt x="5724728" y="710063"/>
                  <a:pt x="5725598" y="708520"/>
                  <a:pt x="5727128" y="707840"/>
                </a:cubicBezTo>
                <a:cubicBezTo>
                  <a:pt x="5728208" y="707415"/>
                  <a:pt x="5729528" y="707415"/>
                  <a:pt x="5730633" y="706989"/>
                </a:cubicBezTo>
                <a:cubicBezTo>
                  <a:pt x="5734780" y="704805"/>
                  <a:pt x="5736545" y="701078"/>
                  <a:pt x="5741130" y="699992"/>
                </a:cubicBezTo>
                <a:cubicBezTo>
                  <a:pt x="5743981" y="699331"/>
                  <a:pt x="5745943" y="700182"/>
                  <a:pt x="5749023" y="699992"/>
                </a:cubicBezTo>
                <a:cubicBezTo>
                  <a:pt x="5750756" y="699992"/>
                  <a:pt x="5751880" y="698671"/>
                  <a:pt x="5753385" y="698220"/>
                </a:cubicBezTo>
                <a:cubicBezTo>
                  <a:pt x="5754903" y="697782"/>
                  <a:pt x="5756459" y="697356"/>
                  <a:pt x="5757779" y="696506"/>
                </a:cubicBezTo>
                <a:cubicBezTo>
                  <a:pt x="5761050" y="694093"/>
                  <a:pt x="5761291" y="690765"/>
                  <a:pt x="5764758" y="688606"/>
                </a:cubicBezTo>
                <a:cubicBezTo>
                  <a:pt x="5766111" y="687946"/>
                  <a:pt x="5766771" y="686219"/>
                  <a:pt x="5768282" y="685977"/>
                </a:cubicBezTo>
                <a:cubicBezTo>
                  <a:pt x="5770695" y="685545"/>
                  <a:pt x="5772670" y="685977"/>
                  <a:pt x="5775267" y="685977"/>
                </a:cubicBezTo>
                <a:cubicBezTo>
                  <a:pt x="5779439" y="685977"/>
                  <a:pt x="5781840" y="685761"/>
                  <a:pt x="5785802" y="686835"/>
                </a:cubicBezTo>
                <a:cubicBezTo>
                  <a:pt x="5787313" y="687292"/>
                  <a:pt x="5787974" y="688606"/>
                  <a:pt x="5789295" y="689451"/>
                </a:cubicBezTo>
                <a:cubicBezTo>
                  <a:pt x="5790831" y="690340"/>
                  <a:pt x="5791041" y="692302"/>
                  <a:pt x="5792800" y="692962"/>
                </a:cubicBezTo>
                <a:cubicBezTo>
                  <a:pt x="5793886" y="693407"/>
                  <a:pt x="5795187" y="693642"/>
                  <a:pt x="5796311" y="693864"/>
                </a:cubicBezTo>
                <a:cubicBezTo>
                  <a:pt x="5799575" y="694709"/>
                  <a:pt x="5801779" y="694709"/>
                  <a:pt x="5805271" y="694709"/>
                </a:cubicBezTo>
                <a:lnTo>
                  <a:pt x="5810338" y="694709"/>
                </a:lnTo>
                <a:cubicBezTo>
                  <a:pt x="5812059" y="694709"/>
                  <a:pt x="5812955" y="694093"/>
                  <a:pt x="5814682" y="693864"/>
                </a:cubicBezTo>
                <a:lnTo>
                  <a:pt x="5814682" y="683342"/>
                </a:lnTo>
                <a:cubicBezTo>
                  <a:pt x="5813367" y="682478"/>
                  <a:pt x="5812282" y="681812"/>
                  <a:pt x="5811189" y="680732"/>
                </a:cubicBezTo>
                <a:cubicBezTo>
                  <a:pt x="5810091" y="679621"/>
                  <a:pt x="5808338" y="679621"/>
                  <a:pt x="5807678" y="678078"/>
                </a:cubicBezTo>
                <a:cubicBezTo>
                  <a:pt x="5807252" y="676992"/>
                  <a:pt x="5807252" y="675690"/>
                  <a:pt x="5806801" y="674592"/>
                </a:cubicBezTo>
                <a:lnTo>
                  <a:pt x="5805062" y="671093"/>
                </a:lnTo>
                <a:cubicBezTo>
                  <a:pt x="5804414" y="669543"/>
                  <a:pt x="5803093" y="668908"/>
                  <a:pt x="5802433" y="667569"/>
                </a:cubicBezTo>
                <a:cubicBezTo>
                  <a:pt x="5801779" y="666273"/>
                  <a:pt x="5800426" y="665606"/>
                  <a:pt x="5799810" y="664076"/>
                </a:cubicBezTo>
                <a:cubicBezTo>
                  <a:pt x="5799366" y="662984"/>
                  <a:pt x="5799366" y="661676"/>
                  <a:pt x="5798940" y="660571"/>
                </a:cubicBezTo>
                <a:lnTo>
                  <a:pt x="5798045" y="650074"/>
                </a:lnTo>
                <a:cubicBezTo>
                  <a:pt x="5794336" y="650074"/>
                  <a:pt x="5790406" y="651376"/>
                  <a:pt x="5788406" y="648309"/>
                </a:cubicBezTo>
                <a:cubicBezTo>
                  <a:pt x="5787770" y="647230"/>
                  <a:pt x="5787313" y="646125"/>
                  <a:pt x="5786653" y="644823"/>
                </a:cubicBezTo>
                <a:cubicBezTo>
                  <a:pt x="5786234" y="643718"/>
                  <a:pt x="5786469" y="642410"/>
                  <a:pt x="5785802" y="641330"/>
                </a:cubicBezTo>
                <a:cubicBezTo>
                  <a:pt x="5785161" y="640226"/>
                  <a:pt x="5784684" y="638924"/>
                  <a:pt x="5784043" y="637813"/>
                </a:cubicBezTo>
                <a:cubicBezTo>
                  <a:pt x="5783148" y="636498"/>
                  <a:pt x="5781173" y="636924"/>
                  <a:pt x="5779439" y="636924"/>
                </a:cubicBezTo>
                <a:lnTo>
                  <a:pt x="5762364" y="636924"/>
                </a:lnTo>
                <a:cubicBezTo>
                  <a:pt x="5760624" y="636924"/>
                  <a:pt x="5759088" y="636924"/>
                  <a:pt x="5757779" y="636054"/>
                </a:cubicBezTo>
                <a:cubicBezTo>
                  <a:pt x="5756897" y="635419"/>
                  <a:pt x="5757545" y="633450"/>
                  <a:pt x="5756897" y="632567"/>
                </a:cubicBezTo>
                <a:cubicBezTo>
                  <a:pt x="5758211" y="631469"/>
                  <a:pt x="5758211" y="629964"/>
                  <a:pt x="5759532" y="629043"/>
                </a:cubicBezTo>
                <a:cubicBezTo>
                  <a:pt x="5760624" y="628395"/>
                  <a:pt x="5761958" y="628827"/>
                  <a:pt x="5763037" y="628167"/>
                </a:cubicBezTo>
                <a:cubicBezTo>
                  <a:pt x="5764561" y="627316"/>
                  <a:pt x="5764758" y="625106"/>
                  <a:pt x="5766504" y="624687"/>
                </a:cubicBezTo>
                <a:cubicBezTo>
                  <a:pt x="5767628" y="624458"/>
                  <a:pt x="5768720" y="624687"/>
                  <a:pt x="5770041" y="624687"/>
                </a:cubicBezTo>
                <a:lnTo>
                  <a:pt x="5773547" y="624687"/>
                </a:lnTo>
                <a:cubicBezTo>
                  <a:pt x="5776829" y="625106"/>
                  <a:pt x="5777268" y="629964"/>
                  <a:pt x="5780754" y="629964"/>
                </a:cubicBezTo>
                <a:lnTo>
                  <a:pt x="5802217" y="629964"/>
                </a:lnTo>
                <a:cubicBezTo>
                  <a:pt x="5805062" y="629964"/>
                  <a:pt x="5806579" y="629043"/>
                  <a:pt x="5809456" y="629043"/>
                </a:cubicBezTo>
                <a:cubicBezTo>
                  <a:pt x="5812059" y="629043"/>
                  <a:pt x="5814015" y="629964"/>
                  <a:pt x="5816447" y="629043"/>
                </a:cubicBezTo>
                <a:cubicBezTo>
                  <a:pt x="5819305" y="627964"/>
                  <a:pt x="5820581" y="625106"/>
                  <a:pt x="5822562" y="622928"/>
                </a:cubicBezTo>
                <a:cubicBezTo>
                  <a:pt x="5823642" y="621633"/>
                  <a:pt x="5824950" y="620744"/>
                  <a:pt x="5826074" y="619442"/>
                </a:cubicBezTo>
                <a:cubicBezTo>
                  <a:pt x="5826950" y="618305"/>
                  <a:pt x="5828906" y="618997"/>
                  <a:pt x="5829598" y="617658"/>
                </a:cubicBezTo>
                <a:cubicBezTo>
                  <a:pt x="5830449" y="615930"/>
                  <a:pt x="5829598" y="614400"/>
                  <a:pt x="5829598" y="612406"/>
                </a:cubicBezTo>
                <a:cubicBezTo>
                  <a:pt x="5829598" y="610444"/>
                  <a:pt x="5830449" y="608685"/>
                  <a:pt x="5829598" y="607161"/>
                </a:cubicBezTo>
                <a:cubicBezTo>
                  <a:pt x="5829115" y="606063"/>
                  <a:pt x="5826740" y="607161"/>
                  <a:pt x="5826074" y="606278"/>
                </a:cubicBezTo>
                <a:cubicBezTo>
                  <a:pt x="5825407" y="605434"/>
                  <a:pt x="5825185" y="604285"/>
                  <a:pt x="5825185" y="603002"/>
                </a:cubicBezTo>
                <a:lnTo>
                  <a:pt x="5825185" y="592308"/>
                </a:lnTo>
                <a:cubicBezTo>
                  <a:pt x="5828480" y="592061"/>
                  <a:pt x="5830449" y="591400"/>
                  <a:pt x="5833751" y="591400"/>
                </a:cubicBezTo>
                <a:cubicBezTo>
                  <a:pt x="5838101" y="591400"/>
                  <a:pt x="5841180" y="594467"/>
                  <a:pt x="5842685" y="598404"/>
                </a:cubicBezTo>
                <a:cubicBezTo>
                  <a:pt x="5843130" y="599516"/>
                  <a:pt x="5842514" y="600805"/>
                  <a:pt x="5842685" y="601910"/>
                </a:cubicBezTo>
                <a:cubicBezTo>
                  <a:pt x="5843130" y="603205"/>
                  <a:pt x="5844000" y="604126"/>
                  <a:pt x="5844476" y="605434"/>
                </a:cubicBezTo>
                <a:cubicBezTo>
                  <a:pt x="5845752" y="608482"/>
                  <a:pt x="5847740" y="609771"/>
                  <a:pt x="5849702" y="612406"/>
                </a:cubicBezTo>
                <a:lnTo>
                  <a:pt x="5877521" y="612406"/>
                </a:lnTo>
                <a:cubicBezTo>
                  <a:pt x="5879249" y="612406"/>
                  <a:pt x="5880569" y="612857"/>
                  <a:pt x="5882100" y="613295"/>
                </a:cubicBezTo>
                <a:cubicBezTo>
                  <a:pt x="5883624" y="613727"/>
                  <a:pt x="5885402" y="614210"/>
                  <a:pt x="5886481" y="615054"/>
                </a:cubicBezTo>
                <a:cubicBezTo>
                  <a:pt x="5887573" y="615930"/>
                  <a:pt x="5889764" y="616140"/>
                  <a:pt x="5889974" y="617658"/>
                </a:cubicBezTo>
                <a:cubicBezTo>
                  <a:pt x="5890863" y="621633"/>
                  <a:pt x="5889974" y="624033"/>
                  <a:pt x="5889974" y="628167"/>
                </a:cubicBezTo>
                <a:lnTo>
                  <a:pt x="5906401" y="628167"/>
                </a:lnTo>
                <a:cubicBezTo>
                  <a:pt x="5909481" y="628167"/>
                  <a:pt x="5911456" y="629964"/>
                  <a:pt x="5913628" y="631685"/>
                </a:cubicBezTo>
                <a:cubicBezTo>
                  <a:pt x="5914948" y="632567"/>
                  <a:pt x="5914948" y="634098"/>
                  <a:pt x="5916263" y="635196"/>
                </a:cubicBezTo>
                <a:cubicBezTo>
                  <a:pt x="5918441" y="636924"/>
                  <a:pt x="5920625" y="638213"/>
                  <a:pt x="5923273" y="639552"/>
                </a:cubicBezTo>
                <a:cubicBezTo>
                  <a:pt x="5924804" y="640226"/>
                  <a:pt x="5926112" y="640670"/>
                  <a:pt x="5927655" y="641330"/>
                </a:cubicBezTo>
                <a:cubicBezTo>
                  <a:pt x="5929604" y="642181"/>
                  <a:pt x="5930696" y="643953"/>
                  <a:pt x="5932887" y="643953"/>
                </a:cubicBezTo>
                <a:lnTo>
                  <a:pt x="5934646" y="643953"/>
                </a:lnTo>
                <a:cubicBezTo>
                  <a:pt x="5936145" y="643540"/>
                  <a:pt x="5937484" y="642842"/>
                  <a:pt x="5938151" y="641330"/>
                </a:cubicBezTo>
                <a:cubicBezTo>
                  <a:pt x="5938577" y="640226"/>
                  <a:pt x="5937256" y="639121"/>
                  <a:pt x="5937256" y="637813"/>
                </a:cubicBezTo>
                <a:cubicBezTo>
                  <a:pt x="5937484" y="635196"/>
                  <a:pt x="5937256" y="633450"/>
                  <a:pt x="5937256" y="630808"/>
                </a:cubicBezTo>
                <a:cubicBezTo>
                  <a:pt x="5937256" y="629469"/>
                  <a:pt x="5937916" y="628611"/>
                  <a:pt x="5938151" y="627316"/>
                </a:cubicBezTo>
                <a:lnTo>
                  <a:pt x="5941637" y="627316"/>
                </a:lnTo>
                <a:cubicBezTo>
                  <a:pt x="5944069" y="627106"/>
                  <a:pt x="5945378" y="626643"/>
                  <a:pt x="5947752" y="626446"/>
                </a:cubicBezTo>
                <a:cubicBezTo>
                  <a:pt x="5947752" y="622287"/>
                  <a:pt x="5948191" y="620102"/>
                  <a:pt x="5947752" y="615930"/>
                </a:cubicBezTo>
                <a:cubicBezTo>
                  <a:pt x="5947752" y="614610"/>
                  <a:pt x="5946902" y="613727"/>
                  <a:pt x="5946902" y="612406"/>
                </a:cubicBezTo>
                <a:cubicBezTo>
                  <a:pt x="5946902" y="611111"/>
                  <a:pt x="5946679" y="610031"/>
                  <a:pt x="5946902" y="608920"/>
                </a:cubicBezTo>
                <a:cubicBezTo>
                  <a:pt x="5947149" y="607834"/>
                  <a:pt x="5947327" y="606513"/>
                  <a:pt x="5947752" y="605434"/>
                </a:cubicBezTo>
                <a:cubicBezTo>
                  <a:pt x="5948191" y="604126"/>
                  <a:pt x="5950178" y="604532"/>
                  <a:pt x="5951258" y="603694"/>
                </a:cubicBezTo>
                <a:cubicBezTo>
                  <a:pt x="5953912" y="605618"/>
                  <a:pt x="5955233" y="607390"/>
                  <a:pt x="5958281" y="608920"/>
                </a:cubicBezTo>
                <a:cubicBezTo>
                  <a:pt x="5959830" y="609606"/>
                  <a:pt x="5960262" y="611339"/>
                  <a:pt x="5961792" y="611549"/>
                </a:cubicBezTo>
                <a:lnTo>
                  <a:pt x="5965310" y="611549"/>
                </a:lnTo>
                <a:cubicBezTo>
                  <a:pt x="5966580" y="611549"/>
                  <a:pt x="5967717" y="611765"/>
                  <a:pt x="5968790" y="611549"/>
                </a:cubicBezTo>
                <a:cubicBezTo>
                  <a:pt x="5970092" y="611111"/>
                  <a:pt x="5971197" y="610444"/>
                  <a:pt x="5972289" y="609771"/>
                </a:cubicBezTo>
                <a:cubicBezTo>
                  <a:pt x="5973597" y="608920"/>
                  <a:pt x="5973838" y="607390"/>
                  <a:pt x="5974911" y="606278"/>
                </a:cubicBezTo>
                <a:cubicBezTo>
                  <a:pt x="5976010" y="605199"/>
                  <a:pt x="5977318" y="604532"/>
                  <a:pt x="5978448" y="603694"/>
                </a:cubicBezTo>
                <a:cubicBezTo>
                  <a:pt x="5979509" y="602792"/>
                  <a:pt x="5979077" y="600805"/>
                  <a:pt x="5980201" y="600195"/>
                </a:cubicBezTo>
                <a:cubicBezTo>
                  <a:pt x="5981045" y="599725"/>
                  <a:pt x="5982582" y="600621"/>
                  <a:pt x="5983687" y="600195"/>
                </a:cubicBezTo>
                <a:cubicBezTo>
                  <a:pt x="5985186" y="599516"/>
                  <a:pt x="5985821" y="598404"/>
                  <a:pt x="5987167" y="597534"/>
                </a:cubicBezTo>
                <a:cubicBezTo>
                  <a:pt x="5988284" y="596887"/>
                  <a:pt x="5990024" y="596887"/>
                  <a:pt x="5990678" y="595776"/>
                </a:cubicBezTo>
                <a:cubicBezTo>
                  <a:pt x="5991332" y="594709"/>
                  <a:pt x="5991555" y="593591"/>
                  <a:pt x="5991555" y="592308"/>
                </a:cubicBezTo>
                <a:cubicBezTo>
                  <a:pt x="5991555" y="589438"/>
                  <a:pt x="5988729" y="588327"/>
                  <a:pt x="5986303" y="587013"/>
                </a:cubicBezTo>
                <a:cubicBezTo>
                  <a:pt x="5984970" y="586352"/>
                  <a:pt x="5984100" y="585527"/>
                  <a:pt x="5982811" y="585254"/>
                </a:cubicBezTo>
                <a:cubicBezTo>
                  <a:pt x="5980353" y="584638"/>
                  <a:pt x="5977769" y="585933"/>
                  <a:pt x="5975794" y="584390"/>
                </a:cubicBezTo>
                <a:cubicBezTo>
                  <a:pt x="5974911" y="583749"/>
                  <a:pt x="5975578" y="581780"/>
                  <a:pt x="5974911" y="580923"/>
                </a:cubicBezTo>
                <a:cubicBezTo>
                  <a:pt x="5974035" y="579589"/>
                  <a:pt x="5973140" y="578713"/>
                  <a:pt x="5972289" y="577411"/>
                </a:cubicBezTo>
                <a:cubicBezTo>
                  <a:pt x="5971425" y="576084"/>
                  <a:pt x="5970092" y="575646"/>
                  <a:pt x="5968790" y="574770"/>
                </a:cubicBezTo>
                <a:cubicBezTo>
                  <a:pt x="5966409" y="573004"/>
                  <a:pt x="5963983" y="573004"/>
                  <a:pt x="5960903" y="573004"/>
                </a:cubicBezTo>
                <a:lnTo>
                  <a:pt x="5957423" y="573004"/>
                </a:lnTo>
                <a:cubicBezTo>
                  <a:pt x="5955004" y="573252"/>
                  <a:pt x="5954109" y="574770"/>
                  <a:pt x="5951696" y="574770"/>
                </a:cubicBezTo>
                <a:cubicBezTo>
                  <a:pt x="5947752" y="574770"/>
                  <a:pt x="5945606" y="573443"/>
                  <a:pt x="5941637" y="573004"/>
                </a:cubicBezTo>
                <a:lnTo>
                  <a:pt x="5938151" y="573004"/>
                </a:lnTo>
                <a:cubicBezTo>
                  <a:pt x="5936627" y="572827"/>
                  <a:pt x="5935516" y="573252"/>
                  <a:pt x="5933776" y="573004"/>
                </a:cubicBezTo>
                <a:cubicBezTo>
                  <a:pt x="5932004" y="572827"/>
                  <a:pt x="5931573" y="571055"/>
                  <a:pt x="5930264" y="570376"/>
                </a:cubicBezTo>
                <a:cubicBezTo>
                  <a:pt x="5928721" y="569493"/>
                  <a:pt x="5928537" y="567124"/>
                  <a:pt x="5926778" y="566889"/>
                </a:cubicBezTo>
                <a:cubicBezTo>
                  <a:pt x="5925432" y="566667"/>
                  <a:pt x="5924353" y="566889"/>
                  <a:pt x="5922816" y="566889"/>
                </a:cubicBezTo>
                <a:cubicBezTo>
                  <a:pt x="5921267" y="566889"/>
                  <a:pt x="5920187" y="566667"/>
                  <a:pt x="5918879" y="566889"/>
                </a:cubicBezTo>
                <a:cubicBezTo>
                  <a:pt x="5917355" y="567124"/>
                  <a:pt x="5916910" y="568896"/>
                  <a:pt x="5915393" y="569493"/>
                </a:cubicBezTo>
                <a:cubicBezTo>
                  <a:pt x="5916695" y="570376"/>
                  <a:pt x="5916453" y="572585"/>
                  <a:pt x="5918003" y="573004"/>
                </a:cubicBezTo>
                <a:cubicBezTo>
                  <a:pt x="5919108" y="573443"/>
                  <a:pt x="5920625" y="572585"/>
                  <a:pt x="5921495" y="573004"/>
                </a:cubicBezTo>
                <a:cubicBezTo>
                  <a:pt x="5922600" y="573665"/>
                  <a:pt x="5923902" y="573906"/>
                  <a:pt x="5924988" y="574770"/>
                </a:cubicBezTo>
                <a:cubicBezTo>
                  <a:pt x="5926334" y="575868"/>
                  <a:pt x="5924988" y="578053"/>
                  <a:pt x="5924988" y="580015"/>
                </a:cubicBezTo>
                <a:lnTo>
                  <a:pt x="5924988" y="581780"/>
                </a:lnTo>
                <a:cubicBezTo>
                  <a:pt x="5924804" y="582866"/>
                  <a:pt x="5925432" y="584212"/>
                  <a:pt x="5924988" y="585254"/>
                </a:cubicBezTo>
                <a:cubicBezTo>
                  <a:pt x="5924124" y="587254"/>
                  <a:pt x="5921736" y="587927"/>
                  <a:pt x="5919292" y="587927"/>
                </a:cubicBezTo>
                <a:cubicBezTo>
                  <a:pt x="5915393" y="587927"/>
                  <a:pt x="5913215" y="584854"/>
                  <a:pt x="5910999" y="581780"/>
                </a:cubicBezTo>
                <a:cubicBezTo>
                  <a:pt x="5910573" y="580923"/>
                  <a:pt x="5910141" y="579818"/>
                  <a:pt x="5910141" y="578478"/>
                </a:cubicBezTo>
                <a:lnTo>
                  <a:pt x="5910141" y="557085"/>
                </a:lnTo>
                <a:cubicBezTo>
                  <a:pt x="5910141" y="555529"/>
                  <a:pt x="5908573" y="554418"/>
                  <a:pt x="5907493" y="553745"/>
                </a:cubicBezTo>
                <a:cubicBezTo>
                  <a:pt x="5906185" y="552888"/>
                  <a:pt x="5904636" y="552437"/>
                  <a:pt x="5903137" y="552030"/>
                </a:cubicBezTo>
                <a:cubicBezTo>
                  <a:pt x="5901797" y="551599"/>
                  <a:pt x="5900915" y="550475"/>
                  <a:pt x="5899607" y="550290"/>
                </a:cubicBezTo>
                <a:lnTo>
                  <a:pt x="5896121" y="550290"/>
                </a:lnTo>
                <a:cubicBezTo>
                  <a:pt x="5895041" y="550290"/>
                  <a:pt x="5893904" y="549370"/>
                  <a:pt x="5892603" y="549370"/>
                </a:cubicBezTo>
                <a:cubicBezTo>
                  <a:pt x="5889555" y="549154"/>
                  <a:pt x="5887573" y="549370"/>
                  <a:pt x="5884735" y="548506"/>
                </a:cubicBezTo>
                <a:cubicBezTo>
                  <a:pt x="5882982" y="548093"/>
                  <a:pt x="5882982" y="545661"/>
                  <a:pt x="5881230" y="545007"/>
                </a:cubicBezTo>
                <a:cubicBezTo>
                  <a:pt x="5880131" y="544550"/>
                  <a:pt x="5878823" y="544550"/>
                  <a:pt x="5877744" y="544144"/>
                </a:cubicBezTo>
                <a:cubicBezTo>
                  <a:pt x="5876188" y="543477"/>
                  <a:pt x="5874893" y="542810"/>
                  <a:pt x="5873349" y="542397"/>
                </a:cubicBezTo>
                <a:cubicBezTo>
                  <a:pt x="5870943" y="541515"/>
                  <a:pt x="5869393" y="540854"/>
                  <a:pt x="5867228" y="539730"/>
                </a:cubicBezTo>
                <a:cubicBezTo>
                  <a:pt x="5865488" y="538905"/>
                  <a:pt x="5864371" y="537584"/>
                  <a:pt x="5862853" y="536232"/>
                </a:cubicBezTo>
                <a:cubicBezTo>
                  <a:pt x="5861545" y="535146"/>
                  <a:pt x="5860434" y="534276"/>
                  <a:pt x="5859341" y="532739"/>
                </a:cubicBezTo>
                <a:cubicBezTo>
                  <a:pt x="5858675" y="531863"/>
                  <a:pt x="5859341" y="529907"/>
                  <a:pt x="5858465" y="529247"/>
                </a:cubicBezTo>
                <a:cubicBezTo>
                  <a:pt x="5857582" y="528593"/>
                  <a:pt x="5856065" y="528808"/>
                  <a:pt x="5854941" y="528383"/>
                </a:cubicBezTo>
                <a:cubicBezTo>
                  <a:pt x="5853449" y="527710"/>
                  <a:pt x="5852134" y="527710"/>
                  <a:pt x="5850604" y="527488"/>
                </a:cubicBezTo>
                <a:cubicBezTo>
                  <a:pt x="5847740" y="527062"/>
                  <a:pt x="5845752" y="526840"/>
                  <a:pt x="5842685" y="526605"/>
                </a:cubicBezTo>
                <a:cubicBezTo>
                  <a:pt x="5841390" y="526605"/>
                  <a:pt x="5840514" y="525760"/>
                  <a:pt x="5839225" y="525760"/>
                </a:cubicBezTo>
                <a:cubicBezTo>
                  <a:pt x="5836151" y="525526"/>
                  <a:pt x="5834354" y="525760"/>
                  <a:pt x="5831325" y="525760"/>
                </a:cubicBezTo>
                <a:cubicBezTo>
                  <a:pt x="5831325" y="522027"/>
                  <a:pt x="5831966" y="518960"/>
                  <a:pt x="5829598" y="516102"/>
                </a:cubicBezTo>
                <a:cubicBezTo>
                  <a:pt x="5826518" y="512387"/>
                  <a:pt x="5823007" y="511727"/>
                  <a:pt x="5819076" y="509104"/>
                </a:cubicBezTo>
                <a:cubicBezTo>
                  <a:pt x="5817082" y="507790"/>
                  <a:pt x="5816657" y="505593"/>
                  <a:pt x="5814682" y="504729"/>
                </a:cubicBezTo>
                <a:cubicBezTo>
                  <a:pt x="5812497" y="503859"/>
                  <a:pt x="5810338" y="503212"/>
                  <a:pt x="5807678" y="502970"/>
                </a:cubicBezTo>
                <a:cubicBezTo>
                  <a:pt x="5804611" y="502767"/>
                  <a:pt x="5802858" y="503212"/>
                  <a:pt x="5799810" y="502970"/>
                </a:cubicBezTo>
                <a:cubicBezTo>
                  <a:pt x="5798267" y="502970"/>
                  <a:pt x="5797619" y="501650"/>
                  <a:pt x="5796311" y="501224"/>
                </a:cubicBezTo>
                <a:cubicBezTo>
                  <a:pt x="5794768" y="500805"/>
                  <a:pt x="5793244" y="500341"/>
                  <a:pt x="5791892" y="499484"/>
                </a:cubicBezTo>
                <a:cubicBezTo>
                  <a:pt x="5790406" y="498614"/>
                  <a:pt x="5790164" y="496633"/>
                  <a:pt x="5788406" y="495979"/>
                </a:cubicBezTo>
                <a:cubicBezTo>
                  <a:pt x="5787313" y="495763"/>
                  <a:pt x="5786018" y="496195"/>
                  <a:pt x="5784919" y="495979"/>
                </a:cubicBezTo>
                <a:cubicBezTo>
                  <a:pt x="5783618" y="495541"/>
                  <a:pt x="5782722" y="494455"/>
                  <a:pt x="5781401" y="494233"/>
                </a:cubicBezTo>
                <a:lnTo>
                  <a:pt x="5777903" y="494233"/>
                </a:lnTo>
                <a:lnTo>
                  <a:pt x="5774410" y="494233"/>
                </a:lnTo>
                <a:cubicBezTo>
                  <a:pt x="5772861" y="494233"/>
                  <a:pt x="5772232" y="492925"/>
                  <a:pt x="5770924" y="492455"/>
                </a:cubicBezTo>
                <a:cubicBezTo>
                  <a:pt x="5769362" y="492023"/>
                  <a:pt x="5768054" y="491140"/>
                  <a:pt x="5766504" y="490740"/>
                </a:cubicBezTo>
                <a:cubicBezTo>
                  <a:pt x="5763037" y="489604"/>
                  <a:pt x="5760827" y="488962"/>
                  <a:pt x="5757779" y="487216"/>
                </a:cubicBezTo>
                <a:cubicBezTo>
                  <a:pt x="5756459" y="486536"/>
                  <a:pt x="5755589" y="485470"/>
                  <a:pt x="5754268" y="484593"/>
                </a:cubicBezTo>
                <a:cubicBezTo>
                  <a:pt x="5750102" y="484593"/>
                  <a:pt x="5747054" y="484377"/>
                  <a:pt x="5742870" y="484593"/>
                </a:cubicBezTo>
                <a:lnTo>
                  <a:pt x="5738501" y="484593"/>
                </a:lnTo>
                <a:cubicBezTo>
                  <a:pt x="5736983" y="484593"/>
                  <a:pt x="5736329" y="485914"/>
                  <a:pt x="5735002" y="486371"/>
                </a:cubicBezTo>
                <a:cubicBezTo>
                  <a:pt x="5733021" y="487216"/>
                  <a:pt x="5732608" y="488962"/>
                  <a:pt x="5730633" y="489838"/>
                </a:cubicBezTo>
                <a:cubicBezTo>
                  <a:pt x="5728893" y="490486"/>
                  <a:pt x="5727325" y="490740"/>
                  <a:pt x="5725369" y="490740"/>
                </a:cubicBezTo>
                <a:cubicBezTo>
                  <a:pt x="5721661" y="490740"/>
                  <a:pt x="5719260" y="489419"/>
                  <a:pt x="5715736" y="488962"/>
                </a:cubicBezTo>
                <a:lnTo>
                  <a:pt x="5712244" y="488962"/>
                </a:lnTo>
                <a:cubicBezTo>
                  <a:pt x="5710485" y="488962"/>
                  <a:pt x="5709392" y="488518"/>
                  <a:pt x="5707862" y="488099"/>
                </a:cubicBezTo>
                <a:cubicBezTo>
                  <a:pt x="5706129" y="487667"/>
                  <a:pt x="5706129" y="485051"/>
                  <a:pt x="5704382" y="484593"/>
                </a:cubicBezTo>
                <a:cubicBezTo>
                  <a:pt x="5703258" y="484377"/>
                  <a:pt x="5701950" y="484809"/>
                  <a:pt x="5700858" y="484593"/>
                </a:cubicBezTo>
                <a:cubicBezTo>
                  <a:pt x="5698001" y="483717"/>
                  <a:pt x="5695607" y="483495"/>
                  <a:pt x="5692990" y="481964"/>
                </a:cubicBezTo>
                <a:cubicBezTo>
                  <a:pt x="5690336" y="480447"/>
                  <a:pt x="5688818" y="478459"/>
                  <a:pt x="5685980" y="477577"/>
                </a:cubicBezTo>
                <a:cubicBezTo>
                  <a:pt x="5684888" y="477380"/>
                  <a:pt x="5683567" y="476935"/>
                  <a:pt x="5682481" y="476713"/>
                </a:cubicBezTo>
                <a:cubicBezTo>
                  <a:pt x="5680748" y="476472"/>
                  <a:pt x="5679179" y="476713"/>
                  <a:pt x="5677230" y="476713"/>
                </a:cubicBezTo>
                <a:cubicBezTo>
                  <a:pt x="5675255" y="476713"/>
                  <a:pt x="5673699" y="476256"/>
                  <a:pt x="5671966" y="476713"/>
                </a:cubicBezTo>
                <a:cubicBezTo>
                  <a:pt x="5670657" y="476935"/>
                  <a:pt x="5669565" y="477793"/>
                  <a:pt x="5668460" y="478459"/>
                </a:cubicBezTo>
                <a:cubicBezTo>
                  <a:pt x="5667165" y="479323"/>
                  <a:pt x="5664974" y="479323"/>
                  <a:pt x="5664974" y="481082"/>
                </a:cubicBezTo>
                <a:cubicBezTo>
                  <a:pt x="5664974" y="482396"/>
                  <a:pt x="5666270" y="483495"/>
                  <a:pt x="5665844" y="484593"/>
                </a:cubicBezTo>
                <a:cubicBezTo>
                  <a:pt x="5665177" y="486105"/>
                  <a:pt x="5663882" y="486536"/>
                  <a:pt x="5663215" y="488099"/>
                </a:cubicBezTo>
                <a:cubicBezTo>
                  <a:pt x="5662777" y="489419"/>
                  <a:pt x="5662110" y="490486"/>
                  <a:pt x="5661482" y="491604"/>
                </a:cubicBezTo>
                <a:cubicBezTo>
                  <a:pt x="5660580" y="493109"/>
                  <a:pt x="5659272" y="493750"/>
                  <a:pt x="5657977" y="495096"/>
                </a:cubicBezTo>
                <a:cubicBezTo>
                  <a:pt x="5659056" y="495541"/>
                  <a:pt x="5660364" y="495541"/>
                  <a:pt x="5661482" y="495979"/>
                </a:cubicBezTo>
                <a:cubicBezTo>
                  <a:pt x="5662993" y="496633"/>
                  <a:pt x="5663641" y="497712"/>
                  <a:pt x="5664974" y="498614"/>
                </a:cubicBezTo>
                <a:cubicBezTo>
                  <a:pt x="5666041" y="499262"/>
                  <a:pt x="5667571" y="499262"/>
                  <a:pt x="5668460" y="500341"/>
                </a:cubicBezTo>
                <a:cubicBezTo>
                  <a:pt x="5669991" y="502329"/>
                  <a:pt x="5670219" y="504729"/>
                  <a:pt x="5670219" y="507364"/>
                </a:cubicBezTo>
                <a:cubicBezTo>
                  <a:pt x="5670219" y="508660"/>
                  <a:pt x="5670442" y="509784"/>
                  <a:pt x="5670219" y="510851"/>
                </a:cubicBezTo>
                <a:cubicBezTo>
                  <a:pt x="5669794" y="512610"/>
                  <a:pt x="5667844" y="513035"/>
                  <a:pt x="5666720" y="514356"/>
                </a:cubicBezTo>
                <a:cubicBezTo>
                  <a:pt x="5665844" y="515448"/>
                  <a:pt x="5666041" y="516997"/>
                  <a:pt x="5664974" y="517861"/>
                </a:cubicBezTo>
                <a:cubicBezTo>
                  <a:pt x="5663882" y="518744"/>
                  <a:pt x="5662777" y="519595"/>
                  <a:pt x="5661240" y="519595"/>
                </a:cubicBezTo>
                <a:lnTo>
                  <a:pt x="5646553" y="519595"/>
                </a:lnTo>
                <a:lnTo>
                  <a:pt x="5646553" y="506901"/>
                </a:lnTo>
                <a:lnTo>
                  <a:pt x="5628633" y="506901"/>
                </a:lnTo>
                <a:lnTo>
                  <a:pt x="5628633" y="495096"/>
                </a:lnTo>
                <a:lnTo>
                  <a:pt x="5631694" y="495096"/>
                </a:lnTo>
                <a:cubicBezTo>
                  <a:pt x="5635828" y="495096"/>
                  <a:pt x="5638488" y="495541"/>
                  <a:pt x="5642184" y="494233"/>
                </a:cubicBezTo>
                <a:cubicBezTo>
                  <a:pt x="5645035" y="493344"/>
                  <a:pt x="5646813" y="491375"/>
                  <a:pt x="5649188" y="489838"/>
                </a:cubicBezTo>
                <a:lnTo>
                  <a:pt x="5648318" y="486371"/>
                </a:lnTo>
                <a:cubicBezTo>
                  <a:pt x="5647239" y="486105"/>
                  <a:pt x="5645937" y="485673"/>
                  <a:pt x="5644807" y="485470"/>
                </a:cubicBezTo>
                <a:cubicBezTo>
                  <a:pt x="5643518" y="485247"/>
                  <a:pt x="5642641" y="484149"/>
                  <a:pt x="5641092" y="484149"/>
                </a:cubicBezTo>
                <a:lnTo>
                  <a:pt x="5617692" y="484149"/>
                </a:lnTo>
                <a:cubicBezTo>
                  <a:pt x="5617692" y="486981"/>
                  <a:pt x="5617889" y="488746"/>
                  <a:pt x="5617692" y="491604"/>
                </a:cubicBezTo>
                <a:cubicBezTo>
                  <a:pt x="5617692" y="492925"/>
                  <a:pt x="5617889" y="493991"/>
                  <a:pt x="5617692" y="495096"/>
                </a:cubicBezTo>
                <a:cubicBezTo>
                  <a:pt x="5617248" y="496417"/>
                  <a:pt x="5616587" y="497497"/>
                  <a:pt x="5615933" y="498614"/>
                </a:cubicBezTo>
                <a:cubicBezTo>
                  <a:pt x="5615266" y="499687"/>
                  <a:pt x="5613533" y="499046"/>
                  <a:pt x="5612428" y="499484"/>
                </a:cubicBezTo>
                <a:cubicBezTo>
                  <a:pt x="5610459" y="500341"/>
                  <a:pt x="5608732" y="501224"/>
                  <a:pt x="5606275" y="501224"/>
                </a:cubicBezTo>
                <a:lnTo>
                  <a:pt x="5604541" y="501224"/>
                </a:lnTo>
                <a:cubicBezTo>
                  <a:pt x="5603005" y="500989"/>
                  <a:pt x="5602579" y="499262"/>
                  <a:pt x="5601042" y="498614"/>
                </a:cubicBezTo>
                <a:cubicBezTo>
                  <a:pt x="5598668" y="497497"/>
                  <a:pt x="5596674" y="496417"/>
                  <a:pt x="5594032" y="495979"/>
                </a:cubicBezTo>
                <a:cubicBezTo>
                  <a:pt x="5586622" y="494899"/>
                  <a:pt x="5581992" y="495979"/>
                  <a:pt x="5574341" y="495979"/>
                </a:cubicBezTo>
                <a:lnTo>
                  <a:pt x="5559018" y="495979"/>
                </a:lnTo>
                <a:cubicBezTo>
                  <a:pt x="5557285" y="495979"/>
                  <a:pt x="5556383" y="495763"/>
                  <a:pt x="5554630" y="495979"/>
                </a:cubicBezTo>
                <a:cubicBezTo>
                  <a:pt x="5550909" y="496417"/>
                  <a:pt x="5549588" y="499687"/>
                  <a:pt x="5545899" y="500341"/>
                </a:cubicBezTo>
                <a:cubicBezTo>
                  <a:pt x="5543924" y="500564"/>
                  <a:pt x="5542622" y="500341"/>
                  <a:pt x="5540648" y="500341"/>
                </a:cubicBezTo>
                <a:cubicBezTo>
                  <a:pt x="5538685" y="500341"/>
                  <a:pt x="5537352" y="500564"/>
                  <a:pt x="5535377" y="500341"/>
                </a:cubicBezTo>
                <a:cubicBezTo>
                  <a:pt x="5533618" y="500125"/>
                  <a:pt x="5532310" y="499484"/>
                  <a:pt x="5530989" y="498614"/>
                </a:cubicBezTo>
                <a:cubicBezTo>
                  <a:pt x="5529256" y="497274"/>
                  <a:pt x="5529256" y="495331"/>
                  <a:pt x="5527484" y="494233"/>
                </a:cubicBezTo>
                <a:cubicBezTo>
                  <a:pt x="5526373" y="493566"/>
                  <a:pt x="5525293" y="493344"/>
                  <a:pt x="5523750" y="493344"/>
                </a:cubicBezTo>
                <a:lnTo>
                  <a:pt x="5516968" y="493344"/>
                </a:lnTo>
                <a:cubicBezTo>
                  <a:pt x="5516784" y="495331"/>
                  <a:pt x="5516098" y="496633"/>
                  <a:pt x="5516098" y="498614"/>
                </a:cubicBezTo>
                <a:cubicBezTo>
                  <a:pt x="5516098" y="499903"/>
                  <a:pt x="5516968" y="500805"/>
                  <a:pt x="5516968" y="502088"/>
                </a:cubicBezTo>
                <a:lnTo>
                  <a:pt x="5516968" y="513492"/>
                </a:lnTo>
                <a:lnTo>
                  <a:pt x="5511749" y="514356"/>
                </a:lnTo>
                <a:lnTo>
                  <a:pt x="5508237" y="512610"/>
                </a:lnTo>
                <a:lnTo>
                  <a:pt x="5508237" y="505593"/>
                </a:lnTo>
                <a:cubicBezTo>
                  <a:pt x="5508237" y="502970"/>
                  <a:pt x="5508682" y="500564"/>
                  <a:pt x="5507361" y="498614"/>
                </a:cubicBezTo>
                <a:cubicBezTo>
                  <a:pt x="5506478" y="497274"/>
                  <a:pt x="5505170" y="496862"/>
                  <a:pt x="5503849" y="495979"/>
                </a:cubicBezTo>
                <a:cubicBezTo>
                  <a:pt x="5502776" y="495331"/>
                  <a:pt x="5501411" y="495541"/>
                  <a:pt x="5500344" y="495096"/>
                </a:cubicBezTo>
                <a:cubicBezTo>
                  <a:pt x="5499023" y="494671"/>
                  <a:pt x="5498179" y="493750"/>
                  <a:pt x="5496864" y="493344"/>
                </a:cubicBezTo>
                <a:cubicBezTo>
                  <a:pt x="5495531" y="492925"/>
                  <a:pt x="5494451" y="492271"/>
                  <a:pt x="5493378" y="491604"/>
                </a:cubicBezTo>
                <a:cubicBezTo>
                  <a:pt x="5491816" y="490740"/>
                  <a:pt x="5490724" y="489604"/>
                  <a:pt x="5489822" y="488099"/>
                </a:cubicBezTo>
                <a:cubicBezTo>
                  <a:pt x="5488533" y="485914"/>
                  <a:pt x="5487212" y="484593"/>
                  <a:pt x="5487212" y="481964"/>
                </a:cubicBezTo>
                <a:cubicBezTo>
                  <a:pt x="5487212" y="478459"/>
                  <a:pt x="5489403" y="476472"/>
                  <a:pt x="5489822" y="473221"/>
                </a:cubicBezTo>
                <a:cubicBezTo>
                  <a:pt x="5489822" y="472109"/>
                  <a:pt x="5490724" y="471011"/>
                  <a:pt x="5490724" y="469715"/>
                </a:cubicBezTo>
                <a:cubicBezTo>
                  <a:pt x="5490724" y="468191"/>
                  <a:pt x="5489403" y="467512"/>
                  <a:pt x="5488971" y="466191"/>
                </a:cubicBezTo>
                <a:cubicBezTo>
                  <a:pt x="5488305" y="464686"/>
                  <a:pt x="5487212" y="464007"/>
                  <a:pt x="5486342" y="462686"/>
                </a:cubicBezTo>
                <a:cubicBezTo>
                  <a:pt x="5485695" y="461625"/>
                  <a:pt x="5485695" y="460082"/>
                  <a:pt x="5484583" y="459193"/>
                </a:cubicBezTo>
                <a:cubicBezTo>
                  <a:pt x="5483713" y="458533"/>
                  <a:pt x="5481986" y="459003"/>
                  <a:pt x="5481078" y="458317"/>
                </a:cubicBezTo>
                <a:cubicBezTo>
                  <a:pt x="5479770" y="457206"/>
                  <a:pt x="5478900" y="456774"/>
                  <a:pt x="5477573" y="455675"/>
                </a:cubicBezTo>
                <a:cubicBezTo>
                  <a:pt x="5476703" y="455047"/>
                  <a:pt x="5477573" y="452627"/>
                  <a:pt x="5476703" y="452196"/>
                </a:cubicBezTo>
                <a:cubicBezTo>
                  <a:pt x="5475839" y="451745"/>
                  <a:pt x="5474277" y="451548"/>
                  <a:pt x="5473198" y="451307"/>
                </a:cubicBezTo>
                <a:cubicBezTo>
                  <a:pt x="5472131" y="451123"/>
                  <a:pt x="5470785" y="451548"/>
                  <a:pt x="5469705" y="451307"/>
                </a:cubicBezTo>
                <a:cubicBezTo>
                  <a:pt x="5468385" y="451123"/>
                  <a:pt x="5467515" y="449776"/>
                  <a:pt x="5466181" y="449573"/>
                </a:cubicBezTo>
                <a:cubicBezTo>
                  <a:pt x="5464702" y="449357"/>
                  <a:pt x="5463381" y="448913"/>
                  <a:pt x="5461825" y="448710"/>
                </a:cubicBezTo>
                <a:cubicBezTo>
                  <a:pt x="5460733" y="448456"/>
                  <a:pt x="5459647" y="447814"/>
                  <a:pt x="5458313" y="447814"/>
                </a:cubicBezTo>
                <a:cubicBezTo>
                  <a:pt x="5455716" y="447598"/>
                  <a:pt x="5453957" y="447814"/>
                  <a:pt x="5451316" y="447814"/>
                </a:cubicBezTo>
                <a:cubicBezTo>
                  <a:pt x="5448261" y="447598"/>
                  <a:pt x="5446515" y="446951"/>
                  <a:pt x="5443448" y="446951"/>
                </a:cubicBezTo>
                <a:cubicBezTo>
                  <a:pt x="5442127" y="446951"/>
                  <a:pt x="5441035" y="446709"/>
                  <a:pt x="5439943" y="446951"/>
                </a:cubicBezTo>
                <a:cubicBezTo>
                  <a:pt x="5438622" y="447166"/>
                  <a:pt x="5437752" y="448030"/>
                  <a:pt x="5436419" y="448710"/>
                </a:cubicBezTo>
                <a:cubicBezTo>
                  <a:pt x="5435117" y="449357"/>
                  <a:pt x="5434031" y="449776"/>
                  <a:pt x="5432926" y="450443"/>
                </a:cubicBezTo>
                <a:cubicBezTo>
                  <a:pt x="5431650" y="451123"/>
                  <a:pt x="5431847" y="453301"/>
                  <a:pt x="5430335" y="453929"/>
                </a:cubicBezTo>
                <a:cubicBezTo>
                  <a:pt x="5428780" y="454596"/>
                  <a:pt x="5427459" y="454380"/>
                  <a:pt x="5425916" y="454806"/>
                </a:cubicBezTo>
                <a:cubicBezTo>
                  <a:pt x="5424595" y="455256"/>
                  <a:pt x="5423738" y="455675"/>
                  <a:pt x="5422195" y="455675"/>
                </a:cubicBezTo>
                <a:lnTo>
                  <a:pt x="5414556" y="455675"/>
                </a:lnTo>
                <a:cubicBezTo>
                  <a:pt x="5413235" y="455910"/>
                  <a:pt x="5411495" y="456577"/>
                  <a:pt x="5410161" y="456577"/>
                </a:cubicBezTo>
                <a:cubicBezTo>
                  <a:pt x="5405818" y="456774"/>
                  <a:pt x="5403151" y="456577"/>
                  <a:pt x="5398776" y="456577"/>
                </a:cubicBezTo>
                <a:cubicBezTo>
                  <a:pt x="5395277" y="456577"/>
                  <a:pt x="5393308" y="456577"/>
                  <a:pt x="5390038" y="457428"/>
                </a:cubicBezTo>
                <a:cubicBezTo>
                  <a:pt x="5388483" y="457885"/>
                  <a:pt x="5388089" y="459835"/>
                  <a:pt x="5386527" y="460082"/>
                </a:cubicBezTo>
                <a:lnTo>
                  <a:pt x="5383015" y="460082"/>
                </a:lnTo>
                <a:cubicBezTo>
                  <a:pt x="5381726" y="460082"/>
                  <a:pt x="5380628" y="460273"/>
                  <a:pt x="5379535" y="460082"/>
                </a:cubicBezTo>
                <a:cubicBezTo>
                  <a:pt x="5378240" y="459835"/>
                  <a:pt x="5377307" y="458762"/>
                  <a:pt x="5376024" y="458317"/>
                </a:cubicBezTo>
                <a:cubicBezTo>
                  <a:pt x="5374919" y="457885"/>
                  <a:pt x="5373611" y="457885"/>
                  <a:pt x="5372500" y="457428"/>
                </a:cubicBezTo>
                <a:cubicBezTo>
                  <a:pt x="5370785" y="456577"/>
                  <a:pt x="5370556" y="455047"/>
                  <a:pt x="5369013" y="453929"/>
                </a:cubicBezTo>
                <a:cubicBezTo>
                  <a:pt x="5367458" y="452856"/>
                  <a:pt x="5366404" y="451745"/>
                  <a:pt x="5364638" y="451307"/>
                </a:cubicBezTo>
                <a:cubicBezTo>
                  <a:pt x="5363540" y="451123"/>
                  <a:pt x="5362448" y="450443"/>
                  <a:pt x="5361146" y="450443"/>
                </a:cubicBezTo>
                <a:lnTo>
                  <a:pt x="5353278" y="450443"/>
                </a:lnTo>
                <a:cubicBezTo>
                  <a:pt x="5351519" y="450443"/>
                  <a:pt x="5350611" y="449776"/>
                  <a:pt x="5348878" y="449573"/>
                </a:cubicBezTo>
                <a:cubicBezTo>
                  <a:pt x="5346947" y="449357"/>
                  <a:pt x="5345614" y="448913"/>
                  <a:pt x="5343626" y="448710"/>
                </a:cubicBezTo>
                <a:cubicBezTo>
                  <a:pt x="5341651" y="448456"/>
                  <a:pt x="5340134" y="448240"/>
                  <a:pt x="5338368" y="447814"/>
                </a:cubicBezTo>
                <a:cubicBezTo>
                  <a:pt x="5336635" y="447389"/>
                  <a:pt x="5335536" y="446074"/>
                  <a:pt x="5334000" y="445185"/>
                </a:cubicBezTo>
                <a:lnTo>
                  <a:pt x="5337505" y="441667"/>
                </a:lnTo>
                <a:cubicBezTo>
                  <a:pt x="5334863" y="440359"/>
                  <a:pt x="5332914" y="439921"/>
                  <a:pt x="5330488" y="438188"/>
                </a:cubicBezTo>
                <a:cubicBezTo>
                  <a:pt x="5329180" y="437324"/>
                  <a:pt x="5328291" y="436651"/>
                  <a:pt x="5326983" y="435571"/>
                </a:cubicBezTo>
                <a:cubicBezTo>
                  <a:pt x="5325903" y="434689"/>
                  <a:pt x="5326341" y="432701"/>
                  <a:pt x="5325224" y="432079"/>
                </a:cubicBezTo>
                <a:cubicBezTo>
                  <a:pt x="5323033" y="430752"/>
                  <a:pt x="5320868" y="431158"/>
                  <a:pt x="5318239" y="431158"/>
                </a:cubicBezTo>
                <a:lnTo>
                  <a:pt x="5310365" y="431158"/>
                </a:lnTo>
                <a:lnTo>
                  <a:pt x="5309508" y="427666"/>
                </a:lnTo>
                <a:cubicBezTo>
                  <a:pt x="5310581" y="426586"/>
                  <a:pt x="5310809" y="425043"/>
                  <a:pt x="5312130" y="424199"/>
                </a:cubicBezTo>
                <a:cubicBezTo>
                  <a:pt x="5314505" y="422636"/>
                  <a:pt x="5316474" y="421976"/>
                  <a:pt x="5319083" y="420674"/>
                </a:cubicBezTo>
                <a:lnTo>
                  <a:pt x="5317369" y="417169"/>
                </a:lnTo>
                <a:cubicBezTo>
                  <a:pt x="5316048" y="416953"/>
                  <a:pt x="5314950" y="417404"/>
                  <a:pt x="5313857" y="417169"/>
                </a:cubicBezTo>
                <a:cubicBezTo>
                  <a:pt x="5312130" y="416737"/>
                  <a:pt x="5311222" y="414959"/>
                  <a:pt x="5309247" y="414959"/>
                </a:cubicBezTo>
                <a:lnTo>
                  <a:pt x="5265693" y="414959"/>
                </a:lnTo>
                <a:cubicBezTo>
                  <a:pt x="5265483" y="417607"/>
                  <a:pt x="5265483" y="419131"/>
                  <a:pt x="5264829" y="421551"/>
                </a:cubicBezTo>
                <a:cubicBezTo>
                  <a:pt x="5264416" y="423094"/>
                  <a:pt x="5263070" y="423760"/>
                  <a:pt x="5262213" y="425043"/>
                </a:cubicBezTo>
                <a:cubicBezTo>
                  <a:pt x="5260460" y="427666"/>
                  <a:pt x="5258936" y="430079"/>
                  <a:pt x="5256060" y="431158"/>
                </a:cubicBezTo>
                <a:cubicBezTo>
                  <a:pt x="5254993" y="431622"/>
                  <a:pt x="5253882" y="431158"/>
                  <a:pt x="5252548" y="431158"/>
                </a:cubicBezTo>
                <a:lnTo>
                  <a:pt x="5249081" y="431158"/>
                </a:lnTo>
                <a:cubicBezTo>
                  <a:pt x="5247538" y="430936"/>
                  <a:pt x="5247055" y="429215"/>
                  <a:pt x="5245569" y="428548"/>
                </a:cubicBezTo>
                <a:cubicBezTo>
                  <a:pt x="5246198" y="427227"/>
                  <a:pt x="5246890" y="426364"/>
                  <a:pt x="5247309" y="425043"/>
                </a:cubicBezTo>
                <a:cubicBezTo>
                  <a:pt x="5247976" y="423525"/>
                  <a:pt x="5248630" y="422198"/>
                  <a:pt x="5249081" y="420674"/>
                </a:cubicBezTo>
                <a:cubicBezTo>
                  <a:pt x="5249265" y="419557"/>
                  <a:pt x="5248630" y="418268"/>
                  <a:pt x="5249081" y="417169"/>
                </a:cubicBezTo>
                <a:cubicBezTo>
                  <a:pt x="5249697" y="415658"/>
                  <a:pt x="5250814" y="414959"/>
                  <a:pt x="5251691" y="413645"/>
                </a:cubicBezTo>
                <a:cubicBezTo>
                  <a:pt x="5252364" y="412813"/>
                  <a:pt x="5254307" y="413480"/>
                  <a:pt x="5255190" y="412813"/>
                </a:cubicBezTo>
                <a:cubicBezTo>
                  <a:pt x="5256060" y="412134"/>
                  <a:pt x="5254764" y="410387"/>
                  <a:pt x="5255190" y="409308"/>
                </a:cubicBezTo>
                <a:cubicBezTo>
                  <a:pt x="5252548" y="409308"/>
                  <a:pt x="5250814" y="409524"/>
                  <a:pt x="5248198" y="409308"/>
                </a:cubicBezTo>
                <a:cubicBezTo>
                  <a:pt x="5246439" y="409308"/>
                  <a:pt x="5245334" y="408222"/>
                  <a:pt x="5243810" y="407530"/>
                </a:cubicBezTo>
                <a:cubicBezTo>
                  <a:pt x="5242286" y="406888"/>
                  <a:pt x="5241823" y="405136"/>
                  <a:pt x="5240305" y="404901"/>
                </a:cubicBezTo>
                <a:cubicBezTo>
                  <a:pt x="5238788" y="404679"/>
                  <a:pt x="5237486" y="405364"/>
                  <a:pt x="5235949" y="404901"/>
                </a:cubicBezTo>
                <a:cubicBezTo>
                  <a:pt x="5233079" y="404075"/>
                  <a:pt x="5231771" y="401853"/>
                  <a:pt x="5228932" y="401396"/>
                </a:cubicBezTo>
                <a:cubicBezTo>
                  <a:pt x="5227834" y="401192"/>
                  <a:pt x="5226716" y="401396"/>
                  <a:pt x="5225421" y="401396"/>
                </a:cubicBezTo>
                <a:cubicBezTo>
                  <a:pt x="5223668" y="401396"/>
                  <a:pt x="5222786" y="402291"/>
                  <a:pt x="5221071" y="402291"/>
                </a:cubicBezTo>
                <a:cubicBezTo>
                  <a:pt x="5217985" y="402501"/>
                  <a:pt x="5216226" y="402291"/>
                  <a:pt x="5213146" y="402291"/>
                </a:cubicBezTo>
                <a:cubicBezTo>
                  <a:pt x="5210549" y="402291"/>
                  <a:pt x="5208587" y="402075"/>
                  <a:pt x="5206168" y="401396"/>
                </a:cubicBezTo>
                <a:cubicBezTo>
                  <a:pt x="5204212" y="400970"/>
                  <a:pt x="5202866" y="399211"/>
                  <a:pt x="5200942" y="398786"/>
                </a:cubicBezTo>
                <a:cubicBezTo>
                  <a:pt x="5199386" y="398551"/>
                  <a:pt x="5198065" y="399211"/>
                  <a:pt x="5196516" y="398786"/>
                </a:cubicBezTo>
                <a:cubicBezTo>
                  <a:pt x="5193906" y="398125"/>
                  <a:pt x="5192141" y="396373"/>
                  <a:pt x="5189518" y="396157"/>
                </a:cubicBezTo>
                <a:cubicBezTo>
                  <a:pt x="5185365" y="395516"/>
                  <a:pt x="5182508" y="396582"/>
                  <a:pt x="5178139" y="396157"/>
                </a:cubicBezTo>
                <a:cubicBezTo>
                  <a:pt x="5175529" y="395935"/>
                  <a:pt x="5173770" y="394614"/>
                  <a:pt x="5171154" y="394404"/>
                </a:cubicBezTo>
                <a:cubicBezTo>
                  <a:pt x="5169827" y="394404"/>
                  <a:pt x="5168969" y="393541"/>
                  <a:pt x="5167617" y="393541"/>
                </a:cubicBezTo>
                <a:cubicBezTo>
                  <a:pt x="5165871" y="393541"/>
                  <a:pt x="5165026" y="394855"/>
                  <a:pt x="5164099" y="396157"/>
                </a:cubicBezTo>
                <a:cubicBezTo>
                  <a:pt x="5163477" y="397021"/>
                  <a:pt x="5164378" y="398551"/>
                  <a:pt x="5164099" y="399643"/>
                </a:cubicBezTo>
                <a:cubicBezTo>
                  <a:pt x="5163477" y="402501"/>
                  <a:pt x="5163229" y="404469"/>
                  <a:pt x="5163229" y="407530"/>
                </a:cubicBezTo>
                <a:lnTo>
                  <a:pt x="5144204" y="407530"/>
                </a:lnTo>
                <a:cubicBezTo>
                  <a:pt x="5141150" y="407530"/>
                  <a:pt x="5138959" y="408857"/>
                  <a:pt x="5136108" y="409308"/>
                </a:cubicBezTo>
                <a:cubicBezTo>
                  <a:pt x="5136108" y="410597"/>
                  <a:pt x="5135880" y="411499"/>
                  <a:pt x="5136108" y="412813"/>
                </a:cubicBezTo>
                <a:cubicBezTo>
                  <a:pt x="5136362" y="414540"/>
                  <a:pt x="5136991" y="415867"/>
                  <a:pt x="5137867" y="417169"/>
                </a:cubicBezTo>
                <a:cubicBezTo>
                  <a:pt x="5138750" y="418477"/>
                  <a:pt x="5139143" y="420027"/>
                  <a:pt x="5140477" y="420674"/>
                </a:cubicBezTo>
                <a:cubicBezTo>
                  <a:pt x="5141785" y="421341"/>
                  <a:pt x="5142884" y="421773"/>
                  <a:pt x="5143988" y="422440"/>
                </a:cubicBezTo>
                <a:cubicBezTo>
                  <a:pt x="5145081" y="423094"/>
                  <a:pt x="5146617" y="422636"/>
                  <a:pt x="5147500" y="423297"/>
                </a:cubicBezTo>
                <a:cubicBezTo>
                  <a:pt x="5148592" y="423957"/>
                  <a:pt x="5148351" y="425703"/>
                  <a:pt x="5149214" y="426802"/>
                </a:cubicBezTo>
                <a:cubicBezTo>
                  <a:pt x="5150351" y="428123"/>
                  <a:pt x="5152085" y="428123"/>
                  <a:pt x="5152739" y="429431"/>
                </a:cubicBezTo>
                <a:cubicBezTo>
                  <a:pt x="5153202" y="430510"/>
                  <a:pt x="5153412" y="431857"/>
                  <a:pt x="5153647" y="432936"/>
                </a:cubicBezTo>
                <a:cubicBezTo>
                  <a:pt x="5153844" y="434251"/>
                  <a:pt x="5154510" y="435121"/>
                  <a:pt x="5154510" y="436651"/>
                </a:cubicBezTo>
                <a:cubicBezTo>
                  <a:pt x="5154510" y="437959"/>
                  <a:pt x="5153647" y="438638"/>
                  <a:pt x="5153647" y="439921"/>
                </a:cubicBezTo>
                <a:lnTo>
                  <a:pt x="5150097" y="439921"/>
                </a:lnTo>
                <a:cubicBezTo>
                  <a:pt x="5147735" y="439477"/>
                  <a:pt x="5145538" y="438638"/>
                  <a:pt x="5143118" y="438188"/>
                </a:cubicBezTo>
                <a:cubicBezTo>
                  <a:pt x="5142033" y="437959"/>
                  <a:pt x="5140737" y="437324"/>
                  <a:pt x="5139632" y="437324"/>
                </a:cubicBezTo>
                <a:cubicBezTo>
                  <a:pt x="5138108" y="437083"/>
                  <a:pt x="5136788" y="437514"/>
                  <a:pt x="5135232" y="437324"/>
                </a:cubicBezTo>
                <a:cubicBezTo>
                  <a:pt x="5134121" y="437083"/>
                  <a:pt x="5132812" y="436651"/>
                  <a:pt x="5131746" y="436429"/>
                </a:cubicBezTo>
                <a:cubicBezTo>
                  <a:pt x="5130184" y="436003"/>
                  <a:pt x="5129764" y="434251"/>
                  <a:pt x="5128247" y="433819"/>
                </a:cubicBezTo>
                <a:cubicBezTo>
                  <a:pt x="5126926" y="433584"/>
                  <a:pt x="5126056" y="432936"/>
                  <a:pt x="5124494" y="432936"/>
                </a:cubicBezTo>
                <a:cubicBezTo>
                  <a:pt x="5123230" y="432936"/>
                  <a:pt x="5122532" y="433819"/>
                  <a:pt x="5121230" y="433819"/>
                </a:cubicBezTo>
                <a:cubicBezTo>
                  <a:pt x="5117744" y="433819"/>
                  <a:pt x="5115947" y="433584"/>
                  <a:pt x="5112467" y="433362"/>
                </a:cubicBezTo>
                <a:lnTo>
                  <a:pt x="5112467" y="438188"/>
                </a:lnTo>
                <a:lnTo>
                  <a:pt x="5115947" y="439921"/>
                </a:lnTo>
                <a:cubicBezTo>
                  <a:pt x="5117293" y="440601"/>
                  <a:pt x="5118373" y="441032"/>
                  <a:pt x="5119484" y="441667"/>
                </a:cubicBezTo>
                <a:cubicBezTo>
                  <a:pt x="5121230" y="442804"/>
                  <a:pt x="5122995" y="443864"/>
                  <a:pt x="5122995" y="446074"/>
                </a:cubicBezTo>
                <a:cubicBezTo>
                  <a:pt x="5122995" y="448456"/>
                  <a:pt x="5122087" y="450024"/>
                  <a:pt x="5121230" y="452196"/>
                </a:cubicBezTo>
                <a:cubicBezTo>
                  <a:pt x="5117922" y="451548"/>
                  <a:pt x="5115947" y="450443"/>
                  <a:pt x="5113362" y="448710"/>
                </a:cubicBezTo>
                <a:cubicBezTo>
                  <a:pt x="5112042" y="447814"/>
                  <a:pt x="5111159" y="447166"/>
                  <a:pt x="5109851" y="446074"/>
                </a:cubicBezTo>
                <a:cubicBezTo>
                  <a:pt x="5108543" y="444969"/>
                  <a:pt x="5107857" y="443668"/>
                  <a:pt x="5106358" y="442544"/>
                </a:cubicBezTo>
                <a:cubicBezTo>
                  <a:pt x="5105228" y="441667"/>
                  <a:pt x="5103482" y="441921"/>
                  <a:pt x="5102828" y="440816"/>
                </a:cubicBezTo>
                <a:cubicBezTo>
                  <a:pt x="5101977" y="439477"/>
                  <a:pt x="5101088" y="438638"/>
                  <a:pt x="5100199" y="437324"/>
                </a:cubicBezTo>
                <a:cubicBezTo>
                  <a:pt x="5099773" y="436429"/>
                  <a:pt x="5101088" y="434441"/>
                  <a:pt x="5100199" y="433819"/>
                </a:cubicBezTo>
                <a:cubicBezTo>
                  <a:pt x="5099323" y="433152"/>
                  <a:pt x="5097824" y="433152"/>
                  <a:pt x="5096719" y="432936"/>
                </a:cubicBezTo>
                <a:cubicBezTo>
                  <a:pt x="5094077" y="432282"/>
                  <a:pt x="5092077" y="432936"/>
                  <a:pt x="5089251" y="432936"/>
                </a:cubicBezTo>
                <a:cubicBezTo>
                  <a:pt x="5087747" y="432936"/>
                  <a:pt x="5086642" y="432701"/>
                  <a:pt x="5085321" y="432936"/>
                </a:cubicBezTo>
                <a:cubicBezTo>
                  <a:pt x="5084241" y="432936"/>
                  <a:pt x="5082914" y="432282"/>
                  <a:pt x="5081854" y="432936"/>
                </a:cubicBezTo>
                <a:cubicBezTo>
                  <a:pt x="5080742" y="433584"/>
                  <a:pt x="5082279" y="435571"/>
                  <a:pt x="5081854" y="436429"/>
                </a:cubicBezTo>
                <a:cubicBezTo>
                  <a:pt x="5080958" y="437730"/>
                  <a:pt x="5079422" y="437959"/>
                  <a:pt x="5078342" y="439051"/>
                </a:cubicBezTo>
                <a:cubicBezTo>
                  <a:pt x="5075262" y="442144"/>
                  <a:pt x="5071757" y="442544"/>
                  <a:pt x="5067388" y="442544"/>
                </a:cubicBezTo>
                <a:cubicBezTo>
                  <a:pt x="5063439" y="442544"/>
                  <a:pt x="5061477" y="440359"/>
                  <a:pt x="5058175" y="438188"/>
                </a:cubicBezTo>
                <a:cubicBezTo>
                  <a:pt x="5055114" y="438188"/>
                  <a:pt x="5052288" y="437730"/>
                  <a:pt x="5049437" y="437324"/>
                </a:cubicBezTo>
                <a:cubicBezTo>
                  <a:pt x="5048370" y="437324"/>
                  <a:pt x="5047037" y="437514"/>
                  <a:pt x="5045913" y="437324"/>
                </a:cubicBezTo>
                <a:cubicBezTo>
                  <a:pt x="5044382" y="436886"/>
                  <a:pt x="5044859" y="434251"/>
                  <a:pt x="5043303" y="433819"/>
                </a:cubicBezTo>
                <a:cubicBezTo>
                  <a:pt x="5042204" y="433362"/>
                  <a:pt x="5041125" y="432936"/>
                  <a:pt x="5039810" y="432936"/>
                </a:cubicBezTo>
                <a:cubicBezTo>
                  <a:pt x="5038490" y="432936"/>
                  <a:pt x="5037397" y="433584"/>
                  <a:pt x="5036312" y="433819"/>
                </a:cubicBezTo>
                <a:cubicBezTo>
                  <a:pt x="5034756" y="434251"/>
                  <a:pt x="5035429" y="437324"/>
                  <a:pt x="5033645" y="437324"/>
                </a:cubicBezTo>
                <a:cubicBezTo>
                  <a:pt x="5029739" y="437324"/>
                  <a:pt x="5027999" y="433819"/>
                  <a:pt x="5024024" y="433819"/>
                </a:cubicBezTo>
                <a:cubicBezTo>
                  <a:pt x="5021846" y="433819"/>
                  <a:pt x="5019668" y="434441"/>
                  <a:pt x="5018792" y="436429"/>
                </a:cubicBezTo>
                <a:cubicBezTo>
                  <a:pt x="5017687" y="439051"/>
                  <a:pt x="5019459" y="441242"/>
                  <a:pt x="5019668" y="444290"/>
                </a:cubicBezTo>
                <a:cubicBezTo>
                  <a:pt x="5019897" y="448456"/>
                  <a:pt x="5019897" y="450678"/>
                  <a:pt x="5019668" y="454806"/>
                </a:cubicBezTo>
                <a:cubicBezTo>
                  <a:pt x="5019459" y="457428"/>
                  <a:pt x="5019020" y="459193"/>
                  <a:pt x="5018792" y="461835"/>
                </a:cubicBezTo>
                <a:lnTo>
                  <a:pt x="5000415" y="461835"/>
                </a:lnTo>
                <a:cubicBezTo>
                  <a:pt x="5000415" y="457695"/>
                  <a:pt x="5001291" y="454380"/>
                  <a:pt x="4998669" y="451307"/>
                </a:cubicBezTo>
                <a:cubicBezTo>
                  <a:pt x="4997564" y="450024"/>
                  <a:pt x="4996243" y="449573"/>
                  <a:pt x="4995176" y="448710"/>
                </a:cubicBezTo>
                <a:cubicBezTo>
                  <a:pt x="4993620" y="447389"/>
                  <a:pt x="4992535" y="446074"/>
                  <a:pt x="4990763" y="445185"/>
                </a:cubicBezTo>
                <a:cubicBezTo>
                  <a:pt x="4989677" y="444760"/>
                  <a:pt x="4988344" y="444760"/>
                  <a:pt x="4987302" y="444290"/>
                </a:cubicBezTo>
                <a:cubicBezTo>
                  <a:pt x="4985746" y="443668"/>
                  <a:pt x="4985061" y="442321"/>
                  <a:pt x="4983778" y="441667"/>
                </a:cubicBezTo>
                <a:cubicBezTo>
                  <a:pt x="4982241" y="440816"/>
                  <a:pt x="4980920" y="440156"/>
                  <a:pt x="4979371" y="439051"/>
                </a:cubicBezTo>
                <a:cubicBezTo>
                  <a:pt x="4977853" y="437959"/>
                  <a:pt x="4977212" y="436651"/>
                  <a:pt x="4975885" y="435571"/>
                </a:cubicBezTo>
                <a:cubicBezTo>
                  <a:pt x="4973021" y="433152"/>
                  <a:pt x="4969757" y="431622"/>
                  <a:pt x="4969757" y="427666"/>
                </a:cubicBezTo>
                <a:lnTo>
                  <a:pt x="4969757" y="425913"/>
                </a:lnTo>
                <a:cubicBezTo>
                  <a:pt x="4969757" y="424611"/>
                  <a:pt x="4970202" y="423525"/>
                  <a:pt x="4970640" y="422440"/>
                </a:cubicBezTo>
                <a:cubicBezTo>
                  <a:pt x="4971072" y="421119"/>
                  <a:pt x="4974145" y="422198"/>
                  <a:pt x="4974145" y="420674"/>
                </a:cubicBezTo>
                <a:cubicBezTo>
                  <a:pt x="4974145" y="418947"/>
                  <a:pt x="4972373" y="418033"/>
                  <a:pt x="4972373" y="416286"/>
                </a:cubicBezTo>
                <a:cubicBezTo>
                  <a:pt x="4972151" y="413645"/>
                  <a:pt x="4972373" y="411918"/>
                  <a:pt x="4972373" y="409308"/>
                </a:cubicBezTo>
                <a:cubicBezTo>
                  <a:pt x="4972373" y="406241"/>
                  <a:pt x="4972602" y="404469"/>
                  <a:pt x="4972373" y="401396"/>
                </a:cubicBezTo>
                <a:cubicBezTo>
                  <a:pt x="4972151" y="398360"/>
                  <a:pt x="4971503" y="396582"/>
                  <a:pt x="4971503" y="393541"/>
                </a:cubicBezTo>
                <a:cubicBezTo>
                  <a:pt x="4971503" y="390905"/>
                  <a:pt x="4972151" y="388943"/>
                  <a:pt x="4971503" y="386518"/>
                </a:cubicBezTo>
                <a:cubicBezTo>
                  <a:pt x="4971072" y="385203"/>
                  <a:pt x="4970411" y="384333"/>
                  <a:pt x="4969757" y="383031"/>
                </a:cubicBezTo>
                <a:cubicBezTo>
                  <a:pt x="4969090" y="381488"/>
                  <a:pt x="4967344" y="381266"/>
                  <a:pt x="4966271" y="380390"/>
                </a:cubicBezTo>
                <a:cubicBezTo>
                  <a:pt x="4964709" y="379088"/>
                  <a:pt x="4963617" y="377748"/>
                  <a:pt x="4961870" y="376897"/>
                </a:cubicBezTo>
                <a:cubicBezTo>
                  <a:pt x="4960556" y="376269"/>
                  <a:pt x="4959026" y="375361"/>
                  <a:pt x="4957476" y="375132"/>
                </a:cubicBezTo>
                <a:cubicBezTo>
                  <a:pt x="4955273" y="374700"/>
                  <a:pt x="4953800" y="374256"/>
                  <a:pt x="4951374" y="374256"/>
                </a:cubicBezTo>
                <a:cubicBezTo>
                  <a:pt x="4948955" y="374256"/>
                  <a:pt x="4946573" y="374091"/>
                  <a:pt x="4945253" y="376021"/>
                </a:cubicBezTo>
                <a:cubicBezTo>
                  <a:pt x="4944586" y="377107"/>
                  <a:pt x="4944357" y="378409"/>
                  <a:pt x="4943494" y="379545"/>
                </a:cubicBezTo>
                <a:cubicBezTo>
                  <a:pt x="4942820" y="380390"/>
                  <a:pt x="4943278" y="382155"/>
                  <a:pt x="4942598" y="383031"/>
                </a:cubicBezTo>
                <a:cubicBezTo>
                  <a:pt x="4941512" y="384562"/>
                  <a:pt x="4939093" y="383889"/>
                  <a:pt x="4936915" y="383889"/>
                </a:cubicBezTo>
                <a:cubicBezTo>
                  <a:pt x="4932762" y="383889"/>
                  <a:pt x="4929028" y="383889"/>
                  <a:pt x="4926850" y="380390"/>
                </a:cubicBezTo>
                <a:cubicBezTo>
                  <a:pt x="4926183" y="379088"/>
                  <a:pt x="4926634" y="377323"/>
                  <a:pt x="4925980" y="376021"/>
                </a:cubicBezTo>
                <a:cubicBezTo>
                  <a:pt x="4925110" y="374497"/>
                  <a:pt x="4923777" y="373627"/>
                  <a:pt x="4922475" y="372510"/>
                </a:cubicBezTo>
                <a:cubicBezTo>
                  <a:pt x="4921180" y="371430"/>
                  <a:pt x="4921357" y="369246"/>
                  <a:pt x="4919846" y="369030"/>
                </a:cubicBezTo>
                <a:cubicBezTo>
                  <a:pt x="4918741" y="368782"/>
                  <a:pt x="4917414" y="369030"/>
                  <a:pt x="4916328" y="369030"/>
                </a:cubicBezTo>
                <a:cubicBezTo>
                  <a:pt x="4913058" y="368579"/>
                  <a:pt x="4910670" y="369671"/>
                  <a:pt x="4907597" y="368172"/>
                </a:cubicBezTo>
                <a:cubicBezTo>
                  <a:pt x="4906035" y="367461"/>
                  <a:pt x="4906276" y="365531"/>
                  <a:pt x="4904955" y="364636"/>
                </a:cubicBezTo>
                <a:cubicBezTo>
                  <a:pt x="4902123" y="362445"/>
                  <a:pt x="4899933" y="361143"/>
                  <a:pt x="4896218" y="361143"/>
                </a:cubicBezTo>
                <a:cubicBezTo>
                  <a:pt x="4893792" y="361143"/>
                  <a:pt x="4892274" y="362007"/>
                  <a:pt x="4890058" y="362889"/>
                </a:cubicBezTo>
                <a:cubicBezTo>
                  <a:pt x="4888553" y="363302"/>
                  <a:pt x="4887245" y="363975"/>
                  <a:pt x="4885683" y="364636"/>
                </a:cubicBezTo>
                <a:cubicBezTo>
                  <a:pt x="4883950" y="365531"/>
                  <a:pt x="4883086" y="366394"/>
                  <a:pt x="4881340" y="367258"/>
                </a:cubicBezTo>
                <a:cubicBezTo>
                  <a:pt x="4879771" y="367899"/>
                  <a:pt x="4878260" y="368357"/>
                  <a:pt x="4876939" y="369030"/>
                </a:cubicBezTo>
                <a:cubicBezTo>
                  <a:pt x="4875174" y="369868"/>
                  <a:pt x="4874310" y="371208"/>
                  <a:pt x="4872564" y="372510"/>
                </a:cubicBezTo>
                <a:lnTo>
                  <a:pt x="4876057" y="379545"/>
                </a:lnTo>
                <a:cubicBezTo>
                  <a:pt x="4876736" y="381050"/>
                  <a:pt x="4877816" y="381692"/>
                  <a:pt x="4878698" y="383031"/>
                </a:cubicBezTo>
                <a:cubicBezTo>
                  <a:pt x="4879581" y="384333"/>
                  <a:pt x="4881098" y="384994"/>
                  <a:pt x="4881340" y="386518"/>
                </a:cubicBezTo>
                <a:cubicBezTo>
                  <a:pt x="4881524" y="388061"/>
                  <a:pt x="4882197" y="389369"/>
                  <a:pt x="4882197" y="391115"/>
                </a:cubicBezTo>
                <a:cubicBezTo>
                  <a:pt x="4882197" y="392652"/>
                  <a:pt x="4881340" y="393738"/>
                  <a:pt x="4881340" y="395293"/>
                </a:cubicBezTo>
                <a:lnTo>
                  <a:pt x="4858772" y="395293"/>
                </a:lnTo>
                <a:cubicBezTo>
                  <a:pt x="4856803" y="395293"/>
                  <a:pt x="4855933" y="396373"/>
                  <a:pt x="4854187" y="397021"/>
                </a:cubicBezTo>
                <a:cubicBezTo>
                  <a:pt x="4850657" y="398360"/>
                  <a:pt x="4848053" y="399643"/>
                  <a:pt x="4844122" y="399643"/>
                </a:cubicBezTo>
                <a:cubicBezTo>
                  <a:pt x="4840185" y="399643"/>
                  <a:pt x="4837531" y="398551"/>
                  <a:pt x="4834045" y="397021"/>
                </a:cubicBezTo>
                <a:cubicBezTo>
                  <a:pt x="4832083" y="396157"/>
                  <a:pt x="4830718" y="394855"/>
                  <a:pt x="4828813" y="394404"/>
                </a:cubicBezTo>
                <a:cubicBezTo>
                  <a:pt x="4825942" y="393541"/>
                  <a:pt x="4823771" y="393738"/>
                  <a:pt x="4820888" y="392652"/>
                </a:cubicBezTo>
                <a:cubicBezTo>
                  <a:pt x="4819154" y="392010"/>
                  <a:pt x="4818932" y="390048"/>
                  <a:pt x="4817421" y="389166"/>
                </a:cubicBezTo>
                <a:cubicBezTo>
                  <a:pt x="4815649" y="388264"/>
                  <a:pt x="4814347" y="387407"/>
                  <a:pt x="4812125" y="387407"/>
                </a:cubicBezTo>
                <a:cubicBezTo>
                  <a:pt x="4810607" y="387407"/>
                  <a:pt x="4809959" y="388715"/>
                  <a:pt x="4808639" y="389166"/>
                </a:cubicBezTo>
                <a:cubicBezTo>
                  <a:pt x="4806911" y="389591"/>
                  <a:pt x="4807115" y="392652"/>
                  <a:pt x="4805146" y="392652"/>
                </a:cubicBezTo>
                <a:cubicBezTo>
                  <a:pt x="4802968" y="392652"/>
                  <a:pt x="4800974" y="391769"/>
                  <a:pt x="4799888" y="390048"/>
                </a:cubicBezTo>
                <a:cubicBezTo>
                  <a:pt x="4798574" y="387819"/>
                  <a:pt x="4799012" y="385635"/>
                  <a:pt x="4799012" y="383031"/>
                </a:cubicBezTo>
                <a:lnTo>
                  <a:pt x="4799012" y="376021"/>
                </a:lnTo>
                <a:cubicBezTo>
                  <a:pt x="4797717" y="375132"/>
                  <a:pt x="4796161" y="373176"/>
                  <a:pt x="4794650" y="372510"/>
                </a:cubicBezTo>
                <a:cubicBezTo>
                  <a:pt x="4793113" y="371862"/>
                  <a:pt x="4792675" y="370103"/>
                  <a:pt x="4791157" y="369868"/>
                </a:cubicBezTo>
                <a:cubicBezTo>
                  <a:pt x="4790020" y="369671"/>
                  <a:pt x="4788941" y="369868"/>
                  <a:pt x="4787620" y="369868"/>
                </a:cubicBezTo>
                <a:cubicBezTo>
                  <a:pt x="4786344" y="369868"/>
                  <a:pt x="4785448" y="369030"/>
                  <a:pt x="4784128" y="369030"/>
                </a:cubicBezTo>
                <a:cubicBezTo>
                  <a:pt x="4782610" y="369030"/>
                  <a:pt x="4781943" y="370103"/>
                  <a:pt x="4780622" y="370751"/>
                </a:cubicBezTo>
                <a:cubicBezTo>
                  <a:pt x="4779327" y="371430"/>
                  <a:pt x="4779981" y="374256"/>
                  <a:pt x="4778463" y="374256"/>
                </a:cubicBezTo>
                <a:cubicBezTo>
                  <a:pt x="4775796" y="374256"/>
                  <a:pt x="4774298" y="373627"/>
                  <a:pt x="4771859" y="373392"/>
                </a:cubicBezTo>
                <a:lnTo>
                  <a:pt x="4768380" y="373392"/>
                </a:lnTo>
                <a:cubicBezTo>
                  <a:pt x="4767072" y="373176"/>
                  <a:pt x="4766163" y="371646"/>
                  <a:pt x="4764665" y="371646"/>
                </a:cubicBezTo>
                <a:lnTo>
                  <a:pt x="4747361" y="371646"/>
                </a:lnTo>
                <a:lnTo>
                  <a:pt x="4740338" y="373392"/>
                </a:lnTo>
                <a:cubicBezTo>
                  <a:pt x="4736198" y="373392"/>
                  <a:pt x="4734642" y="370979"/>
                  <a:pt x="4730737" y="371646"/>
                </a:cubicBezTo>
                <a:cubicBezTo>
                  <a:pt x="4729613" y="371646"/>
                  <a:pt x="4728311" y="371430"/>
                  <a:pt x="4727213" y="371646"/>
                </a:cubicBezTo>
                <a:cubicBezTo>
                  <a:pt x="4726127" y="371862"/>
                  <a:pt x="4727441" y="374497"/>
                  <a:pt x="4726336" y="375132"/>
                </a:cubicBezTo>
                <a:cubicBezTo>
                  <a:pt x="4724361" y="376269"/>
                  <a:pt x="4722844" y="375132"/>
                  <a:pt x="4720443" y="375132"/>
                </a:cubicBezTo>
                <a:lnTo>
                  <a:pt x="4714989" y="375132"/>
                </a:lnTo>
                <a:cubicBezTo>
                  <a:pt x="4713655" y="375132"/>
                  <a:pt x="4712785" y="374256"/>
                  <a:pt x="4711484" y="374256"/>
                </a:cubicBezTo>
                <a:cubicBezTo>
                  <a:pt x="4709934" y="374256"/>
                  <a:pt x="4709064" y="374700"/>
                  <a:pt x="4707508" y="374700"/>
                </a:cubicBezTo>
                <a:cubicBezTo>
                  <a:pt x="4707508" y="372090"/>
                  <a:pt x="4707972" y="370751"/>
                  <a:pt x="4707972" y="368172"/>
                </a:cubicBezTo>
                <a:cubicBezTo>
                  <a:pt x="4707972" y="366852"/>
                  <a:pt x="4707058" y="365937"/>
                  <a:pt x="4707058" y="364636"/>
                </a:cubicBezTo>
                <a:cubicBezTo>
                  <a:pt x="4707058" y="363302"/>
                  <a:pt x="4707508" y="362445"/>
                  <a:pt x="4707508" y="361143"/>
                </a:cubicBezTo>
                <a:lnTo>
                  <a:pt x="4701825" y="360260"/>
                </a:lnTo>
                <a:cubicBezTo>
                  <a:pt x="4700720" y="360927"/>
                  <a:pt x="4699209" y="360476"/>
                  <a:pt x="4698326" y="361143"/>
                </a:cubicBezTo>
                <a:cubicBezTo>
                  <a:pt x="4697241" y="362007"/>
                  <a:pt x="4697469" y="363550"/>
                  <a:pt x="4696599" y="364636"/>
                </a:cubicBezTo>
                <a:cubicBezTo>
                  <a:pt x="4694167" y="367258"/>
                  <a:pt x="4691545" y="369030"/>
                  <a:pt x="4687798" y="369030"/>
                </a:cubicBezTo>
                <a:cubicBezTo>
                  <a:pt x="4685842" y="369030"/>
                  <a:pt x="4684306" y="368782"/>
                  <a:pt x="4682572" y="368172"/>
                </a:cubicBezTo>
                <a:cubicBezTo>
                  <a:pt x="4680813" y="367461"/>
                  <a:pt x="4680369" y="365937"/>
                  <a:pt x="4679060" y="364636"/>
                </a:cubicBezTo>
                <a:lnTo>
                  <a:pt x="4679930" y="361143"/>
                </a:lnTo>
                <a:cubicBezTo>
                  <a:pt x="4682572" y="361143"/>
                  <a:pt x="4684306" y="361353"/>
                  <a:pt x="4686960" y="361143"/>
                </a:cubicBezTo>
                <a:cubicBezTo>
                  <a:pt x="4688287" y="361143"/>
                  <a:pt x="4689354" y="361581"/>
                  <a:pt x="4690433" y="361143"/>
                </a:cubicBezTo>
                <a:cubicBezTo>
                  <a:pt x="4691989" y="360476"/>
                  <a:pt x="4692611" y="359365"/>
                  <a:pt x="4693945" y="358514"/>
                </a:cubicBezTo>
                <a:cubicBezTo>
                  <a:pt x="4695037" y="357841"/>
                  <a:pt x="4694599" y="355657"/>
                  <a:pt x="4695685" y="355009"/>
                </a:cubicBezTo>
                <a:cubicBezTo>
                  <a:pt x="4696599" y="354329"/>
                  <a:pt x="4698091" y="354577"/>
                  <a:pt x="4699209" y="354145"/>
                </a:cubicBezTo>
                <a:cubicBezTo>
                  <a:pt x="4700517" y="353472"/>
                  <a:pt x="4701609" y="353009"/>
                  <a:pt x="4702708" y="352399"/>
                </a:cubicBezTo>
                <a:cubicBezTo>
                  <a:pt x="4704467" y="351281"/>
                  <a:pt x="4705330" y="349326"/>
                  <a:pt x="4705330" y="347129"/>
                </a:cubicBezTo>
                <a:lnTo>
                  <a:pt x="4705330" y="345408"/>
                </a:lnTo>
                <a:cubicBezTo>
                  <a:pt x="4704892" y="344055"/>
                  <a:pt x="4704664" y="342988"/>
                  <a:pt x="4703559" y="341883"/>
                </a:cubicBezTo>
                <a:cubicBezTo>
                  <a:pt x="4702257" y="340569"/>
                  <a:pt x="4700276" y="341883"/>
                  <a:pt x="4698326" y="341883"/>
                </a:cubicBezTo>
                <a:cubicBezTo>
                  <a:pt x="4694840" y="341883"/>
                  <a:pt x="4692611" y="341642"/>
                  <a:pt x="4689563" y="342747"/>
                </a:cubicBezTo>
                <a:cubicBezTo>
                  <a:pt x="4688033" y="343198"/>
                  <a:pt x="4687385" y="344487"/>
                  <a:pt x="4686084" y="345408"/>
                </a:cubicBezTo>
                <a:cubicBezTo>
                  <a:pt x="4684966" y="346017"/>
                  <a:pt x="4683664" y="346259"/>
                  <a:pt x="4682572" y="347129"/>
                </a:cubicBezTo>
                <a:cubicBezTo>
                  <a:pt x="4681220" y="348233"/>
                  <a:pt x="4681677" y="350196"/>
                  <a:pt x="4680813" y="351497"/>
                </a:cubicBezTo>
                <a:cubicBezTo>
                  <a:pt x="4679930" y="352831"/>
                  <a:pt x="4679295" y="353904"/>
                  <a:pt x="4678197" y="355009"/>
                </a:cubicBezTo>
                <a:cubicBezTo>
                  <a:pt x="4677079" y="356127"/>
                  <a:pt x="4676000" y="356546"/>
                  <a:pt x="4674692" y="357625"/>
                </a:cubicBezTo>
                <a:cubicBezTo>
                  <a:pt x="4673149" y="358940"/>
                  <a:pt x="4672266" y="361143"/>
                  <a:pt x="4670088" y="361143"/>
                </a:cubicBezTo>
                <a:lnTo>
                  <a:pt x="4648422" y="361143"/>
                </a:lnTo>
                <a:lnTo>
                  <a:pt x="4644923" y="362889"/>
                </a:lnTo>
                <a:cubicBezTo>
                  <a:pt x="4645145" y="364216"/>
                  <a:pt x="4645355" y="365290"/>
                  <a:pt x="4645793" y="366394"/>
                </a:cubicBezTo>
                <a:cubicBezTo>
                  <a:pt x="4646434" y="368357"/>
                  <a:pt x="4648422" y="369462"/>
                  <a:pt x="4648422" y="371646"/>
                </a:cubicBezTo>
                <a:lnTo>
                  <a:pt x="4648422" y="373392"/>
                </a:lnTo>
                <a:cubicBezTo>
                  <a:pt x="4647965" y="374700"/>
                  <a:pt x="4645996" y="374256"/>
                  <a:pt x="4644923" y="375132"/>
                </a:cubicBezTo>
                <a:cubicBezTo>
                  <a:pt x="4643824" y="376021"/>
                  <a:pt x="4643589" y="377748"/>
                  <a:pt x="4642269" y="378663"/>
                </a:cubicBezTo>
                <a:cubicBezTo>
                  <a:pt x="4640510" y="379729"/>
                  <a:pt x="4638782" y="379545"/>
                  <a:pt x="4636611" y="379545"/>
                </a:cubicBezTo>
                <a:lnTo>
                  <a:pt x="4634407" y="379545"/>
                </a:lnTo>
                <a:cubicBezTo>
                  <a:pt x="4633067" y="379545"/>
                  <a:pt x="4632217" y="378663"/>
                  <a:pt x="4630921" y="378663"/>
                </a:cubicBezTo>
                <a:cubicBezTo>
                  <a:pt x="4628286" y="378409"/>
                  <a:pt x="4626540" y="378409"/>
                  <a:pt x="4623898" y="378663"/>
                </a:cubicBezTo>
                <a:cubicBezTo>
                  <a:pt x="4622145" y="378663"/>
                  <a:pt x="4621060" y="379729"/>
                  <a:pt x="4619536" y="380390"/>
                </a:cubicBezTo>
                <a:cubicBezTo>
                  <a:pt x="4618005" y="381050"/>
                  <a:pt x="4617548" y="382809"/>
                  <a:pt x="4616005" y="383031"/>
                </a:cubicBezTo>
                <a:cubicBezTo>
                  <a:pt x="4613636" y="383476"/>
                  <a:pt x="4611674" y="383031"/>
                  <a:pt x="4609033" y="383031"/>
                </a:cubicBezTo>
                <a:lnTo>
                  <a:pt x="4602010" y="383031"/>
                </a:lnTo>
                <a:cubicBezTo>
                  <a:pt x="4598511" y="383247"/>
                  <a:pt x="4596536" y="384778"/>
                  <a:pt x="4593050" y="384778"/>
                </a:cubicBezTo>
                <a:lnTo>
                  <a:pt x="4591481" y="384778"/>
                </a:lnTo>
                <a:cubicBezTo>
                  <a:pt x="4590859" y="384778"/>
                  <a:pt x="4590395" y="383889"/>
                  <a:pt x="4589735" y="383889"/>
                </a:cubicBezTo>
                <a:cubicBezTo>
                  <a:pt x="4591748" y="383673"/>
                  <a:pt x="4593469" y="384130"/>
                  <a:pt x="4595018" y="383031"/>
                </a:cubicBezTo>
                <a:cubicBezTo>
                  <a:pt x="4596320" y="382155"/>
                  <a:pt x="4596536" y="380625"/>
                  <a:pt x="4597641" y="379545"/>
                </a:cubicBezTo>
                <a:cubicBezTo>
                  <a:pt x="4598727" y="378409"/>
                  <a:pt x="4600041" y="377748"/>
                  <a:pt x="4601133" y="376897"/>
                </a:cubicBezTo>
                <a:cubicBezTo>
                  <a:pt x="4602270" y="376021"/>
                  <a:pt x="4602441" y="374256"/>
                  <a:pt x="4603775" y="373392"/>
                </a:cubicBezTo>
                <a:cubicBezTo>
                  <a:pt x="4604861" y="372770"/>
                  <a:pt x="4605953" y="372090"/>
                  <a:pt x="4607274" y="371646"/>
                </a:cubicBezTo>
                <a:cubicBezTo>
                  <a:pt x="4609661" y="370979"/>
                  <a:pt x="4611852" y="372090"/>
                  <a:pt x="4614252" y="371646"/>
                </a:cubicBezTo>
                <a:cubicBezTo>
                  <a:pt x="4615364" y="371646"/>
                  <a:pt x="4616672" y="372090"/>
                  <a:pt x="4617764" y="371646"/>
                </a:cubicBezTo>
                <a:cubicBezTo>
                  <a:pt x="4619085" y="370979"/>
                  <a:pt x="4618405" y="369030"/>
                  <a:pt x="4619536" y="368172"/>
                </a:cubicBezTo>
                <a:cubicBezTo>
                  <a:pt x="4620615" y="367258"/>
                  <a:pt x="4621923" y="366394"/>
                  <a:pt x="4623034" y="365531"/>
                </a:cubicBezTo>
                <a:cubicBezTo>
                  <a:pt x="4625447" y="363302"/>
                  <a:pt x="4628286" y="362889"/>
                  <a:pt x="4630051" y="360260"/>
                </a:cubicBezTo>
                <a:cubicBezTo>
                  <a:pt x="4631766" y="357841"/>
                  <a:pt x="4632217" y="355009"/>
                  <a:pt x="4634407" y="353269"/>
                </a:cubicBezTo>
                <a:cubicBezTo>
                  <a:pt x="4636369" y="351726"/>
                  <a:pt x="4638782" y="351726"/>
                  <a:pt x="4641418" y="351497"/>
                </a:cubicBezTo>
                <a:lnTo>
                  <a:pt x="4644923" y="351497"/>
                </a:lnTo>
                <a:cubicBezTo>
                  <a:pt x="4646231" y="351497"/>
                  <a:pt x="4647317" y="350627"/>
                  <a:pt x="4648422" y="350627"/>
                </a:cubicBezTo>
                <a:cubicBezTo>
                  <a:pt x="4649527" y="350627"/>
                  <a:pt x="4650822" y="351078"/>
                  <a:pt x="4651914" y="350627"/>
                </a:cubicBezTo>
                <a:cubicBezTo>
                  <a:pt x="4653235" y="350196"/>
                  <a:pt x="4654359" y="349764"/>
                  <a:pt x="4655394" y="348900"/>
                </a:cubicBezTo>
                <a:cubicBezTo>
                  <a:pt x="4656289" y="348233"/>
                  <a:pt x="4655667" y="346259"/>
                  <a:pt x="4656289" y="345408"/>
                </a:cubicBezTo>
                <a:cubicBezTo>
                  <a:pt x="4657185" y="344055"/>
                  <a:pt x="4657598" y="342988"/>
                  <a:pt x="4658944" y="341883"/>
                </a:cubicBezTo>
                <a:cubicBezTo>
                  <a:pt x="4660887" y="340347"/>
                  <a:pt x="4663306" y="340347"/>
                  <a:pt x="4665916" y="340105"/>
                </a:cubicBezTo>
                <a:lnTo>
                  <a:pt x="4669428" y="340105"/>
                </a:lnTo>
                <a:cubicBezTo>
                  <a:pt x="4670761" y="340105"/>
                  <a:pt x="4671631" y="339242"/>
                  <a:pt x="4672952" y="339242"/>
                </a:cubicBezTo>
                <a:cubicBezTo>
                  <a:pt x="4674692" y="339242"/>
                  <a:pt x="4675771" y="339458"/>
                  <a:pt x="4677308" y="339242"/>
                </a:cubicBezTo>
                <a:cubicBezTo>
                  <a:pt x="4678400" y="339032"/>
                  <a:pt x="4679734" y="338594"/>
                  <a:pt x="4680813" y="338378"/>
                </a:cubicBezTo>
                <a:cubicBezTo>
                  <a:pt x="4682331" y="337953"/>
                  <a:pt x="4682998" y="336848"/>
                  <a:pt x="4684306" y="335749"/>
                </a:cubicBezTo>
                <a:cubicBezTo>
                  <a:pt x="4685652" y="334644"/>
                  <a:pt x="4687385" y="334644"/>
                  <a:pt x="4687798" y="333101"/>
                </a:cubicBezTo>
                <a:cubicBezTo>
                  <a:pt x="4688033" y="332009"/>
                  <a:pt x="4687582" y="330714"/>
                  <a:pt x="4687798" y="329634"/>
                </a:cubicBezTo>
                <a:cubicBezTo>
                  <a:pt x="4688465" y="327190"/>
                  <a:pt x="4689144" y="325031"/>
                  <a:pt x="4689563" y="322618"/>
                </a:cubicBezTo>
                <a:lnTo>
                  <a:pt x="4707058" y="322618"/>
                </a:lnTo>
                <a:cubicBezTo>
                  <a:pt x="4707299" y="320643"/>
                  <a:pt x="4707743" y="319347"/>
                  <a:pt x="4707972" y="317347"/>
                </a:cubicBezTo>
                <a:cubicBezTo>
                  <a:pt x="4708188" y="316052"/>
                  <a:pt x="4707508" y="314959"/>
                  <a:pt x="4707972" y="313842"/>
                </a:cubicBezTo>
                <a:cubicBezTo>
                  <a:pt x="4708398" y="312527"/>
                  <a:pt x="4708829" y="311423"/>
                  <a:pt x="4709693" y="310368"/>
                </a:cubicBezTo>
                <a:cubicBezTo>
                  <a:pt x="4710379" y="309467"/>
                  <a:pt x="4712519" y="311232"/>
                  <a:pt x="4713230" y="310368"/>
                </a:cubicBezTo>
                <a:cubicBezTo>
                  <a:pt x="4714093" y="309251"/>
                  <a:pt x="4714989" y="308387"/>
                  <a:pt x="4714989" y="306844"/>
                </a:cubicBezTo>
                <a:cubicBezTo>
                  <a:pt x="4714989" y="305549"/>
                  <a:pt x="4714290" y="304450"/>
                  <a:pt x="4714093" y="303326"/>
                </a:cubicBezTo>
                <a:cubicBezTo>
                  <a:pt x="4713858" y="302253"/>
                  <a:pt x="4713858" y="300951"/>
                  <a:pt x="4713230" y="299859"/>
                </a:cubicBezTo>
                <a:cubicBezTo>
                  <a:pt x="4712519" y="298748"/>
                  <a:pt x="4710379" y="300056"/>
                  <a:pt x="4709693" y="298970"/>
                </a:cubicBezTo>
                <a:cubicBezTo>
                  <a:pt x="4709064" y="297865"/>
                  <a:pt x="4710137" y="296373"/>
                  <a:pt x="4709693" y="295452"/>
                </a:cubicBezTo>
                <a:cubicBezTo>
                  <a:pt x="4709064" y="294373"/>
                  <a:pt x="4708620" y="293065"/>
                  <a:pt x="4707972" y="291992"/>
                </a:cubicBezTo>
                <a:cubicBezTo>
                  <a:pt x="4707299" y="291090"/>
                  <a:pt x="4704892" y="292836"/>
                  <a:pt x="4704467" y="291992"/>
                </a:cubicBezTo>
                <a:cubicBezTo>
                  <a:pt x="4704016" y="291090"/>
                  <a:pt x="4704892" y="289572"/>
                  <a:pt x="4704467" y="288467"/>
                </a:cubicBezTo>
                <a:cubicBezTo>
                  <a:pt x="4703800" y="286937"/>
                  <a:pt x="4703559" y="285407"/>
                  <a:pt x="4702708" y="284086"/>
                </a:cubicBezTo>
                <a:cubicBezTo>
                  <a:pt x="4701412" y="282308"/>
                  <a:pt x="4700104" y="281470"/>
                  <a:pt x="4698326" y="280574"/>
                </a:cubicBezTo>
                <a:cubicBezTo>
                  <a:pt x="4696771" y="279914"/>
                  <a:pt x="4696377" y="278187"/>
                  <a:pt x="4694840" y="277958"/>
                </a:cubicBezTo>
                <a:cubicBezTo>
                  <a:pt x="4693297" y="277742"/>
                  <a:pt x="4691989" y="278187"/>
                  <a:pt x="4690433" y="277958"/>
                </a:cubicBezTo>
                <a:cubicBezTo>
                  <a:pt x="4689354" y="277742"/>
                  <a:pt x="4688287" y="277082"/>
                  <a:pt x="4686960" y="277082"/>
                </a:cubicBezTo>
                <a:cubicBezTo>
                  <a:pt x="4686515" y="272916"/>
                  <a:pt x="4686084" y="270732"/>
                  <a:pt x="4686515" y="266566"/>
                </a:cubicBezTo>
                <a:lnTo>
                  <a:pt x="4660887" y="266566"/>
                </a:lnTo>
                <a:cubicBezTo>
                  <a:pt x="4658036" y="266566"/>
                  <a:pt x="4656289" y="265252"/>
                  <a:pt x="4653660" y="264820"/>
                </a:cubicBezTo>
                <a:cubicBezTo>
                  <a:pt x="4650822" y="264382"/>
                  <a:pt x="4648873" y="263956"/>
                  <a:pt x="4645793" y="263956"/>
                </a:cubicBezTo>
                <a:cubicBezTo>
                  <a:pt x="4644472" y="263956"/>
                  <a:pt x="4643380" y="263740"/>
                  <a:pt x="4642269" y="263956"/>
                </a:cubicBezTo>
                <a:cubicBezTo>
                  <a:pt x="4640954" y="264382"/>
                  <a:pt x="4640084" y="265036"/>
                  <a:pt x="4638782" y="265703"/>
                </a:cubicBezTo>
                <a:cubicBezTo>
                  <a:pt x="4637500" y="266382"/>
                  <a:pt x="4637500" y="268325"/>
                  <a:pt x="4636166" y="269182"/>
                </a:cubicBezTo>
                <a:cubicBezTo>
                  <a:pt x="4635290" y="269887"/>
                  <a:pt x="4633760" y="269627"/>
                  <a:pt x="4632648" y="270071"/>
                </a:cubicBezTo>
                <a:cubicBezTo>
                  <a:pt x="4630458" y="267671"/>
                  <a:pt x="4629124" y="265703"/>
                  <a:pt x="4626540" y="263956"/>
                </a:cubicBezTo>
                <a:cubicBezTo>
                  <a:pt x="4625676" y="263518"/>
                  <a:pt x="4624114" y="263302"/>
                  <a:pt x="4623034" y="263074"/>
                </a:cubicBezTo>
                <a:cubicBezTo>
                  <a:pt x="4621060" y="262623"/>
                  <a:pt x="4619726" y="262223"/>
                  <a:pt x="4617548" y="262223"/>
                </a:cubicBezTo>
                <a:cubicBezTo>
                  <a:pt x="4615592" y="262223"/>
                  <a:pt x="4614494" y="262832"/>
                  <a:pt x="4612525" y="263074"/>
                </a:cubicBezTo>
                <a:lnTo>
                  <a:pt x="4612525" y="273596"/>
                </a:lnTo>
                <a:lnTo>
                  <a:pt x="4602010" y="273596"/>
                </a:lnTo>
                <a:lnTo>
                  <a:pt x="4598511" y="270954"/>
                </a:lnTo>
                <a:cubicBezTo>
                  <a:pt x="4599368" y="269887"/>
                  <a:pt x="4599171" y="268103"/>
                  <a:pt x="4600270" y="267449"/>
                </a:cubicBezTo>
                <a:cubicBezTo>
                  <a:pt x="4601133" y="266814"/>
                  <a:pt x="4603108" y="267449"/>
                  <a:pt x="4603775" y="266566"/>
                </a:cubicBezTo>
                <a:cubicBezTo>
                  <a:pt x="4605508" y="264610"/>
                  <a:pt x="4607274" y="262623"/>
                  <a:pt x="4607274" y="259784"/>
                </a:cubicBezTo>
                <a:cubicBezTo>
                  <a:pt x="4607274" y="258273"/>
                  <a:pt x="4606378" y="257600"/>
                  <a:pt x="4606378" y="256063"/>
                </a:cubicBezTo>
                <a:lnTo>
                  <a:pt x="4587316" y="256063"/>
                </a:lnTo>
                <a:cubicBezTo>
                  <a:pt x="4584477" y="256063"/>
                  <a:pt x="4582979" y="254514"/>
                  <a:pt x="4580134" y="254330"/>
                </a:cubicBezTo>
                <a:cubicBezTo>
                  <a:pt x="4576603" y="254107"/>
                  <a:pt x="4574870" y="254330"/>
                  <a:pt x="4571358" y="254330"/>
                </a:cubicBezTo>
                <a:cubicBezTo>
                  <a:pt x="4570050" y="254330"/>
                  <a:pt x="4569186" y="253434"/>
                  <a:pt x="4567866" y="253434"/>
                </a:cubicBezTo>
                <a:cubicBezTo>
                  <a:pt x="4568507" y="252126"/>
                  <a:pt x="4568748" y="251015"/>
                  <a:pt x="4569625" y="249942"/>
                </a:cubicBezTo>
                <a:cubicBezTo>
                  <a:pt x="4571358" y="247554"/>
                  <a:pt x="4572882" y="245357"/>
                  <a:pt x="4575733" y="243808"/>
                </a:cubicBezTo>
                <a:cubicBezTo>
                  <a:pt x="4576857" y="243351"/>
                  <a:pt x="4578159" y="244049"/>
                  <a:pt x="4579258" y="243808"/>
                </a:cubicBezTo>
                <a:cubicBezTo>
                  <a:pt x="4580762" y="243351"/>
                  <a:pt x="4581226" y="241846"/>
                  <a:pt x="4582756" y="241198"/>
                </a:cubicBezTo>
                <a:lnTo>
                  <a:pt x="4582756" y="234168"/>
                </a:lnTo>
                <a:lnTo>
                  <a:pt x="4542675" y="234168"/>
                </a:lnTo>
                <a:cubicBezTo>
                  <a:pt x="4541158" y="234168"/>
                  <a:pt x="4540288" y="235489"/>
                  <a:pt x="4538967" y="235953"/>
                </a:cubicBezTo>
                <a:cubicBezTo>
                  <a:pt x="4536357" y="237051"/>
                  <a:pt x="4534592" y="238118"/>
                  <a:pt x="4531982" y="238556"/>
                </a:cubicBezTo>
                <a:cubicBezTo>
                  <a:pt x="4530864" y="238779"/>
                  <a:pt x="4529569" y="238556"/>
                  <a:pt x="4528483" y="238556"/>
                </a:cubicBezTo>
                <a:cubicBezTo>
                  <a:pt x="4524298" y="239198"/>
                  <a:pt x="4521885" y="240550"/>
                  <a:pt x="4517955" y="242061"/>
                </a:cubicBezTo>
                <a:cubicBezTo>
                  <a:pt x="4516837" y="242512"/>
                  <a:pt x="4515542" y="242512"/>
                  <a:pt x="4514449" y="242938"/>
                </a:cubicBezTo>
                <a:cubicBezTo>
                  <a:pt x="4512913" y="243592"/>
                  <a:pt x="4512278" y="244690"/>
                  <a:pt x="4510957" y="245554"/>
                </a:cubicBezTo>
                <a:cubicBezTo>
                  <a:pt x="4509408" y="246627"/>
                  <a:pt x="4508531" y="248196"/>
                  <a:pt x="4508347" y="249942"/>
                </a:cubicBezTo>
                <a:cubicBezTo>
                  <a:pt x="4508347" y="251015"/>
                  <a:pt x="4508531" y="252355"/>
                  <a:pt x="4508347" y="253434"/>
                </a:cubicBezTo>
                <a:cubicBezTo>
                  <a:pt x="4508106" y="254514"/>
                  <a:pt x="4508766" y="255860"/>
                  <a:pt x="4508347" y="256940"/>
                </a:cubicBezTo>
                <a:cubicBezTo>
                  <a:pt x="4507674" y="258470"/>
                  <a:pt x="4506791" y="259353"/>
                  <a:pt x="4505725" y="260464"/>
                </a:cubicBezTo>
                <a:cubicBezTo>
                  <a:pt x="4503743" y="262413"/>
                  <a:pt x="4501318" y="262623"/>
                  <a:pt x="4498701" y="263956"/>
                </a:cubicBezTo>
                <a:cubicBezTo>
                  <a:pt x="4499571" y="265036"/>
                  <a:pt x="4499356" y="266382"/>
                  <a:pt x="4500441" y="267449"/>
                </a:cubicBezTo>
                <a:cubicBezTo>
                  <a:pt x="4501521" y="268541"/>
                  <a:pt x="4502854" y="268325"/>
                  <a:pt x="4503940" y="269182"/>
                </a:cubicBezTo>
                <a:lnTo>
                  <a:pt x="4503083" y="273354"/>
                </a:lnTo>
                <a:lnTo>
                  <a:pt x="4468069" y="273354"/>
                </a:lnTo>
                <a:cubicBezTo>
                  <a:pt x="4467593" y="276225"/>
                  <a:pt x="4468253" y="279050"/>
                  <a:pt x="4466304" y="280574"/>
                </a:cubicBezTo>
                <a:cubicBezTo>
                  <a:pt x="4464094" y="282308"/>
                  <a:pt x="4460627" y="280396"/>
                  <a:pt x="4458417" y="282308"/>
                </a:cubicBezTo>
                <a:cubicBezTo>
                  <a:pt x="4457547" y="283013"/>
                  <a:pt x="4458843" y="284981"/>
                  <a:pt x="4458417" y="285826"/>
                </a:cubicBezTo>
                <a:cubicBezTo>
                  <a:pt x="4457547" y="287172"/>
                  <a:pt x="4456868" y="288467"/>
                  <a:pt x="4455775" y="289350"/>
                </a:cubicBezTo>
                <a:cubicBezTo>
                  <a:pt x="4454690" y="290226"/>
                  <a:pt x="4453604" y="290429"/>
                  <a:pt x="4452283" y="291090"/>
                </a:cubicBezTo>
                <a:cubicBezTo>
                  <a:pt x="4449197" y="292836"/>
                  <a:pt x="4446390" y="291992"/>
                  <a:pt x="4442650" y="291992"/>
                </a:cubicBezTo>
                <a:cubicBezTo>
                  <a:pt x="4440243" y="291992"/>
                  <a:pt x="4438738" y="292398"/>
                  <a:pt x="4436522" y="291992"/>
                </a:cubicBezTo>
                <a:cubicBezTo>
                  <a:pt x="4435240" y="291731"/>
                  <a:pt x="4434344" y="290874"/>
                  <a:pt x="4433011" y="290226"/>
                </a:cubicBezTo>
                <a:cubicBezTo>
                  <a:pt x="4431728" y="289572"/>
                  <a:pt x="4430814" y="288467"/>
                  <a:pt x="4429525" y="287610"/>
                </a:cubicBezTo>
                <a:cubicBezTo>
                  <a:pt x="4428204" y="286727"/>
                  <a:pt x="4428204" y="284759"/>
                  <a:pt x="4426902" y="284086"/>
                </a:cubicBezTo>
                <a:cubicBezTo>
                  <a:pt x="4425797" y="283654"/>
                  <a:pt x="4424495" y="283432"/>
                  <a:pt x="4423403" y="283216"/>
                </a:cubicBezTo>
                <a:cubicBezTo>
                  <a:pt x="4422305" y="283013"/>
                  <a:pt x="4421225" y="283216"/>
                  <a:pt x="4419879" y="283216"/>
                </a:cubicBezTo>
                <a:cubicBezTo>
                  <a:pt x="4416399" y="283216"/>
                  <a:pt x="4414640" y="283432"/>
                  <a:pt x="4411141" y="283216"/>
                </a:cubicBezTo>
                <a:lnTo>
                  <a:pt x="4407623" y="283216"/>
                </a:lnTo>
                <a:cubicBezTo>
                  <a:pt x="4404544" y="283013"/>
                  <a:pt x="4402823" y="280574"/>
                  <a:pt x="4399756" y="280574"/>
                </a:cubicBezTo>
                <a:cubicBezTo>
                  <a:pt x="4398010" y="280574"/>
                  <a:pt x="4396905" y="281254"/>
                  <a:pt x="4395374" y="281470"/>
                </a:cubicBezTo>
                <a:cubicBezTo>
                  <a:pt x="4393857" y="281698"/>
                  <a:pt x="4391875" y="281012"/>
                  <a:pt x="4391005" y="282308"/>
                </a:cubicBezTo>
                <a:cubicBezTo>
                  <a:pt x="4390110" y="283654"/>
                  <a:pt x="4389037" y="284346"/>
                  <a:pt x="4388364" y="285826"/>
                </a:cubicBezTo>
                <a:cubicBezTo>
                  <a:pt x="4387703" y="287343"/>
                  <a:pt x="4389678" y="288664"/>
                  <a:pt x="4389240" y="290226"/>
                </a:cubicBezTo>
                <a:cubicBezTo>
                  <a:pt x="4389037" y="291299"/>
                  <a:pt x="4388592" y="292614"/>
                  <a:pt x="4388364" y="293738"/>
                </a:cubicBezTo>
                <a:cubicBezTo>
                  <a:pt x="4387932" y="295033"/>
                  <a:pt x="4385951" y="294817"/>
                  <a:pt x="4384878" y="295452"/>
                </a:cubicBezTo>
                <a:cubicBezTo>
                  <a:pt x="4383341" y="296373"/>
                  <a:pt x="4382242" y="297211"/>
                  <a:pt x="4380280" y="297211"/>
                </a:cubicBezTo>
                <a:lnTo>
                  <a:pt x="4361446" y="297211"/>
                </a:lnTo>
                <a:cubicBezTo>
                  <a:pt x="4357725" y="297211"/>
                  <a:pt x="4355763" y="299186"/>
                  <a:pt x="4352455" y="300716"/>
                </a:cubicBezTo>
                <a:cubicBezTo>
                  <a:pt x="4350937" y="301377"/>
                  <a:pt x="4349629" y="301796"/>
                  <a:pt x="4348079" y="302463"/>
                </a:cubicBezTo>
                <a:cubicBezTo>
                  <a:pt x="4345470" y="303574"/>
                  <a:pt x="4343711" y="304882"/>
                  <a:pt x="4341069" y="305962"/>
                </a:cubicBezTo>
                <a:cubicBezTo>
                  <a:pt x="4339990" y="306419"/>
                  <a:pt x="4338681" y="306419"/>
                  <a:pt x="4337577" y="306844"/>
                </a:cubicBezTo>
                <a:cubicBezTo>
                  <a:pt x="4335614" y="307708"/>
                  <a:pt x="4335405" y="310368"/>
                  <a:pt x="4333208" y="310368"/>
                </a:cubicBezTo>
                <a:cubicBezTo>
                  <a:pt x="4331893" y="310368"/>
                  <a:pt x="4330807" y="309695"/>
                  <a:pt x="4329722" y="309467"/>
                </a:cubicBezTo>
                <a:cubicBezTo>
                  <a:pt x="4328388" y="309251"/>
                  <a:pt x="4329290" y="306419"/>
                  <a:pt x="4327956" y="305962"/>
                </a:cubicBezTo>
                <a:cubicBezTo>
                  <a:pt x="4326635" y="305549"/>
                  <a:pt x="4325537" y="305962"/>
                  <a:pt x="4324000" y="305962"/>
                </a:cubicBezTo>
                <a:cubicBezTo>
                  <a:pt x="4321162" y="305962"/>
                  <a:pt x="4319212" y="305962"/>
                  <a:pt x="4316571" y="306844"/>
                </a:cubicBezTo>
                <a:cubicBezTo>
                  <a:pt x="4315040" y="307270"/>
                  <a:pt x="4314615" y="308832"/>
                  <a:pt x="4313066" y="309467"/>
                </a:cubicBezTo>
                <a:cubicBezTo>
                  <a:pt x="4310443" y="310800"/>
                  <a:pt x="4308481" y="311657"/>
                  <a:pt x="4306093" y="313004"/>
                </a:cubicBezTo>
                <a:cubicBezTo>
                  <a:pt x="4304531" y="313842"/>
                  <a:pt x="4304322" y="316052"/>
                  <a:pt x="4302556" y="316477"/>
                </a:cubicBezTo>
                <a:cubicBezTo>
                  <a:pt x="4301470" y="316693"/>
                  <a:pt x="4300156" y="317131"/>
                  <a:pt x="4299057" y="317347"/>
                </a:cubicBezTo>
                <a:cubicBezTo>
                  <a:pt x="4297533" y="317792"/>
                  <a:pt x="4296429" y="317347"/>
                  <a:pt x="4294695" y="317347"/>
                </a:cubicBezTo>
                <a:cubicBezTo>
                  <a:pt x="4291196" y="317347"/>
                  <a:pt x="4289240" y="317347"/>
                  <a:pt x="4285932" y="318230"/>
                </a:cubicBezTo>
                <a:cubicBezTo>
                  <a:pt x="4283075" y="318877"/>
                  <a:pt x="4281322" y="319982"/>
                  <a:pt x="4278934" y="321722"/>
                </a:cubicBezTo>
                <a:cubicBezTo>
                  <a:pt x="4277626" y="322618"/>
                  <a:pt x="4276940" y="323716"/>
                  <a:pt x="4276293" y="325227"/>
                </a:cubicBezTo>
                <a:cubicBezTo>
                  <a:pt x="4275651" y="326783"/>
                  <a:pt x="4276293" y="328314"/>
                  <a:pt x="4275410" y="329634"/>
                </a:cubicBezTo>
                <a:cubicBezTo>
                  <a:pt x="4274794" y="330714"/>
                  <a:pt x="4274794" y="332460"/>
                  <a:pt x="4273689" y="333101"/>
                </a:cubicBezTo>
                <a:cubicBezTo>
                  <a:pt x="4272781" y="333540"/>
                  <a:pt x="4271276" y="332924"/>
                  <a:pt x="4270159" y="333101"/>
                </a:cubicBezTo>
                <a:cubicBezTo>
                  <a:pt x="4268641" y="333330"/>
                  <a:pt x="4267549" y="333101"/>
                  <a:pt x="4265796" y="333101"/>
                </a:cubicBezTo>
                <a:cubicBezTo>
                  <a:pt x="4264475" y="333101"/>
                  <a:pt x="4263409" y="333806"/>
                  <a:pt x="4262291" y="333965"/>
                </a:cubicBezTo>
                <a:cubicBezTo>
                  <a:pt x="4261199" y="334232"/>
                  <a:pt x="4259891" y="334644"/>
                  <a:pt x="4258792" y="334867"/>
                </a:cubicBezTo>
                <a:cubicBezTo>
                  <a:pt x="4257675" y="335102"/>
                  <a:pt x="4256354" y="335292"/>
                  <a:pt x="4255312" y="335749"/>
                </a:cubicBezTo>
                <a:cubicBezTo>
                  <a:pt x="4253503" y="336416"/>
                  <a:pt x="4251763" y="337280"/>
                  <a:pt x="4251763" y="339242"/>
                </a:cubicBezTo>
                <a:cubicBezTo>
                  <a:pt x="4251763" y="342322"/>
                  <a:pt x="4253503" y="343839"/>
                  <a:pt x="4255312" y="346259"/>
                </a:cubicBezTo>
                <a:cubicBezTo>
                  <a:pt x="4255928" y="347351"/>
                  <a:pt x="4257675" y="347351"/>
                  <a:pt x="4258792" y="347992"/>
                </a:cubicBezTo>
                <a:cubicBezTo>
                  <a:pt x="4261199" y="349326"/>
                  <a:pt x="4264037" y="349326"/>
                  <a:pt x="4266634" y="350627"/>
                </a:cubicBezTo>
                <a:cubicBezTo>
                  <a:pt x="4267981" y="351281"/>
                  <a:pt x="4269498" y="351281"/>
                  <a:pt x="4270159" y="352399"/>
                </a:cubicBezTo>
                <a:cubicBezTo>
                  <a:pt x="4270609" y="353269"/>
                  <a:pt x="4270159" y="354577"/>
                  <a:pt x="4270159" y="355873"/>
                </a:cubicBezTo>
                <a:lnTo>
                  <a:pt x="4270159" y="359365"/>
                </a:lnTo>
                <a:cubicBezTo>
                  <a:pt x="4269974" y="360927"/>
                  <a:pt x="4268209" y="361353"/>
                  <a:pt x="4267549" y="362889"/>
                </a:cubicBezTo>
                <a:cubicBezTo>
                  <a:pt x="4266425" y="362673"/>
                  <a:pt x="4265129" y="362229"/>
                  <a:pt x="4264037" y="362007"/>
                </a:cubicBezTo>
                <a:cubicBezTo>
                  <a:pt x="4259891" y="361143"/>
                  <a:pt x="4257046" y="360260"/>
                  <a:pt x="4252658" y="360260"/>
                </a:cubicBezTo>
                <a:cubicBezTo>
                  <a:pt x="4250023" y="360260"/>
                  <a:pt x="4248061" y="360476"/>
                  <a:pt x="4245641" y="361143"/>
                </a:cubicBezTo>
                <a:cubicBezTo>
                  <a:pt x="4244555" y="361353"/>
                  <a:pt x="4243235" y="361353"/>
                  <a:pt x="4242155" y="362007"/>
                </a:cubicBezTo>
                <a:cubicBezTo>
                  <a:pt x="4240847" y="362673"/>
                  <a:pt x="4240847" y="364636"/>
                  <a:pt x="4239526" y="365531"/>
                </a:cubicBezTo>
                <a:cubicBezTo>
                  <a:pt x="4238212" y="366394"/>
                  <a:pt x="4237551" y="367461"/>
                  <a:pt x="4236034" y="368172"/>
                </a:cubicBezTo>
                <a:cubicBezTo>
                  <a:pt x="4234941" y="368579"/>
                  <a:pt x="4233830" y="368172"/>
                  <a:pt x="4232541" y="368172"/>
                </a:cubicBezTo>
                <a:cubicBezTo>
                  <a:pt x="4231208" y="368172"/>
                  <a:pt x="4230109" y="368357"/>
                  <a:pt x="4229030" y="368172"/>
                </a:cubicBezTo>
                <a:cubicBezTo>
                  <a:pt x="4227061" y="367722"/>
                  <a:pt x="4226820" y="364636"/>
                  <a:pt x="4224648" y="364636"/>
                </a:cubicBezTo>
                <a:cubicBezTo>
                  <a:pt x="4220914" y="364636"/>
                  <a:pt x="4218736" y="365531"/>
                  <a:pt x="4215015" y="365531"/>
                </a:cubicBezTo>
                <a:cubicBezTo>
                  <a:pt x="4212374" y="365531"/>
                  <a:pt x="4210418" y="365290"/>
                  <a:pt x="4208005" y="365531"/>
                </a:cubicBezTo>
                <a:cubicBezTo>
                  <a:pt x="4206925" y="365531"/>
                  <a:pt x="4205605" y="366172"/>
                  <a:pt x="4204493" y="366394"/>
                </a:cubicBezTo>
                <a:cubicBezTo>
                  <a:pt x="4203191" y="366610"/>
                  <a:pt x="4202296" y="368172"/>
                  <a:pt x="4200804" y="368172"/>
                </a:cubicBezTo>
                <a:lnTo>
                  <a:pt x="4184586" y="368172"/>
                </a:lnTo>
                <a:cubicBezTo>
                  <a:pt x="4183030" y="368172"/>
                  <a:pt x="4182173" y="366852"/>
                  <a:pt x="4180865" y="367258"/>
                </a:cubicBezTo>
                <a:cubicBezTo>
                  <a:pt x="4179773" y="367461"/>
                  <a:pt x="4178223" y="367461"/>
                  <a:pt x="4177379" y="368172"/>
                </a:cubicBezTo>
                <a:cubicBezTo>
                  <a:pt x="4176483" y="368782"/>
                  <a:pt x="4176922" y="370751"/>
                  <a:pt x="4176483" y="371646"/>
                </a:cubicBezTo>
                <a:cubicBezTo>
                  <a:pt x="4175613" y="372960"/>
                  <a:pt x="4174515" y="373811"/>
                  <a:pt x="4173867" y="375132"/>
                </a:cubicBezTo>
                <a:lnTo>
                  <a:pt x="4155681" y="375132"/>
                </a:lnTo>
                <a:cubicBezTo>
                  <a:pt x="4152614" y="375132"/>
                  <a:pt x="4151541" y="378409"/>
                  <a:pt x="4149331" y="380390"/>
                </a:cubicBezTo>
                <a:cubicBezTo>
                  <a:pt x="4149801" y="381488"/>
                  <a:pt x="4150423" y="382809"/>
                  <a:pt x="4151109" y="383889"/>
                </a:cubicBezTo>
                <a:cubicBezTo>
                  <a:pt x="4151972" y="385464"/>
                  <a:pt x="4153268" y="386099"/>
                  <a:pt x="4154576" y="387407"/>
                </a:cubicBezTo>
                <a:cubicBezTo>
                  <a:pt x="4155909" y="388715"/>
                  <a:pt x="4157002" y="389591"/>
                  <a:pt x="4158062" y="390905"/>
                </a:cubicBezTo>
                <a:cubicBezTo>
                  <a:pt x="4159186" y="392233"/>
                  <a:pt x="4161370" y="392010"/>
                  <a:pt x="4161567" y="393541"/>
                </a:cubicBezTo>
                <a:cubicBezTo>
                  <a:pt x="4162018" y="395935"/>
                  <a:pt x="4161370" y="397910"/>
                  <a:pt x="4161567" y="400532"/>
                </a:cubicBezTo>
                <a:cubicBezTo>
                  <a:pt x="4161567" y="401853"/>
                  <a:pt x="4161370" y="402958"/>
                  <a:pt x="4161567" y="404075"/>
                </a:cubicBezTo>
                <a:cubicBezTo>
                  <a:pt x="4161828" y="405364"/>
                  <a:pt x="4162920" y="406241"/>
                  <a:pt x="4163358" y="407530"/>
                </a:cubicBezTo>
                <a:cubicBezTo>
                  <a:pt x="4163815" y="408628"/>
                  <a:pt x="4163358" y="410387"/>
                  <a:pt x="4164222" y="411035"/>
                </a:cubicBezTo>
                <a:cubicBezTo>
                  <a:pt x="4166850" y="413016"/>
                  <a:pt x="4169505" y="411918"/>
                  <a:pt x="4172997" y="411918"/>
                </a:cubicBezTo>
                <a:lnTo>
                  <a:pt x="4178223" y="411918"/>
                </a:lnTo>
                <a:cubicBezTo>
                  <a:pt x="4179976" y="411918"/>
                  <a:pt x="4181093" y="410838"/>
                  <a:pt x="4182605" y="411035"/>
                </a:cubicBezTo>
                <a:cubicBezTo>
                  <a:pt x="4183907" y="411251"/>
                  <a:pt x="4184777" y="412388"/>
                  <a:pt x="4186129" y="412813"/>
                </a:cubicBezTo>
                <a:cubicBezTo>
                  <a:pt x="4187647" y="413480"/>
                  <a:pt x="4187647" y="415201"/>
                  <a:pt x="4188758" y="416286"/>
                </a:cubicBezTo>
                <a:cubicBezTo>
                  <a:pt x="4190072" y="417607"/>
                  <a:pt x="4191806" y="418033"/>
                  <a:pt x="4192244" y="419811"/>
                </a:cubicBezTo>
                <a:cubicBezTo>
                  <a:pt x="4192466" y="420890"/>
                  <a:pt x="4192244" y="421976"/>
                  <a:pt x="4192244" y="423297"/>
                </a:cubicBezTo>
                <a:lnTo>
                  <a:pt x="4192244" y="426802"/>
                </a:lnTo>
                <a:cubicBezTo>
                  <a:pt x="4191577" y="430320"/>
                  <a:pt x="4188098" y="432079"/>
                  <a:pt x="4184345" y="432079"/>
                </a:cubicBezTo>
                <a:cubicBezTo>
                  <a:pt x="4182173" y="432079"/>
                  <a:pt x="4180865" y="431158"/>
                  <a:pt x="4179106" y="430320"/>
                </a:cubicBezTo>
                <a:cubicBezTo>
                  <a:pt x="4177804" y="429647"/>
                  <a:pt x="4176693" y="429215"/>
                  <a:pt x="4175613" y="428548"/>
                </a:cubicBezTo>
                <a:cubicBezTo>
                  <a:pt x="4174515" y="427913"/>
                  <a:pt x="4175163" y="425703"/>
                  <a:pt x="4173867" y="425043"/>
                </a:cubicBezTo>
                <a:cubicBezTo>
                  <a:pt x="4172737" y="424611"/>
                  <a:pt x="4171467" y="425488"/>
                  <a:pt x="4170375" y="425043"/>
                </a:cubicBezTo>
                <a:cubicBezTo>
                  <a:pt x="4168825" y="424611"/>
                  <a:pt x="4167479" y="423760"/>
                  <a:pt x="4165987" y="423297"/>
                </a:cubicBezTo>
                <a:cubicBezTo>
                  <a:pt x="4164869" y="423094"/>
                  <a:pt x="4163548" y="422897"/>
                  <a:pt x="4162482" y="422440"/>
                </a:cubicBezTo>
                <a:cubicBezTo>
                  <a:pt x="4161370" y="421976"/>
                  <a:pt x="4159840" y="422440"/>
                  <a:pt x="4158945" y="421551"/>
                </a:cubicBezTo>
                <a:cubicBezTo>
                  <a:pt x="4158062" y="420674"/>
                  <a:pt x="4158773" y="419131"/>
                  <a:pt x="4158062" y="418033"/>
                </a:cubicBezTo>
                <a:cubicBezTo>
                  <a:pt x="4157465" y="416953"/>
                  <a:pt x="4157637" y="415658"/>
                  <a:pt x="4157218" y="414540"/>
                </a:cubicBezTo>
                <a:cubicBezTo>
                  <a:pt x="4156582" y="413238"/>
                  <a:pt x="4154843" y="413645"/>
                  <a:pt x="4153706" y="412813"/>
                </a:cubicBezTo>
                <a:lnTo>
                  <a:pt x="4132916" y="412813"/>
                </a:lnTo>
                <a:cubicBezTo>
                  <a:pt x="4129849" y="412813"/>
                  <a:pt x="4127900" y="411251"/>
                  <a:pt x="4125702" y="409308"/>
                </a:cubicBezTo>
                <a:cubicBezTo>
                  <a:pt x="4124845" y="408628"/>
                  <a:pt x="4125702" y="406438"/>
                  <a:pt x="4124845" y="405784"/>
                </a:cubicBezTo>
                <a:cubicBezTo>
                  <a:pt x="4122839" y="404253"/>
                  <a:pt x="4120451" y="404075"/>
                  <a:pt x="4117784" y="404075"/>
                </a:cubicBezTo>
                <a:cubicBezTo>
                  <a:pt x="4116489" y="404075"/>
                  <a:pt x="4115396" y="403815"/>
                  <a:pt x="4114311" y="404075"/>
                </a:cubicBezTo>
                <a:cubicBezTo>
                  <a:pt x="4112780" y="404469"/>
                  <a:pt x="4112329" y="406241"/>
                  <a:pt x="4110831" y="406679"/>
                </a:cubicBezTo>
                <a:cubicBezTo>
                  <a:pt x="4109726" y="406888"/>
                  <a:pt x="4108392" y="407320"/>
                  <a:pt x="4107313" y="407530"/>
                </a:cubicBezTo>
                <a:cubicBezTo>
                  <a:pt x="4103370" y="408857"/>
                  <a:pt x="4100753" y="409308"/>
                  <a:pt x="4096804" y="410171"/>
                </a:cubicBezTo>
                <a:lnTo>
                  <a:pt x="4097674" y="413645"/>
                </a:lnTo>
                <a:cubicBezTo>
                  <a:pt x="4098994" y="413886"/>
                  <a:pt x="4099902" y="414540"/>
                  <a:pt x="4101166" y="414540"/>
                </a:cubicBezTo>
                <a:cubicBezTo>
                  <a:pt x="4103820" y="414540"/>
                  <a:pt x="4105808" y="414337"/>
                  <a:pt x="4108189" y="414540"/>
                </a:cubicBezTo>
                <a:cubicBezTo>
                  <a:pt x="4109288" y="414540"/>
                  <a:pt x="4110596" y="414337"/>
                  <a:pt x="4111701" y="414540"/>
                </a:cubicBezTo>
                <a:cubicBezTo>
                  <a:pt x="4113206" y="414781"/>
                  <a:pt x="4113434" y="416737"/>
                  <a:pt x="4114311" y="418033"/>
                </a:cubicBezTo>
                <a:cubicBezTo>
                  <a:pt x="4115200" y="419385"/>
                  <a:pt x="4116933" y="419811"/>
                  <a:pt x="4116933" y="421551"/>
                </a:cubicBezTo>
                <a:cubicBezTo>
                  <a:pt x="4116933" y="423094"/>
                  <a:pt x="4115200" y="423525"/>
                  <a:pt x="4115200" y="425043"/>
                </a:cubicBezTo>
                <a:cubicBezTo>
                  <a:pt x="4112145" y="424846"/>
                  <a:pt x="4110170" y="425043"/>
                  <a:pt x="4107313" y="424199"/>
                </a:cubicBezTo>
                <a:cubicBezTo>
                  <a:pt x="4106221" y="423957"/>
                  <a:pt x="4104938" y="423760"/>
                  <a:pt x="4103820" y="423297"/>
                </a:cubicBezTo>
                <a:cubicBezTo>
                  <a:pt x="4102246" y="422636"/>
                  <a:pt x="4102728" y="420427"/>
                  <a:pt x="4101166" y="419811"/>
                </a:cubicBezTo>
                <a:cubicBezTo>
                  <a:pt x="4099445" y="418947"/>
                  <a:pt x="4097674" y="419811"/>
                  <a:pt x="4095502" y="419811"/>
                </a:cubicBezTo>
                <a:lnTo>
                  <a:pt x="4093279" y="419811"/>
                </a:lnTo>
                <a:cubicBezTo>
                  <a:pt x="4092219" y="419811"/>
                  <a:pt x="4090657" y="419131"/>
                  <a:pt x="4089800" y="419811"/>
                </a:cubicBezTo>
                <a:cubicBezTo>
                  <a:pt x="4088714" y="420427"/>
                  <a:pt x="4088714" y="422198"/>
                  <a:pt x="4088047" y="423297"/>
                </a:cubicBezTo>
                <a:cubicBezTo>
                  <a:pt x="4087609" y="424199"/>
                  <a:pt x="4087609" y="425703"/>
                  <a:pt x="4087190" y="426802"/>
                </a:cubicBezTo>
                <a:cubicBezTo>
                  <a:pt x="4086288" y="428548"/>
                  <a:pt x="4083659" y="428332"/>
                  <a:pt x="4083659" y="430320"/>
                </a:cubicBezTo>
                <a:cubicBezTo>
                  <a:pt x="4083659" y="434892"/>
                  <a:pt x="4088047" y="437514"/>
                  <a:pt x="4092435" y="438188"/>
                </a:cubicBezTo>
                <a:cubicBezTo>
                  <a:pt x="4094854" y="438391"/>
                  <a:pt x="4096804" y="437959"/>
                  <a:pt x="4099445" y="438188"/>
                </a:cubicBezTo>
                <a:cubicBezTo>
                  <a:pt x="4100753" y="438188"/>
                  <a:pt x="4101833" y="438861"/>
                  <a:pt x="4102944" y="439051"/>
                </a:cubicBezTo>
                <a:cubicBezTo>
                  <a:pt x="4107084" y="439921"/>
                  <a:pt x="4109923" y="441242"/>
                  <a:pt x="4113434" y="443458"/>
                </a:cubicBezTo>
                <a:cubicBezTo>
                  <a:pt x="4114755" y="444290"/>
                  <a:pt x="4114755" y="446252"/>
                  <a:pt x="4116057" y="446951"/>
                </a:cubicBezTo>
                <a:cubicBezTo>
                  <a:pt x="4117181" y="447598"/>
                  <a:pt x="4118476" y="447166"/>
                  <a:pt x="4119556" y="447814"/>
                </a:cubicBezTo>
                <a:cubicBezTo>
                  <a:pt x="4120661" y="448456"/>
                  <a:pt x="4122223" y="448456"/>
                  <a:pt x="4123074" y="449573"/>
                </a:cubicBezTo>
                <a:cubicBezTo>
                  <a:pt x="4123937" y="450678"/>
                  <a:pt x="4124845" y="451548"/>
                  <a:pt x="4124845" y="453059"/>
                </a:cubicBezTo>
                <a:cubicBezTo>
                  <a:pt x="4124845" y="454596"/>
                  <a:pt x="4123289" y="455047"/>
                  <a:pt x="4123074" y="456577"/>
                </a:cubicBezTo>
                <a:cubicBezTo>
                  <a:pt x="4121772" y="454596"/>
                  <a:pt x="4121537" y="452196"/>
                  <a:pt x="4119556" y="451307"/>
                </a:cubicBezTo>
                <a:cubicBezTo>
                  <a:pt x="4117378" y="450240"/>
                  <a:pt x="4114965" y="451123"/>
                  <a:pt x="4112558" y="450443"/>
                </a:cubicBezTo>
                <a:cubicBezTo>
                  <a:pt x="4111028" y="450024"/>
                  <a:pt x="4110596" y="448030"/>
                  <a:pt x="4109065" y="447814"/>
                </a:cubicBezTo>
                <a:cubicBezTo>
                  <a:pt x="4107967" y="447598"/>
                  <a:pt x="4106672" y="448030"/>
                  <a:pt x="4105554" y="447814"/>
                </a:cubicBezTo>
                <a:cubicBezTo>
                  <a:pt x="4104487" y="447598"/>
                  <a:pt x="4103154" y="448030"/>
                  <a:pt x="4102074" y="447814"/>
                </a:cubicBezTo>
                <a:cubicBezTo>
                  <a:pt x="4100512" y="447389"/>
                  <a:pt x="4100093" y="445611"/>
                  <a:pt x="4098569" y="445185"/>
                </a:cubicBezTo>
                <a:cubicBezTo>
                  <a:pt x="4097464" y="444969"/>
                  <a:pt x="4096162" y="444538"/>
                  <a:pt x="4095045" y="444290"/>
                </a:cubicBezTo>
                <a:cubicBezTo>
                  <a:pt x="4091114" y="443668"/>
                  <a:pt x="4088479" y="444969"/>
                  <a:pt x="4084561" y="444290"/>
                </a:cubicBezTo>
                <a:cubicBezTo>
                  <a:pt x="4081913" y="443864"/>
                  <a:pt x="4079938" y="442988"/>
                  <a:pt x="4077538" y="441667"/>
                </a:cubicBezTo>
                <a:cubicBezTo>
                  <a:pt x="4076020" y="441032"/>
                  <a:pt x="4074699" y="439737"/>
                  <a:pt x="4074058" y="438188"/>
                </a:cubicBezTo>
                <a:cubicBezTo>
                  <a:pt x="4073391" y="436651"/>
                  <a:pt x="4071442" y="436429"/>
                  <a:pt x="4071442" y="434689"/>
                </a:cubicBezTo>
                <a:cubicBezTo>
                  <a:pt x="4071442" y="433362"/>
                  <a:pt x="4072299" y="432498"/>
                  <a:pt x="4072299" y="431158"/>
                </a:cubicBezTo>
                <a:lnTo>
                  <a:pt x="4072299" y="424199"/>
                </a:lnTo>
                <a:cubicBezTo>
                  <a:pt x="4072299" y="421551"/>
                  <a:pt x="4071854" y="419557"/>
                  <a:pt x="4072299" y="417169"/>
                </a:cubicBezTo>
                <a:cubicBezTo>
                  <a:pt x="4072528" y="415658"/>
                  <a:pt x="4074699" y="415201"/>
                  <a:pt x="4074922" y="413645"/>
                </a:cubicBezTo>
                <a:cubicBezTo>
                  <a:pt x="4075150" y="412572"/>
                  <a:pt x="4074922" y="411499"/>
                  <a:pt x="4074922" y="410171"/>
                </a:cubicBezTo>
                <a:cubicBezTo>
                  <a:pt x="4074922" y="408857"/>
                  <a:pt x="4075150" y="407746"/>
                  <a:pt x="4074922" y="406679"/>
                </a:cubicBezTo>
                <a:cubicBezTo>
                  <a:pt x="4074699" y="405561"/>
                  <a:pt x="4074483" y="404253"/>
                  <a:pt x="4074058" y="403155"/>
                </a:cubicBezTo>
                <a:cubicBezTo>
                  <a:pt x="4073391" y="401853"/>
                  <a:pt x="4071175" y="402729"/>
                  <a:pt x="4070534" y="401396"/>
                </a:cubicBezTo>
                <a:cubicBezTo>
                  <a:pt x="4070108" y="400329"/>
                  <a:pt x="4070978" y="399027"/>
                  <a:pt x="4070534" y="397910"/>
                </a:cubicBezTo>
                <a:cubicBezTo>
                  <a:pt x="4069441" y="395293"/>
                  <a:pt x="4068324" y="393541"/>
                  <a:pt x="4067022" y="390905"/>
                </a:cubicBezTo>
                <a:cubicBezTo>
                  <a:pt x="4065701" y="391356"/>
                  <a:pt x="4065085" y="392436"/>
                  <a:pt x="4063536" y="392652"/>
                </a:cubicBezTo>
                <a:cubicBezTo>
                  <a:pt x="4062234" y="392868"/>
                  <a:pt x="4061345" y="392436"/>
                  <a:pt x="4060024" y="392652"/>
                </a:cubicBezTo>
                <a:cubicBezTo>
                  <a:pt x="4060024" y="394614"/>
                  <a:pt x="4059789" y="395935"/>
                  <a:pt x="4060024" y="397910"/>
                </a:cubicBezTo>
                <a:cubicBezTo>
                  <a:pt x="4060024" y="399211"/>
                  <a:pt x="4060939" y="400081"/>
                  <a:pt x="4060939" y="401396"/>
                </a:cubicBezTo>
                <a:cubicBezTo>
                  <a:pt x="4061110" y="405561"/>
                  <a:pt x="4061110" y="407746"/>
                  <a:pt x="4060939" y="411918"/>
                </a:cubicBezTo>
                <a:cubicBezTo>
                  <a:pt x="4060939" y="413238"/>
                  <a:pt x="4060024" y="414102"/>
                  <a:pt x="4060024" y="415442"/>
                </a:cubicBezTo>
                <a:lnTo>
                  <a:pt x="4060024" y="419385"/>
                </a:lnTo>
                <a:cubicBezTo>
                  <a:pt x="4057402" y="419385"/>
                  <a:pt x="4055668" y="418947"/>
                  <a:pt x="4053027" y="418947"/>
                </a:cubicBezTo>
                <a:cubicBezTo>
                  <a:pt x="4051280" y="418947"/>
                  <a:pt x="4050398" y="419811"/>
                  <a:pt x="4048639" y="419811"/>
                </a:cubicBezTo>
                <a:cubicBezTo>
                  <a:pt x="4047337" y="419811"/>
                  <a:pt x="4046480" y="419385"/>
                  <a:pt x="4045172" y="419385"/>
                </a:cubicBezTo>
                <a:cubicBezTo>
                  <a:pt x="4045172" y="421551"/>
                  <a:pt x="4045788" y="423094"/>
                  <a:pt x="4045172" y="425043"/>
                </a:cubicBezTo>
                <a:cubicBezTo>
                  <a:pt x="4044911" y="426173"/>
                  <a:pt x="4045172" y="428123"/>
                  <a:pt x="4044270" y="428548"/>
                </a:cubicBezTo>
                <a:cubicBezTo>
                  <a:pt x="4043172" y="429215"/>
                  <a:pt x="4042092" y="429647"/>
                  <a:pt x="4040758" y="430320"/>
                </a:cubicBezTo>
                <a:cubicBezTo>
                  <a:pt x="4039666" y="430936"/>
                  <a:pt x="4038384" y="430752"/>
                  <a:pt x="4037279" y="431158"/>
                </a:cubicBezTo>
                <a:cubicBezTo>
                  <a:pt x="4034199" y="432498"/>
                  <a:pt x="4032878" y="435571"/>
                  <a:pt x="4032878" y="439051"/>
                </a:cubicBezTo>
                <a:lnTo>
                  <a:pt x="4032878" y="440816"/>
                </a:lnTo>
                <a:cubicBezTo>
                  <a:pt x="4033977" y="445401"/>
                  <a:pt x="4037279" y="447389"/>
                  <a:pt x="4040758" y="450443"/>
                </a:cubicBezTo>
                <a:cubicBezTo>
                  <a:pt x="4043172" y="452627"/>
                  <a:pt x="4045616" y="453726"/>
                  <a:pt x="4046912" y="456577"/>
                </a:cubicBezTo>
                <a:cubicBezTo>
                  <a:pt x="4047337" y="457695"/>
                  <a:pt x="4046677" y="459003"/>
                  <a:pt x="4046912" y="460082"/>
                </a:cubicBezTo>
                <a:cubicBezTo>
                  <a:pt x="4047337" y="462483"/>
                  <a:pt x="4048639" y="464445"/>
                  <a:pt x="4048639" y="467080"/>
                </a:cubicBezTo>
                <a:cubicBezTo>
                  <a:pt x="4048639" y="468401"/>
                  <a:pt x="4047763" y="469499"/>
                  <a:pt x="4047763" y="470585"/>
                </a:cubicBezTo>
                <a:cubicBezTo>
                  <a:pt x="4047559" y="471900"/>
                  <a:pt x="4046677" y="472789"/>
                  <a:pt x="4046029" y="474084"/>
                </a:cubicBezTo>
                <a:cubicBezTo>
                  <a:pt x="4044911" y="476256"/>
                  <a:pt x="4041641" y="476713"/>
                  <a:pt x="4041641" y="479323"/>
                </a:cubicBezTo>
                <a:lnTo>
                  <a:pt x="4041641" y="481082"/>
                </a:lnTo>
                <a:cubicBezTo>
                  <a:pt x="4041641" y="482612"/>
                  <a:pt x="4043172" y="483285"/>
                  <a:pt x="4043387" y="484593"/>
                </a:cubicBezTo>
                <a:cubicBezTo>
                  <a:pt x="4043826" y="486105"/>
                  <a:pt x="4044054" y="487419"/>
                  <a:pt x="4044270" y="488962"/>
                </a:cubicBezTo>
                <a:cubicBezTo>
                  <a:pt x="4044270" y="490061"/>
                  <a:pt x="4045172" y="491140"/>
                  <a:pt x="4045172" y="492455"/>
                </a:cubicBezTo>
                <a:cubicBezTo>
                  <a:pt x="4045172" y="493991"/>
                  <a:pt x="4043387" y="494455"/>
                  <a:pt x="4043387" y="495979"/>
                </a:cubicBezTo>
                <a:cubicBezTo>
                  <a:pt x="4043387" y="497274"/>
                  <a:pt x="4044054" y="498379"/>
                  <a:pt x="4044270" y="499484"/>
                </a:cubicBezTo>
                <a:cubicBezTo>
                  <a:pt x="4044708" y="502329"/>
                  <a:pt x="4046029" y="504056"/>
                  <a:pt x="4047763" y="506475"/>
                </a:cubicBezTo>
                <a:cubicBezTo>
                  <a:pt x="4048639" y="507580"/>
                  <a:pt x="4049972" y="508228"/>
                  <a:pt x="4051477" y="508228"/>
                </a:cubicBezTo>
                <a:lnTo>
                  <a:pt x="4068787" y="508228"/>
                </a:lnTo>
                <a:cubicBezTo>
                  <a:pt x="4069645" y="507142"/>
                  <a:pt x="4070311" y="505821"/>
                  <a:pt x="4071442" y="504729"/>
                </a:cubicBezTo>
                <a:cubicBezTo>
                  <a:pt x="4072528" y="503631"/>
                  <a:pt x="4073817" y="502970"/>
                  <a:pt x="4074922" y="502088"/>
                </a:cubicBezTo>
                <a:cubicBezTo>
                  <a:pt x="4076236" y="500989"/>
                  <a:pt x="4076433" y="498614"/>
                  <a:pt x="4078408" y="498614"/>
                </a:cubicBezTo>
                <a:lnTo>
                  <a:pt x="4080167" y="498614"/>
                </a:lnTo>
                <a:cubicBezTo>
                  <a:pt x="4081487" y="498614"/>
                  <a:pt x="4082561" y="498805"/>
                  <a:pt x="4083659" y="499484"/>
                </a:cubicBezTo>
                <a:cubicBezTo>
                  <a:pt x="4084980" y="500125"/>
                  <a:pt x="4084980" y="502088"/>
                  <a:pt x="4086288" y="502970"/>
                </a:cubicBezTo>
                <a:cubicBezTo>
                  <a:pt x="4088714" y="504729"/>
                  <a:pt x="4090657" y="506037"/>
                  <a:pt x="4093279" y="507364"/>
                </a:cubicBezTo>
                <a:cubicBezTo>
                  <a:pt x="4094378" y="507790"/>
                  <a:pt x="4095699" y="507580"/>
                  <a:pt x="4096804" y="508228"/>
                </a:cubicBezTo>
                <a:cubicBezTo>
                  <a:pt x="4098124" y="508888"/>
                  <a:pt x="4099445" y="509784"/>
                  <a:pt x="4100315" y="510851"/>
                </a:cubicBezTo>
                <a:cubicBezTo>
                  <a:pt x="4102246" y="513035"/>
                  <a:pt x="4102246" y="515448"/>
                  <a:pt x="4103820" y="517861"/>
                </a:cubicBezTo>
                <a:cubicBezTo>
                  <a:pt x="4105554" y="520490"/>
                  <a:pt x="4107529" y="521811"/>
                  <a:pt x="4109923" y="524014"/>
                </a:cubicBezTo>
                <a:cubicBezTo>
                  <a:pt x="4111028" y="524878"/>
                  <a:pt x="4112780" y="525303"/>
                  <a:pt x="4113434" y="526605"/>
                </a:cubicBezTo>
                <a:cubicBezTo>
                  <a:pt x="4114114" y="527913"/>
                  <a:pt x="4116057" y="528383"/>
                  <a:pt x="4116057" y="530129"/>
                </a:cubicBezTo>
                <a:cubicBezTo>
                  <a:pt x="4116057" y="532974"/>
                  <a:pt x="4114755" y="534936"/>
                  <a:pt x="4113434" y="537127"/>
                </a:cubicBezTo>
                <a:cubicBezTo>
                  <a:pt x="4112780" y="538448"/>
                  <a:pt x="4111459" y="539324"/>
                  <a:pt x="4110831" y="540638"/>
                </a:cubicBezTo>
                <a:cubicBezTo>
                  <a:pt x="4110170" y="541940"/>
                  <a:pt x="4107313" y="541515"/>
                  <a:pt x="4107313" y="543236"/>
                </a:cubicBezTo>
                <a:cubicBezTo>
                  <a:pt x="4107313" y="544785"/>
                  <a:pt x="4109065" y="545223"/>
                  <a:pt x="4109065" y="546747"/>
                </a:cubicBezTo>
                <a:cubicBezTo>
                  <a:pt x="4110386" y="546963"/>
                  <a:pt x="4111459" y="546322"/>
                  <a:pt x="4112558" y="546747"/>
                </a:cubicBezTo>
                <a:lnTo>
                  <a:pt x="4116057" y="548506"/>
                </a:lnTo>
                <a:cubicBezTo>
                  <a:pt x="4117378" y="549154"/>
                  <a:pt x="4117181" y="551332"/>
                  <a:pt x="4118686" y="552030"/>
                </a:cubicBezTo>
                <a:cubicBezTo>
                  <a:pt x="4122223" y="553745"/>
                  <a:pt x="4125036" y="552646"/>
                  <a:pt x="4129195" y="552888"/>
                </a:cubicBezTo>
                <a:cubicBezTo>
                  <a:pt x="4130516" y="552888"/>
                  <a:pt x="4131392" y="553542"/>
                  <a:pt x="4132675" y="553745"/>
                </a:cubicBezTo>
                <a:lnTo>
                  <a:pt x="4130090" y="557250"/>
                </a:lnTo>
                <a:cubicBezTo>
                  <a:pt x="4128782" y="557669"/>
                  <a:pt x="4127900" y="558812"/>
                  <a:pt x="4126579" y="559015"/>
                </a:cubicBezTo>
                <a:cubicBezTo>
                  <a:pt x="4124172" y="559466"/>
                  <a:pt x="4122223" y="559892"/>
                  <a:pt x="4119556" y="559892"/>
                </a:cubicBezTo>
                <a:lnTo>
                  <a:pt x="4116057" y="559892"/>
                </a:lnTo>
                <a:cubicBezTo>
                  <a:pt x="4114539" y="559676"/>
                  <a:pt x="4114114" y="557930"/>
                  <a:pt x="4112558" y="557250"/>
                </a:cubicBezTo>
                <a:cubicBezTo>
                  <a:pt x="4111028" y="556583"/>
                  <a:pt x="4110386" y="555288"/>
                  <a:pt x="4109065" y="554647"/>
                </a:cubicBezTo>
                <a:cubicBezTo>
                  <a:pt x="4107967" y="553999"/>
                  <a:pt x="4106672" y="554418"/>
                  <a:pt x="4105554" y="553745"/>
                </a:cubicBezTo>
                <a:cubicBezTo>
                  <a:pt x="4102728" y="552030"/>
                  <a:pt x="4103820" y="548506"/>
                  <a:pt x="4103820" y="545007"/>
                </a:cubicBezTo>
                <a:lnTo>
                  <a:pt x="4103820" y="539730"/>
                </a:lnTo>
                <a:cubicBezTo>
                  <a:pt x="4103820" y="538448"/>
                  <a:pt x="4104671" y="537584"/>
                  <a:pt x="4104671" y="536232"/>
                </a:cubicBezTo>
                <a:cubicBezTo>
                  <a:pt x="4104671" y="532739"/>
                  <a:pt x="4101833" y="531660"/>
                  <a:pt x="4099445" y="529247"/>
                </a:cubicBezTo>
                <a:cubicBezTo>
                  <a:pt x="4098340" y="528154"/>
                  <a:pt x="4096581" y="528808"/>
                  <a:pt x="4095927" y="527488"/>
                </a:cubicBezTo>
                <a:cubicBezTo>
                  <a:pt x="4095502" y="526395"/>
                  <a:pt x="4096365" y="524878"/>
                  <a:pt x="4095927" y="524014"/>
                </a:cubicBezTo>
                <a:cubicBezTo>
                  <a:pt x="4095045" y="522674"/>
                  <a:pt x="4094613" y="521354"/>
                  <a:pt x="4093279" y="520490"/>
                </a:cubicBezTo>
                <a:cubicBezTo>
                  <a:pt x="4092435" y="519817"/>
                  <a:pt x="4090911" y="519817"/>
                  <a:pt x="4089800" y="519595"/>
                </a:cubicBezTo>
                <a:cubicBezTo>
                  <a:pt x="4088269" y="519169"/>
                  <a:pt x="4086948" y="518960"/>
                  <a:pt x="4085418" y="518744"/>
                </a:cubicBezTo>
                <a:cubicBezTo>
                  <a:pt x="4083018" y="518306"/>
                  <a:pt x="4081043" y="517861"/>
                  <a:pt x="4078408" y="517861"/>
                </a:cubicBezTo>
                <a:cubicBezTo>
                  <a:pt x="4074255" y="517861"/>
                  <a:pt x="4072083" y="518306"/>
                  <a:pt x="4067892" y="518744"/>
                </a:cubicBezTo>
                <a:cubicBezTo>
                  <a:pt x="4066590" y="518744"/>
                  <a:pt x="4065517" y="518521"/>
                  <a:pt x="4064393" y="518744"/>
                </a:cubicBezTo>
                <a:cubicBezTo>
                  <a:pt x="4063091" y="518960"/>
                  <a:pt x="4062234" y="520033"/>
                  <a:pt x="4060939" y="520490"/>
                </a:cubicBezTo>
                <a:cubicBezTo>
                  <a:pt x="4059618" y="520928"/>
                  <a:pt x="4058507" y="521608"/>
                  <a:pt x="4057402" y="522268"/>
                </a:cubicBezTo>
                <a:cubicBezTo>
                  <a:pt x="4055872" y="523100"/>
                  <a:pt x="4053890" y="523741"/>
                  <a:pt x="4053890" y="525760"/>
                </a:cubicBezTo>
                <a:cubicBezTo>
                  <a:pt x="4053890" y="527062"/>
                  <a:pt x="4054792" y="527913"/>
                  <a:pt x="4054792" y="529247"/>
                </a:cubicBezTo>
                <a:cubicBezTo>
                  <a:pt x="4054792" y="530555"/>
                  <a:pt x="4055421" y="531660"/>
                  <a:pt x="4055668" y="532739"/>
                </a:cubicBezTo>
                <a:cubicBezTo>
                  <a:pt x="4056519" y="536047"/>
                  <a:pt x="4058285" y="538003"/>
                  <a:pt x="4058285" y="541515"/>
                </a:cubicBezTo>
                <a:cubicBezTo>
                  <a:pt x="4058285" y="545007"/>
                  <a:pt x="4057599" y="546963"/>
                  <a:pt x="4056519" y="550290"/>
                </a:cubicBezTo>
                <a:cubicBezTo>
                  <a:pt x="4056278" y="551332"/>
                  <a:pt x="4056100" y="552646"/>
                  <a:pt x="4055668" y="553745"/>
                </a:cubicBezTo>
                <a:cubicBezTo>
                  <a:pt x="4054976" y="555529"/>
                  <a:pt x="4053458" y="556171"/>
                  <a:pt x="4052163" y="557250"/>
                </a:cubicBezTo>
                <a:cubicBezTo>
                  <a:pt x="4050842" y="558374"/>
                  <a:pt x="4049972" y="559015"/>
                  <a:pt x="4048639" y="559892"/>
                </a:cubicBezTo>
                <a:cubicBezTo>
                  <a:pt x="4046912" y="561200"/>
                  <a:pt x="4045616" y="561854"/>
                  <a:pt x="4044270" y="563403"/>
                </a:cubicBezTo>
                <a:cubicBezTo>
                  <a:pt x="4043387" y="564489"/>
                  <a:pt x="4040974" y="564489"/>
                  <a:pt x="4040758" y="566045"/>
                </a:cubicBezTo>
                <a:cubicBezTo>
                  <a:pt x="4039895" y="569296"/>
                  <a:pt x="4040758" y="571277"/>
                  <a:pt x="4040758" y="574770"/>
                </a:cubicBezTo>
                <a:cubicBezTo>
                  <a:pt x="4038161" y="574770"/>
                  <a:pt x="4036187" y="574122"/>
                  <a:pt x="4033780" y="574770"/>
                </a:cubicBezTo>
                <a:cubicBezTo>
                  <a:pt x="4029386" y="576326"/>
                  <a:pt x="4027182" y="578713"/>
                  <a:pt x="4023283" y="580923"/>
                </a:cubicBezTo>
                <a:cubicBezTo>
                  <a:pt x="4020635" y="582409"/>
                  <a:pt x="4018000" y="582866"/>
                  <a:pt x="4016228" y="585254"/>
                </a:cubicBezTo>
                <a:cubicBezTo>
                  <a:pt x="4015612" y="586168"/>
                  <a:pt x="4016692" y="587927"/>
                  <a:pt x="4016228" y="588803"/>
                </a:cubicBezTo>
                <a:cubicBezTo>
                  <a:pt x="4015371" y="590099"/>
                  <a:pt x="4014920" y="591400"/>
                  <a:pt x="4013619" y="592308"/>
                </a:cubicBezTo>
                <a:cubicBezTo>
                  <a:pt x="4012558" y="592931"/>
                  <a:pt x="4011441" y="592308"/>
                  <a:pt x="4010120" y="592308"/>
                </a:cubicBezTo>
                <a:cubicBezTo>
                  <a:pt x="4007529" y="592308"/>
                  <a:pt x="4005529" y="592061"/>
                  <a:pt x="4003103" y="591400"/>
                </a:cubicBezTo>
                <a:cubicBezTo>
                  <a:pt x="4001770" y="591178"/>
                  <a:pt x="4000925" y="590099"/>
                  <a:pt x="3999604" y="589667"/>
                </a:cubicBezTo>
                <a:cubicBezTo>
                  <a:pt x="3998525" y="589222"/>
                  <a:pt x="3997198" y="589222"/>
                  <a:pt x="3996105" y="588803"/>
                </a:cubicBezTo>
                <a:cubicBezTo>
                  <a:pt x="3994581" y="588136"/>
                  <a:pt x="3994111" y="586168"/>
                  <a:pt x="3992384" y="586168"/>
                </a:cubicBezTo>
                <a:lnTo>
                  <a:pt x="3971607" y="586168"/>
                </a:lnTo>
                <a:lnTo>
                  <a:pt x="3968095" y="584390"/>
                </a:lnTo>
                <a:cubicBezTo>
                  <a:pt x="3968978" y="583082"/>
                  <a:pt x="3969848" y="582199"/>
                  <a:pt x="3970718" y="580923"/>
                </a:cubicBezTo>
                <a:cubicBezTo>
                  <a:pt x="3971607" y="579589"/>
                  <a:pt x="3971804" y="578053"/>
                  <a:pt x="3973341" y="577411"/>
                </a:cubicBezTo>
                <a:cubicBezTo>
                  <a:pt x="3975087" y="576751"/>
                  <a:pt x="3976636" y="577411"/>
                  <a:pt x="3978586" y="577411"/>
                </a:cubicBezTo>
                <a:cubicBezTo>
                  <a:pt x="3980567" y="577411"/>
                  <a:pt x="3982116" y="577189"/>
                  <a:pt x="3983862" y="577411"/>
                </a:cubicBezTo>
                <a:cubicBezTo>
                  <a:pt x="3985152" y="577621"/>
                  <a:pt x="3986041" y="578929"/>
                  <a:pt x="3987361" y="579158"/>
                </a:cubicBezTo>
                <a:cubicBezTo>
                  <a:pt x="3989755" y="579373"/>
                  <a:pt x="3991730" y="579158"/>
                  <a:pt x="3994365" y="579158"/>
                </a:cubicBezTo>
                <a:cubicBezTo>
                  <a:pt x="3997007" y="579158"/>
                  <a:pt x="3998969" y="579589"/>
                  <a:pt x="4001369" y="579158"/>
                </a:cubicBezTo>
                <a:cubicBezTo>
                  <a:pt x="4002900" y="578929"/>
                  <a:pt x="4003325" y="577189"/>
                  <a:pt x="4004887" y="576516"/>
                </a:cubicBezTo>
                <a:cubicBezTo>
                  <a:pt x="4006399" y="575868"/>
                  <a:pt x="4007256" y="574770"/>
                  <a:pt x="4008374" y="573906"/>
                </a:cubicBezTo>
                <a:cubicBezTo>
                  <a:pt x="4009466" y="573004"/>
                  <a:pt x="4010983" y="572585"/>
                  <a:pt x="4011860" y="571277"/>
                </a:cubicBezTo>
                <a:cubicBezTo>
                  <a:pt x="4013422" y="568896"/>
                  <a:pt x="4013422" y="566470"/>
                  <a:pt x="4015371" y="564267"/>
                </a:cubicBezTo>
                <a:cubicBezTo>
                  <a:pt x="4016228" y="563175"/>
                  <a:pt x="4017797" y="563403"/>
                  <a:pt x="4018883" y="562502"/>
                </a:cubicBezTo>
                <a:cubicBezTo>
                  <a:pt x="4021289" y="560552"/>
                  <a:pt x="4023029" y="559015"/>
                  <a:pt x="4024985" y="556386"/>
                </a:cubicBezTo>
                <a:cubicBezTo>
                  <a:pt x="4025652" y="555529"/>
                  <a:pt x="4025226" y="553745"/>
                  <a:pt x="4025880" y="552888"/>
                </a:cubicBezTo>
                <a:cubicBezTo>
                  <a:pt x="4026757" y="551783"/>
                  <a:pt x="4028293" y="552030"/>
                  <a:pt x="4029386" y="551103"/>
                </a:cubicBezTo>
                <a:cubicBezTo>
                  <a:pt x="4030452" y="550290"/>
                  <a:pt x="4032243" y="550475"/>
                  <a:pt x="4032878" y="549370"/>
                </a:cubicBezTo>
                <a:cubicBezTo>
                  <a:pt x="4033335" y="548506"/>
                  <a:pt x="4032669" y="546963"/>
                  <a:pt x="4032878" y="545865"/>
                </a:cubicBezTo>
                <a:cubicBezTo>
                  <a:pt x="4033094" y="544785"/>
                  <a:pt x="4033545" y="543477"/>
                  <a:pt x="4033780" y="542397"/>
                </a:cubicBezTo>
                <a:cubicBezTo>
                  <a:pt x="4034396" y="539730"/>
                  <a:pt x="4035729" y="538003"/>
                  <a:pt x="4036371" y="535368"/>
                </a:cubicBezTo>
                <a:cubicBezTo>
                  <a:pt x="4036618" y="534276"/>
                  <a:pt x="4037031" y="532974"/>
                  <a:pt x="4037279" y="531863"/>
                </a:cubicBezTo>
                <a:cubicBezTo>
                  <a:pt x="4037495" y="530777"/>
                  <a:pt x="4037939" y="529475"/>
                  <a:pt x="4038161" y="528383"/>
                </a:cubicBezTo>
                <a:cubicBezTo>
                  <a:pt x="4038384" y="527062"/>
                  <a:pt x="4039895" y="526605"/>
                  <a:pt x="4039895" y="525062"/>
                </a:cubicBezTo>
                <a:cubicBezTo>
                  <a:pt x="4039895" y="523328"/>
                  <a:pt x="4039012" y="522433"/>
                  <a:pt x="4039012" y="520706"/>
                </a:cubicBezTo>
                <a:cubicBezTo>
                  <a:pt x="4036371" y="520928"/>
                  <a:pt x="4034637" y="521354"/>
                  <a:pt x="4032002" y="521354"/>
                </a:cubicBezTo>
                <a:cubicBezTo>
                  <a:pt x="4030268" y="521354"/>
                  <a:pt x="4029386" y="520706"/>
                  <a:pt x="4027627" y="520490"/>
                </a:cubicBezTo>
                <a:cubicBezTo>
                  <a:pt x="4026547" y="520033"/>
                  <a:pt x="4024134" y="519169"/>
                  <a:pt x="4023283" y="518744"/>
                </a:cubicBezTo>
                <a:cubicBezTo>
                  <a:pt x="4021956" y="517861"/>
                  <a:pt x="4021493" y="516540"/>
                  <a:pt x="4020635" y="515251"/>
                </a:cubicBezTo>
                <a:cubicBezTo>
                  <a:pt x="4019530" y="513714"/>
                  <a:pt x="4019759" y="511936"/>
                  <a:pt x="4019759" y="509968"/>
                </a:cubicBezTo>
                <a:cubicBezTo>
                  <a:pt x="4019759" y="506475"/>
                  <a:pt x="4021048" y="504729"/>
                  <a:pt x="4021493" y="501224"/>
                </a:cubicBezTo>
                <a:cubicBezTo>
                  <a:pt x="4021956" y="497058"/>
                  <a:pt x="4021493" y="494899"/>
                  <a:pt x="4021493" y="490740"/>
                </a:cubicBezTo>
                <a:lnTo>
                  <a:pt x="4021493" y="487216"/>
                </a:lnTo>
                <a:cubicBezTo>
                  <a:pt x="4021721" y="484593"/>
                  <a:pt x="4022813" y="482612"/>
                  <a:pt x="4023283" y="480218"/>
                </a:cubicBezTo>
                <a:cubicBezTo>
                  <a:pt x="4024134" y="476256"/>
                  <a:pt x="4024985" y="473856"/>
                  <a:pt x="4024985" y="469715"/>
                </a:cubicBezTo>
                <a:cubicBezTo>
                  <a:pt x="4024985" y="468401"/>
                  <a:pt x="4025226" y="467296"/>
                  <a:pt x="4024985" y="466191"/>
                </a:cubicBezTo>
                <a:cubicBezTo>
                  <a:pt x="4024363" y="463346"/>
                  <a:pt x="4022369" y="462045"/>
                  <a:pt x="4021493" y="459193"/>
                </a:cubicBezTo>
                <a:cubicBezTo>
                  <a:pt x="4021289" y="458114"/>
                  <a:pt x="4020851" y="456774"/>
                  <a:pt x="4020635" y="455675"/>
                </a:cubicBezTo>
                <a:cubicBezTo>
                  <a:pt x="4019759" y="453059"/>
                  <a:pt x="4019315" y="451123"/>
                  <a:pt x="4018000" y="448710"/>
                </a:cubicBezTo>
                <a:cubicBezTo>
                  <a:pt x="4017346" y="447166"/>
                  <a:pt x="4016025" y="446506"/>
                  <a:pt x="4015371" y="445185"/>
                </a:cubicBezTo>
                <a:cubicBezTo>
                  <a:pt x="4014717" y="444099"/>
                  <a:pt x="4013619" y="443458"/>
                  <a:pt x="4013619" y="441921"/>
                </a:cubicBezTo>
                <a:lnTo>
                  <a:pt x="4013619" y="420230"/>
                </a:lnTo>
                <a:cubicBezTo>
                  <a:pt x="4016228" y="420230"/>
                  <a:pt x="4018000" y="420674"/>
                  <a:pt x="4020635" y="420674"/>
                </a:cubicBezTo>
                <a:cubicBezTo>
                  <a:pt x="4021956" y="420674"/>
                  <a:pt x="4022813" y="419811"/>
                  <a:pt x="4024134" y="419811"/>
                </a:cubicBezTo>
                <a:cubicBezTo>
                  <a:pt x="4024560" y="419811"/>
                  <a:pt x="4024560" y="420230"/>
                  <a:pt x="4024985" y="420230"/>
                </a:cubicBezTo>
                <a:lnTo>
                  <a:pt x="4025226" y="398786"/>
                </a:lnTo>
                <a:cubicBezTo>
                  <a:pt x="4021721" y="398786"/>
                  <a:pt x="4019530" y="398786"/>
                  <a:pt x="4016228" y="397910"/>
                </a:cubicBezTo>
                <a:cubicBezTo>
                  <a:pt x="4014476" y="397471"/>
                  <a:pt x="4014476" y="395058"/>
                  <a:pt x="4012761" y="394404"/>
                </a:cubicBezTo>
                <a:cubicBezTo>
                  <a:pt x="4011650" y="394195"/>
                  <a:pt x="4010342" y="393738"/>
                  <a:pt x="4009250" y="393541"/>
                </a:cubicBezTo>
                <a:cubicBezTo>
                  <a:pt x="4006837" y="393122"/>
                  <a:pt x="4004887" y="393541"/>
                  <a:pt x="4002252" y="393541"/>
                </a:cubicBezTo>
                <a:lnTo>
                  <a:pt x="3995223" y="393541"/>
                </a:lnTo>
                <a:cubicBezTo>
                  <a:pt x="3993260" y="393541"/>
                  <a:pt x="3991965" y="392652"/>
                  <a:pt x="3989997" y="392652"/>
                </a:cubicBezTo>
                <a:cubicBezTo>
                  <a:pt x="3986485" y="392652"/>
                  <a:pt x="3984294" y="393122"/>
                  <a:pt x="3981240" y="394404"/>
                </a:cubicBezTo>
                <a:cubicBezTo>
                  <a:pt x="3979691" y="395058"/>
                  <a:pt x="3979259" y="396373"/>
                  <a:pt x="3977697" y="397021"/>
                </a:cubicBezTo>
                <a:cubicBezTo>
                  <a:pt x="3976408" y="397471"/>
                  <a:pt x="3975538" y="398551"/>
                  <a:pt x="3974230" y="398786"/>
                </a:cubicBezTo>
                <a:cubicBezTo>
                  <a:pt x="3973125" y="399027"/>
                  <a:pt x="3972007" y="398786"/>
                  <a:pt x="3970718" y="398786"/>
                </a:cubicBezTo>
                <a:cubicBezTo>
                  <a:pt x="3968095" y="399027"/>
                  <a:pt x="3966349" y="398786"/>
                  <a:pt x="3963695" y="398786"/>
                </a:cubicBezTo>
                <a:cubicBezTo>
                  <a:pt x="3962374" y="398786"/>
                  <a:pt x="3961523" y="399446"/>
                  <a:pt x="3960215" y="399643"/>
                </a:cubicBezTo>
                <a:cubicBezTo>
                  <a:pt x="3960215" y="403815"/>
                  <a:pt x="3960444" y="406006"/>
                  <a:pt x="3960215" y="410171"/>
                </a:cubicBezTo>
                <a:cubicBezTo>
                  <a:pt x="3960215" y="411918"/>
                  <a:pt x="3960444" y="413016"/>
                  <a:pt x="3960215" y="414540"/>
                </a:cubicBezTo>
                <a:cubicBezTo>
                  <a:pt x="3959555" y="417404"/>
                  <a:pt x="3957364" y="419131"/>
                  <a:pt x="3955846" y="421551"/>
                </a:cubicBezTo>
                <a:cubicBezTo>
                  <a:pt x="3954964" y="422897"/>
                  <a:pt x="3954329" y="423760"/>
                  <a:pt x="3953217" y="425043"/>
                </a:cubicBezTo>
                <a:cubicBezTo>
                  <a:pt x="3951008" y="427666"/>
                  <a:pt x="3948188" y="428771"/>
                  <a:pt x="3947058" y="432079"/>
                </a:cubicBezTo>
                <a:cubicBezTo>
                  <a:pt x="3946201" y="434441"/>
                  <a:pt x="3945991" y="436651"/>
                  <a:pt x="3945337" y="439051"/>
                </a:cubicBezTo>
                <a:cubicBezTo>
                  <a:pt x="3944924" y="440601"/>
                  <a:pt x="3945108" y="442804"/>
                  <a:pt x="3943584" y="443458"/>
                </a:cubicBezTo>
                <a:cubicBezTo>
                  <a:pt x="3942441" y="443864"/>
                  <a:pt x="3941159" y="444099"/>
                  <a:pt x="3940067" y="444290"/>
                </a:cubicBezTo>
                <a:cubicBezTo>
                  <a:pt x="3937679" y="444969"/>
                  <a:pt x="3935698" y="444099"/>
                  <a:pt x="3933056" y="444290"/>
                </a:cubicBezTo>
                <a:lnTo>
                  <a:pt x="3929564" y="444290"/>
                </a:lnTo>
                <a:cubicBezTo>
                  <a:pt x="3928059" y="444290"/>
                  <a:pt x="3927151" y="445401"/>
                  <a:pt x="3926078" y="446074"/>
                </a:cubicBezTo>
                <a:cubicBezTo>
                  <a:pt x="3924319" y="447166"/>
                  <a:pt x="3924319" y="449129"/>
                  <a:pt x="3924319" y="451307"/>
                </a:cubicBezTo>
                <a:lnTo>
                  <a:pt x="3924319" y="453059"/>
                </a:lnTo>
                <a:cubicBezTo>
                  <a:pt x="3924547" y="454596"/>
                  <a:pt x="3924319" y="456349"/>
                  <a:pt x="3925176" y="457428"/>
                </a:cubicBezTo>
                <a:cubicBezTo>
                  <a:pt x="3925830" y="458317"/>
                  <a:pt x="3927817" y="456774"/>
                  <a:pt x="3928681" y="457428"/>
                </a:cubicBezTo>
                <a:cubicBezTo>
                  <a:pt x="3931316" y="459416"/>
                  <a:pt x="3933482" y="460724"/>
                  <a:pt x="3934828" y="463588"/>
                </a:cubicBezTo>
                <a:cubicBezTo>
                  <a:pt x="3935907" y="465759"/>
                  <a:pt x="3935698" y="467950"/>
                  <a:pt x="3935698" y="470585"/>
                </a:cubicBezTo>
                <a:cubicBezTo>
                  <a:pt x="3935698" y="473221"/>
                  <a:pt x="3935698" y="475818"/>
                  <a:pt x="3933964" y="477577"/>
                </a:cubicBezTo>
                <a:cubicBezTo>
                  <a:pt x="3933056" y="478459"/>
                  <a:pt x="3931316" y="477793"/>
                  <a:pt x="3930459" y="478459"/>
                </a:cubicBezTo>
                <a:cubicBezTo>
                  <a:pt x="3929379" y="479323"/>
                  <a:pt x="3928059" y="479323"/>
                  <a:pt x="3926954" y="480218"/>
                </a:cubicBezTo>
                <a:cubicBezTo>
                  <a:pt x="3925417" y="481539"/>
                  <a:pt x="3926078" y="483495"/>
                  <a:pt x="3926078" y="485673"/>
                </a:cubicBezTo>
                <a:cubicBezTo>
                  <a:pt x="3926078" y="488314"/>
                  <a:pt x="3926738" y="489838"/>
                  <a:pt x="3926954" y="492455"/>
                </a:cubicBezTo>
                <a:cubicBezTo>
                  <a:pt x="3929564" y="492455"/>
                  <a:pt x="3931316" y="492271"/>
                  <a:pt x="3933964" y="492455"/>
                </a:cubicBezTo>
                <a:cubicBezTo>
                  <a:pt x="3935241" y="492455"/>
                  <a:pt x="3936358" y="491832"/>
                  <a:pt x="3937469" y="492455"/>
                </a:cubicBezTo>
                <a:cubicBezTo>
                  <a:pt x="3938765" y="493344"/>
                  <a:pt x="3939857" y="493991"/>
                  <a:pt x="3940975" y="495096"/>
                </a:cubicBezTo>
                <a:cubicBezTo>
                  <a:pt x="3942029" y="496195"/>
                  <a:pt x="3942924" y="497058"/>
                  <a:pt x="3943584" y="498614"/>
                </a:cubicBezTo>
                <a:cubicBezTo>
                  <a:pt x="3944029" y="499687"/>
                  <a:pt x="3943127" y="500989"/>
                  <a:pt x="3943584" y="502088"/>
                </a:cubicBezTo>
                <a:cubicBezTo>
                  <a:pt x="3944245" y="503402"/>
                  <a:pt x="3944683" y="504501"/>
                  <a:pt x="3945337" y="505593"/>
                </a:cubicBezTo>
                <a:cubicBezTo>
                  <a:pt x="3945991" y="506710"/>
                  <a:pt x="3947763" y="506475"/>
                  <a:pt x="3948830" y="507364"/>
                </a:cubicBezTo>
                <a:cubicBezTo>
                  <a:pt x="3950150" y="508444"/>
                  <a:pt x="3950150" y="509968"/>
                  <a:pt x="3951452" y="510851"/>
                </a:cubicBezTo>
                <a:cubicBezTo>
                  <a:pt x="3952354" y="511295"/>
                  <a:pt x="3954100" y="511295"/>
                  <a:pt x="3954964" y="511727"/>
                </a:cubicBezTo>
                <a:cubicBezTo>
                  <a:pt x="3957593" y="513492"/>
                  <a:pt x="3959110" y="515677"/>
                  <a:pt x="3961072" y="517861"/>
                </a:cubicBezTo>
                <a:cubicBezTo>
                  <a:pt x="3961968" y="518960"/>
                  <a:pt x="3963936" y="518306"/>
                  <a:pt x="3964609" y="519595"/>
                </a:cubicBezTo>
                <a:cubicBezTo>
                  <a:pt x="3965047" y="520706"/>
                  <a:pt x="3964609" y="521811"/>
                  <a:pt x="3964609" y="523100"/>
                </a:cubicBezTo>
                <a:cubicBezTo>
                  <a:pt x="3964609" y="524446"/>
                  <a:pt x="3964819" y="525526"/>
                  <a:pt x="3964609" y="526605"/>
                </a:cubicBezTo>
                <a:cubicBezTo>
                  <a:pt x="3964152" y="528383"/>
                  <a:pt x="3962190" y="528808"/>
                  <a:pt x="3961072" y="530129"/>
                </a:cubicBezTo>
                <a:cubicBezTo>
                  <a:pt x="3960444" y="530993"/>
                  <a:pt x="3961314" y="532974"/>
                  <a:pt x="3960215" y="533622"/>
                </a:cubicBezTo>
                <a:cubicBezTo>
                  <a:pt x="3959110" y="534276"/>
                  <a:pt x="3957815" y="533622"/>
                  <a:pt x="3956735" y="533622"/>
                </a:cubicBezTo>
                <a:lnTo>
                  <a:pt x="3953217" y="533622"/>
                </a:lnTo>
                <a:cubicBezTo>
                  <a:pt x="3950582" y="533622"/>
                  <a:pt x="3948633" y="534054"/>
                  <a:pt x="3946201" y="533622"/>
                </a:cubicBezTo>
                <a:cubicBezTo>
                  <a:pt x="3943350" y="532974"/>
                  <a:pt x="3941591" y="531425"/>
                  <a:pt x="3939197" y="530129"/>
                </a:cubicBezTo>
                <a:cubicBezTo>
                  <a:pt x="3935025" y="527710"/>
                  <a:pt x="3934828" y="522909"/>
                  <a:pt x="3934828" y="517861"/>
                </a:cubicBezTo>
                <a:cubicBezTo>
                  <a:pt x="3932186" y="517664"/>
                  <a:pt x="3930459" y="516997"/>
                  <a:pt x="3927817" y="516997"/>
                </a:cubicBezTo>
                <a:cubicBezTo>
                  <a:pt x="3923671" y="516997"/>
                  <a:pt x="3920572" y="517404"/>
                  <a:pt x="3917321" y="515251"/>
                </a:cubicBezTo>
                <a:cubicBezTo>
                  <a:pt x="3916013" y="514356"/>
                  <a:pt x="3916013" y="512610"/>
                  <a:pt x="3914667" y="511727"/>
                </a:cubicBezTo>
                <a:cubicBezTo>
                  <a:pt x="3913358" y="510851"/>
                  <a:pt x="3912711" y="509784"/>
                  <a:pt x="3911193" y="509104"/>
                </a:cubicBezTo>
                <a:cubicBezTo>
                  <a:pt x="3908793" y="508228"/>
                  <a:pt x="3906786" y="509320"/>
                  <a:pt x="3904189" y="509104"/>
                </a:cubicBezTo>
                <a:cubicBezTo>
                  <a:pt x="3902856" y="509104"/>
                  <a:pt x="3901986" y="508228"/>
                  <a:pt x="3900678" y="508228"/>
                </a:cubicBezTo>
                <a:cubicBezTo>
                  <a:pt x="3898055" y="508019"/>
                  <a:pt x="3896093" y="508228"/>
                  <a:pt x="3893680" y="507364"/>
                </a:cubicBezTo>
                <a:cubicBezTo>
                  <a:pt x="3891902" y="506710"/>
                  <a:pt x="3891051" y="505402"/>
                  <a:pt x="3890187" y="503859"/>
                </a:cubicBezTo>
                <a:cubicBezTo>
                  <a:pt x="3889317" y="502519"/>
                  <a:pt x="3889946" y="500341"/>
                  <a:pt x="3888441" y="499484"/>
                </a:cubicBezTo>
                <a:cubicBezTo>
                  <a:pt x="3887317" y="499046"/>
                  <a:pt x="3886028" y="499046"/>
                  <a:pt x="3884929" y="498614"/>
                </a:cubicBezTo>
                <a:cubicBezTo>
                  <a:pt x="3883793" y="498182"/>
                  <a:pt x="3882504" y="497922"/>
                  <a:pt x="3881399" y="497712"/>
                </a:cubicBezTo>
                <a:cubicBezTo>
                  <a:pt x="3879678" y="497274"/>
                  <a:pt x="3878573" y="495763"/>
                  <a:pt x="3877043" y="495096"/>
                </a:cubicBezTo>
                <a:cubicBezTo>
                  <a:pt x="3875747" y="494455"/>
                  <a:pt x="3874865" y="493344"/>
                  <a:pt x="3873303" y="493344"/>
                </a:cubicBezTo>
                <a:lnTo>
                  <a:pt x="3856259" y="493344"/>
                </a:lnTo>
                <a:cubicBezTo>
                  <a:pt x="3854704" y="493344"/>
                  <a:pt x="3853618" y="492455"/>
                  <a:pt x="3852525" y="491604"/>
                </a:cubicBezTo>
                <a:cubicBezTo>
                  <a:pt x="3851421" y="490740"/>
                  <a:pt x="3851840" y="488962"/>
                  <a:pt x="3850798" y="488099"/>
                </a:cubicBezTo>
                <a:cubicBezTo>
                  <a:pt x="3849674" y="487216"/>
                  <a:pt x="3848569" y="486371"/>
                  <a:pt x="3847064" y="486371"/>
                </a:cubicBezTo>
                <a:lnTo>
                  <a:pt x="3829113" y="486371"/>
                </a:lnTo>
                <a:cubicBezTo>
                  <a:pt x="3825817" y="486371"/>
                  <a:pt x="3824516" y="483495"/>
                  <a:pt x="3821868" y="481964"/>
                </a:cubicBezTo>
                <a:cubicBezTo>
                  <a:pt x="3819455" y="480618"/>
                  <a:pt x="3817296" y="479126"/>
                  <a:pt x="3814876" y="477577"/>
                </a:cubicBezTo>
                <a:cubicBezTo>
                  <a:pt x="3813803" y="476935"/>
                  <a:pt x="3812247" y="477138"/>
                  <a:pt x="3811365" y="476713"/>
                </a:cubicBezTo>
                <a:cubicBezTo>
                  <a:pt x="3810273" y="476072"/>
                  <a:pt x="3810723" y="473856"/>
                  <a:pt x="3809612" y="473221"/>
                </a:cubicBezTo>
                <a:cubicBezTo>
                  <a:pt x="3808736" y="472789"/>
                  <a:pt x="3806990" y="472979"/>
                  <a:pt x="3806113" y="472332"/>
                </a:cubicBezTo>
                <a:cubicBezTo>
                  <a:pt x="3804805" y="471227"/>
                  <a:pt x="3803910" y="470801"/>
                  <a:pt x="3802614" y="469715"/>
                </a:cubicBezTo>
                <a:cubicBezTo>
                  <a:pt x="3801751" y="469055"/>
                  <a:pt x="3802830" y="466871"/>
                  <a:pt x="3801751" y="466191"/>
                </a:cubicBezTo>
                <a:cubicBezTo>
                  <a:pt x="3800640" y="465575"/>
                  <a:pt x="3799306" y="466432"/>
                  <a:pt x="3798252" y="466191"/>
                </a:cubicBezTo>
                <a:cubicBezTo>
                  <a:pt x="3796455" y="465759"/>
                  <a:pt x="3794931" y="465334"/>
                  <a:pt x="3792962" y="465334"/>
                </a:cubicBezTo>
                <a:lnTo>
                  <a:pt x="3791204" y="465334"/>
                </a:lnTo>
                <a:cubicBezTo>
                  <a:pt x="3789711" y="465334"/>
                  <a:pt x="3789038" y="466432"/>
                  <a:pt x="3787736" y="467080"/>
                </a:cubicBezTo>
                <a:cubicBezTo>
                  <a:pt x="3786187" y="467950"/>
                  <a:pt x="3784225" y="468617"/>
                  <a:pt x="3784225" y="470585"/>
                </a:cubicBezTo>
                <a:cubicBezTo>
                  <a:pt x="3784225" y="472541"/>
                  <a:pt x="3784428" y="474084"/>
                  <a:pt x="3785107" y="475818"/>
                </a:cubicBezTo>
                <a:cubicBezTo>
                  <a:pt x="3785762" y="477577"/>
                  <a:pt x="3787520" y="478034"/>
                  <a:pt x="3788600" y="479323"/>
                </a:cubicBezTo>
                <a:cubicBezTo>
                  <a:pt x="3789711" y="480618"/>
                  <a:pt x="3791883" y="480447"/>
                  <a:pt x="3792112" y="481964"/>
                </a:cubicBezTo>
                <a:cubicBezTo>
                  <a:pt x="3792353" y="483057"/>
                  <a:pt x="3791883" y="484377"/>
                  <a:pt x="3792112" y="485470"/>
                </a:cubicBezTo>
                <a:cubicBezTo>
                  <a:pt x="3792353" y="486981"/>
                  <a:pt x="3792112" y="488099"/>
                  <a:pt x="3792112" y="489838"/>
                </a:cubicBezTo>
                <a:cubicBezTo>
                  <a:pt x="3794721" y="489838"/>
                  <a:pt x="3796455" y="489604"/>
                  <a:pt x="3799122" y="489838"/>
                </a:cubicBezTo>
                <a:cubicBezTo>
                  <a:pt x="3800430" y="489838"/>
                  <a:pt x="3801510" y="490740"/>
                  <a:pt x="3802614" y="490740"/>
                </a:cubicBezTo>
                <a:cubicBezTo>
                  <a:pt x="3803707" y="490740"/>
                  <a:pt x="3805021" y="490277"/>
                  <a:pt x="3806113" y="490740"/>
                </a:cubicBezTo>
                <a:cubicBezTo>
                  <a:pt x="3807415" y="491140"/>
                  <a:pt x="3808736" y="491375"/>
                  <a:pt x="3809612" y="492455"/>
                </a:cubicBezTo>
                <a:cubicBezTo>
                  <a:pt x="3810273" y="493344"/>
                  <a:pt x="3810057" y="494899"/>
                  <a:pt x="3810514" y="495979"/>
                </a:cubicBezTo>
                <a:cubicBezTo>
                  <a:pt x="3811168" y="497497"/>
                  <a:pt x="3811828" y="498805"/>
                  <a:pt x="3812247" y="500341"/>
                </a:cubicBezTo>
                <a:cubicBezTo>
                  <a:pt x="3814876" y="501224"/>
                  <a:pt x="3818604" y="501650"/>
                  <a:pt x="3821004" y="502970"/>
                </a:cubicBezTo>
                <a:cubicBezTo>
                  <a:pt x="3822325" y="503631"/>
                  <a:pt x="3823633" y="503631"/>
                  <a:pt x="3824516" y="504729"/>
                </a:cubicBezTo>
                <a:cubicBezTo>
                  <a:pt x="3825379" y="505821"/>
                  <a:pt x="3827113" y="506475"/>
                  <a:pt x="3827113" y="508228"/>
                </a:cubicBezTo>
                <a:cubicBezTo>
                  <a:pt x="3827113" y="509549"/>
                  <a:pt x="3826262" y="510635"/>
                  <a:pt x="3826262" y="511727"/>
                </a:cubicBezTo>
                <a:cubicBezTo>
                  <a:pt x="3826262" y="512800"/>
                  <a:pt x="3825817" y="514140"/>
                  <a:pt x="3825379" y="515251"/>
                </a:cubicBezTo>
                <a:cubicBezTo>
                  <a:pt x="3823849" y="518102"/>
                  <a:pt x="3822109" y="520306"/>
                  <a:pt x="3819232" y="521354"/>
                </a:cubicBezTo>
                <a:cubicBezTo>
                  <a:pt x="3818153" y="521811"/>
                  <a:pt x="3817061" y="521354"/>
                  <a:pt x="3815759" y="521354"/>
                </a:cubicBezTo>
                <a:lnTo>
                  <a:pt x="3812247" y="521354"/>
                </a:lnTo>
                <a:cubicBezTo>
                  <a:pt x="3811168" y="521354"/>
                  <a:pt x="3809612" y="520928"/>
                  <a:pt x="3808736" y="521354"/>
                </a:cubicBezTo>
                <a:cubicBezTo>
                  <a:pt x="3807644" y="522027"/>
                  <a:pt x="3807644" y="523538"/>
                  <a:pt x="3806990" y="524878"/>
                </a:cubicBezTo>
                <a:cubicBezTo>
                  <a:pt x="3806355" y="525964"/>
                  <a:pt x="3806539" y="527265"/>
                  <a:pt x="3806113" y="528383"/>
                </a:cubicBezTo>
                <a:cubicBezTo>
                  <a:pt x="3805485" y="529691"/>
                  <a:pt x="3805021" y="530777"/>
                  <a:pt x="3804348" y="531863"/>
                </a:cubicBezTo>
                <a:cubicBezTo>
                  <a:pt x="3803707" y="532974"/>
                  <a:pt x="3801935" y="532739"/>
                  <a:pt x="3800875" y="533622"/>
                </a:cubicBezTo>
                <a:lnTo>
                  <a:pt x="3796906" y="532739"/>
                </a:lnTo>
                <a:cubicBezTo>
                  <a:pt x="3796906" y="530129"/>
                  <a:pt x="3797153" y="528383"/>
                  <a:pt x="3797376" y="525760"/>
                </a:cubicBezTo>
                <a:cubicBezTo>
                  <a:pt x="3797376" y="524446"/>
                  <a:pt x="3798252" y="523538"/>
                  <a:pt x="3798252" y="522268"/>
                </a:cubicBezTo>
                <a:cubicBezTo>
                  <a:pt x="3798252" y="519595"/>
                  <a:pt x="3798430" y="517861"/>
                  <a:pt x="3798252" y="515251"/>
                </a:cubicBezTo>
                <a:cubicBezTo>
                  <a:pt x="3798252" y="513714"/>
                  <a:pt x="3797153" y="513035"/>
                  <a:pt x="3796906" y="511727"/>
                </a:cubicBezTo>
                <a:lnTo>
                  <a:pt x="3792112" y="511727"/>
                </a:lnTo>
                <a:cubicBezTo>
                  <a:pt x="3791032" y="512178"/>
                  <a:pt x="3789470" y="511936"/>
                  <a:pt x="3788600" y="512610"/>
                </a:cubicBezTo>
                <a:cubicBezTo>
                  <a:pt x="3787279" y="513492"/>
                  <a:pt x="3785958" y="514140"/>
                  <a:pt x="3785107" y="515251"/>
                </a:cubicBezTo>
                <a:cubicBezTo>
                  <a:pt x="3784225" y="516324"/>
                  <a:pt x="3784225" y="517664"/>
                  <a:pt x="3783336" y="518744"/>
                </a:cubicBezTo>
                <a:cubicBezTo>
                  <a:pt x="3782472" y="519817"/>
                  <a:pt x="3782675" y="521157"/>
                  <a:pt x="3781596" y="522268"/>
                </a:cubicBezTo>
                <a:cubicBezTo>
                  <a:pt x="3779837" y="524014"/>
                  <a:pt x="3777214" y="522268"/>
                  <a:pt x="3774605" y="522268"/>
                </a:cubicBezTo>
                <a:lnTo>
                  <a:pt x="3771093" y="522268"/>
                </a:lnTo>
                <a:cubicBezTo>
                  <a:pt x="3768451" y="522027"/>
                  <a:pt x="3766693" y="521157"/>
                  <a:pt x="3764095" y="521354"/>
                </a:cubicBezTo>
                <a:cubicBezTo>
                  <a:pt x="3762343" y="521608"/>
                  <a:pt x="3761263" y="520490"/>
                  <a:pt x="3759707" y="521354"/>
                </a:cubicBezTo>
                <a:cubicBezTo>
                  <a:pt x="3758412" y="522027"/>
                  <a:pt x="3759053" y="524014"/>
                  <a:pt x="3757961" y="524878"/>
                </a:cubicBezTo>
                <a:cubicBezTo>
                  <a:pt x="3756640" y="525760"/>
                  <a:pt x="3756856" y="527710"/>
                  <a:pt x="3755320" y="528383"/>
                </a:cubicBezTo>
                <a:cubicBezTo>
                  <a:pt x="3754024" y="529024"/>
                  <a:pt x="3752691" y="528383"/>
                  <a:pt x="3751179" y="528383"/>
                </a:cubicBezTo>
                <a:lnTo>
                  <a:pt x="3747465" y="528383"/>
                </a:lnTo>
                <a:cubicBezTo>
                  <a:pt x="3746131" y="528383"/>
                  <a:pt x="3745249" y="527488"/>
                  <a:pt x="3743915" y="527488"/>
                </a:cubicBezTo>
                <a:lnTo>
                  <a:pt x="3740435" y="527488"/>
                </a:lnTo>
                <a:lnTo>
                  <a:pt x="3732580" y="527488"/>
                </a:lnTo>
                <a:cubicBezTo>
                  <a:pt x="3731253" y="527488"/>
                  <a:pt x="3730370" y="528154"/>
                  <a:pt x="3729062" y="528154"/>
                </a:cubicBezTo>
                <a:lnTo>
                  <a:pt x="3729062" y="537127"/>
                </a:lnTo>
                <a:lnTo>
                  <a:pt x="3718572" y="537127"/>
                </a:lnTo>
                <a:cubicBezTo>
                  <a:pt x="3717467" y="536047"/>
                  <a:pt x="3716147" y="535565"/>
                  <a:pt x="3715048" y="534492"/>
                </a:cubicBezTo>
                <a:cubicBezTo>
                  <a:pt x="3713968" y="533412"/>
                  <a:pt x="3714407" y="532091"/>
                  <a:pt x="3713327" y="530993"/>
                </a:cubicBezTo>
                <a:cubicBezTo>
                  <a:pt x="3712406" y="530129"/>
                  <a:pt x="3710901" y="530777"/>
                  <a:pt x="3709809" y="530129"/>
                </a:cubicBezTo>
                <a:cubicBezTo>
                  <a:pt x="3710247" y="528808"/>
                  <a:pt x="3711327" y="527913"/>
                  <a:pt x="3711555" y="526605"/>
                </a:cubicBezTo>
                <a:cubicBezTo>
                  <a:pt x="3711778" y="525526"/>
                  <a:pt x="3711327" y="524224"/>
                  <a:pt x="3711555" y="523100"/>
                </a:cubicBezTo>
                <a:cubicBezTo>
                  <a:pt x="3712406" y="520306"/>
                  <a:pt x="3713740" y="518744"/>
                  <a:pt x="3715048" y="516102"/>
                </a:cubicBezTo>
                <a:lnTo>
                  <a:pt x="3714178" y="512610"/>
                </a:lnTo>
                <a:cubicBezTo>
                  <a:pt x="3713099" y="513257"/>
                  <a:pt x="3711555" y="512800"/>
                  <a:pt x="3710654" y="513492"/>
                </a:cubicBezTo>
                <a:cubicBezTo>
                  <a:pt x="3709581" y="514356"/>
                  <a:pt x="3710247" y="516324"/>
                  <a:pt x="3708927" y="516997"/>
                </a:cubicBezTo>
                <a:cubicBezTo>
                  <a:pt x="3707834" y="517664"/>
                  <a:pt x="3706514" y="517664"/>
                  <a:pt x="3705434" y="517861"/>
                </a:cubicBezTo>
                <a:cubicBezTo>
                  <a:pt x="3704323" y="518102"/>
                  <a:pt x="3703015" y="518744"/>
                  <a:pt x="3701903" y="518744"/>
                </a:cubicBezTo>
                <a:cubicBezTo>
                  <a:pt x="3699084" y="519169"/>
                  <a:pt x="3696658" y="518306"/>
                  <a:pt x="3694029" y="519595"/>
                </a:cubicBezTo>
                <a:cubicBezTo>
                  <a:pt x="3692499" y="520306"/>
                  <a:pt x="3692709" y="522433"/>
                  <a:pt x="3691407" y="523100"/>
                </a:cubicBezTo>
                <a:cubicBezTo>
                  <a:pt x="3689007" y="524643"/>
                  <a:pt x="3687032" y="525303"/>
                  <a:pt x="3684416" y="526605"/>
                </a:cubicBezTo>
                <a:lnTo>
                  <a:pt x="3679189" y="526605"/>
                </a:lnTo>
                <a:cubicBezTo>
                  <a:pt x="3675005" y="526605"/>
                  <a:pt x="3672376" y="525760"/>
                  <a:pt x="3668668" y="527488"/>
                </a:cubicBezTo>
                <a:cubicBezTo>
                  <a:pt x="3667366" y="527913"/>
                  <a:pt x="3666216" y="528383"/>
                  <a:pt x="3665143" y="529247"/>
                </a:cubicBezTo>
                <a:cubicBezTo>
                  <a:pt x="3664286" y="529907"/>
                  <a:pt x="3665143" y="532091"/>
                  <a:pt x="3664286" y="532739"/>
                </a:cubicBezTo>
                <a:cubicBezTo>
                  <a:pt x="3663194" y="533412"/>
                  <a:pt x="3662070" y="534054"/>
                  <a:pt x="3660736" y="534492"/>
                </a:cubicBezTo>
                <a:cubicBezTo>
                  <a:pt x="3659695" y="534720"/>
                  <a:pt x="3658590" y="534492"/>
                  <a:pt x="3657276" y="534492"/>
                </a:cubicBezTo>
                <a:lnTo>
                  <a:pt x="3653764" y="534492"/>
                </a:lnTo>
                <a:cubicBezTo>
                  <a:pt x="3652431" y="534492"/>
                  <a:pt x="3651351" y="535146"/>
                  <a:pt x="3650272" y="535368"/>
                </a:cubicBezTo>
                <a:cubicBezTo>
                  <a:pt x="3647439" y="535800"/>
                  <a:pt x="3645217" y="536232"/>
                  <a:pt x="3642398" y="537127"/>
                </a:cubicBezTo>
                <a:cubicBezTo>
                  <a:pt x="3640848" y="537584"/>
                  <a:pt x="3640188" y="538632"/>
                  <a:pt x="3638880" y="539730"/>
                </a:cubicBezTo>
                <a:cubicBezTo>
                  <a:pt x="3636257" y="541940"/>
                  <a:pt x="3634727" y="544144"/>
                  <a:pt x="3631888" y="545865"/>
                </a:cubicBezTo>
                <a:cubicBezTo>
                  <a:pt x="3630345" y="546747"/>
                  <a:pt x="3629253" y="548278"/>
                  <a:pt x="3627481" y="548506"/>
                </a:cubicBezTo>
                <a:cubicBezTo>
                  <a:pt x="3622224" y="549370"/>
                  <a:pt x="3618509" y="547623"/>
                  <a:pt x="3613511" y="549370"/>
                </a:cubicBezTo>
                <a:cubicBezTo>
                  <a:pt x="3611714" y="550030"/>
                  <a:pt x="3611321" y="551599"/>
                  <a:pt x="3609987" y="552888"/>
                </a:cubicBezTo>
                <a:cubicBezTo>
                  <a:pt x="3610641" y="554183"/>
                  <a:pt x="3611079" y="555288"/>
                  <a:pt x="3611714" y="556386"/>
                </a:cubicBezTo>
                <a:cubicBezTo>
                  <a:pt x="3612807" y="558133"/>
                  <a:pt x="3615264" y="558565"/>
                  <a:pt x="3615264" y="560762"/>
                </a:cubicBezTo>
                <a:cubicBezTo>
                  <a:pt x="3615264" y="562959"/>
                  <a:pt x="3615029" y="564489"/>
                  <a:pt x="3613511" y="566045"/>
                </a:cubicBezTo>
                <a:cubicBezTo>
                  <a:pt x="3611518" y="567975"/>
                  <a:pt x="3609073" y="568197"/>
                  <a:pt x="3606476" y="569493"/>
                </a:cubicBezTo>
                <a:cubicBezTo>
                  <a:pt x="3604958" y="570191"/>
                  <a:pt x="3604520" y="571696"/>
                  <a:pt x="3602970" y="572128"/>
                </a:cubicBezTo>
                <a:cubicBezTo>
                  <a:pt x="3601891" y="572585"/>
                  <a:pt x="3600570" y="572827"/>
                  <a:pt x="3599478" y="573004"/>
                </a:cubicBezTo>
                <a:cubicBezTo>
                  <a:pt x="3598386" y="573252"/>
                  <a:pt x="3597281" y="573004"/>
                  <a:pt x="3595979" y="573004"/>
                </a:cubicBezTo>
                <a:cubicBezTo>
                  <a:pt x="3594220" y="573004"/>
                  <a:pt x="3593357" y="572827"/>
                  <a:pt x="3591591" y="573004"/>
                </a:cubicBezTo>
                <a:cubicBezTo>
                  <a:pt x="3589432" y="573252"/>
                  <a:pt x="3588524" y="575646"/>
                  <a:pt x="3586327" y="575646"/>
                </a:cubicBezTo>
                <a:lnTo>
                  <a:pt x="3584594" y="575646"/>
                </a:lnTo>
                <a:cubicBezTo>
                  <a:pt x="3582835" y="575646"/>
                  <a:pt x="3583247" y="573004"/>
                  <a:pt x="3581958" y="572128"/>
                </a:cubicBezTo>
                <a:cubicBezTo>
                  <a:pt x="3580650" y="571277"/>
                  <a:pt x="3579126" y="570839"/>
                  <a:pt x="3577602" y="570376"/>
                </a:cubicBezTo>
                <a:cubicBezTo>
                  <a:pt x="3576472" y="569055"/>
                  <a:pt x="3574935" y="568197"/>
                  <a:pt x="3574059" y="566889"/>
                </a:cubicBezTo>
                <a:cubicBezTo>
                  <a:pt x="3573646" y="566045"/>
                  <a:pt x="3573646" y="564489"/>
                  <a:pt x="3573221" y="563403"/>
                </a:cubicBezTo>
                <a:cubicBezTo>
                  <a:pt x="3572129" y="561441"/>
                  <a:pt x="3569716" y="560552"/>
                  <a:pt x="3569716" y="558133"/>
                </a:cubicBezTo>
                <a:cubicBezTo>
                  <a:pt x="3569716" y="554862"/>
                  <a:pt x="3570351" y="553078"/>
                  <a:pt x="3570579" y="549814"/>
                </a:cubicBezTo>
                <a:lnTo>
                  <a:pt x="3589845" y="549814"/>
                </a:lnTo>
                <a:lnTo>
                  <a:pt x="3589845" y="538905"/>
                </a:lnTo>
                <a:cubicBezTo>
                  <a:pt x="3588524" y="537584"/>
                  <a:pt x="3587864" y="536447"/>
                  <a:pt x="3586327" y="535368"/>
                </a:cubicBezTo>
                <a:cubicBezTo>
                  <a:pt x="3585444" y="534936"/>
                  <a:pt x="3583711" y="535146"/>
                  <a:pt x="3582835" y="534492"/>
                </a:cubicBezTo>
                <a:cubicBezTo>
                  <a:pt x="3581774" y="533622"/>
                  <a:pt x="3581958" y="532091"/>
                  <a:pt x="3581101" y="530993"/>
                </a:cubicBezTo>
                <a:cubicBezTo>
                  <a:pt x="3580009" y="529691"/>
                  <a:pt x="3579342" y="528808"/>
                  <a:pt x="3578472" y="527488"/>
                </a:cubicBezTo>
                <a:cubicBezTo>
                  <a:pt x="3577367" y="525964"/>
                  <a:pt x="3576929" y="524014"/>
                  <a:pt x="3574935" y="524014"/>
                </a:cubicBezTo>
                <a:cubicBezTo>
                  <a:pt x="3572325" y="524014"/>
                  <a:pt x="3570579" y="525760"/>
                  <a:pt x="3567969" y="525760"/>
                </a:cubicBezTo>
                <a:lnTo>
                  <a:pt x="3566204" y="525760"/>
                </a:lnTo>
                <a:cubicBezTo>
                  <a:pt x="3564216" y="525526"/>
                  <a:pt x="3564470" y="522909"/>
                  <a:pt x="3562730" y="522268"/>
                </a:cubicBezTo>
                <a:cubicBezTo>
                  <a:pt x="3561607" y="522027"/>
                  <a:pt x="3560298" y="521608"/>
                  <a:pt x="3559194" y="521354"/>
                </a:cubicBezTo>
                <a:cubicBezTo>
                  <a:pt x="3556380" y="520706"/>
                  <a:pt x="3554590" y="521354"/>
                  <a:pt x="3551523" y="521354"/>
                </a:cubicBezTo>
                <a:lnTo>
                  <a:pt x="3544296" y="521354"/>
                </a:lnTo>
                <a:cubicBezTo>
                  <a:pt x="3543001" y="521354"/>
                  <a:pt x="3542137" y="522268"/>
                  <a:pt x="3540798" y="522268"/>
                </a:cubicBezTo>
                <a:cubicBezTo>
                  <a:pt x="3539731" y="522268"/>
                  <a:pt x="3539299" y="521608"/>
                  <a:pt x="3538175" y="521608"/>
                </a:cubicBezTo>
                <a:lnTo>
                  <a:pt x="3538175" y="529247"/>
                </a:lnTo>
                <a:cubicBezTo>
                  <a:pt x="3540798" y="529691"/>
                  <a:pt x="3542779" y="529691"/>
                  <a:pt x="3545179" y="530129"/>
                </a:cubicBezTo>
                <a:cubicBezTo>
                  <a:pt x="3546284" y="530129"/>
                  <a:pt x="3547148" y="531660"/>
                  <a:pt x="3548259" y="531863"/>
                </a:cubicBezTo>
                <a:lnTo>
                  <a:pt x="3548259" y="552646"/>
                </a:lnTo>
                <a:cubicBezTo>
                  <a:pt x="3548259" y="554183"/>
                  <a:pt x="3546722" y="555288"/>
                  <a:pt x="3546074" y="556386"/>
                </a:cubicBezTo>
                <a:cubicBezTo>
                  <a:pt x="3545179" y="557669"/>
                  <a:pt x="3542550" y="557250"/>
                  <a:pt x="3542550" y="559015"/>
                </a:cubicBezTo>
                <a:cubicBezTo>
                  <a:pt x="3542550" y="560317"/>
                  <a:pt x="3543439" y="561200"/>
                  <a:pt x="3543439" y="562502"/>
                </a:cubicBezTo>
                <a:cubicBezTo>
                  <a:pt x="3543439" y="563822"/>
                  <a:pt x="3542779" y="565130"/>
                  <a:pt x="3543439" y="566045"/>
                </a:cubicBezTo>
                <a:cubicBezTo>
                  <a:pt x="3544087" y="566889"/>
                  <a:pt x="3546074" y="566470"/>
                  <a:pt x="3546951" y="566889"/>
                </a:cubicBezTo>
                <a:cubicBezTo>
                  <a:pt x="3548043" y="567550"/>
                  <a:pt x="3549135" y="567975"/>
                  <a:pt x="3550456" y="568636"/>
                </a:cubicBezTo>
                <a:cubicBezTo>
                  <a:pt x="3551777" y="569296"/>
                  <a:pt x="3552202" y="571055"/>
                  <a:pt x="3553072" y="572128"/>
                </a:cubicBezTo>
                <a:cubicBezTo>
                  <a:pt x="3554380" y="573665"/>
                  <a:pt x="3556577" y="574344"/>
                  <a:pt x="3556577" y="576516"/>
                </a:cubicBezTo>
                <a:lnTo>
                  <a:pt x="3556577" y="578281"/>
                </a:lnTo>
                <a:cubicBezTo>
                  <a:pt x="3556380" y="579818"/>
                  <a:pt x="3553504" y="578929"/>
                  <a:pt x="3553504" y="580466"/>
                </a:cubicBezTo>
                <a:cubicBezTo>
                  <a:pt x="3553504" y="581564"/>
                  <a:pt x="3553936" y="582409"/>
                  <a:pt x="3553936" y="583507"/>
                </a:cubicBezTo>
                <a:cubicBezTo>
                  <a:pt x="3553504" y="587673"/>
                  <a:pt x="3553936" y="589864"/>
                  <a:pt x="3553936" y="594036"/>
                </a:cubicBezTo>
                <a:cubicBezTo>
                  <a:pt x="3553936" y="594709"/>
                  <a:pt x="3553504" y="595128"/>
                  <a:pt x="3553504" y="595776"/>
                </a:cubicBezTo>
                <a:cubicBezTo>
                  <a:pt x="3550646" y="595553"/>
                  <a:pt x="3548716" y="595344"/>
                  <a:pt x="3546074" y="594893"/>
                </a:cubicBezTo>
                <a:cubicBezTo>
                  <a:pt x="3544976" y="594893"/>
                  <a:pt x="3543439" y="595553"/>
                  <a:pt x="3542550" y="594893"/>
                </a:cubicBezTo>
                <a:cubicBezTo>
                  <a:pt x="3541229" y="593807"/>
                  <a:pt x="3540137" y="593591"/>
                  <a:pt x="3539058" y="592308"/>
                </a:cubicBezTo>
                <a:cubicBezTo>
                  <a:pt x="3538410" y="591400"/>
                  <a:pt x="3539731" y="589667"/>
                  <a:pt x="3539058" y="588803"/>
                </a:cubicBezTo>
                <a:cubicBezTo>
                  <a:pt x="3538175" y="587470"/>
                  <a:pt x="3537750" y="585933"/>
                  <a:pt x="3536448" y="585254"/>
                </a:cubicBezTo>
                <a:cubicBezTo>
                  <a:pt x="3535095" y="584638"/>
                  <a:pt x="3534054" y="585254"/>
                  <a:pt x="3532492" y="585254"/>
                </a:cubicBezTo>
                <a:cubicBezTo>
                  <a:pt x="3530961" y="585254"/>
                  <a:pt x="3529844" y="585069"/>
                  <a:pt x="3528568" y="585254"/>
                </a:cubicBezTo>
                <a:cubicBezTo>
                  <a:pt x="3527018" y="585527"/>
                  <a:pt x="3526599" y="587673"/>
                  <a:pt x="3525056" y="587927"/>
                </a:cubicBezTo>
                <a:cubicBezTo>
                  <a:pt x="3523964" y="588136"/>
                  <a:pt x="3522884" y="587927"/>
                  <a:pt x="3521532" y="587927"/>
                </a:cubicBezTo>
                <a:cubicBezTo>
                  <a:pt x="3518471" y="588136"/>
                  <a:pt x="3516718" y="587927"/>
                  <a:pt x="3513683" y="587927"/>
                </a:cubicBezTo>
                <a:cubicBezTo>
                  <a:pt x="3512362" y="587927"/>
                  <a:pt x="3511480" y="588803"/>
                  <a:pt x="3510172" y="588803"/>
                </a:cubicBezTo>
                <a:cubicBezTo>
                  <a:pt x="3510172" y="590099"/>
                  <a:pt x="3510616" y="591178"/>
                  <a:pt x="3510172" y="592308"/>
                </a:cubicBezTo>
                <a:cubicBezTo>
                  <a:pt x="3509721" y="593388"/>
                  <a:pt x="3509943" y="594893"/>
                  <a:pt x="3509295" y="595776"/>
                </a:cubicBezTo>
                <a:cubicBezTo>
                  <a:pt x="3508413" y="596887"/>
                  <a:pt x="3507092" y="596887"/>
                  <a:pt x="3505790" y="597534"/>
                </a:cubicBezTo>
                <a:cubicBezTo>
                  <a:pt x="3504691" y="597960"/>
                  <a:pt x="3503402" y="598195"/>
                  <a:pt x="3502266" y="598404"/>
                </a:cubicBezTo>
                <a:cubicBezTo>
                  <a:pt x="3499891" y="599058"/>
                  <a:pt x="3497694" y="599725"/>
                  <a:pt x="3495281" y="600195"/>
                </a:cubicBezTo>
                <a:cubicBezTo>
                  <a:pt x="3493757" y="600373"/>
                  <a:pt x="3492449" y="600373"/>
                  <a:pt x="3490874" y="601046"/>
                </a:cubicBezTo>
                <a:cubicBezTo>
                  <a:pt x="3489375" y="601700"/>
                  <a:pt x="3488518" y="602348"/>
                  <a:pt x="3487394" y="603694"/>
                </a:cubicBezTo>
                <a:cubicBezTo>
                  <a:pt x="3486537" y="604742"/>
                  <a:pt x="3486746" y="606278"/>
                  <a:pt x="3485654" y="607161"/>
                </a:cubicBezTo>
                <a:cubicBezTo>
                  <a:pt x="3484543" y="608056"/>
                  <a:pt x="3483679" y="609149"/>
                  <a:pt x="3482155" y="609771"/>
                </a:cubicBezTo>
                <a:cubicBezTo>
                  <a:pt x="3479939" y="610901"/>
                  <a:pt x="3477787" y="610444"/>
                  <a:pt x="3475151" y="610666"/>
                </a:cubicBezTo>
                <a:cubicBezTo>
                  <a:pt x="3475386" y="611111"/>
                  <a:pt x="3476917" y="610031"/>
                  <a:pt x="3476917" y="610666"/>
                </a:cubicBezTo>
                <a:cubicBezTo>
                  <a:pt x="3477558" y="613295"/>
                  <a:pt x="3476453" y="615257"/>
                  <a:pt x="3476917" y="617658"/>
                </a:cubicBezTo>
                <a:cubicBezTo>
                  <a:pt x="3477132" y="618997"/>
                  <a:pt x="3478002" y="620102"/>
                  <a:pt x="3478650" y="621156"/>
                </a:cubicBezTo>
                <a:cubicBezTo>
                  <a:pt x="3479323" y="622287"/>
                  <a:pt x="3478650" y="623811"/>
                  <a:pt x="3479520" y="624687"/>
                </a:cubicBezTo>
                <a:cubicBezTo>
                  <a:pt x="3480428" y="625538"/>
                  <a:pt x="3481914" y="624897"/>
                  <a:pt x="3483038" y="625538"/>
                </a:cubicBezTo>
                <a:cubicBezTo>
                  <a:pt x="3484105" y="626217"/>
                  <a:pt x="3485413" y="626643"/>
                  <a:pt x="3486537" y="627316"/>
                </a:cubicBezTo>
                <a:cubicBezTo>
                  <a:pt x="3488054" y="628395"/>
                  <a:pt x="3488283" y="630383"/>
                  <a:pt x="3488283" y="632567"/>
                </a:cubicBezTo>
                <a:cubicBezTo>
                  <a:pt x="3488283" y="634536"/>
                  <a:pt x="3487610" y="635844"/>
                  <a:pt x="3487394" y="637813"/>
                </a:cubicBezTo>
                <a:cubicBezTo>
                  <a:pt x="3486962" y="637603"/>
                  <a:pt x="3488054" y="636054"/>
                  <a:pt x="3487394" y="636054"/>
                </a:cubicBezTo>
                <a:cubicBezTo>
                  <a:pt x="3484784" y="635419"/>
                  <a:pt x="3483038" y="636054"/>
                  <a:pt x="3480428" y="636054"/>
                </a:cubicBezTo>
                <a:cubicBezTo>
                  <a:pt x="3477787" y="636054"/>
                  <a:pt x="3476009" y="636301"/>
                  <a:pt x="3473399" y="636054"/>
                </a:cubicBezTo>
                <a:cubicBezTo>
                  <a:pt x="3470782" y="635844"/>
                  <a:pt x="3468801" y="634536"/>
                  <a:pt x="3466376" y="634301"/>
                </a:cubicBezTo>
                <a:lnTo>
                  <a:pt x="3462908" y="634301"/>
                </a:lnTo>
                <a:cubicBezTo>
                  <a:pt x="3461569" y="634301"/>
                  <a:pt x="3460686" y="633450"/>
                  <a:pt x="3459397" y="633450"/>
                </a:cubicBezTo>
                <a:cubicBezTo>
                  <a:pt x="3456317" y="633215"/>
                  <a:pt x="3454355" y="633450"/>
                  <a:pt x="3451479" y="632567"/>
                </a:cubicBezTo>
                <a:cubicBezTo>
                  <a:pt x="3449967" y="632136"/>
                  <a:pt x="3449542" y="630383"/>
                  <a:pt x="3447992" y="629964"/>
                </a:cubicBezTo>
                <a:cubicBezTo>
                  <a:pt x="3446900" y="629704"/>
                  <a:pt x="3445592" y="629272"/>
                  <a:pt x="3444513" y="629043"/>
                </a:cubicBezTo>
                <a:cubicBezTo>
                  <a:pt x="3443420" y="628827"/>
                  <a:pt x="3442100" y="629272"/>
                  <a:pt x="3440995" y="629043"/>
                </a:cubicBezTo>
                <a:cubicBezTo>
                  <a:pt x="3439458" y="628827"/>
                  <a:pt x="3438817" y="627316"/>
                  <a:pt x="3437521" y="626446"/>
                </a:cubicBezTo>
                <a:cubicBezTo>
                  <a:pt x="3435940" y="625322"/>
                  <a:pt x="3435527" y="623595"/>
                  <a:pt x="3434861" y="622065"/>
                </a:cubicBezTo>
                <a:lnTo>
                  <a:pt x="3433127" y="618566"/>
                </a:lnTo>
                <a:cubicBezTo>
                  <a:pt x="3432009" y="619207"/>
                  <a:pt x="3430714" y="619658"/>
                  <a:pt x="3429647" y="620287"/>
                </a:cubicBezTo>
                <a:cubicBezTo>
                  <a:pt x="3428320" y="621156"/>
                  <a:pt x="3428320" y="622928"/>
                  <a:pt x="3426980" y="623811"/>
                </a:cubicBezTo>
                <a:cubicBezTo>
                  <a:pt x="3426129" y="624230"/>
                  <a:pt x="3424593" y="623150"/>
                  <a:pt x="3423488" y="623811"/>
                </a:cubicBezTo>
                <a:cubicBezTo>
                  <a:pt x="3421729" y="624687"/>
                  <a:pt x="3419976" y="626002"/>
                  <a:pt x="3419976" y="628167"/>
                </a:cubicBezTo>
                <a:cubicBezTo>
                  <a:pt x="3419976" y="630383"/>
                  <a:pt x="3420414" y="631888"/>
                  <a:pt x="3421729" y="633450"/>
                </a:cubicBezTo>
                <a:cubicBezTo>
                  <a:pt x="3422618" y="634536"/>
                  <a:pt x="3423907" y="634961"/>
                  <a:pt x="3425215" y="636054"/>
                </a:cubicBezTo>
                <a:cubicBezTo>
                  <a:pt x="3426129" y="636708"/>
                  <a:pt x="3428079" y="636054"/>
                  <a:pt x="3428765" y="636924"/>
                </a:cubicBezTo>
                <a:cubicBezTo>
                  <a:pt x="3429393" y="637813"/>
                  <a:pt x="3428320" y="639349"/>
                  <a:pt x="3428765" y="640441"/>
                </a:cubicBezTo>
                <a:cubicBezTo>
                  <a:pt x="3429190" y="641756"/>
                  <a:pt x="3430060" y="642600"/>
                  <a:pt x="3430498" y="643953"/>
                </a:cubicBezTo>
                <a:lnTo>
                  <a:pt x="3434003" y="643953"/>
                </a:lnTo>
                <a:cubicBezTo>
                  <a:pt x="3437064" y="643718"/>
                  <a:pt x="3439052" y="642410"/>
                  <a:pt x="3441852" y="643077"/>
                </a:cubicBezTo>
                <a:cubicBezTo>
                  <a:pt x="3444716" y="643718"/>
                  <a:pt x="3446672" y="645687"/>
                  <a:pt x="3448875" y="647445"/>
                </a:cubicBezTo>
                <a:cubicBezTo>
                  <a:pt x="3450183" y="648525"/>
                  <a:pt x="3451479" y="649858"/>
                  <a:pt x="3451479" y="651808"/>
                </a:cubicBezTo>
                <a:cubicBezTo>
                  <a:pt x="3451479" y="653554"/>
                  <a:pt x="3449104" y="653795"/>
                  <a:pt x="3448875" y="655319"/>
                </a:cubicBezTo>
                <a:lnTo>
                  <a:pt x="3431362" y="655319"/>
                </a:lnTo>
                <a:cubicBezTo>
                  <a:pt x="3430498" y="656405"/>
                  <a:pt x="3430930" y="658387"/>
                  <a:pt x="3429647" y="658825"/>
                </a:cubicBezTo>
                <a:cubicBezTo>
                  <a:pt x="3428542" y="659015"/>
                  <a:pt x="3427418" y="659714"/>
                  <a:pt x="3426129" y="659714"/>
                </a:cubicBezTo>
                <a:cubicBezTo>
                  <a:pt x="3424789" y="659714"/>
                  <a:pt x="3423697" y="659472"/>
                  <a:pt x="3422618" y="658825"/>
                </a:cubicBezTo>
                <a:cubicBezTo>
                  <a:pt x="3421538" y="658171"/>
                  <a:pt x="3422396" y="656221"/>
                  <a:pt x="3421729" y="655319"/>
                </a:cubicBezTo>
                <a:cubicBezTo>
                  <a:pt x="3420649" y="653999"/>
                  <a:pt x="3419563" y="653554"/>
                  <a:pt x="3418262" y="652716"/>
                </a:cubicBezTo>
                <a:cubicBezTo>
                  <a:pt x="3414947" y="650074"/>
                  <a:pt x="3411886" y="648969"/>
                  <a:pt x="3407733" y="648309"/>
                </a:cubicBezTo>
                <a:cubicBezTo>
                  <a:pt x="3406635" y="648119"/>
                  <a:pt x="3405327" y="648525"/>
                  <a:pt x="3404203" y="648309"/>
                </a:cubicBezTo>
                <a:cubicBezTo>
                  <a:pt x="3401377" y="647230"/>
                  <a:pt x="3399631" y="645483"/>
                  <a:pt x="3398088" y="643077"/>
                </a:cubicBezTo>
                <a:cubicBezTo>
                  <a:pt x="3397453" y="641978"/>
                  <a:pt x="3396564" y="640873"/>
                  <a:pt x="3396348" y="639552"/>
                </a:cubicBezTo>
                <a:cubicBezTo>
                  <a:pt x="3396138" y="638473"/>
                  <a:pt x="3396348" y="637381"/>
                  <a:pt x="3396348" y="636054"/>
                </a:cubicBezTo>
                <a:cubicBezTo>
                  <a:pt x="3396138" y="631888"/>
                  <a:pt x="3396348" y="629704"/>
                  <a:pt x="3396348" y="625538"/>
                </a:cubicBezTo>
                <a:lnTo>
                  <a:pt x="3385191" y="625538"/>
                </a:lnTo>
                <a:lnTo>
                  <a:pt x="3384962" y="614210"/>
                </a:lnTo>
                <a:cubicBezTo>
                  <a:pt x="3384962" y="608685"/>
                  <a:pt x="3387591" y="604532"/>
                  <a:pt x="3386708" y="599274"/>
                </a:cubicBezTo>
                <a:cubicBezTo>
                  <a:pt x="3386258" y="596639"/>
                  <a:pt x="3386048" y="594036"/>
                  <a:pt x="3384099" y="592308"/>
                </a:cubicBezTo>
                <a:cubicBezTo>
                  <a:pt x="3381248" y="589667"/>
                  <a:pt x="3377539" y="591616"/>
                  <a:pt x="3373596" y="590537"/>
                </a:cubicBezTo>
                <a:cubicBezTo>
                  <a:pt x="3372250" y="590315"/>
                  <a:pt x="3372948" y="588136"/>
                  <a:pt x="3371805" y="587013"/>
                </a:cubicBezTo>
                <a:cubicBezTo>
                  <a:pt x="3370522" y="585717"/>
                  <a:pt x="3369202" y="585254"/>
                  <a:pt x="3368332" y="583507"/>
                </a:cubicBezTo>
                <a:cubicBezTo>
                  <a:pt x="3367214" y="581088"/>
                  <a:pt x="3367881" y="578053"/>
                  <a:pt x="3365703" y="576516"/>
                </a:cubicBezTo>
                <a:cubicBezTo>
                  <a:pt x="3363290" y="574770"/>
                  <a:pt x="3360648" y="576326"/>
                  <a:pt x="3357822" y="575646"/>
                </a:cubicBezTo>
                <a:cubicBezTo>
                  <a:pt x="3356070" y="575221"/>
                  <a:pt x="3355841" y="573004"/>
                  <a:pt x="3354330" y="572128"/>
                </a:cubicBezTo>
                <a:cubicBezTo>
                  <a:pt x="3351898" y="570839"/>
                  <a:pt x="3349917" y="569976"/>
                  <a:pt x="3347294" y="568636"/>
                </a:cubicBezTo>
                <a:lnTo>
                  <a:pt x="3348183" y="565130"/>
                </a:lnTo>
                <a:cubicBezTo>
                  <a:pt x="3349307" y="565353"/>
                  <a:pt x="3350596" y="565569"/>
                  <a:pt x="3351688" y="566045"/>
                </a:cubicBezTo>
                <a:cubicBezTo>
                  <a:pt x="3352774" y="566470"/>
                  <a:pt x="3354089" y="566210"/>
                  <a:pt x="3355200" y="566889"/>
                </a:cubicBezTo>
                <a:cubicBezTo>
                  <a:pt x="3356279" y="567550"/>
                  <a:pt x="3355841" y="569721"/>
                  <a:pt x="3356940" y="570376"/>
                </a:cubicBezTo>
                <a:cubicBezTo>
                  <a:pt x="3359137" y="571938"/>
                  <a:pt x="3361563" y="571938"/>
                  <a:pt x="3363950" y="573004"/>
                </a:cubicBezTo>
                <a:cubicBezTo>
                  <a:pt x="3366573" y="574344"/>
                  <a:pt x="3368332" y="576326"/>
                  <a:pt x="3370948" y="577411"/>
                </a:cubicBezTo>
                <a:cubicBezTo>
                  <a:pt x="3372250" y="577856"/>
                  <a:pt x="3373100" y="578929"/>
                  <a:pt x="3374440" y="579158"/>
                </a:cubicBezTo>
                <a:cubicBezTo>
                  <a:pt x="3379057" y="580015"/>
                  <a:pt x="3382092" y="578478"/>
                  <a:pt x="3386708" y="579158"/>
                </a:cubicBezTo>
                <a:cubicBezTo>
                  <a:pt x="3387801" y="579158"/>
                  <a:pt x="3389122" y="578713"/>
                  <a:pt x="3390201" y="579158"/>
                </a:cubicBezTo>
                <a:cubicBezTo>
                  <a:pt x="3391750" y="579818"/>
                  <a:pt x="3391541" y="581780"/>
                  <a:pt x="3392843" y="582650"/>
                </a:cubicBezTo>
                <a:cubicBezTo>
                  <a:pt x="3395268" y="584212"/>
                  <a:pt x="3397002" y="586168"/>
                  <a:pt x="3400069" y="586168"/>
                </a:cubicBezTo>
                <a:lnTo>
                  <a:pt x="3424142" y="586168"/>
                </a:lnTo>
                <a:cubicBezTo>
                  <a:pt x="3425685" y="586168"/>
                  <a:pt x="3426536" y="586587"/>
                  <a:pt x="3427856" y="587013"/>
                </a:cubicBezTo>
                <a:cubicBezTo>
                  <a:pt x="3428980" y="587470"/>
                  <a:pt x="3430257" y="587470"/>
                  <a:pt x="3431362" y="587927"/>
                </a:cubicBezTo>
                <a:cubicBezTo>
                  <a:pt x="3432702" y="588575"/>
                  <a:pt x="3431800" y="590759"/>
                  <a:pt x="3433127" y="591400"/>
                </a:cubicBezTo>
                <a:cubicBezTo>
                  <a:pt x="3434213" y="591870"/>
                  <a:pt x="3435527" y="592061"/>
                  <a:pt x="3436632" y="592308"/>
                </a:cubicBezTo>
                <a:cubicBezTo>
                  <a:pt x="3437724" y="592486"/>
                  <a:pt x="3438817" y="592308"/>
                  <a:pt x="3440112" y="592308"/>
                </a:cubicBezTo>
                <a:cubicBezTo>
                  <a:pt x="3441446" y="592308"/>
                  <a:pt x="3442303" y="593166"/>
                  <a:pt x="3443624" y="593166"/>
                </a:cubicBezTo>
                <a:cubicBezTo>
                  <a:pt x="3446233" y="593388"/>
                  <a:pt x="3447992" y="593166"/>
                  <a:pt x="3450621" y="593166"/>
                </a:cubicBezTo>
                <a:lnTo>
                  <a:pt x="3454126" y="593166"/>
                </a:lnTo>
                <a:lnTo>
                  <a:pt x="3457619" y="593166"/>
                </a:lnTo>
                <a:cubicBezTo>
                  <a:pt x="3458959" y="592931"/>
                  <a:pt x="3459835" y="591616"/>
                  <a:pt x="3461130" y="591400"/>
                </a:cubicBezTo>
                <a:cubicBezTo>
                  <a:pt x="3462210" y="591178"/>
                  <a:pt x="3463537" y="591616"/>
                  <a:pt x="3464623" y="591400"/>
                </a:cubicBezTo>
                <a:cubicBezTo>
                  <a:pt x="3465741" y="591178"/>
                  <a:pt x="3467036" y="590759"/>
                  <a:pt x="3468128" y="590537"/>
                </a:cubicBezTo>
                <a:cubicBezTo>
                  <a:pt x="3470967" y="589667"/>
                  <a:pt x="3472287" y="587673"/>
                  <a:pt x="3475151" y="587013"/>
                </a:cubicBezTo>
                <a:cubicBezTo>
                  <a:pt x="3476224" y="586828"/>
                  <a:pt x="3477342" y="587013"/>
                  <a:pt x="3478650" y="587013"/>
                </a:cubicBezTo>
                <a:cubicBezTo>
                  <a:pt x="3481285" y="586828"/>
                  <a:pt x="3483235" y="586828"/>
                  <a:pt x="3485654" y="586168"/>
                </a:cubicBezTo>
                <a:cubicBezTo>
                  <a:pt x="3487197" y="585717"/>
                  <a:pt x="3487851" y="584212"/>
                  <a:pt x="3489147" y="583507"/>
                </a:cubicBezTo>
                <a:cubicBezTo>
                  <a:pt x="3490455" y="582866"/>
                  <a:pt x="3491598" y="581780"/>
                  <a:pt x="3492639" y="580923"/>
                </a:cubicBezTo>
                <a:cubicBezTo>
                  <a:pt x="3493757" y="580015"/>
                  <a:pt x="3495509" y="579589"/>
                  <a:pt x="3496170" y="578281"/>
                </a:cubicBezTo>
                <a:cubicBezTo>
                  <a:pt x="3496843" y="576960"/>
                  <a:pt x="3497465" y="576084"/>
                  <a:pt x="3497922" y="574770"/>
                </a:cubicBezTo>
                <a:cubicBezTo>
                  <a:pt x="3498799" y="572369"/>
                  <a:pt x="3498799" y="570376"/>
                  <a:pt x="3498799" y="567772"/>
                </a:cubicBezTo>
                <a:cubicBezTo>
                  <a:pt x="3498799" y="563613"/>
                  <a:pt x="3498329" y="561441"/>
                  <a:pt x="3497922" y="557250"/>
                </a:cubicBezTo>
                <a:cubicBezTo>
                  <a:pt x="3497922" y="555948"/>
                  <a:pt x="3498132" y="554862"/>
                  <a:pt x="3497922" y="553745"/>
                </a:cubicBezTo>
                <a:cubicBezTo>
                  <a:pt x="3497256" y="550919"/>
                  <a:pt x="3495916" y="549154"/>
                  <a:pt x="3494398" y="546747"/>
                </a:cubicBezTo>
                <a:cubicBezTo>
                  <a:pt x="3493528" y="545439"/>
                  <a:pt x="3492011" y="545223"/>
                  <a:pt x="3490874" y="544144"/>
                </a:cubicBezTo>
                <a:cubicBezTo>
                  <a:pt x="3489598" y="542810"/>
                  <a:pt x="3489147" y="541293"/>
                  <a:pt x="3487394" y="540638"/>
                </a:cubicBezTo>
                <a:cubicBezTo>
                  <a:pt x="3486302" y="540194"/>
                  <a:pt x="3484968" y="539953"/>
                  <a:pt x="3483895" y="539730"/>
                </a:cubicBezTo>
                <a:cubicBezTo>
                  <a:pt x="3482371" y="539324"/>
                  <a:pt x="3481285" y="538905"/>
                  <a:pt x="3479520" y="538905"/>
                </a:cubicBezTo>
                <a:cubicBezTo>
                  <a:pt x="3476917" y="538632"/>
                  <a:pt x="3475151" y="538905"/>
                  <a:pt x="3472503" y="538905"/>
                </a:cubicBezTo>
                <a:cubicBezTo>
                  <a:pt x="3469900" y="538905"/>
                  <a:pt x="3467931" y="539521"/>
                  <a:pt x="3465487" y="538905"/>
                </a:cubicBezTo>
                <a:cubicBezTo>
                  <a:pt x="3462680" y="538200"/>
                  <a:pt x="3460940" y="536232"/>
                  <a:pt x="3458540" y="534492"/>
                </a:cubicBezTo>
                <a:cubicBezTo>
                  <a:pt x="3457409" y="533838"/>
                  <a:pt x="3456101" y="533622"/>
                  <a:pt x="3455009" y="532739"/>
                </a:cubicBezTo>
                <a:cubicBezTo>
                  <a:pt x="3453904" y="531863"/>
                  <a:pt x="3454355" y="530129"/>
                  <a:pt x="3453231" y="529247"/>
                </a:cubicBezTo>
                <a:cubicBezTo>
                  <a:pt x="3452164" y="528383"/>
                  <a:pt x="3450869" y="528383"/>
                  <a:pt x="3449739" y="527488"/>
                </a:cubicBezTo>
                <a:cubicBezTo>
                  <a:pt x="3448450" y="526605"/>
                  <a:pt x="3448646" y="524643"/>
                  <a:pt x="3447116" y="524014"/>
                </a:cubicBezTo>
                <a:cubicBezTo>
                  <a:pt x="3446024" y="523538"/>
                  <a:pt x="3444716" y="524446"/>
                  <a:pt x="3443624" y="524014"/>
                </a:cubicBezTo>
                <a:lnTo>
                  <a:pt x="3440112" y="522268"/>
                </a:lnTo>
                <a:cubicBezTo>
                  <a:pt x="3438817" y="521608"/>
                  <a:pt x="3438817" y="519410"/>
                  <a:pt x="3437521" y="518744"/>
                </a:cubicBezTo>
                <a:cubicBezTo>
                  <a:pt x="3436391" y="518102"/>
                  <a:pt x="3435083" y="518306"/>
                  <a:pt x="3434003" y="517861"/>
                </a:cubicBezTo>
                <a:lnTo>
                  <a:pt x="3430498" y="516102"/>
                </a:lnTo>
                <a:cubicBezTo>
                  <a:pt x="3428980" y="515448"/>
                  <a:pt x="3428542" y="514140"/>
                  <a:pt x="3426980" y="513492"/>
                </a:cubicBezTo>
                <a:cubicBezTo>
                  <a:pt x="3425901" y="513035"/>
                  <a:pt x="3424593" y="512800"/>
                  <a:pt x="3423488" y="512610"/>
                </a:cubicBezTo>
                <a:cubicBezTo>
                  <a:pt x="3420414" y="511936"/>
                  <a:pt x="3418446" y="511727"/>
                  <a:pt x="3415176" y="511727"/>
                </a:cubicBezTo>
                <a:cubicBezTo>
                  <a:pt x="3411886" y="511727"/>
                  <a:pt x="3410121" y="512178"/>
                  <a:pt x="3406876" y="512610"/>
                </a:cubicBezTo>
                <a:cubicBezTo>
                  <a:pt x="3404895" y="512800"/>
                  <a:pt x="3403593" y="513492"/>
                  <a:pt x="3401606" y="513492"/>
                </a:cubicBezTo>
                <a:lnTo>
                  <a:pt x="3399853" y="513492"/>
                </a:lnTo>
                <a:cubicBezTo>
                  <a:pt x="3398088" y="513257"/>
                  <a:pt x="3397872" y="511511"/>
                  <a:pt x="3396348" y="510851"/>
                </a:cubicBezTo>
                <a:cubicBezTo>
                  <a:pt x="3394824" y="510222"/>
                  <a:pt x="3393293" y="509968"/>
                  <a:pt x="3391992" y="509104"/>
                </a:cubicBezTo>
                <a:cubicBezTo>
                  <a:pt x="3389350" y="507142"/>
                  <a:pt x="3388010" y="505402"/>
                  <a:pt x="3385826" y="502970"/>
                </a:cubicBezTo>
                <a:lnTo>
                  <a:pt x="3375336" y="502970"/>
                </a:lnTo>
                <a:cubicBezTo>
                  <a:pt x="3375336" y="504939"/>
                  <a:pt x="3376199" y="506710"/>
                  <a:pt x="3375336" y="508228"/>
                </a:cubicBezTo>
                <a:cubicBezTo>
                  <a:pt x="3374663" y="509549"/>
                  <a:pt x="3374898" y="511511"/>
                  <a:pt x="3373596" y="511727"/>
                </a:cubicBezTo>
                <a:cubicBezTo>
                  <a:pt x="3372491" y="511936"/>
                  <a:pt x="3371386" y="511727"/>
                  <a:pt x="3370097" y="511727"/>
                </a:cubicBezTo>
                <a:lnTo>
                  <a:pt x="3366573" y="511727"/>
                </a:lnTo>
                <a:cubicBezTo>
                  <a:pt x="3364814" y="511511"/>
                  <a:pt x="3363709" y="509968"/>
                  <a:pt x="3362210" y="509104"/>
                </a:cubicBezTo>
                <a:cubicBezTo>
                  <a:pt x="3362852" y="507790"/>
                  <a:pt x="3363506" y="506901"/>
                  <a:pt x="3363950" y="505593"/>
                </a:cubicBezTo>
                <a:cubicBezTo>
                  <a:pt x="3364610" y="503631"/>
                  <a:pt x="3365703" y="502519"/>
                  <a:pt x="3365703" y="500341"/>
                </a:cubicBezTo>
                <a:cubicBezTo>
                  <a:pt x="3365703" y="499687"/>
                  <a:pt x="3365931" y="499046"/>
                  <a:pt x="3365703" y="498614"/>
                </a:cubicBezTo>
                <a:cubicBezTo>
                  <a:pt x="3365055" y="497497"/>
                  <a:pt x="3363290" y="497712"/>
                  <a:pt x="3362210" y="496862"/>
                </a:cubicBezTo>
                <a:cubicBezTo>
                  <a:pt x="3361105" y="495979"/>
                  <a:pt x="3359372" y="496195"/>
                  <a:pt x="3358680" y="495096"/>
                </a:cubicBezTo>
                <a:cubicBezTo>
                  <a:pt x="3358235" y="494233"/>
                  <a:pt x="3358902" y="492690"/>
                  <a:pt x="3358680" y="491604"/>
                </a:cubicBezTo>
                <a:cubicBezTo>
                  <a:pt x="3358235" y="490061"/>
                  <a:pt x="3358051" y="488962"/>
                  <a:pt x="3357822" y="487216"/>
                </a:cubicBezTo>
                <a:lnTo>
                  <a:pt x="3347542" y="487216"/>
                </a:lnTo>
                <a:cubicBezTo>
                  <a:pt x="3345986" y="487216"/>
                  <a:pt x="3344919" y="488314"/>
                  <a:pt x="3343795" y="488962"/>
                </a:cubicBezTo>
                <a:cubicBezTo>
                  <a:pt x="3342265" y="490061"/>
                  <a:pt x="3342265" y="492455"/>
                  <a:pt x="3340328" y="492455"/>
                </a:cubicBezTo>
                <a:cubicBezTo>
                  <a:pt x="3338118" y="492455"/>
                  <a:pt x="3336804" y="491832"/>
                  <a:pt x="3335032" y="490740"/>
                </a:cubicBezTo>
                <a:cubicBezTo>
                  <a:pt x="3333953" y="490061"/>
                  <a:pt x="3332645" y="489604"/>
                  <a:pt x="3331552" y="488962"/>
                </a:cubicBezTo>
                <a:cubicBezTo>
                  <a:pt x="3330676" y="488314"/>
                  <a:pt x="3331343" y="486536"/>
                  <a:pt x="3330676" y="485470"/>
                </a:cubicBezTo>
                <a:cubicBezTo>
                  <a:pt x="3328066" y="485470"/>
                  <a:pt x="3325418" y="486536"/>
                  <a:pt x="3322783" y="486371"/>
                </a:cubicBezTo>
                <a:cubicBezTo>
                  <a:pt x="3319741" y="486105"/>
                  <a:pt x="3317767" y="485051"/>
                  <a:pt x="3314941" y="484593"/>
                </a:cubicBezTo>
                <a:cubicBezTo>
                  <a:pt x="3313791" y="484377"/>
                  <a:pt x="3312509" y="483952"/>
                  <a:pt x="3311417" y="483717"/>
                </a:cubicBezTo>
                <a:lnTo>
                  <a:pt x="3311417" y="479786"/>
                </a:lnTo>
                <a:cubicBezTo>
                  <a:pt x="3312718" y="479786"/>
                  <a:pt x="3313607" y="480218"/>
                  <a:pt x="3314941" y="480218"/>
                </a:cubicBezTo>
                <a:cubicBezTo>
                  <a:pt x="3316255" y="480218"/>
                  <a:pt x="3317106" y="479323"/>
                  <a:pt x="3318427" y="479323"/>
                </a:cubicBezTo>
                <a:cubicBezTo>
                  <a:pt x="3320167" y="479323"/>
                  <a:pt x="3321024" y="479786"/>
                  <a:pt x="3322783" y="479786"/>
                </a:cubicBezTo>
                <a:lnTo>
                  <a:pt x="3323672" y="472332"/>
                </a:lnTo>
                <a:cubicBezTo>
                  <a:pt x="3322783" y="471011"/>
                  <a:pt x="3322142" y="469715"/>
                  <a:pt x="3321024" y="468820"/>
                </a:cubicBezTo>
                <a:cubicBezTo>
                  <a:pt x="3319926" y="467950"/>
                  <a:pt x="3319926" y="465575"/>
                  <a:pt x="3318427" y="465334"/>
                </a:cubicBezTo>
                <a:cubicBezTo>
                  <a:pt x="3317328" y="465124"/>
                  <a:pt x="3315995" y="465334"/>
                  <a:pt x="3314941" y="465334"/>
                </a:cubicBezTo>
                <a:cubicBezTo>
                  <a:pt x="3312064" y="464883"/>
                  <a:pt x="3310077" y="465334"/>
                  <a:pt x="3307035" y="465334"/>
                </a:cubicBezTo>
                <a:cubicBezTo>
                  <a:pt x="3304419" y="465334"/>
                  <a:pt x="3302406" y="465334"/>
                  <a:pt x="3300025" y="464445"/>
                </a:cubicBezTo>
                <a:cubicBezTo>
                  <a:pt x="3298501" y="464007"/>
                  <a:pt x="3298501" y="461835"/>
                  <a:pt x="3297415" y="460965"/>
                </a:cubicBezTo>
                <a:cubicBezTo>
                  <a:pt x="3296316" y="460082"/>
                  <a:pt x="3296069" y="458317"/>
                  <a:pt x="3294773" y="457428"/>
                </a:cubicBezTo>
                <a:cubicBezTo>
                  <a:pt x="3293903" y="456996"/>
                  <a:pt x="3292348" y="456996"/>
                  <a:pt x="3291287" y="456577"/>
                </a:cubicBezTo>
                <a:lnTo>
                  <a:pt x="3287782" y="457428"/>
                </a:lnTo>
                <a:lnTo>
                  <a:pt x="3287782" y="467950"/>
                </a:lnTo>
                <a:cubicBezTo>
                  <a:pt x="3284054" y="468401"/>
                  <a:pt x="3281857" y="468820"/>
                  <a:pt x="3278136" y="468820"/>
                </a:cubicBezTo>
                <a:lnTo>
                  <a:pt x="3278136" y="461625"/>
                </a:lnTo>
                <a:cubicBezTo>
                  <a:pt x="3278136" y="460082"/>
                  <a:pt x="3279228" y="459416"/>
                  <a:pt x="3279889" y="458317"/>
                </a:cubicBezTo>
                <a:cubicBezTo>
                  <a:pt x="3281013" y="456774"/>
                  <a:pt x="3282753" y="456349"/>
                  <a:pt x="3283362" y="454806"/>
                </a:cubicBezTo>
                <a:cubicBezTo>
                  <a:pt x="3283832" y="453929"/>
                  <a:pt x="3283146" y="452627"/>
                  <a:pt x="3283362" y="451745"/>
                </a:cubicBezTo>
                <a:lnTo>
                  <a:pt x="3259308" y="451745"/>
                </a:lnTo>
                <a:cubicBezTo>
                  <a:pt x="3259524" y="456133"/>
                  <a:pt x="3260642" y="458533"/>
                  <a:pt x="3259766" y="462686"/>
                </a:cubicBezTo>
                <a:cubicBezTo>
                  <a:pt x="3259524" y="464007"/>
                  <a:pt x="3257994" y="464686"/>
                  <a:pt x="3257994" y="466191"/>
                </a:cubicBezTo>
                <a:lnTo>
                  <a:pt x="3257994" y="469715"/>
                </a:lnTo>
                <a:cubicBezTo>
                  <a:pt x="3257994" y="471227"/>
                  <a:pt x="3259093" y="471900"/>
                  <a:pt x="3259308" y="473221"/>
                </a:cubicBezTo>
                <a:lnTo>
                  <a:pt x="3254482" y="472332"/>
                </a:lnTo>
                <a:cubicBezTo>
                  <a:pt x="3254749" y="471011"/>
                  <a:pt x="3255187" y="470147"/>
                  <a:pt x="3255359" y="468820"/>
                </a:cubicBezTo>
                <a:cubicBezTo>
                  <a:pt x="3255600" y="466871"/>
                  <a:pt x="3256254" y="465575"/>
                  <a:pt x="3256254" y="463588"/>
                </a:cubicBezTo>
                <a:cubicBezTo>
                  <a:pt x="3256254" y="461403"/>
                  <a:pt x="3254749" y="459835"/>
                  <a:pt x="3253632" y="458317"/>
                </a:cubicBezTo>
                <a:cubicBezTo>
                  <a:pt x="3252749" y="457206"/>
                  <a:pt x="3251441" y="456577"/>
                  <a:pt x="3249866" y="456577"/>
                </a:cubicBezTo>
                <a:lnTo>
                  <a:pt x="3242227" y="456577"/>
                </a:lnTo>
                <a:lnTo>
                  <a:pt x="3242227" y="474535"/>
                </a:lnTo>
                <a:lnTo>
                  <a:pt x="3230416" y="474535"/>
                </a:lnTo>
                <a:cubicBezTo>
                  <a:pt x="3230416" y="470585"/>
                  <a:pt x="3229984" y="468401"/>
                  <a:pt x="3229984" y="464445"/>
                </a:cubicBezTo>
                <a:cubicBezTo>
                  <a:pt x="3229984" y="463149"/>
                  <a:pt x="3230841" y="462267"/>
                  <a:pt x="3230841" y="460965"/>
                </a:cubicBezTo>
                <a:cubicBezTo>
                  <a:pt x="3230841" y="460273"/>
                  <a:pt x="3230416" y="459835"/>
                  <a:pt x="3230416" y="459193"/>
                </a:cubicBezTo>
                <a:lnTo>
                  <a:pt x="3237865" y="459193"/>
                </a:lnTo>
                <a:cubicBezTo>
                  <a:pt x="3239173" y="459193"/>
                  <a:pt x="3240043" y="458317"/>
                  <a:pt x="3241363" y="458317"/>
                </a:cubicBezTo>
                <a:cubicBezTo>
                  <a:pt x="3242043" y="458317"/>
                  <a:pt x="3242481" y="459003"/>
                  <a:pt x="3243122" y="459003"/>
                </a:cubicBezTo>
                <a:lnTo>
                  <a:pt x="3242900" y="447814"/>
                </a:lnTo>
                <a:lnTo>
                  <a:pt x="3238728" y="446951"/>
                </a:lnTo>
                <a:cubicBezTo>
                  <a:pt x="3235896" y="448913"/>
                  <a:pt x="3234372" y="451123"/>
                  <a:pt x="3230841" y="452196"/>
                </a:cubicBezTo>
                <a:cubicBezTo>
                  <a:pt x="3229521" y="452627"/>
                  <a:pt x="3228905" y="453929"/>
                  <a:pt x="3227374" y="453929"/>
                </a:cubicBezTo>
                <a:cubicBezTo>
                  <a:pt x="3226054" y="453929"/>
                  <a:pt x="3224955" y="453059"/>
                  <a:pt x="3223863" y="453059"/>
                </a:cubicBezTo>
                <a:cubicBezTo>
                  <a:pt x="3222771" y="453059"/>
                  <a:pt x="3221450" y="452627"/>
                  <a:pt x="3220358" y="453059"/>
                </a:cubicBezTo>
                <a:cubicBezTo>
                  <a:pt x="3219037" y="453726"/>
                  <a:pt x="3217710" y="454806"/>
                  <a:pt x="3217710" y="456577"/>
                </a:cubicBezTo>
                <a:cubicBezTo>
                  <a:pt x="3217710" y="459644"/>
                  <a:pt x="3215957" y="461403"/>
                  <a:pt x="3214211" y="463588"/>
                </a:cubicBezTo>
                <a:cubicBezTo>
                  <a:pt x="3212903" y="465124"/>
                  <a:pt x="3211144" y="466191"/>
                  <a:pt x="3208972" y="466191"/>
                </a:cubicBezTo>
                <a:lnTo>
                  <a:pt x="3207213" y="466191"/>
                </a:lnTo>
                <a:cubicBezTo>
                  <a:pt x="3205492" y="466007"/>
                  <a:pt x="3204400" y="465759"/>
                  <a:pt x="3202838" y="465334"/>
                </a:cubicBezTo>
                <a:cubicBezTo>
                  <a:pt x="3201320" y="464883"/>
                  <a:pt x="3201542" y="462686"/>
                  <a:pt x="3200253" y="461835"/>
                </a:cubicBezTo>
                <a:cubicBezTo>
                  <a:pt x="3200850" y="460724"/>
                  <a:pt x="3201098" y="459416"/>
                  <a:pt x="3201968" y="458317"/>
                </a:cubicBezTo>
                <a:cubicBezTo>
                  <a:pt x="3203079" y="456996"/>
                  <a:pt x="3204400" y="456774"/>
                  <a:pt x="3205492" y="455675"/>
                </a:cubicBezTo>
                <a:lnTo>
                  <a:pt x="3193434" y="455675"/>
                </a:lnTo>
                <a:cubicBezTo>
                  <a:pt x="3189052" y="455675"/>
                  <a:pt x="3186861" y="457206"/>
                  <a:pt x="3182702" y="458317"/>
                </a:cubicBezTo>
                <a:cubicBezTo>
                  <a:pt x="3181172" y="458762"/>
                  <a:pt x="3179832" y="459416"/>
                  <a:pt x="3178302" y="460082"/>
                </a:cubicBezTo>
                <a:cubicBezTo>
                  <a:pt x="3176568" y="460965"/>
                  <a:pt x="3174377" y="460965"/>
                  <a:pt x="3173926" y="462686"/>
                </a:cubicBezTo>
                <a:cubicBezTo>
                  <a:pt x="3173723" y="463765"/>
                  <a:pt x="3173069" y="464883"/>
                  <a:pt x="3173069" y="466191"/>
                </a:cubicBezTo>
                <a:cubicBezTo>
                  <a:pt x="3173069" y="467721"/>
                  <a:pt x="3174377" y="468401"/>
                  <a:pt x="3174834" y="469715"/>
                </a:cubicBezTo>
                <a:cubicBezTo>
                  <a:pt x="3175488" y="471462"/>
                  <a:pt x="3176568" y="472541"/>
                  <a:pt x="3178302" y="473221"/>
                </a:cubicBezTo>
                <a:cubicBezTo>
                  <a:pt x="3180727" y="474084"/>
                  <a:pt x="3182702" y="473856"/>
                  <a:pt x="3185299" y="474084"/>
                </a:cubicBezTo>
                <a:cubicBezTo>
                  <a:pt x="3187744" y="474287"/>
                  <a:pt x="3189052" y="474738"/>
                  <a:pt x="3191452" y="474973"/>
                </a:cubicBezTo>
                <a:lnTo>
                  <a:pt x="3191452" y="482847"/>
                </a:lnTo>
                <a:lnTo>
                  <a:pt x="3184664" y="482847"/>
                </a:lnTo>
                <a:cubicBezTo>
                  <a:pt x="3182886" y="482847"/>
                  <a:pt x="3182702" y="480447"/>
                  <a:pt x="3180956" y="480218"/>
                </a:cubicBezTo>
                <a:cubicBezTo>
                  <a:pt x="3177876" y="479786"/>
                  <a:pt x="3176130" y="480218"/>
                  <a:pt x="3173069" y="480218"/>
                </a:cubicBezTo>
                <a:cubicBezTo>
                  <a:pt x="3170434" y="480218"/>
                  <a:pt x="3168472" y="479786"/>
                  <a:pt x="3166046" y="479323"/>
                </a:cubicBezTo>
                <a:cubicBezTo>
                  <a:pt x="3164763" y="479126"/>
                  <a:pt x="3163887" y="478459"/>
                  <a:pt x="3162350" y="478459"/>
                </a:cubicBezTo>
                <a:lnTo>
                  <a:pt x="3155556" y="478459"/>
                </a:lnTo>
                <a:cubicBezTo>
                  <a:pt x="3155556" y="482180"/>
                  <a:pt x="3155994" y="484377"/>
                  <a:pt x="3155556" y="488099"/>
                </a:cubicBezTo>
                <a:cubicBezTo>
                  <a:pt x="3155556" y="489419"/>
                  <a:pt x="3155772" y="490486"/>
                  <a:pt x="3155556" y="491604"/>
                </a:cubicBezTo>
                <a:cubicBezTo>
                  <a:pt x="3155137" y="492925"/>
                  <a:pt x="3154489" y="493750"/>
                  <a:pt x="3153816" y="495096"/>
                </a:cubicBezTo>
                <a:cubicBezTo>
                  <a:pt x="3153155" y="496417"/>
                  <a:pt x="3151390" y="495979"/>
                  <a:pt x="3150298" y="496862"/>
                </a:cubicBezTo>
                <a:cubicBezTo>
                  <a:pt x="3150298" y="494233"/>
                  <a:pt x="3150984" y="492271"/>
                  <a:pt x="3150298" y="489838"/>
                </a:cubicBezTo>
                <a:cubicBezTo>
                  <a:pt x="3150069" y="488746"/>
                  <a:pt x="3150069" y="487216"/>
                  <a:pt x="3149428" y="486371"/>
                </a:cubicBezTo>
                <a:cubicBezTo>
                  <a:pt x="3148552" y="485247"/>
                  <a:pt x="3147231" y="485247"/>
                  <a:pt x="3145923" y="484593"/>
                </a:cubicBezTo>
                <a:cubicBezTo>
                  <a:pt x="3144818" y="484149"/>
                  <a:pt x="3143529" y="485051"/>
                  <a:pt x="3142430" y="484593"/>
                </a:cubicBezTo>
                <a:cubicBezTo>
                  <a:pt x="3140887" y="483952"/>
                  <a:pt x="3140252" y="482612"/>
                  <a:pt x="3138931" y="481964"/>
                </a:cubicBezTo>
                <a:cubicBezTo>
                  <a:pt x="3137630" y="481310"/>
                  <a:pt x="3137630" y="479323"/>
                  <a:pt x="3136284" y="478459"/>
                </a:cubicBezTo>
                <a:cubicBezTo>
                  <a:pt x="3135420" y="478034"/>
                  <a:pt x="3133896" y="478897"/>
                  <a:pt x="3132804" y="478459"/>
                </a:cubicBezTo>
                <a:cubicBezTo>
                  <a:pt x="3129730" y="476935"/>
                  <a:pt x="3129083" y="473221"/>
                  <a:pt x="3125577" y="473221"/>
                </a:cubicBezTo>
                <a:cubicBezTo>
                  <a:pt x="3123177" y="473221"/>
                  <a:pt x="3122085" y="473856"/>
                  <a:pt x="3119666" y="474084"/>
                </a:cubicBezTo>
                <a:lnTo>
                  <a:pt x="3119666" y="480866"/>
                </a:lnTo>
                <a:cubicBezTo>
                  <a:pt x="3119666" y="482396"/>
                  <a:pt x="3121405" y="483057"/>
                  <a:pt x="3121405" y="484593"/>
                </a:cubicBezTo>
                <a:cubicBezTo>
                  <a:pt x="3121405" y="486371"/>
                  <a:pt x="3122295" y="487216"/>
                  <a:pt x="3122295" y="488962"/>
                </a:cubicBezTo>
                <a:cubicBezTo>
                  <a:pt x="3122295" y="491832"/>
                  <a:pt x="3119666" y="493109"/>
                  <a:pt x="3119666" y="495979"/>
                </a:cubicBezTo>
                <a:cubicBezTo>
                  <a:pt x="3119666" y="497274"/>
                  <a:pt x="3120732" y="498379"/>
                  <a:pt x="3120561" y="499484"/>
                </a:cubicBezTo>
                <a:cubicBezTo>
                  <a:pt x="3120294" y="500989"/>
                  <a:pt x="3118123" y="500989"/>
                  <a:pt x="3117043" y="502088"/>
                </a:cubicBezTo>
                <a:cubicBezTo>
                  <a:pt x="3115506" y="503631"/>
                  <a:pt x="3113976" y="504729"/>
                  <a:pt x="3111773" y="504729"/>
                </a:cubicBezTo>
                <a:cubicBezTo>
                  <a:pt x="3109798" y="504729"/>
                  <a:pt x="3107632" y="505155"/>
                  <a:pt x="3106547" y="503859"/>
                </a:cubicBezTo>
                <a:cubicBezTo>
                  <a:pt x="3105854" y="502970"/>
                  <a:pt x="3106731" y="501446"/>
                  <a:pt x="3106547" y="500341"/>
                </a:cubicBezTo>
                <a:cubicBezTo>
                  <a:pt x="3106096" y="499046"/>
                  <a:pt x="3105003" y="498182"/>
                  <a:pt x="3104794" y="496862"/>
                </a:cubicBezTo>
                <a:cubicBezTo>
                  <a:pt x="3104540" y="495763"/>
                  <a:pt x="3105003" y="494671"/>
                  <a:pt x="3104794" y="493344"/>
                </a:cubicBezTo>
                <a:cubicBezTo>
                  <a:pt x="3103683" y="494455"/>
                  <a:pt x="3102127" y="493991"/>
                  <a:pt x="3101282" y="495096"/>
                </a:cubicBezTo>
                <a:cubicBezTo>
                  <a:pt x="3100203" y="496417"/>
                  <a:pt x="3101708" y="498614"/>
                  <a:pt x="3100387" y="499484"/>
                </a:cubicBezTo>
                <a:cubicBezTo>
                  <a:pt x="3099504" y="499903"/>
                  <a:pt x="3098012" y="499262"/>
                  <a:pt x="3096875" y="499484"/>
                </a:cubicBezTo>
                <a:cubicBezTo>
                  <a:pt x="3094488" y="500125"/>
                  <a:pt x="3092538" y="500125"/>
                  <a:pt x="3089909" y="500341"/>
                </a:cubicBezTo>
                <a:lnTo>
                  <a:pt x="3089014" y="506475"/>
                </a:lnTo>
                <a:cubicBezTo>
                  <a:pt x="3089909" y="507364"/>
                  <a:pt x="3089446" y="509549"/>
                  <a:pt x="3090754" y="509968"/>
                </a:cubicBezTo>
                <a:cubicBezTo>
                  <a:pt x="3091891" y="510381"/>
                  <a:pt x="3093148" y="509320"/>
                  <a:pt x="3094278" y="509968"/>
                </a:cubicBezTo>
                <a:cubicBezTo>
                  <a:pt x="3095390" y="510635"/>
                  <a:pt x="3097129" y="510635"/>
                  <a:pt x="3097771" y="511727"/>
                </a:cubicBezTo>
                <a:cubicBezTo>
                  <a:pt x="3098438" y="512610"/>
                  <a:pt x="3097771" y="513930"/>
                  <a:pt x="3097771" y="515251"/>
                </a:cubicBezTo>
                <a:lnTo>
                  <a:pt x="3097771" y="518744"/>
                </a:lnTo>
                <a:cubicBezTo>
                  <a:pt x="3097771" y="520306"/>
                  <a:pt x="3096469" y="520928"/>
                  <a:pt x="3096025" y="522268"/>
                </a:cubicBezTo>
                <a:cubicBezTo>
                  <a:pt x="3094920" y="521811"/>
                  <a:pt x="3093618" y="522027"/>
                  <a:pt x="3092538" y="521354"/>
                </a:cubicBezTo>
                <a:cubicBezTo>
                  <a:pt x="3090976" y="520490"/>
                  <a:pt x="3090754" y="518102"/>
                  <a:pt x="3089014" y="517861"/>
                </a:cubicBezTo>
                <a:cubicBezTo>
                  <a:pt x="3086169" y="517207"/>
                  <a:pt x="3084182" y="518102"/>
                  <a:pt x="3081147" y="517861"/>
                </a:cubicBezTo>
                <a:cubicBezTo>
                  <a:pt x="3079375" y="517861"/>
                  <a:pt x="3078264" y="516540"/>
                  <a:pt x="3076740" y="516102"/>
                </a:cubicBezTo>
                <a:cubicBezTo>
                  <a:pt x="3077635" y="512178"/>
                  <a:pt x="3078733" y="509784"/>
                  <a:pt x="3078505" y="505593"/>
                </a:cubicBezTo>
                <a:cubicBezTo>
                  <a:pt x="3078505" y="504056"/>
                  <a:pt x="3077171" y="503402"/>
                  <a:pt x="3076740" y="502088"/>
                </a:cubicBezTo>
                <a:cubicBezTo>
                  <a:pt x="3074784" y="502767"/>
                  <a:pt x="3073507" y="503402"/>
                  <a:pt x="3071520" y="503859"/>
                </a:cubicBezTo>
                <a:lnTo>
                  <a:pt x="3071520" y="514356"/>
                </a:lnTo>
                <a:cubicBezTo>
                  <a:pt x="3069958" y="514578"/>
                  <a:pt x="3069564" y="516102"/>
                  <a:pt x="3068002" y="516102"/>
                </a:cubicBezTo>
                <a:cubicBezTo>
                  <a:pt x="3065837" y="516102"/>
                  <a:pt x="3064941" y="514356"/>
                  <a:pt x="3062719" y="514356"/>
                </a:cubicBezTo>
                <a:cubicBezTo>
                  <a:pt x="3059042" y="514356"/>
                  <a:pt x="3057290" y="516324"/>
                  <a:pt x="3054032" y="517861"/>
                </a:cubicBezTo>
                <a:cubicBezTo>
                  <a:pt x="3054648" y="518960"/>
                  <a:pt x="3054426" y="520306"/>
                  <a:pt x="3054889" y="521354"/>
                </a:cubicBezTo>
                <a:cubicBezTo>
                  <a:pt x="3055531" y="522674"/>
                  <a:pt x="3058401" y="521608"/>
                  <a:pt x="3058401" y="523100"/>
                </a:cubicBezTo>
                <a:cubicBezTo>
                  <a:pt x="3058401" y="524643"/>
                  <a:pt x="3056648" y="525062"/>
                  <a:pt x="3056648" y="526605"/>
                </a:cubicBezTo>
                <a:cubicBezTo>
                  <a:pt x="3053130" y="526605"/>
                  <a:pt x="3051365" y="526395"/>
                  <a:pt x="3047847" y="526605"/>
                </a:cubicBezTo>
                <a:cubicBezTo>
                  <a:pt x="3046552" y="526605"/>
                  <a:pt x="3045453" y="527488"/>
                  <a:pt x="3044367" y="527488"/>
                </a:cubicBezTo>
                <a:cubicBezTo>
                  <a:pt x="3043250" y="527488"/>
                  <a:pt x="3041942" y="527062"/>
                  <a:pt x="3040862" y="527488"/>
                </a:cubicBezTo>
                <a:cubicBezTo>
                  <a:pt x="3039300" y="528154"/>
                  <a:pt x="3038671" y="529024"/>
                  <a:pt x="3037363" y="530129"/>
                </a:cubicBezTo>
                <a:cubicBezTo>
                  <a:pt x="3036487" y="530777"/>
                  <a:pt x="3037363" y="532974"/>
                  <a:pt x="3036487" y="533622"/>
                </a:cubicBezTo>
                <a:cubicBezTo>
                  <a:pt x="3035623" y="534276"/>
                  <a:pt x="3033858" y="533838"/>
                  <a:pt x="3032950" y="534492"/>
                </a:cubicBezTo>
                <a:cubicBezTo>
                  <a:pt x="3031432" y="535565"/>
                  <a:pt x="3030581" y="536701"/>
                  <a:pt x="3029470" y="538003"/>
                </a:cubicBezTo>
                <a:cubicBezTo>
                  <a:pt x="3028797" y="538905"/>
                  <a:pt x="3029470" y="540854"/>
                  <a:pt x="3028588" y="541515"/>
                </a:cubicBezTo>
                <a:cubicBezTo>
                  <a:pt x="3027730" y="542150"/>
                  <a:pt x="3025965" y="541070"/>
                  <a:pt x="3025101" y="541515"/>
                </a:cubicBezTo>
                <a:cubicBezTo>
                  <a:pt x="3023349" y="542613"/>
                  <a:pt x="3022898" y="544144"/>
                  <a:pt x="3021577" y="545865"/>
                </a:cubicBezTo>
                <a:lnTo>
                  <a:pt x="3028365" y="545865"/>
                </a:lnTo>
                <a:cubicBezTo>
                  <a:pt x="3029896" y="545865"/>
                  <a:pt x="3031007" y="545007"/>
                  <a:pt x="3032086" y="544144"/>
                </a:cubicBezTo>
                <a:cubicBezTo>
                  <a:pt x="3033407" y="543051"/>
                  <a:pt x="3033407" y="541293"/>
                  <a:pt x="3034709" y="540638"/>
                </a:cubicBezTo>
                <a:cubicBezTo>
                  <a:pt x="3035833" y="539953"/>
                  <a:pt x="3036912" y="539324"/>
                  <a:pt x="3038221" y="538905"/>
                </a:cubicBezTo>
                <a:cubicBezTo>
                  <a:pt x="3039300" y="538632"/>
                  <a:pt x="3040437" y="538905"/>
                  <a:pt x="3041745" y="538905"/>
                </a:cubicBezTo>
                <a:cubicBezTo>
                  <a:pt x="3043059" y="538905"/>
                  <a:pt x="3043935" y="538003"/>
                  <a:pt x="3045244" y="538003"/>
                </a:cubicBezTo>
                <a:cubicBezTo>
                  <a:pt x="3046552" y="538003"/>
                  <a:pt x="3047676" y="539324"/>
                  <a:pt x="3048723" y="538905"/>
                </a:cubicBezTo>
                <a:cubicBezTo>
                  <a:pt x="3050285" y="538448"/>
                  <a:pt x="3050914" y="536886"/>
                  <a:pt x="3052235" y="536232"/>
                </a:cubicBezTo>
                <a:cubicBezTo>
                  <a:pt x="3053314" y="535565"/>
                  <a:pt x="3052673" y="533412"/>
                  <a:pt x="3054032" y="532739"/>
                </a:cubicBezTo>
                <a:cubicBezTo>
                  <a:pt x="3055061" y="532295"/>
                  <a:pt x="3056394" y="532974"/>
                  <a:pt x="3057486" y="532739"/>
                </a:cubicBezTo>
                <a:cubicBezTo>
                  <a:pt x="3058610" y="532542"/>
                  <a:pt x="3059918" y="532974"/>
                  <a:pt x="3060998" y="532739"/>
                </a:cubicBezTo>
                <a:cubicBezTo>
                  <a:pt x="3062528" y="532295"/>
                  <a:pt x="3062966" y="530777"/>
                  <a:pt x="3064503" y="530129"/>
                </a:cubicBezTo>
                <a:cubicBezTo>
                  <a:pt x="3067570" y="528808"/>
                  <a:pt x="3070193" y="529247"/>
                  <a:pt x="3073679" y="529247"/>
                </a:cubicBezTo>
                <a:cubicBezTo>
                  <a:pt x="3077171" y="529247"/>
                  <a:pt x="3079597" y="529247"/>
                  <a:pt x="3082893" y="530129"/>
                </a:cubicBezTo>
                <a:cubicBezTo>
                  <a:pt x="3084423" y="530555"/>
                  <a:pt x="3085052" y="532091"/>
                  <a:pt x="3086385" y="532739"/>
                </a:cubicBezTo>
                <a:lnTo>
                  <a:pt x="3084626" y="536232"/>
                </a:lnTo>
                <a:cubicBezTo>
                  <a:pt x="3081997" y="536232"/>
                  <a:pt x="3080010" y="535800"/>
                  <a:pt x="3077635" y="536232"/>
                </a:cubicBezTo>
                <a:cubicBezTo>
                  <a:pt x="3076530" y="536232"/>
                  <a:pt x="3075235" y="535800"/>
                  <a:pt x="3074104" y="536232"/>
                </a:cubicBezTo>
                <a:cubicBezTo>
                  <a:pt x="3073025" y="536701"/>
                  <a:pt x="3074371" y="539324"/>
                  <a:pt x="3073241" y="539730"/>
                </a:cubicBezTo>
                <a:cubicBezTo>
                  <a:pt x="3072174" y="540194"/>
                  <a:pt x="3070853" y="540372"/>
                  <a:pt x="3069755" y="540638"/>
                </a:cubicBezTo>
                <a:cubicBezTo>
                  <a:pt x="3068650" y="540854"/>
                  <a:pt x="3067342" y="539324"/>
                  <a:pt x="3066249" y="539730"/>
                </a:cubicBezTo>
                <a:cubicBezTo>
                  <a:pt x="3064700" y="540372"/>
                  <a:pt x="3063621" y="541293"/>
                  <a:pt x="3062719" y="542397"/>
                </a:cubicBezTo>
                <a:cubicBezTo>
                  <a:pt x="3062116" y="543236"/>
                  <a:pt x="3062528" y="544785"/>
                  <a:pt x="3061881" y="545865"/>
                </a:cubicBezTo>
                <a:cubicBezTo>
                  <a:pt x="3061220" y="546963"/>
                  <a:pt x="3060788" y="548278"/>
                  <a:pt x="3060115" y="549370"/>
                </a:cubicBezTo>
                <a:cubicBezTo>
                  <a:pt x="3059474" y="550475"/>
                  <a:pt x="3057290" y="550030"/>
                  <a:pt x="3056648" y="551103"/>
                </a:cubicBezTo>
                <a:cubicBezTo>
                  <a:pt x="3055981" y="552221"/>
                  <a:pt x="3055061" y="553326"/>
                  <a:pt x="3054889" y="554647"/>
                </a:cubicBezTo>
                <a:cubicBezTo>
                  <a:pt x="3054648" y="555739"/>
                  <a:pt x="3055759" y="556844"/>
                  <a:pt x="3055759" y="558133"/>
                </a:cubicBezTo>
                <a:cubicBezTo>
                  <a:pt x="3055531" y="560762"/>
                  <a:pt x="3055061" y="562502"/>
                  <a:pt x="3054889" y="565130"/>
                </a:cubicBezTo>
                <a:cubicBezTo>
                  <a:pt x="3051168" y="565130"/>
                  <a:pt x="3047434" y="563822"/>
                  <a:pt x="3045244" y="566889"/>
                </a:cubicBezTo>
                <a:cubicBezTo>
                  <a:pt x="3043688" y="569296"/>
                  <a:pt x="3043688" y="571696"/>
                  <a:pt x="3041745" y="573906"/>
                </a:cubicBezTo>
                <a:cubicBezTo>
                  <a:pt x="3040862" y="575005"/>
                  <a:pt x="3039300" y="574770"/>
                  <a:pt x="3038221" y="575646"/>
                </a:cubicBezTo>
                <a:cubicBezTo>
                  <a:pt x="3037154" y="576516"/>
                  <a:pt x="3035833" y="577411"/>
                  <a:pt x="3034709" y="578281"/>
                </a:cubicBezTo>
                <a:cubicBezTo>
                  <a:pt x="3033642" y="579158"/>
                  <a:pt x="3034074" y="580923"/>
                  <a:pt x="3032950" y="581780"/>
                </a:cubicBezTo>
                <a:cubicBezTo>
                  <a:pt x="3031883" y="582650"/>
                  <a:pt x="3030353" y="582650"/>
                  <a:pt x="3029470" y="583507"/>
                </a:cubicBezTo>
                <a:cubicBezTo>
                  <a:pt x="3028365" y="584638"/>
                  <a:pt x="3026632" y="584854"/>
                  <a:pt x="3025965" y="586168"/>
                </a:cubicBezTo>
                <a:cubicBezTo>
                  <a:pt x="3025355" y="587254"/>
                  <a:pt x="3026175" y="588575"/>
                  <a:pt x="3025965" y="589667"/>
                </a:cubicBezTo>
                <a:cubicBezTo>
                  <a:pt x="3025736" y="590759"/>
                  <a:pt x="3026175" y="592061"/>
                  <a:pt x="3025965" y="593166"/>
                </a:cubicBezTo>
                <a:cubicBezTo>
                  <a:pt x="3025527" y="594893"/>
                  <a:pt x="3023793" y="595344"/>
                  <a:pt x="3022473" y="596639"/>
                </a:cubicBezTo>
                <a:cubicBezTo>
                  <a:pt x="3021164" y="597960"/>
                  <a:pt x="3019405" y="598404"/>
                  <a:pt x="3018967" y="600195"/>
                </a:cubicBezTo>
                <a:cubicBezTo>
                  <a:pt x="3018523" y="602564"/>
                  <a:pt x="3019190" y="604742"/>
                  <a:pt x="3018967" y="607161"/>
                </a:cubicBezTo>
                <a:cubicBezTo>
                  <a:pt x="3018770" y="608482"/>
                  <a:pt x="3017418" y="609345"/>
                  <a:pt x="3017227" y="610666"/>
                </a:cubicBezTo>
                <a:cubicBezTo>
                  <a:pt x="3016992" y="611765"/>
                  <a:pt x="3017418" y="612857"/>
                  <a:pt x="3017227" y="614210"/>
                </a:cubicBezTo>
                <a:lnTo>
                  <a:pt x="3016383" y="610666"/>
                </a:lnTo>
                <a:cubicBezTo>
                  <a:pt x="3015037" y="611339"/>
                  <a:pt x="3014376" y="612660"/>
                  <a:pt x="3012833" y="613295"/>
                </a:cubicBezTo>
                <a:cubicBezTo>
                  <a:pt x="3010217" y="614400"/>
                  <a:pt x="3008014" y="614400"/>
                  <a:pt x="3005842" y="615930"/>
                </a:cubicBezTo>
                <a:cubicBezTo>
                  <a:pt x="3004534" y="616819"/>
                  <a:pt x="3004534" y="618566"/>
                  <a:pt x="3003226" y="619442"/>
                </a:cubicBezTo>
                <a:cubicBezTo>
                  <a:pt x="3001924" y="620287"/>
                  <a:pt x="3001016" y="621156"/>
                  <a:pt x="2999720" y="622065"/>
                </a:cubicBezTo>
                <a:cubicBezTo>
                  <a:pt x="2998628" y="622712"/>
                  <a:pt x="2997314" y="621817"/>
                  <a:pt x="2996190" y="622065"/>
                </a:cubicBezTo>
                <a:cubicBezTo>
                  <a:pt x="2995110" y="622287"/>
                  <a:pt x="2992031" y="623595"/>
                  <a:pt x="2990964" y="623811"/>
                </a:cubicBezTo>
                <a:cubicBezTo>
                  <a:pt x="2989402" y="624230"/>
                  <a:pt x="2988989" y="625786"/>
                  <a:pt x="2987452" y="626446"/>
                </a:cubicBezTo>
                <a:lnTo>
                  <a:pt x="2988341" y="630808"/>
                </a:lnTo>
                <a:cubicBezTo>
                  <a:pt x="2989630" y="630808"/>
                  <a:pt x="2990519" y="631685"/>
                  <a:pt x="2991840" y="631685"/>
                </a:cubicBezTo>
                <a:cubicBezTo>
                  <a:pt x="2993148" y="631685"/>
                  <a:pt x="2993999" y="630808"/>
                  <a:pt x="2995339" y="630808"/>
                </a:cubicBezTo>
                <a:lnTo>
                  <a:pt x="3002349" y="630808"/>
                </a:lnTo>
                <a:cubicBezTo>
                  <a:pt x="3002108" y="632567"/>
                  <a:pt x="3001924" y="633634"/>
                  <a:pt x="3001473" y="635196"/>
                </a:cubicBezTo>
                <a:cubicBezTo>
                  <a:pt x="3001244" y="636301"/>
                  <a:pt x="3001924" y="637813"/>
                  <a:pt x="3001473" y="638670"/>
                </a:cubicBezTo>
                <a:cubicBezTo>
                  <a:pt x="3000787" y="639768"/>
                  <a:pt x="2999028" y="639768"/>
                  <a:pt x="2997974" y="640441"/>
                </a:cubicBezTo>
                <a:cubicBezTo>
                  <a:pt x="2996882" y="641070"/>
                  <a:pt x="2995758" y="641521"/>
                  <a:pt x="2994450" y="642181"/>
                </a:cubicBezTo>
                <a:cubicBezTo>
                  <a:pt x="2992920" y="642842"/>
                  <a:pt x="2992259" y="643953"/>
                  <a:pt x="2990964" y="644823"/>
                </a:cubicBezTo>
                <a:cubicBezTo>
                  <a:pt x="2989859" y="645261"/>
                  <a:pt x="2986785" y="645020"/>
                  <a:pt x="2985693" y="645687"/>
                </a:cubicBezTo>
                <a:cubicBezTo>
                  <a:pt x="2984163" y="646569"/>
                  <a:pt x="2983738" y="648309"/>
                  <a:pt x="2982201" y="649185"/>
                </a:cubicBezTo>
                <a:cubicBezTo>
                  <a:pt x="2980880" y="650074"/>
                  <a:pt x="2980201" y="651179"/>
                  <a:pt x="2978696" y="651808"/>
                </a:cubicBezTo>
                <a:cubicBezTo>
                  <a:pt x="2977616" y="652233"/>
                  <a:pt x="2976079" y="652233"/>
                  <a:pt x="2975216" y="652716"/>
                </a:cubicBezTo>
                <a:cubicBezTo>
                  <a:pt x="2973895" y="653554"/>
                  <a:pt x="2972771" y="653999"/>
                  <a:pt x="2971679" y="655319"/>
                </a:cubicBezTo>
                <a:cubicBezTo>
                  <a:pt x="2970815" y="656405"/>
                  <a:pt x="2970612" y="657517"/>
                  <a:pt x="2969945" y="658825"/>
                </a:cubicBezTo>
                <a:cubicBezTo>
                  <a:pt x="2969304" y="659930"/>
                  <a:pt x="2969723" y="661238"/>
                  <a:pt x="2969063" y="662324"/>
                </a:cubicBezTo>
                <a:cubicBezTo>
                  <a:pt x="2967996" y="664305"/>
                  <a:pt x="2966224" y="665841"/>
                  <a:pt x="2963824" y="665841"/>
                </a:cubicBezTo>
                <a:cubicBezTo>
                  <a:pt x="2960103" y="665841"/>
                  <a:pt x="2958560" y="662324"/>
                  <a:pt x="2954851" y="662324"/>
                </a:cubicBezTo>
                <a:lnTo>
                  <a:pt x="2948063" y="662324"/>
                </a:lnTo>
                <a:lnTo>
                  <a:pt x="2947200" y="668451"/>
                </a:lnTo>
                <a:cubicBezTo>
                  <a:pt x="2948292" y="671093"/>
                  <a:pt x="2948927" y="672839"/>
                  <a:pt x="2949822" y="675462"/>
                </a:cubicBezTo>
                <a:cubicBezTo>
                  <a:pt x="2945879" y="676313"/>
                  <a:pt x="2943237" y="677449"/>
                  <a:pt x="2939319" y="678078"/>
                </a:cubicBezTo>
                <a:cubicBezTo>
                  <a:pt x="2938208" y="678313"/>
                  <a:pt x="2936906" y="677868"/>
                  <a:pt x="2935808" y="678078"/>
                </a:cubicBezTo>
                <a:cubicBezTo>
                  <a:pt x="2932931" y="678770"/>
                  <a:pt x="2931452" y="680250"/>
                  <a:pt x="2928785" y="681564"/>
                </a:cubicBezTo>
                <a:cubicBezTo>
                  <a:pt x="2927248" y="682224"/>
                  <a:pt x="2926594" y="683558"/>
                  <a:pt x="2925305" y="684225"/>
                </a:cubicBezTo>
                <a:cubicBezTo>
                  <a:pt x="2923997" y="684847"/>
                  <a:pt x="2923298" y="686377"/>
                  <a:pt x="2921793" y="686835"/>
                </a:cubicBezTo>
                <a:cubicBezTo>
                  <a:pt x="2920701" y="687069"/>
                  <a:pt x="2919393" y="686377"/>
                  <a:pt x="2918301" y="686835"/>
                </a:cubicBezTo>
                <a:cubicBezTo>
                  <a:pt x="2916935" y="687489"/>
                  <a:pt x="2915450" y="687489"/>
                  <a:pt x="2914783" y="688606"/>
                </a:cubicBezTo>
                <a:cubicBezTo>
                  <a:pt x="2914116" y="689451"/>
                  <a:pt x="2914999" y="691006"/>
                  <a:pt x="2914783" y="692086"/>
                </a:cubicBezTo>
                <a:cubicBezTo>
                  <a:pt x="2914554" y="693216"/>
                  <a:pt x="2914999" y="694524"/>
                  <a:pt x="2914783" y="695604"/>
                </a:cubicBezTo>
                <a:cubicBezTo>
                  <a:pt x="2914326" y="697356"/>
                  <a:pt x="2912808" y="698220"/>
                  <a:pt x="2911290" y="699103"/>
                </a:cubicBezTo>
                <a:cubicBezTo>
                  <a:pt x="2909982" y="699744"/>
                  <a:pt x="2909328" y="701522"/>
                  <a:pt x="2907753" y="701738"/>
                </a:cubicBezTo>
                <a:cubicBezTo>
                  <a:pt x="2906687" y="701738"/>
                  <a:pt x="2905379" y="701522"/>
                  <a:pt x="2904261" y="701738"/>
                </a:cubicBezTo>
                <a:cubicBezTo>
                  <a:pt x="2903175" y="701954"/>
                  <a:pt x="2901873" y="701738"/>
                  <a:pt x="2900762" y="701738"/>
                </a:cubicBezTo>
                <a:cubicBezTo>
                  <a:pt x="2899244" y="701954"/>
                  <a:pt x="2898597" y="703268"/>
                  <a:pt x="2897276" y="704348"/>
                </a:cubicBezTo>
                <a:cubicBezTo>
                  <a:pt x="2895955" y="705453"/>
                  <a:pt x="2893752" y="705230"/>
                  <a:pt x="2893752" y="706989"/>
                </a:cubicBezTo>
                <a:cubicBezTo>
                  <a:pt x="2893752" y="708310"/>
                  <a:pt x="2894647" y="709174"/>
                  <a:pt x="2894647" y="710495"/>
                </a:cubicBezTo>
                <a:cubicBezTo>
                  <a:pt x="2894647" y="712050"/>
                  <a:pt x="2896393" y="712469"/>
                  <a:pt x="2896393" y="713987"/>
                </a:cubicBezTo>
                <a:cubicBezTo>
                  <a:pt x="2896393" y="715537"/>
                  <a:pt x="2895301" y="716400"/>
                  <a:pt x="2894647" y="717492"/>
                </a:cubicBezTo>
                <a:cubicBezTo>
                  <a:pt x="2893993" y="718578"/>
                  <a:pt x="2891561" y="717492"/>
                  <a:pt x="2891142" y="718362"/>
                </a:cubicBezTo>
                <a:cubicBezTo>
                  <a:pt x="2890481" y="719467"/>
                  <a:pt x="2889370" y="720343"/>
                  <a:pt x="2889370" y="721867"/>
                </a:cubicBezTo>
                <a:cubicBezTo>
                  <a:pt x="2889370" y="723195"/>
                  <a:pt x="2890056" y="724052"/>
                  <a:pt x="2890253" y="725392"/>
                </a:cubicBezTo>
                <a:cubicBezTo>
                  <a:pt x="2890481" y="727563"/>
                  <a:pt x="2892882" y="728440"/>
                  <a:pt x="2892882" y="730637"/>
                </a:cubicBezTo>
                <a:cubicBezTo>
                  <a:pt x="2892882" y="733012"/>
                  <a:pt x="2893326" y="734993"/>
                  <a:pt x="2892024" y="736777"/>
                </a:cubicBezTo>
                <a:cubicBezTo>
                  <a:pt x="2891364" y="737615"/>
                  <a:pt x="2889370" y="736079"/>
                  <a:pt x="2888526" y="736777"/>
                </a:cubicBezTo>
                <a:cubicBezTo>
                  <a:pt x="2887433" y="737615"/>
                  <a:pt x="2887630" y="739387"/>
                  <a:pt x="2886760" y="740244"/>
                </a:cubicBezTo>
                <a:lnTo>
                  <a:pt x="2886760" y="747280"/>
                </a:lnTo>
                <a:lnTo>
                  <a:pt x="2896152" y="747280"/>
                </a:lnTo>
                <a:cubicBezTo>
                  <a:pt x="2897714" y="747280"/>
                  <a:pt x="2898597" y="745959"/>
                  <a:pt x="2899898" y="746378"/>
                </a:cubicBezTo>
                <a:cubicBezTo>
                  <a:pt x="2901194" y="746779"/>
                  <a:pt x="2902096" y="747699"/>
                  <a:pt x="2903410" y="748106"/>
                </a:cubicBezTo>
                <a:cubicBezTo>
                  <a:pt x="2904686" y="748582"/>
                  <a:pt x="2904261" y="750544"/>
                  <a:pt x="2905156" y="751630"/>
                </a:cubicBezTo>
                <a:cubicBezTo>
                  <a:pt x="2904077" y="752735"/>
                  <a:pt x="2903410" y="754049"/>
                  <a:pt x="2902515" y="755135"/>
                </a:cubicBezTo>
                <a:cubicBezTo>
                  <a:pt x="2901645" y="756246"/>
                  <a:pt x="2899664" y="755561"/>
                  <a:pt x="2899022" y="756862"/>
                </a:cubicBezTo>
                <a:cubicBezTo>
                  <a:pt x="2898597" y="758005"/>
                  <a:pt x="2899454" y="759294"/>
                  <a:pt x="2899022" y="760393"/>
                </a:cubicBezTo>
                <a:cubicBezTo>
                  <a:pt x="2898597" y="761472"/>
                  <a:pt x="2899244" y="762793"/>
                  <a:pt x="2899022" y="763885"/>
                </a:cubicBezTo>
                <a:cubicBezTo>
                  <a:pt x="2898597" y="765435"/>
                  <a:pt x="2895301" y="764120"/>
                  <a:pt x="2894647" y="765657"/>
                </a:cubicBezTo>
                <a:cubicBezTo>
                  <a:pt x="2894190" y="766743"/>
                  <a:pt x="2893752" y="767822"/>
                  <a:pt x="2893752" y="769150"/>
                </a:cubicBezTo>
                <a:cubicBezTo>
                  <a:pt x="2893752" y="770889"/>
                  <a:pt x="2894647" y="771778"/>
                  <a:pt x="2894647" y="773531"/>
                </a:cubicBezTo>
                <a:cubicBezTo>
                  <a:pt x="2900127" y="773531"/>
                  <a:pt x="2903175" y="773531"/>
                  <a:pt x="2908661" y="773957"/>
                </a:cubicBezTo>
                <a:cubicBezTo>
                  <a:pt x="2908427" y="777246"/>
                  <a:pt x="2909112" y="779449"/>
                  <a:pt x="2907753" y="782275"/>
                </a:cubicBezTo>
                <a:cubicBezTo>
                  <a:pt x="2907112" y="783818"/>
                  <a:pt x="2904928" y="783380"/>
                  <a:pt x="2904261" y="784917"/>
                </a:cubicBezTo>
                <a:cubicBezTo>
                  <a:pt x="2903626" y="786206"/>
                  <a:pt x="2902515" y="786866"/>
                  <a:pt x="2902515" y="788415"/>
                </a:cubicBezTo>
                <a:cubicBezTo>
                  <a:pt x="2902515" y="789933"/>
                  <a:pt x="2904261" y="790371"/>
                  <a:pt x="2904261" y="791933"/>
                </a:cubicBezTo>
                <a:cubicBezTo>
                  <a:pt x="2904261" y="793007"/>
                  <a:pt x="2904077" y="793438"/>
                  <a:pt x="2904261" y="794575"/>
                </a:cubicBezTo>
                <a:cubicBezTo>
                  <a:pt x="2906909" y="794575"/>
                  <a:pt x="2908865" y="794086"/>
                  <a:pt x="2911290" y="794575"/>
                </a:cubicBezTo>
                <a:cubicBezTo>
                  <a:pt x="2912808" y="794727"/>
                  <a:pt x="2914116" y="793902"/>
                  <a:pt x="2915634" y="794575"/>
                </a:cubicBezTo>
                <a:cubicBezTo>
                  <a:pt x="2917202" y="795197"/>
                  <a:pt x="2916935" y="797153"/>
                  <a:pt x="2918301" y="798048"/>
                </a:cubicBezTo>
                <a:cubicBezTo>
                  <a:pt x="2919812" y="799128"/>
                  <a:pt x="2920472" y="800220"/>
                  <a:pt x="2921793" y="801535"/>
                </a:cubicBezTo>
                <a:lnTo>
                  <a:pt x="2928785" y="799795"/>
                </a:lnTo>
                <a:cubicBezTo>
                  <a:pt x="2930093" y="800004"/>
                  <a:pt x="2931191" y="800442"/>
                  <a:pt x="2932290" y="800658"/>
                </a:cubicBezTo>
                <a:cubicBezTo>
                  <a:pt x="2934265" y="801135"/>
                  <a:pt x="2935382" y="802436"/>
                  <a:pt x="2937541" y="802436"/>
                </a:cubicBezTo>
                <a:cubicBezTo>
                  <a:pt x="2941034" y="802436"/>
                  <a:pt x="2943459" y="801325"/>
                  <a:pt x="2946285" y="799795"/>
                </a:cubicBezTo>
                <a:cubicBezTo>
                  <a:pt x="2947606" y="799128"/>
                  <a:pt x="2947396" y="796963"/>
                  <a:pt x="2948927" y="796289"/>
                </a:cubicBezTo>
                <a:cubicBezTo>
                  <a:pt x="2950038" y="795845"/>
                  <a:pt x="2951340" y="796512"/>
                  <a:pt x="2952438" y="796289"/>
                </a:cubicBezTo>
                <a:cubicBezTo>
                  <a:pt x="2953518" y="796074"/>
                  <a:pt x="2954851" y="795845"/>
                  <a:pt x="2955931" y="795401"/>
                </a:cubicBezTo>
                <a:cubicBezTo>
                  <a:pt x="2957461" y="794727"/>
                  <a:pt x="2958122" y="793654"/>
                  <a:pt x="2959411" y="792784"/>
                </a:cubicBezTo>
                <a:cubicBezTo>
                  <a:pt x="2960535" y="792124"/>
                  <a:pt x="2960300" y="790371"/>
                  <a:pt x="2961201" y="789292"/>
                </a:cubicBezTo>
                <a:cubicBezTo>
                  <a:pt x="2962268" y="787768"/>
                  <a:pt x="2963570" y="787069"/>
                  <a:pt x="2964707" y="785780"/>
                </a:cubicBezTo>
                <a:cubicBezTo>
                  <a:pt x="2966885" y="783132"/>
                  <a:pt x="2967545" y="781196"/>
                  <a:pt x="2969945" y="778802"/>
                </a:cubicBezTo>
                <a:cubicBezTo>
                  <a:pt x="2971044" y="777671"/>
                  <a:pt x="2971044" y="775709"/>
                  <a:pt x="2972562" y="775303"/>
                </a:cubicBezTo>
                <a:cubicBezTo>
                  <a:pt x="2973666" y="775061"/>
                  <a:pt x="2974962" y="774636"/>
                  <a:pt x="2976079" y="774395"/>
                </a:cubicBezTo>
                <a:cubicBezTo>
                  <a:pt x="2977203" y="774153"/>
                  <a:pt x="2978270" y="775303"/>
                  <a:pt x="2979566" y="775303"/>
                </a:cubicBezTo>
                <a:cubicBezTo>
                  <a:pt x="2981121" y="775303"/>
                  <a:pt x="2981756" y="773741"/>
                  <a:pt x="2983064" y="773531"/>
                </a:cubicBezTo>
                <a:lnTo>
                  <a:pt x="2983064" y="766514"/>
                </a:lnTo>
                <a:cubicBezTo>
                  <a:pt x="2984385" y="766743"/>
                  <a:pt x="2985496" y="766083"/>
                  <a:pt x="2986576" y="766514"/>
                </a:cubicBezTo>
                <a:cubicBezTo>
                  <a:pt x="2987897" y="767181"/>
                  <a:pt x="2989199" y="767403"/>
                  <a:pt x="2990126" y="768248"/>
                </a:cubicBezTo>
                <a:cubicBezTo>
                  <a:pt x="2990964" y="769150"/>
                  <a:pt x="2991173" y="770445"/>
                  <a:pt x="2991840" y="771778"/>
                </a:cubicBezTo>
                <a:cubicBezTo>
                  <a:pt x="2992259" y="772858"/>
                  <a:pt x="2991427" y="774153"/>
                  <a:pt x="2991840" y="775303"/>
                </a:cubicBezTo>
                <a:cubicBezTo>
                  <a:pt x="2992501" y="776789"/>
                  <a:pt x="2994882" y="776351"/>
                  <a:pt x="2995339" y="777900"/>
                </a:cubicBezTo>
                <a:cubicBezTo>
                  <a:pt x="2996190" y="780738"/>
                  <a:pt x="2994691" y="782954"/>
                  <a:pt x="2995339" y="785780"/>
                </a:cubicBezTo>
                <a:cubicBezTo>
                  <a:pt x="2995549" y="786866"/>
                  <a:pt x="2996006" y="788187"/>
                  <a:pt x="2996190" y="789292"/>
                </a:cubicBezTo>
                <a:cubicBezTo>
                  <a:pt x="2996641" y="790797"/>
                  <a:pt x="2998831" y="790613"/>
                  <a:pt x="2999720" y="791933"/>
                </a:cubicBezTo>
                <a:cubicBezTo>
                  <a:pt x="3001016" y="793654"/>
                  <a:pt x="3003226" y="794727"/>
                  <a:pt x="3003226" y="797153"/>
                </a:cubicBezTo>
                <a:lnTo>
                  <a:pt x="3003226" y="798912"/>
                </a:lnTo>
                <a:cubicBezTo>
                  <a:pt x="3003226" y="800893"/>
                  <a:pt x="2999720" y="800442"/>
                  <a:pt x="2999720" y="802436"/>
                </a:cubicBezTo>
                <a:cubicBezTo>
                  <a:pt x="2999720" y="803744"/>
                  <a:pt x="3000590" y="804824"/>
                  <a:pt x="3000590" y="805954"/>
                </a:cubicBezTo>
                <a:cubicBezTo>
                  <a:pt x="3001016" y="808780"/>
                  <a:pt x="3002565" y="811390"/>
                  <a:pt x="3004953" y="812926"/>
                </a:cubicBezTo>
                <a:cubicBezTo>
                  <a:pt x="3006045" y="813600"/>
                  <a:pt x="3007398" y="813130"/>
                  <a:pt x="3008452" y="813809"/>
                </a:cubicBezTo>
                <a:cubicBezTo>
                  <a:pt x="3009804" y="814679"/>
                  <a:pt x="3010217" y="815994"/>
                  <a:pt x="3011093" y="817308"/>
                </a:cubicBezTo>
                <a:cubicBezTo>
                  <a:pt x="3011951" y="818610"/>
                  <a:pt x="3013513" y="819270"/>
                  <a:pt x="3013741" y="820801"/>
                </a:cubicBezTo>
                <a:lnTo>
                  <a:pt x="3013741" y="824337"/>
                </a:lnTo>
                <a:lnTo>
                  <a:pt x="3013741" y="827798"/>
                </a:lnTo>
                <a:cubicBezTo>
                  <a:pt x="3014167" y="830433"/>
                  <a:pt x="3015037" y="832415"/>
                  <a:pt x="3016383" y="834796"/>
                </a:cubicBezTo>
                <a:cubicBezTo>
                  <a:pt x="3016992" y="836136"/>
                  <a:pt x="3018770" y="836358"/>
                  <a:pt x="3019844" y="837438"/>
                </a:cubicBezTo>
                <a:cubicBezTo>
                  <a:pt x="3021164" y="838752"/>
                  <a:pt x="3022257" y="839616"/>
                  <a:pt x="3023349" y="840955"/>
                </a:cubicBezTo>
                <a:cubicBezTo>
                  <a:pt x="3024244" y="842009"/>
                  <a:pt x="3026409" y="842009"/>
                  <a:pt x="3026848" y="843591"/>
                </a:cubicBezTo>
                <a:cubicBezTo>
                  <a:pt x="3027070" y="844670"/>
                  <a:pt x="3027730" y="845750"/>
                  <a:pt x="3027730" y="847070"/>
                </a:cubicBezTo>
                <a:cubicBezTo>
                  <a:pt x="3027730" y="848379"/>
                  <a:pt x="3027070" y="849483"/>
                  <a:pt x="3026848" y="850563"/>
                </a:cubicBezTo>
                <a:cubicBezTo>
                  <a:pt x="3026409" y="852557"/>
                  <a:pt x="3024244" y="853630"/>
                  <a:pt x="3024244" y="855840"/>
                </a:cubicBezTo>
                <a:lnTo>
                  <a:pt x="3024244" y="857580"/>
                </a:lnTo>
                <a:cubicBezTo>
                  <a:pt x="3024244" y="859116"/>
                  <a:pt x="3025736" y="859764"/>
                  <a:pt x="3025965" y="861066"/>
                </a:cubicBezTo>
                <a:cubicBezTo>
                  <a:pt x="3026175" y="862171"/>
                  <a:pt x="3025736" y="863269"/>
                  <a:pt x="3025965" y="864628"/>
                </a:cubicBezTo>
                <a:lnTo>
                  <a:pt x="3050489" y="864628"/>
                </a:lnTo>
                <a:cubicBezTo>
                  <a:pt x="3050692" y="862615"/>
                  <a:pt x="3051168" y="861066"/>
                  <a:pt x="3051365" y="859339"/>
                </a:cubicBezTo>
                <a:cubicBezTo>
                  <a:pt x="3051594" y="858240"/>
                  <a:pt x="3051168" y="856919"/>
                  <a:pt x="3051365" y="855840"/>
                </a:cubicBezTo>
                <a:cubicBezTo>
                  <a:pt x="3051594" y="854297"/>
                  <a:pt x="3053314" y="853630"/>
                  <a:pt x="3054032" y="852322"/>
                </a:cubicBezTo>
                <a:cubicBezTo>
                  <a:pt x="3054889" y="850785"/>
                  <a:pt x="3055759" y="849242"/>
                  <a:pt x="3057486" y="848817"/>
                </a:cubicBezTo>
                <a:cubicBezTo>
                  <a:pt x="3058610" y="848601"/>
                  <a:pt x="3059690" y="848817"/>
                  <a:pt x="3060998" y="848817"/>
                </a:cubicBezTo>
                <a:lnTo>
                  <a:pt x="3064503" y="848817"/>
                </a:lnTo>
                <a:cubicBezTo>
                  <a:pt x="3065583" y="848817"/>
                  <a:pt x="3066903" y="849680"/>
                  <a:pt x="3068002" y="849680"/>
                </a:cubicBezTo>
                <a:cubicBezTo>
                  <a:pt x="3069316" y="849922"/>
                  <a:pt x="3069958" y="851458"/>
                  <a:pt x="3071520" y="851458"/>
                </a:cubicBezTo>
                <a:cubicBezTo>
                  <a:pt x="3073025" y="851458"/>
                  <a:pt x="3073679" y="850379"/>
                  <a:pt x="3075025" y="849680"/>
                </a:cubicBezTo>
                <a:cubicBezTo>
                  <a:pt x="3076530" y="849058"/>
                  <a:pt x="3076105" y="846855"/>
                  <a:pt x="3077635" y="846181"/>
                </a:cubicBezTo>
                <a:cubicBezTo>
                  <a:pt x="3080264" y="844880"/>
                  <a:pt x="3082455" y="845318"/>
                  <a:pt x="3085503" y="845318"/>
                </a:cubicBezTo>
                <a:lnTo>
                  <a:pt x="3085503" y="834796"/>
                </a:lnTo>
                <a:lnTo>
                  <a:pt x="3099504" y="834796"/>
                </a:lnTo>
                <a:cubicBezTo>
                  <a:pt x="3099504" y="833494"/>
                  <a:pt x="3100387" y="832624"/>
                  <a:pt x="3100387" y="831297"/>
                </a:cubicBezTo>
                <a:cubicBezTo>
                  <a:pt x="3100387" y="829335"/>
                  <a:pt x="3099771" y="827995"/>
                  <a:pt x="3099504" y="826065"/>
                </a:cubicBezTo>
                <a:lnTo>
                  <a:pt x="3092729" y="826065"/>
                </a:lnTo>
                <a:cubicBezTo>
                  <a:pt x="3091211" y="826065"/>
                  <a:pt x="3090335" y="827157"/>
                  <a:pt x="3089014" y="826916"/>
                </a:cubicBezTo>
                <a:cubicBezTo>
                  <a:pt x="3087903" y="826725"/>
                  <a:pt x="3086595" y="827366"/>
                  <a:pt x="3085503" y="826916"/>
                </a:cubicBezTo>
                <a:cubicBezTo>
                  <a:pt x="3084423" y="826490"/>
                  <a:pt x="3086169" y="824337"/>
                  <a:pt x="3085503" y="823417"/>
                </a:cubicBezTo>
                <a:cubicBezTo>
                  <a:pt x="3084842" y="822559"/>
                  <a:pt x="3082893" y="823226"/>
                  <a:pt x="3081997" y="822559"/>
                </a:cubicBezTo>
                <a:cubicBezTo>
                  <a:pt x="3083528" y="820140"/>
                  <a:pt x="3084842" y="818191"/>
                  <a:pt x="3086385" y="815543"/>
                </a:cubicBezTo>
                <a:cubicBezTo>
                  <a:pt x="3087046" y="814241"/>
                  <a:pt x="3088576" y="813600"/>
                  <a:pt x="3089014" y="812038"/>
                </a:cubicBezTo>
                <a:cubicBezTo>
                  <a:pt x="3089909" y="809650"/>
                  <a:pt x="3089681" y="807675"/>
                  <a:pt x="3089909" y="805033"/>
                </a:cubicBezTo>
                <a:cubicBezTo>
                  <a:pt x="3090094" y="802436"/>
                  <a:pt x="3090545" y="800658"/>
                  <a:pt x="3090754" y="798048"/>
                </a:cubicBezTo>
                <a:cubicBezTo>
                  <a:pt x="3090754" y="796728"/>
                  <a:pt x="3090545" y="795648"/>
                  <a:pt x="3090754" y="794575"/>
                </a:cubicBezTo>
                <a:cubicBezTo>
                  <a:pt x="3091211" y="793235"/>
                  <a:pt x="3091891" y="792340"/>
                  <a:pt x="3092538" y="791013"/>
                </a:cubicBezTo>
                <a:cubicBezTo>
                  <a:pt x="3093148" y="789730"/>
                  <a:pt x="3094920" y="790155"/>
                  <a:pt x="3096025" y="789292"/>
                </a:cubicBezTo>
                <a:cubicBezTo>
                  <a:pt x="3097352" y="788187"/>
                  <a:pt x="3098012" y="786441"/>
                  <a:pt x="3099504" y="785780"/>
                </a:cubicBezTo>
                <a:cubicBezTo>
                  <a:pt x="3100609" y="785342"/>
                  <a:pt x="3101924" y="785342"/>
                  <a:pt x="3103010" y="784917"/>
                </a:cubicBezTo>
                <a:cubicBezTo>
                  <a:pt x="3104540" y="784244"/>
                  <a:pt x="3105003" y="782701"/>
                  <a:pt x="3106547" y="782275"/>
                </a:cubicBezTo>
                <a:cubicBezTo>
                  <a:pt x="3107632" y="782072"/>
                  <a:pt x="3108934" y="781837"/>
                  <a:pt x="3110033" y="781392"/>
                </a:cubicBezTo>
                <a:cubicBezTo>
                  <a:pt x="3111131" y="780961"/>
                  <a:pt x="3112655" y="782072"/>
                  <a:pt x="3113519" y="781392"/>
                </a:cubicBezTo>
                <a:cubicBezTo>
                  <a:pt x="3114636" y="780548"/>
                  <a:pt x="3114636" y="779214"/>
                  <a:pt x="3115297" y="777900"/>
                </a:cubicBezTo>
                <a:cubicBezTo>
                  <a:pt x="3115735" y="776789"/>
                  <a:pt x="3114840" y="775474"/>
                  <a:pt x="3115297" y="774395"/>
                </a:cubicBezTo>
                <a:cubicBezTo>
                  <a:pt x="3115919" y="772858"/>
                  <a:pt x="3117043" y="772191"/>
                  <a:pt x="3117919" y="770889"/>
                </a:cubicBezTo>
                <a:cubicBezTo>
                  <a:pt x="3118783" y="769575"/>
                  <a:pt x="3120561" y="769385"/>
                  <a:pt x="3121405" y="768248"/>
                </a:cubicBezTo>
                <a:cubicBezTo>
                  <a:pt x="3122295" y="767181"/>
                  <a:pt x="3124707" y="767181"/>
                  <a:pt x="3124904" y="765657"/>
                </a:cubicBezTo>
                <a:cubicBezTo>
                  <a:pt x="3125158" y="764552"/>
                  <a:pt x="3124904" y="763676"/>
                  <a:pt x="3124904" y="762355"/>
                </a:cubicBezTo>
                <a:lnTo>
                  <a:pt x="3124904" y="758659"/>
                </a:lnTo>
                <a:cubicBezTo>
                  <a:pt x="3124904" y="756862"/>
                  <a:pt x="3124282" y="755986"/>
                  <a:pt x="3124028" y="754272"/>
                </a:cubicBezTo>
                <a:cubicBezTo>
                  <a:pt x="3121405" y="754272"/>
                  <a:pt x="3119666" y="754475"/>
                  <a:pt x="3117043" y="754272"/>
                </a:cubicBezTo>
                <a:cubicBezTo>
                  <a:pt x="3114401" y="754049"/>
                  <a:pt x="3112655" y="753376"/>
                  <a:pt x="3110033" y="753376"/>
                </a:cubicBezTo>
                <a:cubicBezTo>
                  <a:pt x="3108731" y="753376"/>
                  <a:pt x="3107855" y="754049"/>
                  <a:pt x="3106547" y="754049"/>
                </a:cubicBezTo>
                <a:cubicBezTo>
                  <a:pt x="3106547" y="749687"/>
                  <a:pt x="3107410" y="747045"/>
                  <a:pt x="3106547" y="742873"/>
                </a:cubicBezTo>
                <a:cubicBezTo>
                  <a:pt x="3106096" y="741152"/>
                  <a:pt x="3104794" y="740028"/>
                  <a:pt x="3103010" y="739387"/>
                </a:cubicBezTo>
                <a:cubicBezTo>
                  <a:pt x="3101924" y="738924"/>
                  <a:pt x="3100387" y="739832"/>
                  <a:pt x="3099504" y="739387"/>
                </a:cubicBezTo>
                <a:cubicBezTo>
                  <a:pt x="3098196" y="738504"/>
                  <a:pt x="3097352" y="737825"/>
                  <a:pt x="3096025" y="736777"/>
                </a:cubicBezTo>
                <a:cubicBezTo>
                  <a:pt x="3095148" y="736079"/>
                  <a:pt x="3096469" y="734777"/>
                  <a:pt x="3096469" y="733463"/>
                </a:cubicBezTo>
                <a:lnTo>
                  <a:pt x="3096469" y="705230"/>
                </a:lnTo>
                <a:cubicBezTo>
                  <a:pt x="3097771" y="704348"/>
                  <a:pt x="3099504" y="703681"/>
                  <a:pt x="3100387" y="702589"/>
                </a:cubicBezTo>
                <a:cubicBezTo>
                  <a:pt x="3101282" y="701522"/>
                  <a:pt x="3101282" y="700182"/>
                  <a:pt x="3102127" y="699103"/>
                </a:cubicBezTo>
                <a:cubicBezTo>
                  <a:pt x="3103251" y="697782"/>
                  <a:pt x="3105003" y="697109"/>
                  <a:pt x="3105670" y="695604"/>
                </a:cubicBezTo>
                <a:cubicBezTo>
                  <a:pt x="3106312" y="694283"/>
                  <a:pt x="3107156" y="693407"/>
                  <a:pt x="3107410" y="692086"/>
                </a:cubicBezTo>
                <a:cubicBezTo>
                  <a:pt x="3108064" y="689717"/>
                  <a:pt x="3108064" y="687292"/>
                  <a:pt x="3109175" y="685120"/>
                </a:cubicBezTo>
                <a:cubicBezTo>
                  <a:pt x="3109798" y="683787"/>
                  <a:pt x="3109798" y="682478"/>
                  <a:pt x="3110890" y="681564"/>
                </a:cubicBezTo>
                <a:cubicBezTo>
                  <a:pt x="3111995" y="680732"/>
                  <a:pt x="3113093" y="680250"/>
                  <a:pt x="3114401" y="679837"/>
                </a:cubicBezTo>
                <a:cubicBezTo>
                  <a:pt x="3115506" y="679411"/>
                  <a:pt x="3116802" y="680059"/>
                  <a:pt x="3117919" y="679837"/>
                </a:cubicBezTo>
                <a:cubicBezTo>
                  <a:pt x="3120732" y="679189"/>
                  <a:pt x="3122701" y="678078"/>
                  <a:pt x="3124904" y="676313"/>
                </a:cubicBezTo>
                <a:cubicBezTo>
                  <a:pt x="3126200" y="675462"/>
                  <a:pt x="3126657" y="673919"/>
                  <a:pt x="3127546" y="672839"/>
                </a:cubicBezTo>
                <a:cubicBezTo>
                  <a:pt x="3128410" y="671734"/>
                  <a:pt x="3129946" y="671315"/>
                  <a:pt x="3131057" y="670223"/>
                </a:cubicBezTo>
                <a:cubicBezTo>
                  <a:pt x="3131921" y="669328"/>
                  <a:pt x="3131686" y="667346"/>
                  <a:pt x="3132804" y="666730"/>
                </a:cubicBezTo>
                <a:cubicBezTo>
                  <a:pt x="3135001" y="665365"/>
                  <a:pt x="3137376" y="666273"/>
                  <a:pt x="3139782" y="665841"/>
                </a:cubicBezTo>
                <a:cubicBezTo>
                  <a:pt x="3141338" y="665606"/>
                  <a:pt x="3142653" y="666489"/>
                  <a:pt x="3144189" y="665841"/>
                </a:cubicBezTo>
                <a:cubicBezTo>
                  <a:pt x="3145713" y="665181"/>
                  <a:pt x="3145713" y="663200"/>
                  <a:pt x="3146812" y="662324"/>
                </a:cubicBezTo>
                <a:cubicBezTo>
                  <a:pt x="3147891" y="661454"/>
                  <a:pt x="3149644" y="661028"/>
                  <a:pt x="3150298" y="659714"/>
                </a:cubicBezTo>
                <a:cubicBezTo>
                  <a:pt x="3150984" y="658609"/>
                  <a:pt x="3149885" y="657078"/>
                  <a:pt x="3150298" y="656221"/>
                </a:cubicBezTo>
                <a:cubicBezTo>
                  <a:pt x="3151149" y="654888"/>
                  <a:pt x="3151600" y="653795"/>
                  <a:pt x="3152895" y="652716"/>
                </a:cubicBezTo>
                <a:cubicBezTo>
                  <a:pt x="3153816" y="652068"/>
                  <a:pt x="3155321" y="652068"/>
                  <a:pt x="3156457" y="651808"/>
                </a:cubicBezTo>
                <a:cubicBezTo>
                  <a:pt x="3157524" y="651617"/>
                  <a:pt x="3158845" y="650932"/>
                  <a:pt x="3159950" y="650932"/>
                </a:cubicBezTo>
                <a:cubicBezTo>
                  <a:pt x="3161036" y="650932"/>
                  <a:pt x="3162350" y="651179"/>
                  <a:pt x="3163462" y="650932"/>
                </a:cubicBezTo>
                <a:cubicBezTo>
                  <a:pt x="3164528" y="650747"/>
                  <a:pt x="3165862" y="650487"/>
                  <a:pt x="3166929" y="650074"/>
                </a:cubicBezTo>
                <a:cubicBezTo>
                  <a:pt x="3168688" y="649185"/>
                  <a:pt x="3169570" y="646988"/>
                  <a:pt x="3169570" y="644823"/>
                </a:cubicBezTo>
                <a:cubicBezTo>
                  <a:pt x="3169570" y="642600"/>
                  <a:pt x="3168034" y="641330"/>
                  <a:pt x="3166929" y="639552"/>
                </a:cubicBezTo>
                <a:cubicBezTo>
                  <a:pt x="3166046" y="638213"/>
                  <a:pt x="3164097" y="638473"/>
                  <a:pt x="3163462" y="636924"/>
                </a:cubicBezTo>
                <a:cubicBezTo>
                  <a:pt x="3162992" y="635844"/>
                  <a:pt x="3163462" y="634752"/>
                  <a:pt x="3163462" y="633450"/>
                </a:cubicBezTo>
                <a:cubicBezTo>
                  <a:pt x="3163462" y="629272"/>
                  <a:pt x="3163690" y="626217"/>
                  <a:pt x="3166046" y="622928"/>
                </a:cubicBezTo>
                <a:cubicBezTo>
                  <a:pt x="3166929" y="621633"/>
                  <a:pt x="3167405" y="620287"/>
                  <a:pt x="3168688" y="619442"/>
                </a:cubicBezTo>
                <a:cubicBezTo>
                  <a:pt x="3169570" y="618737"/>
                  <a:pt x="3171107" y="619867"/>
                  <a:pt x="3172193" y="619442"/>
                </a:cubicBezTo>
                <a:cubicBezTo>
                  <a:pt x="3173723" y="618737"/>
                  <a:pt x="3174377" y="617658"/>
                  <a:pt x="3175698" y="616819"/>
                </a:cubicBezTo>
                <a:cubicBezTo>
                  <a:pt x="3177260" y="615670"/>
                  <a:pt x="3177660" y="614210"/>
                  <a:pt x="3178302" y="612406"/>
                </a:cubicBezTo>
                <a:cubicBezTo>
                  <a:pt x="3179419" y="610031"/>
                  <a:pt x="3179832" y="607834"/>
                  <a:pt x="3180956" y="605434"/>
                </a:cubicBezTo>
                <a:cubicBezTo>
                  <a:pt x="3181394" y="604285"/>
                  <a:pt x="3180956" y="602564"/>
                  <a:pt x="3181807" y="601910"/>
                </a:cubicBezTo>
                <a:cubicBezTo>
                  <a:pt x="3183585" y="600373"/>
                  <a:pt x="3186226" y="601046"/>
                  <a:pt x="3188849" y="601046"/>
                </a:cubicBezTo>
                <a:cubicBezTo>
                  <a:pt x="3191452" y="601046"/>
                  <a:pt x="3193434" y="601484"/>
                  <a:pt x="3195847" y="601910"/>
                </a:cubicBezTo>
                <a:cubicBezTo>
                  <a:pt x="3196913" y="602132"/>
                  <a:pt x="3198234" y="601700"/>
                  <a:pt x="3199333" y="601910"/>
                </a:cubicBezTo>
                <a:cubicBezTo>
                  <a:pt x="3200850" y="602348"/>
                  <a:pt x="3200850" y="604532"/>
                  <a:pt x="3201968" y="605434"/>
                </a:cubicBezTo>
                <a:cubicBezTo>
                  <a:pt x="3204400" y="607618"/>
                  <a:pt x="3205251" y="609771"/>
                  <a:pt x="3207213" y="612406"/>
                </a:cubicBezTo>
                <a:cubicBezTo>
                  <a:pt x="3208299" y="611987"/>
                  <a:pt x="3209829" y="611987"/>
                  <a:pt x="3210718" y="611549"/>
                </a:cubicBezTo>
                <a:cubicBezTo>
                  <a:pt x="3212052" y="610666"/>
                  <a:pt x="3211798" y="608482"/>
                  <a:pt x="3213360" y="608056"/>
                </a:cubicBezTo>
                <a:cubicBezTo>
                  <a:pt x="3214465" y="607834"/>
                  <a:pt x="3215532" y="607161"/>
                  <a:pt x="3216852" y="607161"/>
                </a:cubicBezTo>
                <a:cubicBezTo>
                  <a:pt x="3218586" y="607161"/>
                  <a:pt x="3219037" y="608920"/>
                  <a:pt x="3220358" y="609771"/>
                </a:cubicBezTo>
                <a:cubicBezTo>
                  <a:pt x="3221672" y="610666"/>
                  <a:pt x="3223171" y="611111"/>
                  <a:pt x="3223863" y="612406"/>
                </a:cubicBezTo>
                <a:cubicBezTo>
                  <a:pt x="3224504" y="613511"/>
                  <a:pt x="3224955" y="614832"/>
                  <a:pt x="3225596" y="615930"/>
                </a:cubicBezTo>
                <a:cubicBezTo>
                  <a:pt x="3226263" y="617004"/>
                  <a:pt x="3227374" y="618147"/>
                  <a:pt x="3227374" y="619658"/>
                </a:cubicBezTo>
                <a:lnTo>
                  <a:pt x="3227374" y="630808"/>
                </a:lnTo>
                <a:lnTo>
                  <a:pt x="3216852" y="630808"/>
                </a:lnTo>
                <a:cubicBezTo>
                  <a:pt x="3216852" y="634961"/>
                  <a:pt x="3217094" y="637165"/>
                  <a:pt x="3216852" y="641330"/>
                </a:cubicBezTo>
                <a:cubicBezTo>
                  <a:pt x="3216852" y="642600"/>
                  <a:pt x="3217094" y="643718"/>
                  <a:pt x="3216852" y="644823"/>
                </a:cubicBezTo>
                <a:cubicBezTo>
                  <a:pt x="3216402" y="647649"/>
                  <a:pt x="3215100" y="649433"/>
                  <a:pt x="3213360" y="651808"/>
                </a:cubicBezTo>
                <a:cubicBezTo>
                  <a:pt x="3212490" y="653141"/>
                  <a:pt x="3211144" y="653554"/>
                  <a:pt x="3209829" y="654443"/>
                </a:cubicBezTo>
                <a:cubicBezTo>
                  <a:pt x="3208089" y="655745"/>
                  <a:pt x="3206775" y="657078"/>
                  <a:pt x="3204571" y="657078"/>
                </a:cubicBezTo>
                <a:cubicBezTo>
                  <a:pt x="3200850" y="657078"/>
                  <a:pt x="3198685" y="655319"/>
                  <a:pt x="3194958" y="655319"/>
                </a:cubicBezTo>
                <a:cubicBezTo>
                  <a:pt x="3193434" y="655319"/>
                  <a:pt x="3192754" y="656647"/>
                  <a:pt x="3191452" y="657078"/>
                </a:cubicBezTo>
                <a:cubicBezTo>
                  <a:pt x="3190138" y="657517"/>
                  <a:pt x="3189052" y="657961"/>
                  <a:pt x="3187941" y="658825"/>
                </a:cubicBezTo>
                <a:cubicBezTo>
                  <a:pt x="3186861" y="659714"/>
                  <a:pt x="3186861" y="661238"/>
                  <a:pt x="3186226" y="662324"/>
                </a:cubicBezTo>
                <a:cubicBezTo>
                  <a:pt x="3185299" y="663619"/>
                  <a:pt x="3184220" y="664521"/>
                  <a:pt x="3183585" y="665841"/>
                </a:cubicBezTo>
                <a:cubicBezTo>
                  <a:pt x="3182886" y="666902"/>
                  <a:pt x="3183350" y="668242"/>
                  <a:pt x="3182702" y="669328"/>
                </a:cubicBezTo>
                <a:cubicBezTo>
                  <a:pt x="3182029" y="670420"/>
                  <a:pt x="3180302" y="670223"/>
                  <a:pt x="3179210" y="671093"/>
                </a:cubicBezTo>
                <a:cubicBezTo>
                  <a:pt x="3177876" y="672172"/>
                  <a:pt x="3176809" y="673277"/>
                  <a:pt x="3175698" y="674592"/>
                </a:cubicBezTo>
                <a:cubicBezTo>
                  <a:pt x="3174834" y="675690"/>
                  <a:pt x="3175044" y="676992"/>
                  <a:pt x="3173926" y="678078"/>
                </a:cubicBezTo>
                <a:cubicBezTo>
                  <a:pt x="3172860" y="679189"/>
                  <a:pt x="3171539" y="679189"/>
                  <a:pt x="3170434" y="679837"/>
                </a:cubicBezTo>
                <a:cubicBezTo>
                  <a:pt x="3167830" y="681564"/>
                  <a:pt x="3164312" y="682701"/>
                  <a:pt x="3164312" y="685977"/>
                </a:cubicBezTo>
                <a:cubicBezTo>
                  <a:pt x="3164312" y="690765"/>
                  <a:pt x="3166929" y="693407"/>
                  <a:pt x="3166929" y="698220"/>
                </a:cubicBezTo>
                <a:cubicBezTo>
                  <a:pt x="3166929" y="700417"/>
                  <a:pt x="3166046" y="701522"/>
                  <a:pt x="3165182" y="703484"/>
                </a:cubicBezTo>
                <a:cubicBezTo>
                  <a:pt x="3164312" y="705453"/>
                  <a:pt x="3161684" y="706323"/>
                  <a:pt x="3161684" y="708736"/>
                </a:cubicBezTo>
                <a:cubicBezTo>
                  <a:pt x="3161684" y="713530"/>
                  <a:pt x="3163227" y="716191"/>
                  <a:pt x="3163462" y="720959"/>
                </a:cubicBezTo>
                <a:lnTo>
                  <a:pt x="3163462" y="724496"/>
                </a:lnTo>
                <a:cubicBezTo>
                  <a:pt x="3163462" y="725798"/>
                  <a:pt x="3164312" y="726668"/>
                  <a:pt x="3164312" y="728002"/>
                </a:cubicBezTo>
                <a:cubicBezTo>
                  <a:pt x="3164528" y="731043"/>
                  <a:pt x="3164312" y="732828"/>
                  <a:pt x="3164312" y="735895"/>
                </a:cubicBezTo>
                <a:cubicBezTo>
                  <a:pt x="3167830" y="736320"/>
                  <a:pt x="3169767" y="736320"/>
                  <a:pt x="3173069" y="736777"/>
                </a:cubicBezTo>
                <a:cubicBezTo>
                  <a:pt x="3175698" y="737184"/>
                  <a:pt x="3177660" y="738073"/>
                  <a:pt x="3180073" y="739387"/>
                </a:cubicBezTo>
                <a:cubicBezTo>
                  <a:pt x="3181394" y="740028"/>
                  <a:pt x="3181597" y="741806"/>
                  <a:pt x="3182702" y="742873"/>
                </a:cubicBezTo>
                <a:cubicBezTo>
                  <a:pt x="3183813" y="743978"/>
                  <a:pt x="3184023" y="745737"/>
                  <a:pt x="3185299" y="746378"/>
                </a:cubicBezTo>
                <a:cubicBezTo>
                  <a:pt x="3187744" y="747699"/>
                  <a:pt x="3189725" y="747909"/>
                  <a:pt x="3192335" y="749026"/>
                </a:cubicBezTo>
                <a:cubicBezTo>
                  <a:pt x="3193865" y="749687"/>
                  <a:pt x="3194513" y="750976"/>
                  <a:pt x="3195847" y="751630"/>
                </a:cubicBezTo>
                <a:cubicBezTo>
                  <a:pt x="3198914" y="753376"/>
                  <a:pt x="3200850" y="755986"/>
                  <a:pt x="3204571" y="755986"/>
                </a:cubicBezTo>
                <a:lnTo>
                  <a:pt x="3206349" y="755986"/>
                </a:lnTo>
                <a:cubicBezTo>
                  <a:pt x="3207892" y="755986"/>
                  <a:pt x="3208540" y="754697"/>
                  <a:pt x="3209829" y="754272"/>
                </a:cubicBezTo>
                <a:cubicBezTo>
                  <a:pt x="3214465" y="752278"/>
                  <a:pt x="3216852" y="748106"/>
                  <a:pt x="3222123" y="748106"/>
                </a:cubicBezTo>
                <a:cubicBezTo>
                  <a:pt x="3225596" y="748106"/>
                  <a:pt x="3227374" y="750766"/>
                  <a:pt x="3230841" y="750766"/>
                </a:cubicBezTo>
                <a:cubicBezTo>
                  <a:pt x="3232835" y="750766"/>
                  <a:pt x="3234372" y="750119"/>
                  <a:pt x="3236106" y="749903"/>
                </a:cubicBezTo>
                <a:cubicBezTo>
                  <a:pt x="3237198" y="749903"/>
                  <a:pt x="3238538" y="750309"/>
                  <a:pt x="3239623" y="749903"/>
                </a:cubicBezTo>
                <a:cubicBezTo>
                  <a:pt x="3240906" y="749458"/>
                  <a:pt x="3242043" y="748798"/>
                  <a:pt x="3243122" y="748106"/>
                </a:cubicBezTo>
                <a:cubicBezTo>
                  <a:pt x="3243973" y="747477"/>
                  <a:pt x="3243364" y="745489"/>
                  <a:pt x="3243973" y="744632"/>
                </a:cubicBezTo>
                <a:cubicBezTo>
                  <a:pt x="3244869" y="743534"/>
                  <a:pt x="3246412" y="743750"/>
                  <a:pt x="3247497" y="742873"/>
                </a:cubicBezTo>
                <a:lnTo>
                  <a:pt x="3275266" y="742873"/>
                </a:lnTo>
                <a:cubicBezTo>
                  <a:pt x="3277044" y="742873"/>
                  <a:pt x="3277476" y="740702"/>
                  <a:pt x="3279013" y="740244"/>
                </a:cubicBezTo>
                <a:cubicBezTo>
                  <a:pt x="3280759" y="739590"/>
                  <a:pt x="3282295" y="739387"/>
                  <a:pt x="3284270" y="739387"/>
                </a:cubicBezTo>
                <a:cubicBezTo>
                  <a:pt x="3284937" y="739387"/>
                  <a:pt x="3285591" y="739165"/>
                  <a:pt x="3286004" y="739387"/>
                </a:cubicBezTo>
                <a:cubicBezTo>
                  <a:pt x="3287337" y="740028"/>
                  <a:pt x="3287782" y="741552"/>
                  <a:pt x="3288671" y="742873"/>
                </a:cubicBezTo>
                <a:cubicBezTo>
                  <a:pt x="3289287" y="743750"/>
                  <a:pt x="3288861" y="745312"/>
                  <a:pt x="3289528" y="746378"/>
                </a:cubicBezTo>
                <a:cubicBezTo>
                  <a:pt x="3290169" y="747477"/>
                  <a:pt x="3291922" y="747280"/>
                  <a:pt x="3293021" y="748106"/>
                </a:cubicBezTo>
                <a:lnTo>
                  <a:pt x="3310528" y="748106"/>
                </a:lnTo>
                <a:lnTo>
                  <a:pt x="3312287" y="751630"/>
                </a:lnTo>
                <a:cubicBezTo>
                  <a:pt x="3310978" y="752938"/>
                  <a:pt x="3310528" y="754697"/>
                  <a:pt x="3308775" y="755135"/>
                </a:cubicBezTo>
                <a:cubicBezTo>
                  <a:pt x="3306394" y="755561"/>
                  <a:pt x="3304419" y="755135"/>
                  <a:pt x="3301796" y="755135"/>
                </a:cubicBezTo>
                <a:cubicBezTo>
                  <a:pt x="3298304" y="755135"/>
                  <a:pt x="3296316" y="754697"/>
                  <a:pt x="3293021" y="755135"/>
                </a:cubicBezTo>
                <a:cubicBezTo>
                  <a:pt x="3291922" y="755135"/>
                  <a:pt x="3290589" y="755821"/>
                  <a:pt x="3289528" y="755986"/>
                </a:cubicBezTo>
                <a:cubicBezTo>
                  <a:pt x="3287991" y="756443"/>
                  <a:pt x="3287337" y="758005"/>
                  <a:pt x="3286004" y="758659"/>
                </a:cubicBezTo>
                <a:cubicBezTo>
                  <a:pt x="3284696" y="759294"/>
                  <a:pt x="3283832" y="760164"/>
                  <a:pt x="3282511" y="761257"/>
                </a:cubicBezTo>
                <a:cubicBezTo>
                  <a:pt x="3281191" y="762355"/>
                  <a:pt x="3279889" y="762590"/>
                  <a:pt x="3279013" y="763885"/>
                </a:cubicBezTo>
                <a:cubicBezTo>
                  <a:pt x="3278136" y="765213"/>
                  <a:pt x="3277266" y="766083"/>
                  <a:pt x="3276403" y="767403"/>
                </a:cubicBezTo>
                <a:cubicBezTo>
                  <a:pt x="3275710" y="768502"/>
                  <a:pt x="3275526" y="769823"/>
                  <a:pt x="3274644" y="770889"/>
                </a:cubicBezTo>
                <a:cubicBezTo>
                  <a:pt x="3273552" y="772191"/>
                  <a:pt x="3273323" y="773741"/>
                  <a:pt x="3272028" y="774395"/>
                </a:cubicBezTo>
                <a:cubicBezTo>
                  <a:pt x="3270910" y="775061"/>
                  <a:pt x="3269805" y="774395"/>
                  <a:pt x="3268484" y="774395"/>
                </a:cubicBezTo>
                <a:cubicBezTo>
                  <a:pt x="3265874" y="774395"/>
                  <a:pt x="3263893" y="774395"/>
                  <a:pt x="3261525" y="773531"/>
                </a:cubicBezTo>
                <a:cubicBezTo>
                  <a:pt x="3259766" y="772858"/>
                  <a:pt x="3259524" y="771131"/>
                  <a:pt x="3257994" y="770007"/>
                </a:cubicBezTo>
                <a:cubicBezTo>
                  <a:pt x="3256254" y="768705"/>
                  <a:pt x="3255187" y="766514"/>
                  <a:pt x="3252749" y="766514"/>
                </a:cubicBezTo>
                <a:cubicBezTo>
                  <a:pt x="3249225" y="766514"/>
                  <a:pt x="3247282" y="768705"/>
                  <a:pt x="3243973" y="769150"/>
                </a:cubicBezTo>
                <a:cubicBezTo>
                  <a:pt x="3241560" y="769385"/>
                  <a:pt x="3239623" y="769385"/>
                  <a:pt x="3236988" y="769150"/>
                </a:cubicBezTo>
                <a:cubicBezTo>
                  <a:pt x="3234372" y="768927"/>
                  <a:pt x="3232594" y="768045"/>
                  <a:pt x="3229984" y="768248"/>
                </a:cubicBezTo>
                <a:cubicBezTo>
                  <a:pt x="3228663" y="768248"/>
                  <a:pt x="3227584" y="768927"/>
                  <a:pt x="3226504" y="769150"/>
                </a:cubicBezTo>
                <a:cubicBezTo>
                  <a:pt x="3225171" y="769575"/>
                  <a:pt x="3224295" y="770445"/>
                  <a:pt x="3223018" y="770889"/>
                </a:cubicBezTo>
                <a:cubicBezTo>
                  <a:pt x="3221450" y="771315"/>
                  <a:pt x="3221208" y="773531"/>
                  <a:pt x="3219475" y="773531"/>
                </a:cubicBezTo>
                <a:cubicBezTo>
                  <a:pt x="3218160" y="773531"/>
                  <a:pt x="3217278" y="772642"/>
                  <a:pt x="3215957" y="772642"/>
                </a:cubicBezTo>
                <a:cubicBezTo>
                  <a:pt x="3214465" y="772642"/>
                  <a:pt x="3214001" y="770889"/>
                  <a:pt x="3212490" y="770889"/>
                </a:cubicBezTo>
                <a:cubicBezTo>
                  <a:pt x="3210928" y="770889"/>
                  <a:pt x="3210280" y="772020"/>
                  <a:pt x="3208972" y="772642"/>
                </a:cubicBezTo>
                <a:cubicBezTo>
                  <a:pt x="3207639" y="773315"/>
                  <a:pt x="3206349" y="773315"/>
                  <a:pt x="3205492" y="774395"/>
                </a:cubicBezTo>
                <a:cubicBezTo>
                  <a:pt x="3204806" y="775303"/>
                  <a:pt x="3205899" y="776789"/>
                  <a:pt x="3205492" y="777900"/>
                </a:cubicBezTo>
                <a:cubicBezTo>
                  <a:pt x="3204571" y="779449"/>
                  <a:pt x="3203079" y="780097"/>
                  <a:pt x="3201968" y="781392"/>
                </a:cubicBezTo>
                <a:cubicBezTo>
                  <a:pt x="3201320" y="782275"/>
                  <a:pt x="3202406" y="784917"/>
                  <a:pt x="3201098" y="784917"/>
                </a:cubicBezTo>
                <a:cubicBezTo>
                  <a:pt x="3199758" y="784917"/>
                  <a:pt x="3198914" y="784028"/>
                  <a:pt x="3197612" y="784028"/>
                </a:cubicBezTo>
                <a:cubicBezTo>
                  <a:pt x="3196310" y="784028"/>
                  <a:pt x="3195186" y="784459"/>
                  <a:pt x="3194088" y="784028"/>
                </a:cubicBezTo>
                <a:cubicBezTo>
                  <a:pt x="3192570" y="783380"/>
                  <a:pt x="3191859" y="782516"/>
                  <a:pt x="3190582" y="781392"/>
                </a:cubicBezTo>
                <a:cubicBezTo>
                  <a:pt x="3189725" y="780738"/>
                  <a:pt x="3191452" y="778344"/>
                  <a:pt x="3190582" y="777900"/>
                </a:cubicBezTo>
                <a:cubicBezTo>
                  <a:pt x="3189725" y="777462"/>
                  <a:pt x="3188392" y="777900"/>
                  <a:pt x="3187090" y="777900"/>
                </a:cubicBezTo>
                <a:cubicBezTo>
                  <a:pt x="3185795" y="777900"/>
                  <a:pt x="3184664" y="777671"/>
                  <a:pt x="3183585" y="777900"/>
                </a:cubicBezTo>
                <a:cubicBezTo>
                  <a:pt x="3182283" y="778344"/>
                  <a:pt x="3181172" y="779017"/>
                  <a:pt x="3180073" y="779627"/>
                </a:cubicBezTo>
                <a:cubicBezTo>
                  <a:pt x="3178981" y="780300"/>
                  <a:pt x="3179832" y="782072"/>
                  <a:pt x="3179210" y="783132"/>
                </a:cubicBezTo>
                <a:cubicBezTo>
                  <a:pt x="3180727" y="783818"/>
                  <a:pt x="3181172" y="785342"/>
                  <a:pt x="3182702" y="785780"/>
                </a:cubicBezTo>
                <a:cubicBezTo>
                  <a:pt x="3183813" y="785990"/>
                  <a:pt x="3185115" y="785564"/>
                  <a:pt x="3186226" y="785780"/>
                </a:cubicBezTo>
                <a:cubicBezTo>
                  <a:pt x="3187744" y="786206"/>
                  <a:pt x="3188182" y="787768"/>
                  <a:pt x="3189725" y="788415"/>
                </a:cubicBezTo>
                <a:cubicBezTo>
                  <a:pt x="3187090" y="788415"/>
                  <a:pt x="3185115" y="788187"/>
                  <a:pt x="3182702" y="788415"/>
                </a:cubicBezTo>
                <a:cubicBezTo>
                  <a:pt x="3178302" y="789057"/>
                  <a:pt x="3175488" y="790613"/>
                  <a:pt x="3171342" y="791933"/>
                </a:cubicBezTo>
                <a:cubicBezTo>
                  <a:pt x="3170008" y="792340"/>
                  <a:pt x="3169138" y="793235"/>
                  <a:pt x="3167830" y="793654"/>
                </a:cubicBezTo>
                <a:cubicBezTo>
                  <a:pt x="3168256" y="794727"/>
                  <a:pt x="3168034" y="796289"/>
                  <a:pt x="3168688" y="797153"/>
                </a:cubicBezTo>
                <a:cubicBezTo>
                  <a:pt x="3170434" y="799572"/>
                  <a:pt x="3171964" y="801325"/>
                  <a:pt x="3174834" y="802436"/>
                </a:cubicBezTo>
                <a:cubicBezTo>
                  <a:pt x="3175914" y="802620"/>
                  <a:pt x="3177260" y="802436"/>
                  <a:pt x="3178302" y="802436"/>
                </a:cubicBezTo>
                <a:cubicBezTo>
                  <a:pt x="3179419" y="802436"/>
                  <a:pt x="3180524" y="803319"/>
                  <a:pt x="3181807" y="803319"/>
                </a:cubicBezTo>
                <a:cubicBezTo>
                  <a:pt x="3183813" y="803497"/>
                  <a:pt x="3185115" y="803319"/>
                  <a:pt x="3187090" y="803319"/>
                </a:cubicBezTo>
                <a:cubicBezTo>
                  <a:pt x="3189052" y="803319"/>
                  <a:pt x="3190582" y="803744"/>
                  <a:pt x="3192335" y="803319"/>
                </a:cubicBezTo>
                <a:cubicBezTo>
                  <a:pt x="3195605" y="802436"/>
                  <a:pt x="3195383" y="798912"/>
                  <a:pt x="3197612" y="796289"/>
                </a:cubicBezTo>
                <a:cubicBezTo>
                  <a:pt x="3198914" y="794727"/>
                  <a:pt x="3199758" y="792784"/>
                  <a:pt x="3201968" y="792784"/>
                </a:cubicBezTo>
                <a:cubicBezTo>
                  <a:pt x="3204159" y="792784"/>
                  <a:pt x="3205492" y="793654"/>
                  <a:pt x="3207213" y="794575"/>
                </a:cubicBezTo>
                <a:cubicBezTo>
                  <a:pt x="3208540" y="795197"/>
                  <a:pt x="3209639" y="795648"/>
                  <a:pt x="3210718" y="796289"/>
                </a:cubicBezTo>
                <a:cubicBezTo>
                  <a:pt x="3212052" y="797153"/>
                  <a:pt x="3213360" y="797585"/>
                  <a:pt x="3214211" y="798912"/>
                </a:cubicBezTo>
                <a:cubicBezTo>
                  <a:pt x="3214649" y="799795"/>
                  <a:pt x="3214649" y="801325"/>
                  <a:pt x="3215100" y="802436"/>
                </a:cubicBezTo>
                <a:cubicBezTo>
                  <a:pt x="3215532" y="803497"/>
                  <a:pt x="3214649" y="805033"/>
                  <a:pt x="3215100" y="805954"/>
                </a:cubicBezTo>
                <a:cubicBezTo>
                  <a:pt x="3215786" y="807008"/>
                  <a:pt x="3217519" y="807008"/>
                  <a:pt x="3218586" y="807675"/>
                </a:cubicBezTo>
                <a:cubicBezTo>
                  <a:pt x="3219704" y="808316"/>
                  <a:pt x="3220783" y="808780"/>
                  <a:pt x="3222123" y="809396"/>
                </a:cubicBezTo>
                <a:cubicBezTo>
                  <a:pt x="3223634" y="810050"/>
                  <a:pt x="3224295" y="811180"/>
                  <a:pt x="3225596" y="812038"/>
                </a:cubicBezTo>
                <a:cubicBezTo>
                  <a:pt x="3224720" y="813130"/>
                  <a:pt x="3224955" y="814451"/>
                  <a:pt x="3223863" y="815543"/>
                </a:cubicBezTo>
                <a:cubicBezTo>
                  <a:pt x="3221024" y="818394"/>
                  <a:pt x="3217519" y="817759"/>
                  <a:pt x="3214211" y="819911"/>
                </a:cubicBezTo>
                <a:cubicBezTo>
                  <a:pt x="3213131" y="820566"/>
                  <a:pt x="3211144" y="820375"/>
                  <a:pt x="3210718" y="821696"/>
                </a:cubicBezTo>
                <a:cubicBezTo>
                  <a:pt x="3210490" y="822769"/>
                  <a:pt x="3210928" y="824083"/>
                  <a:pt x="3210718" y="825188"/>
                </a:cubicBezTo>
                <a:cubicBezTo>
                  <a:pt x="3210280" y="827366"/>
                  <a:pt x="3210052" y="828897"/>
                  <a:pt x="3209829" y="831297"/>
                </a:cubicBezTo>
                <a:lnTo>
                  <a:pt x="3203079" y="831297"/>
                </a:lnTo>
                <a:cubicBezTo>
                  <a:pt x="3201320" y="831297"/>
                  <a:pt x="3199999" y="831094"/>
                  <a:pt x="3198444" y="830433"/>
                </a:cubicBezTo>
                <a:cubicBezTo>
                  <a:pt x="3197364" y="830002"/>
                  <a:pt x="3195847" y="830218"/>
                  <a:pt x="3194958" y="829576"/>
                </a:cubicBezTo>
                <a:cubicBezTo>
                  <a:pt x="3193865" y="828694"/>
                  <a:pt x="3193865" y="827366"/>
                  <a:pt x="3193205" y="826065"/>
                </a:cubicBezTo>
                <a:cubicBezTo>
                  <a:pt x="3192754" y="824972"/>
                  <a:pt x="3193865" y="823658"/>
                  <a:pt x="3193205" y="822559"/>
                </a:cubicBezTo>
                <a:cubicBezTo>
                  <a:pt x="3192570" y="821258"/>
                  <a:pt x="3191694" y="820375"/>
                  <a:pt x="3190582" y="819061"/>
                </a:cubicBezTo>
                <a:cubicBezTo>
                  <a:pt x="3189935" y="818191"/>
                  <a:pt x="3187528" y="819911"/>
                  <a:pt x="3187090" y="819061"/>
                </a:cubicBezTo>
                <a:cubicBezTo>
                  <a:pt x="3186633" y="818191"/>
                  <a:pt x="3187287" y="816635"/>
                  <a:pt x="3187090" y="815543"/>
                </a:cubicBezTo>
                <a:cubicBezTo>
                  <a:pt x="3186861" y="814451"/>
                  <a:pt x="3187090" y="813371"/>
                  <a:pt x="3187090" y="812038"/>
                </a:cubicBezTo>
                <a:lnTo>
                  <a:pt x="3180073" y="812038"/>
                </a:lnTo>
                <a:cubicBezTo>
                  <a:pt x="3178130" y="814679"/>
                  <a:pt x="3177432" y="817067"/>
                  <a:pt x="3174834" y="819061"/>
                </a:cubicBezTo>
                <a:cubicBezTo>
                  <a:pt x="3173501" y="819911"/>
                  <a:pt x="3172409" y="820801"/>
                  <a:pt x="3171342" y="821696"/>
                </a:cubicBezTo>
                <a:cubicBezTo>
                  <a:pt x="3170237" y="822559"/>
                  <a:pt x="3168472" y="822337"/>
                  <a:pt x="3167830" y="823417"/>
                </a:cubicBezTo>
                <a:cubicBezTo>
                  <a:pt x="3167170" y="824528"/>
                  <a:pt x="3168034" y="825836"/>
                  <a:pt x="3167830" y="826916"/>
                </a:cubicBezTo>
                <a:cubicBezTo>
                  <a:pt x="3167621" y="827995"/>
                  <a:pt x="3168034" y="829335"/>
                  <a:pt x="3167830" y="830433"/>
                </a:cubicBezTo>
                <a:cubicBezTo>
                  <a:pt x="3167621" y="831761"/>
                  <a:pt x="3166522" y="832624"/>
                  <a:pt x="3166046" y="833932"/>
                </a:cubicBezTo>
                <a:cubicBezTo>
                  <a:pt x="3165614" y="835450"/>
                  <a:pt x="3164097" y="835920"/>
                  <a:pt x="3163462" y="837438"/>
                </a:cubicBezTo>
                <a:cubicBezTo>
                  <a:pt x="3162992" y="838542"/>
                  <a:pt x="3163690" y="839863"/>
                  <a:pt x="3163462" y="840955"/>
                </a:cubicBezTo>
                <a:cubicBezTo>
                  <a:pt x="3162776" y="842905"/>
                  <a:pt x="3160807" y="844010"/>
                  <a:pt x="3160807" y="846181"/>
                </a:cubicBezTo>
                <a:cubicBezTo>
                  <a:pt x="3160807" y="848175"/>
                  <a:pt x="3161258" y="849680"/>
                  <a:pt x="3161684" y="851458"/>
                </a:cubicBezTo>
                <a:cubicBezTo>
                  <a:pt x="3161906" y="852557"/>
                  <a:pt x="3162579" y="853827"/>
                  <a:pt x="3162579" y="854957"/>
                </a:cubicBezTo>
                <a:cubicBezTo>
                  <a:pt x="3162776" y="856253"/>
                  <a:pt x="3164312" y="856919"/>
                  <a:pt x="3164312" y="858475"/>
                </a:cubicBezTo>
                <a:cubicBezTo>
                  <a:pt x="3164312" y="860202"/>
                  <a:pt x="3162350" y="860418"/>
                  <a:pt x="3161684" y="861948"/>
                </a:cubicBezTo>
                <a:cubicBezTo>
                  <a:pt x="3160807" y="863695"/>
                  <a:pt x="3158845" y="863936"/>
                  <a:pt x="3158204" y="865441"/>
                </a:cubicBezTo>
                <a:cubicBezTo>
                  <a:pt x="3157524" y="866984"/>
                  <a:pt x="3157524" y="868083"/>
                  <a:pt x="3157308" y="869854"/>
                </a:cubicBezTo>
                <a:lnTo>
                  <a:pt x="3161684" y="873334"/>
                </a:lnTo>
                <a:lnTo>
                  <a:pt x="3159950" y="876833"/>
                </a:lnTo>
                <a:cubicBezTo>
                  <a:pt x="3158623" y="876833"/>
                  <a:pt x="3157753" y="877068"/>
                  <a:pt x="3156457" y="876833"/>
                </a:cubicBezTo>
                <a:cubicBezTo>
                  <a:pt x="3152705" y="876204"/>
                  <a:pt x="3151390" y="873791"/>
                  <a:pt x="3147656" y="873334"/>
                </a:cubicBezTo>
                <a:cubicBezTo>
                  <a:pt x="3145066" y="873118"/>
                  <a:pt x="3143300" y="873334"/>
                  <a:pt x="3140652" y="873334"/>
                </a:cubicBezTo>
                <a:cubicBezTo>
                  <a:pt x="3138042" y="873334"/>
                  <a:pt x="3136284" y="873118"/>
                  <a:pt x="3133680" y="873334"/>
                </a:cubicBezTo>
                <a:cubicBezTo>
                  <a:pt x="3131921" y="873334"/>
                  <a:pt x="3129946" y="873791"/>
                  <a:pt x="3129267" y="875080"/>
                </a:cubicBezTo>
                <a:cubicBezTo>
                  <a:pt x="3128651" y="876401"/>
                  <a:pt x="3126657" y="876833"/>
                  <a:pt x="3126657" y="878579"/>
                </a:cubicBezTo>
                <a:cubicBezTo>
                  <a:pt x="3126657" y="880109"/>
                  <a:pt x="3127965" y="880764"/>
                  <a:pt x="3128410" y="882078"/>
                </a:cubicBezTo>
                <a:cubicBezTo>
                  <a:pt x="3129730" y="884948"/>
                  <a:pt x="3132118" y="886028"/>
                  <a:pt x="3134537" y="888218"/>
                </a:cubicBezTo>
                <a:lnTo>
                  <a:pt x="3133680" y="891711"/>
                </a:lnTo>
                <a:lnTo>
                  <a:pt x="3130156" y="892606"/>
                </a:lnTo>
                <a:cubicBezTo>
                  <a:pt x="3125336" y="889768"/>
                  <a:pt x="3122491" y="887806"/>
                  <a:pt x="3117919" y="884720"/>
                </a:cubicBezTo>
                <a:cubicBezTo>
                  <a:pt x="3116618" y="883831"/>
                  <a:pt x="3115506" y="883189"/>
                  <a:pt x="3114401" y="882078"/>
                </a:cubicBezTo>
                <a:cubicBezTo>
                  <a:pt x="3112871" y="880567"/>
                  <a:pt x="3112871" y="878147"/>
                  <a:pt x="3110890" y="877722"/>
                </a:cubicBezTo>
                <a:cubicBezTo>
                  <a:pt x="3109798" y="877481"/>
                  <a:pt x="3108731" y="876833"/>
                  <a:pt x="3107410" y="876833"/>
                </a:cubicBezTo>
                <a:cubicBezTo>
                  <a:pt x="3105854" y="876833"/>
                  <a:pt x="3105213" y="878382"/>
                  <a:pt x="3103911" y="878579"/>
                </a:cubicBezTo>
                <a:cubicBezTo>
                  <a:pt x="3100609" y="879443"/>
                  <a:pt x="3098895" y="881221"/>
                  <a:pt x="3096025" y="882980"/>
                </a:cubicBezTo>
                <a:cubicBezTo>
                  <a:pt x="3094704" y="883615"/>
                  <a:pt x="3094024" y="884948"/>
                  <a:pt x="3092538" y="885596"/>
                </a:cubicBezTo>
                <a:cubicBezTo>
                  <a:pt x="3091402" y="886028"/>
                  <a:pt x="3090094" y="886028"/>
                  <a:pt x="3089014" y="886466"/>
                </a:cubicBezTo>
                <a:cubicBezTo>
                  <a:pt x="3087693" y="887139"/>
                  <a:pt x="3086595" y="887577"/>
                  <a:pt x="3085503" y="888218"/>
                </a:cubicBezTo>
                <a:cubicBezTo>
                  <a:pt x="3084182" y="889088"/>
                  <a:pt x="3084182" y="890847"/>
                  <a:pt x="3082893" y="891711"/>
                </a:cubicBezTo>
                <a:cubicBezTo>
                  <a:pt x="3081585" y="892606"/>
                  <a:pt x="3080912" y="893698"/>
                  <a:pt x="3079375" y="894365"/>
                </a:cubicBezTo>
                <a:cubicBezTo>
                  <a:pt x="3075863" y="896118"/>
                  <a:pt x="3073025" y="895235"/>
                  <a:pt x="3068878" y="895235"/>
                </a:cubicBezTo>
                <a:cubicBezTo>
                  <a:pt x="3066249" y="895235"/>
                  <a:pt x="3064275" y="895419"/>
                  <a:pt x="3061881" y="896118"/>
                </a:cubicBezTo>
                <a:cubicBezTo>
                  <a:pt x="3060115" y="896543"/>
                  <a:pt x="3059258" y="898290"/>
                  <a:pt x="3057486" y="898728"/>
                </a:cubicBezTo>
                <a:cubicBezTo>
                  <a:pt x="3055531" y="899375"/>
                  <a:pt x="3054032" y="899610"/>
                  <a:pt x="3051809" y="899610"/>
                </a:cubicBezTo>
                <a:cubicBezTo>
                  <a:pt x="3047847" y="899610"/>
                  <a:pt x="3044367" y="899610"/>
                  <a:pt x="3041745" y="896981"/>
                </a:cubicBezTo>
                <a:cubicBezTo>
                  <a:pt x="3038455" y="893698"/>
                  <a:pt x="3039992" y="889539"/>
                  <a:pt x="3039992" y="884720"/>
                </a:cubicBezTo>
                <a:lnTo>
                  <a:pt x="3032950" y="884720"/>
                </a:lnTo>
                <a:cubicBezTo>
                  <a:pt x="3031883" y="885393"/>
                  <a:pt x="3030581" y="885837"/>
                  <a:pt x="3029470" y="886466"/>
                </a:cubicBezTo>
                <a:cubicBezTo>
                  <a:pt x="3028588" y="886917"/>
                  <a:pt x="3028797" y="888904"/>
                  <a:pt x="3027730" y="888904"/>
                </a:cubicBezTo>
                <a:cubicBezTo>
                  <a:pt x="3026409" y="888904"/>
                  <a:pt x="3025527" y="889088"/>
                  <a:pt x="3024244" y="889088"/>
                </a:cubicBezTo>
                <a:cubicBezTo>
                  <a:pt x="3022473" y="889088"/>
                  <a:pt x="3021577" y="888218"/>
                  <a:pt x="3019844" y="888218"/>
                </a:cubicBezTo>
                <a:lnTo>
                  <a:pt x="3012833" y="888218"/>
                </a:lnTo>
                <a:cubicBezTo>
                  <a:pt x="3010020" y="888218"/>
                  <a:pt x="3008229" y="888904"/>
                  <a:pt x="3005391" y="888904"/>
                </a:cubicBezTo>
                <a:cubicBezTo>
                  <a:pt x="3005601" y="893025"/>
                  <a:pt x="3005842" y="895419"/>
                  <a:pt x="3005391" y="899610"/>
                </a:cubicBezTo>
                <a:lnTo>
                  <a:pt x="2998171" y="899610"/>
                </a:lnTo>
                <a:cubicBezTo>
                  <a:pt x="2996006" y="899610"/>
                  <a:pt x="2994253" y="899864"/>
                  <a:pt x="2992697" y="898728"/>
                </a:cubicBezTo>
                <a:cubicBezTo>
                  <a:pt x="2991427" y="897877"/>
                  <a:pt x="2989630" y="897648"/>
                  <a:pt x="2989199" y="896118"/>
                </a:cubicBezTo>
                <a:cubicBezTo>
                  <a:pt x="2988094" y="893260"/>
                  <a:pt x="2988094" y="891089"/>
                  <a:pt x="2987452" y="888218"/>
                </a:cubicBezTo>
                <a:lnTo>
                  <a:pt x="2983960" y="889952"/>
                </a:lnTo>
                <a:lnTo>
                  <a:pt x="2976962" y="889952"/>
                </a:lnTo>
                <a:lnTo>
                  <a:pt x="2976962" y="883831"/>
                </a:lnTo>
                <a:cubicBezTo>
                  <a:pt x="2976962" y="882510"/>
                  <a:pt x="2976079" y="881672"/>
                  <a:pt x="2976079" y="880332"/>
                </a:cubicBezTo>
                <a:cubicBezTo>
                  <a:pt x="2976079" y="878820"/>
                  <a:pt x="2977616" y="878147"/>
                  <a:pt x="2977813" y="876833"/>
                </a:cubicBezTo>
                <a:lnTo>
                  <a:pt x="2991599" y="876833"/>
                </a:lnTo>
                <a:cubicBezTo>
                  <a:pt x="2994450" y="876833"/>
                  <a:pt x="2996190" y="877722"/>
                  <a:pt x="2998831" y="878579"/>
                </a:cubicBezTo>
                <a:cubicBezTo>
                  <a:pt x="3000362" y="879030"/>
                  <a:pt x="3000787" y="880567"/>
                  <a:pt x="3002349" y="881221"/>
                </a:cubicBezTo>
                <a:cubicBezTo>
                  <a:pt x="3004292" y="882078"/>
                  <a:pt x="3005601" y="882980"/>
                  <a:pt x="3007817" y="882980"/>
                </a:cubicBezTo>
                <a:cubicBezTo>
                  <a:pt x="3010458" y="882980"/>
                  <a:pt x="3012185" y="882313"/>
                  <a:pt x="3014802" y="882078"/>
                </a:cubicBezTo>
                <a:cubicBezTo>
                  <a:pt x="3015259" y="879443"/>
                  <a:pt x="3016383" y="877722"/>
                  <a:pt x="3016383" y="875080"/>
                </a:cubicBezTo>
                <a:cubicBezTo>
                  <a:pt x="3016592" y="871588"/>
                  <a:pt x="3014605" y="869854"/>
                  <a:pt x="3014605" y="866355"/>
                </a:cubicBezTo>
                <a:cubicBezTo>
                  <a:pt x="3014605" y="864127"/>
                  <a:pt x="3015500" y="863053"/>
                  <a:pt x="3016383" y="861066"/>
                </a:cubicBezTo>
                <a:cubicBezTo>
                  <a:pt x="3017227" y="859116"/>
                  <a:pt x="3019844" y="858240"/>
                  <a:pt x="3019844" y="855840"/>
                </a:cubicBezTo>
                <a:cubicBezTo>
                  <a:pt x="3019844" y="853198"/>
                  <a:pt x="3019190" y="851458"/>
                  <a:pt x="3018967" y="848817"/>
                </a:cubicBezTo>
                <a:lnTo>
                  <a:pt x="3012185" y="848817"/>
                </a:lnTo>
                <a:cubicBezTo>
                  <a:pt x="3010642" y="848817"/>
                  <a:pt x="3010020" y="850563"/>
                  <a:pt x="3008452" y="850563"/>
                </a:cubicBezTo>
                <a:cubicBezTo>
                  <a:pt x="3005842" y="850785"/>
                  <a:pt x="3003886" y="849680"/>
                  <a:pt x="3001473" y="850563"/>
                </a:cubicBezTo>
                <a:cubicBezTo>
                  <a:pt x="3000152" y="851026"/>
                  <a:pt x="2999282" y="851668"/>
                  <a:pt x="2997974" y="852322"/>
                </a:cubicBezTo>
                <a:cubicBezTo>
                  <a:pt x="2996641" y="852989"/>
                  <a:pt x="2997079" y="854709"/>
                  <a:pt x="2996190" y="855840"/>
                </a:cubicBezTo>
                <a:cubicBezTo>
                  <a:pt x="2995110" y="857135"/>
                  <a:pt x="2994691" y="859339"/>
                  <a:pt x="2992697" y="859339"/>
                </a:cubicBezTo>
                <a:lnTo>
                  <a:pt x="2990964" y="859339"/>
                </a:lnTo>
                <a:cubicBezTo>
                  <a:pt x="2989402" y="859561"/>
                  <a:pt x="2988773" y="857999"/>
                  <a:pt x="2987452" y="857580"/>
                </a:cubicBezTo>
                <a:cubicBezTo>
                  <a:pt x="2987655" y="854957"/>
                  <a:pt x="2987243" y="852766"/>
                  <a:pt x="2988341" y="850563"/>
                </a:cubicBezTo>
                <a:cubicBezTo>
                  <a:pt x="2988989" y="849058"/>
                  <a:pt x="2991173" y="849483"/>
                  <a:pt x="2991840" y="847953"/>
                </a:cubicBezTo>
                <a:cubicBezTo>
                  <a:pt x="2992259" y="846855"/>
                  <a:pt x="2992697" y="845959"/>
                  <a:pt x="2992697" y="844670"/>
                </a:cubicBezTo>
                <a:lnTo>
                  <a:pt x="2992697" y="839215"/>
                </a:lnTo>
                <a:cubicBezTo>
                  <a:pt x="2990126" y="839400"/>
                  <a:pt x="2988341" y="840073"/>
                  <a:pt x="2985693" y="840073"/>
                </a:cubicBezTo>
                <a:cubicBezTo>
                  <a:pt x="2984385" y="840073"/>
                  <a:pt x="2983522" y="839400"/>
                  <a:pt x="2982201" y="839215"/>
                </a:cubicBezTo>
                <a:cubicBezTo>
                  <a:pt x="2982429" y="837438"/>
                  <a:pt x="2982429" y="836358"/>
                  <a:pt x="2983064" y="834796"/>
                </a:cubicBezTo>
                <a:cubicBezTo>
                  <a:pt x="2984385" y="832186"/>
                  <a:pt x="2986785" y="830656"/>
                  <a:pt x="2987452" y="827798"/>
                </a:cubicBezTo>
                <a:cubicBezTo>
                  <a:pt x="2987655" y="826725"/>
                  <a:pt x="2987452" y="825646"/>
                  <a:pt x="2987452" y="824337"/>
                </a:cubicBezTo>
                <a:cubicBezTo>
                  <a:pt x="2987452" y="822985"/>
                  <a:pt x="2987655" y="821918"/>
                  <a:pt x="2987452" y="820801"/>
                </a:cubicBezTo>
                <a:cubicBezTo>
                  <a:pt x="2987001" y="819270"/>
                  <a:pt x="2985496" y="818838"/>
                  <a:pt x="2984830" y="817308"/>
                </a:cubicBezTo>
                <a:cubicBezTo>
                  <a:pt x="2984163" y="815994"/>
                  <a:pt x="2983960" y="814863"/>
                  <a:pt x="2983064" y="813809"/>
                </a:cubicBezTo>
                <a:cubicBezTo>
                  <a:pt x="2981991" y="812482"/>
                  <a:pt x="2982201" y="810310"/>
                  <a:pt x="2980455" y="810310"/>
                </a:cubicBezTo>
                <a:cubicBezTo>
                  <a:pt x="2979121" y="810310"/>
                  <a:pt x="2978270" y="811180"/>
                  <a:pt x="2976962" y="811180"/>
                </a:cubicBezTo>
                <a:cubicBezTo>
                  <a:pt x="2974962" y="811180"/>
                  <a:pt x="2973228" y="812266"/>
                  <a:pt x="2972562" y="813809"/>
                </a:cubicBezTo>
                <a:cubicBezTo>
                  <a:pt x="2971463" y="815994"/>
                  <a:pt x="2971927" y="818610"/>
                  <a:pt x="2970815" y="820801"/>
                </a:cubicBezTo>
                <a:cubicBezTo>
                  <a:pt x="2969304" y="823658"/>
                  <a:pt x="2967545" y="825836"/>
                  <a:pt x="2964707" y="826916"/>
                </a:cubicBezTo>
                <a:cubicBezTo>
                  <a:pt x="2963570" y="827366"/>
                  <a:pt x="2962268" y="826725"/>
                  <a:pt x="2961201" y="826916"/>
                </a:cubicBezTo>
                <a:cubicBezTo>
                  <a:pt x="2959652" y="827157"/>
                  <a:pt x="2958331" y="827366"/>
                  <a:pt x="2956788" y="827798"/>
                </a:cubicBezTo>
                <a:cubicBezTo>
                  <a:pt x="2955048" y="828262"/>
                  <a:pt x="2953308" y="829335"/>
                  <a:pt x="2953308" y="831297"/>
                </a:cubicBezTo>
                <a:cubicBezTo>
                  <a:pt x="2953308" y="833494"/>
                  <a:pt x="2955048" y="834364"/>
                  <a:pt x="2955048" y="836574"/>
                </a:cubicBezTo>
                <a:lnTo>
                  <a:pt x="2955048" y="838295"/>
                </a:lnTo>
                <a:cubicBezTo>
                  <a:pt x="2954851" y="839400"/>
                  <a:pt x="2955048" y="841184"/>
                  <a:pt x="2954185" y="841813"/>
                </a:cubicBezTo>
                <a:cubicBezTo>
                  <a:pt x="2953308" y="842467"/>
                  <a:pt x="2951791" y="842283"/>
                  <a:pt x="2950692" y="842721"/>
                </a:cubicBezTo>
                <a:cubicBezTo>
                  <a:pt x="2949575" y="843146"/>
                  <a:pt x="2948292" y="843324"/>
                  <a:pt x="2947200" y="843591"/>
                </a:cubicBezTo>
                <a:cubicBezTo>
                  <a:pt x="2943663" y="844880"/>
                  <a:pt x="2941916" y="847750"/>
                  <a:pt x="2941916" y="851458"/>
                </a:cubicBezTo>
                <a:cubicBezTo>
                  <a:pt x="2941916" y="854957"/>
                  <a:pt x="2942583" y="857338"/>
                  <a:pt x="2944558" y="860202"/>
                </a:cubicBezTo>
                <a:cubicBezTo>
                  <a:pt x="2945403" y="861498"/>
                  <a:pt x="2945879" y="862615"/>
                  <a:pt x="2947200" y="863695"/>
                </a:cubicBezTo>
                <a:cubicBezTo>
                  <a:pt x="2948063" y="864368"/>
                  <a:pt x="2949575" y="863936"/>
                  <a:pt x="2950692" y="864628"/>
                </a:cubicBezTo>
                <a:cubicBezTo>
                  <a:pt x="2952000" y="865238"/>
                  <a:pt x="2952870" y="866540"/>
                  <a:pt x="2954185" y="867225"/>
                </a:cubicBezTo>
                <a:cubicBezTo>
                  <a:pt x="2953969" y="868298"/>
                  <a:pt x="2953518" y="869588"/>
                  <a:pt x="2953308" y="870692"/>
                </a:cubicBezTo>
                <a:cubicBezTo>
                  <a:pt x="2953080" y="872007"/>
                  <a:pt x="2951130" y="872674"/>
                  <a:pt x="2951130" y="874210"/>
                </a:cubicBezTo>
                <a:cubicBezTo>
                  <a:pt x="2951130" y="875753"/>
                  <a:pt x="2952438" y="876204"/>
                  <a:pt x="2952438" y="877722"/>
                </a:cubicBezTo>
                <a:lnTo>
                  <a:pt x="2952438" y="881221"/>
                </a:lnTo>
                <a:cubicBezTo>
                  <a:pt x="2952438" y="883399"/>
                  <a:pt x="2951130" y="884720"/>
                  <a:pt x="2951130" y="886917"/>
                </a:cubicBezTo>
                <a:cubicBezTo>
                  <a:pt x="2951130" y="887806"/>
                  <a:pt x="2950692" y="888218"/>
                  <a:pt x="2950692" y="889088"/>
                </a:cubicBezTo>
                <a:cubicBezTo>
                  <a:pt x="2950692" y="890409"/>
                  <a:pt x="2951130" y="891489"/>
                  <a:pt x="2951562" y="892606"/>
                </a:cubicBezTo>
                <a:cubicBezTo>
                  <a:pt x="2952000" y="894124"/>
                  <a:pt x="2953518" y="894562"/>
                  <a:pt x="2954185" y="896118"/>
                </a:cubicBezTo>
                <a:cubicBezTo>
                  <a:pt x="2955290" y="898728"/>
                  <a:pt x="2956788" y="900290"/>
                  <a:pt x="2956788" y="903300"/>
                </a:cubicBezTo>
                <a:lnTo>
                  <a:pt x="2956788" y="910132"/>
                </a:lnTo>
                <a:lnTo>
                  <a:pt x="2951562" y="910132"/>
                </a:lnTo>
                <a:cubicBezTo>
                  <a:pt x="2949822" y="910132"/>
                  <a:pt x="2948927" y="910780"/>
                  <a:pt x="2947200" y="910996"/>
                </a:cubicBezTo>
                <a:cubicBezTo>
                  <a:pt x="2943663" y="911434"/>
                  <a:pt x="2941916" y="911859"/>
                  <a:pt x="2938424" y="911859"/>
                </a:cubicBezTo>
                <a:lnTo>
                  <a:pt x="2934023" y="911859"/>
                </a:lnTo>
                <a:cubicBezTo>
                  <a:pt x="2931648" y="911859"/>
                  <a:pt x="2930347" y="910996"/>
                  <a:pt x="2927927" y="910996"/>
                </a:cubicBezTo>
                <a:cubicBezTo>
                  <a:pt x="2924422" y="910780"/>
                  <a:pt x="2922676" y="910996"/>
                  <a:pt x="2919139" y="910996"/>
                </a:cubicBezTo>
                <a:cubicBezTo>
                  <a:pt x="2916516" y="910996"/>
                  <a:pt x="2914326" y="910570"/>
                  <a:pt x="2912141" y="911859"/>
                </a:cubicBezTo>
                <a:cubicBezTo>
                  <a:pt x="2910833" y="912501"/>
                  <a:pt x="2911487" y="914723"/>
                  <a:pt x="2910395" y="915358"/>
                </a:cubicBezTo>
                <a:cubicBezTo>
                  <a:pt x="2909328" y="916006"/>
                  <a:pt x="2908204" y="916679"/>
                  <a:pt x="2906909" y="917130"/>
                </a:cubicBezTo>
                <a:cubicBezTo>
                  <a:pt x="2904261" y="918235"/>
                  <a:pt x="2901194" y="917130"/>
                  <a:pt x="2899022" y="918876"/>
                </a:cubicBezTo>
                <a:cubicBezTo>
                  <a:pt x="2898165" y="919530"/>
                  <a:pt x="2898794" y="921251"/>
                  <a:pt x="2898165" y="922381"/>
                </a:cubicBezTo>
                <a:cubicBezTo>
                  <a:pt x="2897485" y="923461"/>
                  <a:pt x="2896857" y="924559"/>
                  <a:pt x="2896393" y="925880"/>
                </a:cubicBezTo>
                <a:cubicBezTo>
                  <a:pt x="2894418" y="928496"/>
                  <a:pt x="2892024" y="931995"/>
                  <a:pt x="2888526" y="931995"/>
                </a:cubicBezTo>
                <a:cubicBezTo>
                  <a:pt x="2886760" y="931995"/>
                  <a:pt x="2886551" y="929614"/>
                  <a:pt x="2885001" y="929354"/>
                </a:cubicBezTo>
                <a:lnTo>
                  <a:pt x="2881280" y="929354"/>
                </a:lnTo>
                <a:lnTo>
                  <a:pt x="2878010" y="929354"/>
                </a:lnTo>
                <a:cubicBezTo>
                  <a:pt x="2876696" y="929354"/>
                  <a:pt x="2875819" y="930268"/>
                  <a:pt x="2874498" y="930268"/>
                </a:cubicBezTo>
                <a:cubicBezTo>
                  <a:pt x="2873190" y="930268"/>
                  <a:pt x="2872339" y="929614"/>
                  <a:pt x="2871006" y="929614"/>
                </a:cubicBezTo>
                <a:lnTo>
                  <a:pt x="2871006" y="936396"/>
                </a:lnTo>
                <a:lnTo>
                  <a:pt x="2878010" y="939863"/>
                </a:lnTo>
                <a:lnTo>
                  <a:pt x="2878010" y="951242"/>
                </a:lnTo>
                <a:cubicBezTo>
                  <a:pt x="2876041" y="951242"/>
                  <a:pt x="2874498" y="950823"/>
                  <a:pt x="2872778" y="951242"/>
                </a:cubicBezTo>
                <a:cubicBezTo>
                  <a:pt x="2871457" y="951477"/>
                  <a:pt x="2870593" y="952563"/>
                  <a:pt x="2869272" y="953007"/>
                </a:cubicBezTo>
                <a:cubicBezTo>
                  <a:pt x="2868180" y="953465"/>
                  <a:pt x="2866847" y="953465"/>
                  <a:pt x="2865748" y="953890"/>
                </a:cubicBezTo>
                <a:cubicBezTo>
                  <a:pt x="2864218" y="954544"/>
                  <a:pt x="2863551" y="955878"/>
                  <a:pt x="2862230" y="956519"/>
                </a:cubicBezTo>
                <a:cubicBezTo>
                  <a:pt x="2859379" y="958272"/>
                  <a:pt x="2857887" y="959586"/>
                  <a:pt x="2855245" y="961802"/>
                </a:cubicBezTo>
                <a:cubicBezTo>
                  <a:pt x="2853931" y="962856"/>
                  <a:pt x="2853296" y="964412"/>
                  <a:pt x="2851721" y="965269"/>
                </a:cubicBezTo>
                <a:cubicBezTo>
                  <a:pt x="2850413" y="965911"/>
                  <a:pt x="2849759" y="967695"/>
                  <a:pt x="2848229" y="967873"/>
                </a:cubicBezTo>
                <a:lnTo>
                  <a:pt x="2844736" y="967873"/>
                </a:lnTo>
                <a:cubicBezTo>
                  <a:pt x="2840361" y="968336"/>
                  <a:pt x="2837719" y="967873"/>
                  <a:pt x="2833344" y="967873"/>
                </a:cubicBezTo>
                <a:lnTo>
                  <a:pt x="2833344" y="988929"/>
                </a:lnTo>
                <a:cubicBezTo>
                  <a:pt x="2828302" y="988929"/>
                  <a:pt x="2825038" y="988929"/>
                  <a:pt x="2820212" y="989787"/>
                </a:cubicBezTo>
                <a:cubicBezTo>
                  <a:pt x="2819146" y="989787"/>
                  <a:pt x="2817799" y="990441"/>
                  <a:pt x="2816720" y="990669"/>
                </a:cubicBezTo>
                <a:cubicBezTo>
                  <a:pt x="2815609" y="990866"/>
                  <a:pt x="2814300" y="991311"/>
                  <a:pt x="2813208" y="991533"/>
                </a:cubicBezTo>
                <a:lnTo>
                  <a:pt x="2813208" y="1002055"/>
                </a:lnTo>
                <a:lnTo>
                  <a:pt x="2800305" y="1002055"/>
                </a:lnTo>
                <a:cubicBezTo>
                  <a:pt x="2798781" y="1002055"/>
                  <a:pt x="2798114" y="1000328"/>
                  <a:pt x="2796584" y="1000328"/>
                </a:cubicBezTo>
                <a:cubicBezTo>
                  <a:pt x="2793955" y="1000067"/>
                  <a:pt x="2791987" y="1000950"/>
                  <a:pt x="2789586" y="1000328"/>
                </a:cubicBezTo>
                <a:cubicBezTo>
                  <a:pt x="2788050" y="1000067"/>
                  <a:pt x="2786500" y="1000328"/>
                  <a:pt x="2785167" y="999420"/>
                </a:cubicBezTo>
                <a:cubicBezTo>
                  <a:pt x="2784328" y="998988"/>
                  <a:pt x="2785865" y="996784"/>
                  <a:pt x="2785167" y="995895"/>
                </a:cubicBezTo>
                <a:cubicBezTo>
                  <a:pt x="2783871" y="994175"/>
                  <a:pt x="2782995" y="992447"/>
                  <a:pt x="2780849" y="992447"/>
                </a:cubicBezTo>
                <a:cubicBezTo>
                  <a:pt x="2778861" y="992447"/>
                  <a:pt x="2777509" y="993095"/>
                  <a:pt x="2775584" y="993254"/>
                </a:cubicBezTo>
                <a:lnTo>
                  <a:pt x="2775584" y="1003807"/>
                </a:lnTo>
                <a:cubicBezTo>
                  <a:pt x="2778207" y="1004900"/>
                  <a:pt x="2779928" y="1005560"/>
                  <a:pt x="2782563" y="1006405"/>
                </a:cubicBezTo>
                <a:lnTo>
                  <a:pt x="2779083" y="1013440"/>
                </a:lnTo>
                <a:lnTo>
                  <a:pt x="2780849" y="1016939"/>
                </a:lnTo>
                <a:lnTo>
                  <a:pt x="2780849" y="1021295"/>
                </a:lnTo>
                <a:cubicBezTo>
                  <a:pt x="2776429" y="1021537"/>
                  <a:pt x="2774029" y="1022159"/>
                  <a:pt x="2769647" y="1022159"/>
                </a:cubicBezTo>
                <a:cubicBezTo>
                  <a:pt x="2768130" y="1022159"/>
                  <a:pt x="2767247" y="1020629"/>
                  <a:pt x="2765964" y="1020432"/>
                </a:cubicBezTo>
                <a:cubicBezTo>
                  <a:pt x="2764834" y="1020432"/>
                  <a:pt x="2763735" y="1019524"/>
                  <a:pt x="2762427" y="1019524"/>
                </a:cubicBezTo>
                <a:cubicBezTo>
                  <a:pt x="2761094" y="1019524"/>
                  <a:pt x="2760237" y="1020432"/>
                  <a:pt x="2758928" y="1020432"/>
                </a:cubicBezTo>
                <a:cubicBezTo>
                  <a:pt x="2757163" y="1020432"/>
                  <a:pt x="2756071" y="1020857"/>
                  <a:pt x="2754553" y="1020432"/>
                </a:cubicBezTo>
                <a:cubicBezTo>
                  <a:pt x="2753004" y="1020006"/>
                  <a:pt x="2752350" y="1018679"/>
                  <a:pt x="2751042" y="1017790"/>
                </a:cubicBezTo>
                <a:cubicBezTo>
                  <a:pt x="2749950" y="1017149"/>
                  <a:pt x="2749950" y="1015377"/>
                  <a:pt x="2749296" y="1014298"/>
                </a:cubicBezTo>
                <a:cubicBezTo>
                  <a:pt x="2746654" y="1015377"/>
                  <a:pt x="2744927" y="1016501"/>
                  <a:pt x="2742279" y="1016939"/>
                </a:cubicBezTo>
                <a:cubicBezTo>
                  <a:pt x="2741193" y="1017149"/>
                  <a:pt x="2739872" y="1016711"/>
                  <a:pt x="2738805" y="1016939"/>
                </a:cubicBezTo>
                <a:cubicBezTo>
                  <a:pt x="2736183" y="1017365"/>
                  <a:pt x="2733948" y="1018019"/>
                  <a:pt x="2731789" y="1019524"/>
                </a:cubicBezTo>
                <a:cubicBezTo>
                  <a:pt x="2730468" y="1020432"/>
                  <a:pt x="2728937" y="1020857"/>
                  <a:pt x="2728309" y="1022159"/>
                </a:cubicBezTo>
                <a:cubicBezTo>
                  <a:pt x="2727617" y="1023277"/>
                  <a:pt x="2727420" y="1024362"/>
                  <a:pt x="2727420" y="1025677"/>
                </a:cubicBezTo>
                <a:cubicBezTo>
                  <a:pt x="2727420" y="1027207"/>
                  <a:pt x="2728309" y="1028077"/>
                  <a:pt x="2729179" y="1029176"/>
                </a:cubicBezTo>
                <a:cubicBezTo>
                  <a:pt x="2729801" y="1030046"/>
                  <a:pt x="2731789" y="1028750"/>
                  <a:pt x="2732671" y="1029176"/>
                </a:cubicBezTo>
                <a:cubicBezTo>
                  <a:pt x="2733948" y="1030046"/>
                  <a:pt x="2733948" y="1032033"/>
                  <a:pt x="2735268" y="1032681"/>
                </a:cubicBezTo>
                <a:cubicBezTo>
                  <a:pt x="2736380" y="1033367"/>
                  <a:pt x="2737484" y="1033805"/>
                  <a:pt x="2738805" y="1034446"/>
                </a:cubicBezTo>
                <a:cubicBezTo>
                  <a:pt x="2740113" y="1035088"/>
                  <a:pt x="2741002" y="1035964"/>
                  <a:pt x="2742279" y="1036180"/>
                </a:cubicBezTo>
                <a:cubicBezTo>
                  <a:pt x="2745155" y="1036847"/>
                  <a:pt x="2747098" y="1035964"/>
                  <a:pt x="2750178" y="1036180"/>
                </a:cubicBezTo>
                <a:lnTo>
                  <a:pt x="2753671" y="1036180"/>
                </a:lnTo>
                <a:cubicBezTo>
                  <a:pt x="2755182" y="1036408"/>
                  <a:pt x="2755855" y="1038167"/>
                  <a:pt x="2757163" y="1038815"/>
                </a:cubicBezTo>
                <a:cubicBezTo>
                  <a:pt x="2758484" y="1039475"/>
                  <a:pt x="2759367" y="1040561"/>
                  <a:pt x="2760675" y="1041438"/>
                </a:cubicBezTo>
                <a:cubicBezTo>
                  <a:pt x="2761792" y="1042117"/>
                  <a:pt x="2763088" y="1042542"/>
                  <a:pt x="2764193" y="1043197"/>
                </a:cubicBezTo>
                <a:cubicBezTo>
                  <a:pt x="2765501" y="1044060"/>
                  <a:pt x="2765717" y="1045622"/>
                  <a:pt x="2766822" y="1046702"/>
                </a:cubicBezTo>
                <a:cubicBezTo>
                  <a:pt x="2769209" y="1049115"/>
                  <a:pt x="2771190" y="1050861"/>
                  <a:pt x="2773787" y="1052849"/>
                </a:cubicBezTo>
                <a:lnTo>
                  <a:pt x="2773787" y="1071200"/>
                </a:lnTo>
                <a:cubicBezTo>
                  <a:pt x="2774943" y="1072318"/>
                  <a:pt x="2775121" y="1073842"/>
                  <a:pt x="2776429" y="1074705"/>
                </a:cubicBezTo>
                <a:cubicBezTo>
                  <a:pt x="2777509" y="1075385"/>
                  <a:pt x="2778632" y="1075810"/>
                  <a:pt x="2779928" y="1076464"/>
                </a:cubicBezTo>
                <a:cubicBezTo>
                  <a:pt x="2782563" y="1077995"/>
                  <a:pt x="2784544" y="1078198"/>
                  <a:pt x="2786913" y="1079982"/>
                </a:cubicBezTo>
                <a:cubicBezTo>
                  <a:pt x="2788462" y="1081062"/>
                  <a:pt x="2789586" y="1083043"/>
                  <a:pt x="2789586" y="1085214"/>
                </a:cubicBezTo>
                <a:cubicBezTo>
                  <a:pt x="2789586" y="1087189"/>
                  <a:pt x="2788888" y="1088720"/>
                  <a:pt x="2788704" y="1090466"/>
                </a:cubicBezTo>
                <a:cubicBezTo>
                  <a:pt x="2788278" y="1092669"/>
                  <a:pt x="2786913" y="1094187"/>
                  <a:pt x="2786913" y="1096600"/>
                </a:cubicBezTo>
                <a:cubicBezTo>
                  <a:pt x="2786913" y="1101426"/>
                  <a:pt x="2788888" y="1104036"/>
                  <a:pt x="2789586" y="1108881"/>
                </a:cubicBezTo>
                <a:cubicBezTo>
                  <a:pt x="2789796" y="1110843"/>
                  <a:pt x="2789586" y="1112132"/>
                  <a:pt x="2789586" y="1114101"/>
                </a:cubicBezTo>
                <a:cubicBezTo>
                  <a:pt x="2789586" y="1116095"/>
                  <a:pt x="2790450" y="1117625"/>
                  <a:pt x="2789586" y="1119371"/>
                </a:cubicBezTo>
                <a:cubicBezTo>
                  <a:pt x="2787592" y="1123537"/>
                  <a:pt x="2783236" y="1123950"/>
                  <a:pt x="2779928" y="1127245"/>
                </a:cubicBezTo>
                <a:cubicBezTo>
                  <a:pt x="2779083" y="1128147"/>
                  <a:pt x="2779928" y="1129868"/>
                  <a:pt x="2779083" y="1130750"/>
                </a:cubicBezTo>
                <a:cubicBezTo>
                  <a:pt x="2778207" y="1131633"/>
                  <a:pt x="2776664" y="1131855"/>
                  <a:pt x="2775584" y="1132497"/>
                </a:cubicBezTo>
                <a:cubicBezTo>
                  <a:pt x="2772048" y="1135138"/>
                  <a:pt x="2769463" y="1136859"/>
                  <a:pt x="2765056" y="1136859"/>
                </a:cubicBezTo>
                <a:lnTo>
                  <a:pt x="2761538" y="1136859"/>
                </a:lnTo>
                <a:cubicBezTo>
                  <a:pt x="2759773" y="1136859"/>
                  <a:pt x="2758725" y="1135576"/>
                  <a:pt x="2757163" y="1135138"/>
                </a:cubicBezTo>
                <a:cubicBezTo>
                  <a:pt x="2754979" y="1134465"/>
                  <a:pt x="2753245" y="1133798"/>
                  <a:pt x="2751042" y="1133379"/>
                </a:cubicBezTo>
                <a:cubicBezTo>
                  <a:pt x="2749950" y="1133151"/>
                  <a:pt x="2748876" y="1132497"/>
                  <a:pt x="2747556" y="1132497"/>
                </a:cubicBezTo>
                <a:cubicBezTo>
                  <a:pt x="2744057" y="1132497"/>
                  <a:pt x="2742279" y="1132935"/>
                  <a:pt x="2738805" y="1132497"/>
                </a:cubicBezTo>
                <a:cubicBezTo>
                  <a:pt x="2737040" y="1132312"/>
                  <a:pt x="2736615" y="1130534"/>
                  <a:pt x="2735268" y="1129868"/>
                </a:cubicBezTo>
                <a:cubicBezTo>
                  <a:pt x="2733751" y="1128998"/>
                  <a:pt x="2733319" y="1127245"/>
                  <a:pt x="2731789" y="1126343"/>
                </a:cubicBezTo>
                <a:cubicBezTo>
                  <a:pt x="2730468" y="1125727"/>
                  <a:pt x="2729610" y="1125499"/>
                  <a:pt x="2728067" y="1125499"/>
                </a:cubicBezTo>
                <a:lnTo>
                  <a:pt x="2696991" y="1125499"/>
                </a:lnTo>
                <a:cubicBezTo>
                  <a:pt x="2693479" y="1125499"/>
                  <a:pt x="2691517" y="1124629"/>
                  <a:pt x="2688018" y="1124629"/>
                </a:cubicBezTo>
                <a:cubicBezTo>
                  <a:pt x="2686265" y="1124629"/>
                  <a:pt x="2685154" y="1124858"/>
                  <a:pt x="2683611" y="1124629"/>
                </a:cubicBezTo>
                <a:cubicBezTo>
                  <a:pt x="2681446" y="1124375"/>
                  <a:pt x="2680785" y="1121111"/>
                  <a:pt x="2678398" y="1121111"/>
                </a:cubicBezTo>
                <a:lnTo>
                  <a:pt x="2676626" y="1121111"/>
                </a:lnTo>
                <a:cubicBezTo>
                  <a:pt x="2675305" y="1121333"/>
                  <a:pt x="2673769" y="1121771"/>
                  <a:pt x="2673121" y="1122895"/>
                </a:cubicBezTo>
                <a:cubicBezTo>
                  <a:pt x="2672460" y="1123734"/>
                  <a:pt x="2673584" y="1125296"/>
                  <a:pt x="2673121" y="1126343"/>
                </a:cubicBezTo>
                <a:cubicBezTo>
                  <a:pt x="2672664" y="1127683"/>
                  <a:pt x="2671813" y="1128566"/>
                  <a:pt x="2671368" y="1129868"/>
                </a:cubicBezTo>
                <a:lnTo>
                  <a:pt x="2653849" y="1129868"/>
                </a:lnTo>
                <a:lnTo>
                  <a:pt x="2652109" y="1133379"/>
                </a:lnTo>
                <a:cubicBezTo>
                  <a:pt x="2652979" y="1134465"/>
                  <a:pt x="2653645" y="1135805"/>
                  <a:pt x="2654700" y="1136859"/>
                </a:cubicBezTo>
                <a:cubicBezTo>
                  <a:pt x="2655836" y="1137989"/>
                  <a:pt x="2657348" y="1138186"/>
                  <a:pt x="2658249" y="1139507"/>
                </a:cubicBezTo>
                <a:cubicBezTo>
                  <a:pt x="2659329" y="1141031"/>
                  <a:pt x="2659100" y="1142777"/>
                  <a:pt x="2659100" y="1144752"/>
                </a:cubicBezTo>
                <a:cubicBezTo>
                  <a:pt x="2659100" y="1146746"/>
                  <a:pt x="2658675" y="1148264"/>
                  <a:pt x="2658249" y="1150023"/>
                </a:cubicBezTo>
                <a:cubicBezTo>
                  <a:pt x="2657348" y="1153299"/>
                  <a:pt x="2655608" y="1155268"/>
                  <a:pt x="2655608" y="1158786"/>
                </a:cubicBezTo>
                <a:cubicBezTo>
                  <a:pt x="2655608" y="1161192"/>
                  <a:pt x="2655836" y="1162697"/>
                  <a:pt x="2656478" y="1164888"/>
                </a:cubicBezTo>
                <a:cubicBezTo>
                  <a:pt x="2656928" y="1166221"/>
                  <a:pt x="2657779" y="1167104"/>
                  <a:pt x="2658249" y="1168438"/>
                </a:cubicBezTo>
                <a:cubicBezTo>
                  <a:pt x="2658916" y="1169955"/>
                  <a:pt x="2660859" y="1170362"/>
                  <a:pt x="2660859" y="1172108"/>
                </a:cubicBezTo>
                <a:lnTo>
                  <a:pt x="2660859" y="1192701"/>
                </a:lnTo>
                <a:cubicBezTo>
                  <a:pt x="2660859" y="1194231"/>
                  <a:pt x="2660650" y="1195330"/>
                  <a:pt x="2659983" y="1196441"/>
                </a:cubicBezTo>
                <a:cubicBezTo>
                  <a:pt x="2659100" y="1197730"/>
                  <a:pt x="2657348" y="1197730"/>
                  <a:pt x="2656478" y="1199051"/>
                </a:cubicBezTo>
                <a:cubicBezTo>
                  <a:pt x="2655836" y="1200150"/>
                  <a:pt x="2655398" y="1201445"/>
                  <a:pt x="2654700" y="1202562"/>
                </a:cubicBezTo>
                <a:cubicBezTo>
                  <a:pt x="2652318" y="1206023"/>
                  <a:pt x="2650356" y="1208671"/>
                  <a:pt x="2650356" y="1213078"/>
                </a:cubicBezTo>
                <a:cubicBezTo>
                  <a:pt x="2650356" y="1214386"/>
                  <a:pt x="2650128" y="1215485"/>
                  <a:pt x="2650356" y="1216564"/>
                </a:cubicBezTo>
                <a:cubicBezTo>
                  <a:pt x="2650794" y="1218101"/>
                  <a:pt x="2652318" y="1218545"/>
                  <a:pt x="2652979" y="1220050"/>
                </a:cubicBezTo>
                <a:lnTo>
                  <a:pt x="2654700" y="1223594"/>
                </a:lnTo>
                <a:cubicBezTo>
                  <a:pt x="2655608" y="1225092"/>
                  <a:pt x="2657144" y="1226216"/>
                  <a:pt x="2657348" y="1227937"/>
                </a:cubicBezTo>
                <a:lnTo>
                  <a:pt x="2657348" y="1231436"/>
                </a:lnTo>
                <a:lnTo>
                  <a:pt x="2657348" y="1234941"/>
                </a:lnTo>
                <a:cubicBezTo>
                  <a:pt x="2657144" y="1236497"/>
                  <a:pt x="2655169" y="1236929"/>
                  <a:pt x="2654700" y="1238465"/>
                </a:cubicBezTo>
                <a:cubicBezTo>
                  <a:pt x="2654103" y="1240428"/>
                  <a:pt x="2653849" y="1241736"/>
                  <a:pt x="2653849" y="1243933"/>
                </a:cubicBezTo>
                <a:cubicBezTo>
                  <a:pt x="2653849" y="1247235"/>
                  <a:pt x="2654515" y="1249171"/>
                  <a:pt x="2654700" y="1252467"/>
                </a:cubicBezTo>
                <a:lnTo>
                  <a:pt x="2665018" y="1252467"/>
                </a:lnTo>
                <a:cubicBezTo>
                  <a:pt x="2668117" y="1252467"/>
                  <a:pt x="2670060" y="1250708"/>
                  <a:pt x="2673121" y="1250708"/>
                </a:cubicBezTo>
                <a:cubicBezTo>
                  <a:pt x="2674651" y="1250708"/>
                  <a:pt x="2675305" y="1252042"/>
                  <a:pt x="2676626" y="1252467"/>
                </a:cubicBezTo>
                <a:cubicBezTo>
                  <a:pt x="2678144" y="1253121"/>
                  <a:pt x="2677947" y="1255096"/>
                  <a:pt x="2679249" y="1255953"/>
                </a:cubicBezTo>
                <a:cubicBezTo>
                  <a:pt x="2680785" y="1256830"/>
                  <a:pt x="2682532" y="1256830"/>
                  <a:pt x="2684506" y="1256830"/>
                </a:cubicBezTo>
                <a:cubicBezTo>
                  <a:pt x="2688018" y="1256830"/>
                  <a:pt x="2689758" y="1254188"/>
                  <a:pt x="2693257" y="1254188"/>
                </a:cubicBezTo>
                <a:cubicBezTo>
                  <a:pt x="2694984" y="1254188"/>
                  <a:pt x="2695206" y="1256404"/>
                  <a:pt x="2696768" y="1256830"/>
                </a:cubicBezTo>
                <a:cubicBezTo>
                  <a:pt x="2698083" y="1257274"/>
                  <a:pt x="2698934" y="1258125"/>
                  <a:pt x="2700267" y="1258582"/>
                </a:cubicBezTo>
                <a:cubicBezTo>
                  <a:pt x="2701359" y="1259046"/>
                  <a:pt x="2702655" y="1259046"/>
                  <a:pt x="2703760" y="1259471"/>
                </a:cubicBezTo>
                <a:lnTo>
                  <a:pt x="2707284" y="1261205"/>
                </a:lnTo>
                <a:cubicBezTo>
                  <a:pt x="2708586" y="1261878"/>
                  <a:pt x="2709011" y="1263415"/>
                  <a:pt x="2709881" y="1264710"/>
                </a:cubicBezTo>
                <a:cubicBezTo>
                  <a:pt x="2710776" y="1266024"/>
                  <a:pt x="2711850" y="1266926"/>
                  <a:pt x="2712535" y="1268215"/>
                </a:cubicBezTo>
                <a:cubicBezTo>
                  <a:pt x="2713164" y="1269307"/>
                  <a:pt x="2712745" y="1270641"/>
                  <a:pt x="2713418" y="1271720"/>
                </a:cubicBezTo>
                <a:cubicBezTo>
                  <a:pt x="2714040" y="1273016"/>
                  <a:pt x="2715818" y="1273016"/>
                  <a:pt x="2716904" y="1274349"/>
                </a:cubicBezTo>
                <a:lnTo>
                  <a:pt x="2718657" y="1269949"/>
                </a:lnTo>
                <a:lnTo>
                  <a:pt x="2715177" y="1269110"/>
                </a:lnTo>
                <a:cubicBezTo>
                  <a:pt x="2716453" y="1268660"/>
                  <a:pt x="2717107" y="1267358"/>
                  <a:pt x="2718657" y="1267358"/>
                </a:cubicBezTo>
                <a:cubicBezTo>
                  <a:pt x="2721254" y="1267123"/>
                  <a:pt x="2723026" y="1267561"/>
                  <a:pt x="2725667" y="1267358"/>
                </a:cubicBezTo>
                <a:cubicBezTo>
                  <a:pt x="2728309" y="1267123"/>
                  <a:pt x="2730246" y="1266501"/>
                  <a:pt x="2732671" y="1265605"/>
                </a:cubicBezTo>
                <a:cubicBezTo>
                  <a:pt x="2734214" y="1265161"/>
                  <a:pt x="2734862" y="1263618"/>
                  <a:pt x="2736183" y="1262964"/>
                </a:cubicBezTo>
                <a:cubicBezTo>
                  <a:pt x="2739002" y="1261205"/>
                  <a:pt x="2740552" y="1259941"/>
                  <a:pt x="2743149" y="1257693"/>
                </a:cubicBezTo>
                <a:cubicBezTo>
                  <a:pt x="2744470" y="1256620"/>
                  <a:pt x="2745155" y="1254880"/>
                  <a:pt x="2746654" y="1254188"/>
                </a:cubicBezTo>
                <a:cubicBezTo>
                  <a:pt x="2749086" y="1252893"/>
                  <a:pt x="2751042" y="1252042"/>
                  <a:pt x="2753671" y="1251591"/>
                </a:cubicBezTo>
                <a:cubicBezTo>
                  <a:pt x="2756071" y="1251375"/>
                  <a:pt x="2758046" y="1251813"/>
                  <a:pt x="2760675" y="1251591"/>
                </a:cubicBezTo>
                <a:cubicBezTo>
                  <a:pt x="2762230" y="1251591"/>
                  <a:pt x="2762891" y="1250276"/>
                  <a:pt x="2764193" y="1249851"/>
                </a:cubicBezTo>
                <a:cubicBezTo>
                  <a:pt x="2765717" y="1249400"/>
                  <a:pt x="2767247" y="1248962"/>
                  <a:pt x="2768549" y="1248092"/>
                </a:cubicBezTo>
                <a:cubicBezTo>
                  <a:pt x="2771190" y="1246136"/>
                  <a:pt x="2771622" y="1243710"/>
                  <a:pt x="2773787" y="1241082"/>
                </a:cubicBezTo>
                <a:cubicBezTo>
                  <a:pt x="2776874" y="1237354"/>
                  <a:pt x="2779712" y="1234941"/>
                  <a:pt x="2784328" y="1233189"/>
                </a:cubicBezTo>
                <a:cubicBezTo>
                  <a:pt x="2786735" y="1232331"/>
                  <a:pt x="2788704" y="1231690"/>
                  <a:pt x="2791326" y="1231436"/>
                </a:cubicBezTo>
                <a:cubicBezTo>
                  <a:pt x="2795720" y="1231010"/>
                  <a:pt x="2798317" y="1231690"/>
                  <a:pt x="2802712" y="1231436"/>
                </a:cubicBezTo>
                <a:cubicBezTo>
                  <a:pt x="2805341" y="1231436"/>
                  <a:pt x="2807093" y="1230788"/>
                  <a:pt x="2809703" y="1230585"/>
                </a:cubicBezTo>
                <a:lnTo>
                  <a:pt x="2809703" y="1218971"/>
                </a:lnTo>
                <a:cubicBezTo>
                  <a:pt x="2809703" y="1217441"/>
                  <a:pt x="2808611" y="1216806"/>
                  <a:pt x="2807957" y="1215694"/>
                </a:cubicBezTo>
                <a:cubicBezTo>
                  <a:pt x="2806858" y="1214170"/>
                  <a:pt x="2805772" y="1213472"/>
                  <a:pt x="2804458" y="1212170"/>
                </a:cubicBezTo>
                <a:cubicBezTo>
                  <a:pt x="2803131" y="1210862"/>
                  <a:pt x="2800959" y="1210640"/>
                  <a:pt x="2800959" y="1208671"/>
                </a:cubicBezTo>
                <a:cubicBezTo>
                  <a:pt x="2800959" y="1206715"/>
                  <a:pt x="2801181" y="1205185"/>
                  <a:pt x="2801823" y="1203426"/>
                </a:cubicBezTo>
                <a:cubicBezTo>
                  <a:pt x="2802489" y="1201870"/>
                  <a:pt x="2803785" y="1201445"/>
                  <a:pt x="2804458" y="1199959"/>
                </a:cubicBezTo>
                <a:cubicBezTo>
                  <a:pt x="2805982" y="1196841"/>
                  <a:pt x="2807309" y="1195120"/>
                  <a:pt x="2808839" y="1192047"/>
                </a:cubicBezTo>
                <a:lnTo>
                  <a:pt x="2810579" y="1188548"/>
                </a:lnTo>
                <a:cubicBezTo>
                  <a:pt x="2811252" y="1187253"/>
                  <a:pt x="2811691" y="1186129"/>
                  <a:pt x="2812319" y="1185049"/>
                </a:cubicBezTo>
                <a:cubicBezTo>
                  <a:pt x="2812999" y="1183957"/>
                  <a:pt x="2812999" y="1182192"/>
                  <a:pt x="2814104" y="1181557"/>
                </a:cubicBezTo>
                <a:cubicBezTo>
                  <a:pt x="2815158" y="1180903"/>
                  <a:pt x="2816491" y="1181747"/>
                  <a:pt x="2817583" y="1181557"/>
                </a:cubicBezTo>
                <a:cubicBezTo>
                  <a:pt x="2820003" y="1181093"/>
                  <a:pt x="2822206" y="1181557"/>
                  <a:pt x="2824594" y="1180661"/>
                </a:cubicBezTo>
                <a:cubicBezTo>
                  <a:pt x="2826156" y="1180204"/>
                  <a:pt x="2826156" y="1178020"/>
                  <a:pt x="2827223" y="1177169"/>
                </a:cubicBezTo>
                <a:cubicBezTo>
                  <a:pt x="2828302" y="1176286"/>
                  <a:pt x="2828302" y="1174102"/>
                  <a:pt x="2829864" y="1173676"/>
                </a:cubicBezTo>
                <a:cubicBezTo>
                  <a:pt x="2830944" y="1173213"/>
                  <a:pt x="2832252" y="1173213"/>
                  <a:pt x="2833344" y="1172787"/>
                </a:cubicBezTo>
                <a:cubicBezTo>
                  <a:pt x="2834449" y="1172362"/>
                  <a:pt x="2835744" y="1173213"/>
                  <a:pt x="2836849" y="1172787"/>
                </a:cubicBezTo>
                <a:cubicBezTo>
                  <a:pt x="2838386" y="1172362"/>
                  <a:pt x="2837961" y="1169955"/>
                  <a:pt x="2839491" y="1169282"/>
                </a:cubicBezTo>
                <a:cubicBezTo>
                  <a:pt x="2840570" y="1168857"/>
                  <a:pt x="2841910" y="1169504"/>
                  <a:pt x="2843002" y="1169282"/>
                </a:cubicBezTo>
                <a:cubicBezTo>
                  <a:pt x="2844311" y="1168857"/>
                  <a:pt x="2845174" y="1167764"/>
                  <a:pt x="2846482" y="1167542"/>
                </a:cubicBezTo>
                <a:cubicBezTo>
                  <a:pt x="2850413" y="1166869"/>
                  <a:pt x="2852832" y="1167764"/>
                  <a:pt x="2856991" y="1167542"/>
                </a:cubicBezTo>
                <a:cubicBezTo>
                  <a:pt x="2859627" y="1167320"/>
                  <a:pt x="2861386" y="1166869"/>
                  <a:pt x="2864002" y="1166647"/>
                </a:cubicBezTo>
                <a:lnTo>
                  <a:pt x="2864002" y="1156157"/>
                </a:lnTo>
                <a:lnTo>
                  <a:pt x="2864002" y="1152626"/>
                </a:lnTo>
                <a:cubicBezTo>
                  <a:pt x="2863773" y="1150023"/>
                  <a:pt x="2863113" y="1148264"/>
                  <a:pt x="2863113" y="1145660"/>
                </a:cubicBezTo>
                <a:cubicBezTo>
                  <a:pt x="2863113" y="1144104"/>
                  <a:pt x="2863773" y="1143444"/>
                  <a:pt x="2863773" y="1141914"/>
                </a:cubicBezTo>
                <a:cubicBezTo>
                  <a:pt x="2863773" y="1139304"/>
                  <a:pt x="2862453" y="1137539"/>
                  <a:pt x="2863113" y="1135138"/>
                </a:cubicBezTo>
                <a:cubicBezTo>
                  <a:pt x="2863551" y="1133798"/>
                  <a:pt x="2864002" y="1132719"/>
                  <a:pt x="2864853" y="1131633"/>
                </a:cubicBezTo>
                <a:cubicBezTo>
                  <a:pt x="2866631" y="1129652"/>
                  <a:pt x="2869272" y="1129652"/>
                  <a:pt x="2871889" y="1128998"/>
                </a:cubicBezTo>
                <a:cubicBezTo>
                  <a:pt x="2873616" y="1128566"/>
                  <a:pt x="2875159" y="1128147"/>
                  <a:pt x="2877140" y="1128147"/>
                </a:cubicBezTo>
                <a:cubicBezTo>
                  <a:pt x="2880645" y="1128147"/>
                  <a:pt x="2882607" y="1129226"/>
                  <a:pt x="2885884" y="1129868"/>
                </a:cubicBezTo>
                <a:cubicBezTo>
                  <a:pt x="2886983" y="1130077"/>
                  <a:pt x="2888303" y="1129652"/>
                  <a:pt x="2889370" y="1129868"/>
                </a:cubicBezTo>
                <a:cubicBezTo>
                  <a:pt x="2893752" y="1130973"/>
                  <a:pt x="2895498" y="1133798"/>
                  <a:pt x="2899898" y="1135138"/>
                </a:cubicBezTo>
                <a:cubicBezTo>
                  <a:pt x="2903175" y="1136021"/>
                  <a:pt x="2905379" y="1136021"/>
                  <a:pt x="2908865" y="1136021"/>
                </a:cubicBezTo>
                <a:lnTo>
                  <a:pt x="2913900" y="1136021"/>
                </a:lnTo>
                <a:cubicBezTo>
                  <a:pt x="2915208" y="1136021"/>
                  <a:pt x="2916110" y="1135138"/>
                  <a:pt x="2917412" y="1135138"/>
                </a:cubicBezTo>
                <a:cubicBezTo>
                  <a:pt x="2918720" y="1135138"/>
                  <a:pt x="2919590" y="1135805"/>
                  <a:pt x="2920898" y="1135805"/>
                </a:cubicBezTo>
                <a:cubicBezTo>
                  <a:pt x="2920898" y="1133379"/>
                  <a:pt x="2920263" y="1132077"/>
                  <a:pt x="2920898" y="1129868"/>
                </a:cubicBezTo>
                <a:cubicBezTo>
                  <a:pt x="2921133" y="1128801"/>
                  <a:pt x="2921133" y="1127245"/>
                  <a:pt x="2921793" y="1126343"/>
                </a:cubicBezTo>
                <a:cubicBezTo>
                  <a:pt x="2922873" y="1125029"/>
                  <a:pt x="2924181" y="1124629"/>
                  <a:pt x="2925305" y="1123734"/>
                </a:cubicBezTo>
                <a:cubicBezTo>
                  <a:pt x="2926384" y="1122895"/>
                  <a:pt x="2926384" y="1120927"/>
                  <a:pt x="2927927" y="1120266"/>
                </a:cubicBezTo>
                <a:cubicBezTo>
                  <a:pt x="2929013" y="1119803"/>
                  <a:pt x="2930347" y="1120266"/>
                  <a:pt x="2931452" y="1120266"/>
                </a:cubicBezTo>
                <a:lnTo>
                  <a:pt x="2934925" y="1120266"/>
                </a:lnTo>
                <a:cubicBezTo>
                  <a:pt x="2937541" y="1120266"/>
                  <a:pt x="2939503" y="1120692"/>
                  <a:pt x="2941916" y="1120266"/>
                </a:cubicBezTo>
                <a:cubicBezTo>
                  <a:pt x="2943459" y="1120006"/>
                  <a:pt x="2943891" y="1118266"/>
                  <a:pt x="2945403" y="1117625"/>
                </a:cubicBezTo>
                <a:cubicBezTo>
                  <a:pt x="2946958" y="1116952"/>
                  <a:pt x="2947606" y="1115853"/>
                  <a:pt x="2948927" y="1114990"/>
                </a:cubicBezTo>
                <a:cubicBezTo>
                  <a:pt x="2950241" y="1114101"/>
                  <a:pt x="2951130" y="1113472"/>
                  <a:pt x="2952438" y="1112348"/>
                </a:cubicBezTo>
                <a:cubicBezTo>
                  <a:pt x="2953740" y="1111269"/>
                  <a:pt x="2953969" y="1108881"/>
                  <a:pt x="2955931" y="1108881"/>
                </a:cubicBezTo>
                <a:cubicBezTo>
                  <a:pt x="2957252" y="1108881"/>
                  <a:pt x="2958122" y="1109745"/>
                  <a:pt x="2959411" y="1109745"/>
                </a:cubicBezTo>
                <a:cubicBezTo>
                  <a:pt x="2962503" y="1109973"/>
                  <a:pt x="2964040" y="1111491"/>
                  <a:pt x="2966421" y="1113231"/>
                </a:cubicBezTo>
                <a:cubicBezTo>
                  <a:pt x="2969063" y="1114990"/>
                  <a:pt x="2970815" y="1116952"/>
                  <a:pt x="2972562" y="1119371"/>
                </a:cubicBezTo>
                <a:cubicBezTo>
                  <a:pt x="2975216" y="1122895"/>
                  <a:pt x="2976962" y="1125727"/>
                  <a:pt x="2978696" y="1129868"/>
                </a:cubicBezTo>
                <a:cubicBezTo>
                  <a:pt x="2979121" y="1130973"/>
                  <a:pt x="2979121" y="1132312"/>
                  <a:pt x="2979566" y="1133379"/>
                </a:cubicBezTo>
                <a:cubicBezTo>
                  <a:pt x="2980201" y="1134922"/>
                  <a:pt x="2981337" y="1135576"/>
                  <a:pt x="2982201" y="1136859"/>
                </a:cubicBezTo>
                <a:cubicBezTo>
                  <a:pt x="2983064" y="1138186"/>
                  <a:pt x="2983522" y="1139507"/>
                  <a:pt x="2984830" y="1140364"/>
                </a:cubicBezTo>
                <a:cubicBezTo>
                  <a:pt x="2985922" y="1141031"/>
                  <a:pt x="2987001" y="1141463"/>
                  <a:pt x="2988341" y="1142123"/>
                </a:cubicBezTo>
                <a:lnTo>
                  <a:pt x="2991840" y="1143882"/>
                </a:lnTo>
                <a:cubicBezTo>
                  <a:pt x="2993148" y="1144536"/>
                  <a:pt x="2994253" y="1144987"/>
                  <a:pt x="2995339" y="1145660"/>
                </a:cubicBezTo>
                <a:cubicBezTo>
                  <a:pt x="2996882" y="1146524"/>
                  <a:pt x="2997739" y="1147603"/>
                  <a:pt x="2998831" y="1149134"/>
                </a:cubicBezTo>
                <a:cubicBezTo>
                  <a:pt x="2999282" y="1150023"/>
                  <a:pt x="2999282" y="1151750"/>
                  <a:pt x="2999720" y="1152626"/>
                </a:cubicBezTo>
                <a:cubicBezTo>
                  <a:pt x="3000787" y="1154188"/>
                  <a:pt x="3002775" y="1154188"/>
                  <a:pt x="3004070" y="1155268"/>
                </a:cubicBezTo>
                <a:cubicBezTo>
                  <a:pt x="3005391" y="1156347"/>
                  <a:pt x="3005391" y="1157649"/>
                  <a:pt x="3006693" y="1158786"/>
                </a:cubicBezTo>
                <a:cubicBezTo>
                  <a:pt x="3007817" y="1159662"/>
                  <a:pt x="3009138" y="1159662"/>
                  <a:pt x="3010217" y="1160538"/>
                </a:cubicBezTo>
                <a:cubicBezTo>
                  <a:pt x="3011766" y="1161637"/>
                  <a:pt x="3012185" y="1162926"/>
                  <a:pt x="3013741" y="1164018"/>
                </a:cubicBezTo>
                <a:cubicBezTo>
                  <a:pt x="3014802" y="1164716"/>
                  <a:pt x="3016116" y="1165142"/>
                  <a:pt x="3017227" y="1165790"/>
                </a:cubicBezTo>
                <a:cubicBezTo>
                  <a:pt x="3018770" y="1166869"/>
                  <a:pt x="3019190" y="1168438"/>
                  <a:pt x="3020739" y="1169282"/>
                </a:cubicBezTo>
                <a:cubicBezTo>
                  <a:pt x="3022015" y="1170171"/>
                  <a:pt x="3023558" y="1170603"/>
                  <a:pt x="3025101" y="1171047"/>
                </a:cubicBezTo>
                <a:cubicBezTo>
                  <a:pt x="3027730" y="1171924"/>
                  <a:pt x="3029470" y="1173213"/>
                  <a:pt x="3032086" y="1173676"/>
                </a:cubicBezTo>
                <a:cubicBezTo>
                  <a:pt x="3033642" y="1173886"/>
                  <a:pt x="3034950" y="1173213"/>
                  <a:pt x="3036487" y="1173676"/>
                </a:cubicBezTo>
                <a:cubicBezTo>
                  <a:pt x="3037782" y="1174102"/>
                  <a:pt x="3038875" y="1174534"/>
                  <a:pt x="3039992" y="1175423"/>
                </a:cubicBezTo>
                <a:cubicBezTo>
                  <a:pt x="3041084" y="1176286"/>
                  <a:pt x="3041084" y="1177836"/>
                  <a:pt x="3041745" y="1178915"/>
                </a:cubicBezTo>
                <a:cubicBezTo>
                  <a:pt x="3044793" y="1182865"/>
                  <a:pt x="3046336" y="1186129"/>
                  <a:pt x="3050489" y="1188548"/>
                </a:cubicBezTo>
                <a:cubicBezTo>
                  <a:pt x="3051594" y="1189221"/>
                  <a:pt x="3052902" y="1188973"/>
                  <a:pt x="3054032" y="1189418"/>
                </a:cubicBezTo>
                <a:cubicBezTo>
                  <a:pt x="3055315" y="1189869"/>
                  <a:pt x="3056166" y="1190542"/>
                  <a:pt x="3057486" y="1191171"/>
                </a:cubicBezTo>
                <a:cubicBezTo>
                  <a:pt x="3058782" y="1191844"/>
                  <a:pt x="3059918" y="1192047"/>
                  <a:pt x="3060998" y="1192904"/>
                </a:cubicBezTo>
                <a:cubicBezTo>
                  <a:pt x="3063214" y="1194911"/>
                  <a:pt x="3063621" y="1197508"/>
                  <a:pt x="3065386" y="1199959"/>
                </a:cubicBezTo>
                <a:cubicBezTo>
                  <a:pt x="3067132" y="1202562"/>
                  <a:pt x="3070853" y="1202353"/>
                  <a:pt x="3072383" y="1205185"/>
                </a:cubicBezTo>
                <a:cubicBezTo>
                  <a:pt x="3073025" y="1206506"/>
                  <a:pt x="3073679" y="1207357"/>
                  <a:pt x="3074104" y="1208671"/>
                </a:cubicBezTo>
                <a:cubicBezTo>
                  <a:pt x="3074574" y="1209782"/>
                  <a:pt x="3074784" y="1211091"/>
                  <a:pt x="3075025" y="1212170"/>
                </a:cubicBezTo>
                <a:cubicBezTo>
                  <a:pt x="3075438" y="1214818"/>
                  <a:pt x="3075863" y="1216564"/>
                  <a:pt x="3075863" y="1219415"/>
                </a:cubicBezTo>
                <a:cubicBezTo>
                  <a:pt x="3075863" y="1222051"/>
                  <a:pt x="3075438" y="1223594"/>
                  <a:pt x="3075025" y="1226216"/>
                </a:cubicBezTo>
                <a:cubicBezTo>
                  <a:pt x="3068002" y="1226216"/>
                  <a:pt x="3063398" y="1225975"/>
                  <a:pt x="3057486" y="1229702"/>
                </a:cubicBezTo>
                <a:cubicBezTo>
                  <a:pt x="3056166" y="1230356"/>
                  <a:pt x="3056394" y="1232554"/>
                  <a:pt x="3054889" y="1233189"/>
                </a:cubicBezTo>
                <a:cubicBezTo>
                  <a:pt x="3053753" y="1233639"/>
                  <a:pt x="3052464" y="1233862"/>
                  <a:pt x="3051365" y="1234084"/>
                </a:cubicBezTo>
                <a:cubicBezTo>
                  <a:pt x="3048952" y="1234516"/>
                  <a:pt x="3046983" y="1234084"/>
                  <a:pt x="3044367" y="1234084"/>
                </a:cubicBezTo>
                <a:cubicBezTo>
                  <a:pt x="3042602" y="1234084"/>
                  <a:pt x="3041516" y="1233189"/>
                  <a:pt x="3039751" y="1233189"/>
                </a:cubicBezTo>
                <a:cubicBezTo>
                  <a:pt x="3030353" y="1233189"/>
                  <a:pt x="3024854" y="1233430"/>
                  <a:pt x="3015500" y="1233430"/>
                </a:cubicBezTo>
                <a:lnTo>
                  <a:pt x="3016383" y="1237583"/>
                </a:lnTo>
                <a:cubicBezTo>
                  <a:pt x="3018967" y="1238891"/>
                  <a:pt x="3020949" y="1239323"/>
                  <a:pt x="3023349" y="1241082"/>
                </a:cubicBezTo>
                <a:cubicBezTo>
                  <a:pt x="3024682" y="1241945"/>
                  <a:pt x="3025965" y="1242599"/>
                  <a:pt x="3026848" y="1243710"/>
                </a:cubicBezTo>
                <a:cubicBezTo>
                  <a:pt x="3027730" y="1244815"/>
                  <a:pt x="3027927" y="1246136"/>
                  <a:pt x="3028588" y="1247235"/>
                </a:cubicBezTo>
                <a:cubicBezTo>
                  <a:pt x="3029286" y="1248314"/>
                  <a:pt x="3029470" y="1249851"/>
                  <a:pt x="3030353" y="1250708"/>
                </a:cubicBezTo>
                <a:cubicBezTo>
                  <a:pt x="3031432" y="1251813"/>
                  <a:pt x="3032296" y="1252658"/>
                  <a:pt x="3033858" y="1253343"/>
                </a:cubicBezTo>
                <a:cubicBezTo>
                  <a:pt x="3034950" y="1253775"/>
                  <a:pt x="3036284" y="1253121"/>
                  <a:pt x="3037363" y="1253343"/>
                </a:cubicBezTo>
                <a:cubicBezTo>
                  <a:pt x="3039992" y="1253775"/>
                  <a:pt x="3041745" y="1255096"/>
                  <a:pt x="3044583" y="1255096"/>
                </a:cubicBezTo>
                <a:lnTo>
                  <a:pt x="3065386" y="1255096"/>
                </a:lnTo>
                <a:lnTo>
                  <a:pt x="3065386" y="1241945"/>
                </a:lnTo>
                <a:cubicBezTo>
                  <a:pt x="3066681" y="1241736"/>
                  <a:pt x="3068650" y="1240656"/>
                  <a:pt x="3069755" y="1240205"/>
                </a:cubicBezTo>
                <a:cubicBezTo>
                  <a:pt x="3072383" y="1239107"/>
                  <a:pt x="3074371" y="1237583"/>
                  <a:pt x="3076740" y="1235836"/>
                </a:cubicBezTo>
                <a:cubicBezTo>
                  <a:pt x="3078264" y="1234700"/>
                  <a:pt x="3078733" y="1233189"/>
                  <a:pt x="3080264" y="1232331"/>
                </a:cubicBezTo>
                <a:cubicBezTo>
                  <a:pt x="3081343" y="1231690"/>
                  <a:pt x="3083096" y="1233189"/>
                  <a:pt x="3083744" y="1232331"/>
                </a:cubicBezTo>
                <a:cubicBezTo>
                  <a:pt x="3084423" y="1231436"/>
                  <a:pt x="3084182" y="1229931"/>
                  <a:pt x="3084626" y="1228826"/>
                </a:cubicBezTo>
                <a:cubicBezTo>
                  <a:pt x="3085503" y="1226400"/>
                  <a:pt x="3085503" y="1224210"/>
                  <a:pt x="3086385" y="1221828"/>
                </a:cubicBezTo>
                <a:cubicBezTo>
                  <a:pt x="3086595" y="1220743"/>
                  <a:pt x="3086595" y="1219200"/>
                  <a:pt x="3087268" y="1218304"/>
                </a:cubicBezTo>
                <a:cubicBezTo>
                  <a:pt x="3088354" y="1216983"/>
                  <a:pt x="3089236" y="1216564"/>
                  <a:pt x="3090754" y="1215694"/>
                </a:cubicBezTo>
                <a:cubicBezTo>
                  <a:pt x="3091891" y="1215250"/>
                  <a:pt x="3093148" y="1215910"/>
                  <a:pt x="3094278" y="1215694"/>
                </a:cubicBezTo>
                <a:cubicBezTo>
                  <a:pt x="3096679" y="1215021"/>
                  <a:pt x="3098012" y="1213929"/>
                  <a:pt x="3100387" y="1213078"/>
                </a:cubicBezTo>
                <a:cubicBezTo>
                  <a:pt x="3100387" y="1211757"/>
                  <a:pt x="3101282" y="1210862"/>
                  <a:pt x="3101282" y="1209541"/>
                </a:cubicBezTo>
                <a:cubicBezTo>
                  <a:pt x="3101282" y="1208239"/>
                  <a:pt x="3100387" y="1207357"/>
                  <a:pt x="3100387" y="1206023"/>
                </a:cubicBezTo>
                <a:lnTo>
                  <a:pt x="3100387" y="1202105"/>
                </a:lnTo>
                <a:cubicBezTo>
                  <a:pt x="3098647" y="1202105"/>
                  <a:pt x="3097771" y="1202562"/>
                  <a:pt x="3096025" y="1202562"/>
                </a:cubicBezTo>
                <a:lnTo>
                  <a:pt x="3089014" y="1202562"/>
                </a:lnTo>
                <a:cubicBezTo>
                  <a:pt x="3087693" y="1202562"/>
                  <a:pt x="3086823" y="1202105"/>
                  <a:pt x="3085503" y="1202105"/>
                </a:cubicBezTo>
                <a:lnTo>
                  <a:pt x="3085503" y="1198194"/>
                </a:lnTo>
                <a:cubicBezTo>
                  <a:pt x="3085744" y="1196193"/>
                  <a:pt x="3086169" y="1194911"/>
                  <a:pt x="3086385" y="1192904"/>
                </a:cubicBezTo>
                <a:lnTo>
                  <a:pt x="3100203" y="1192904"/>
                </a:lnTo>
                <a:cubicBezTo>
                  <a:pt x="3103251" y="1192904"/>
                  <a:pt x="3104540" y="1194447"/>
                  <a:pt x="3107410" y="1195527"/>
                </a:cubicBezTo>
                <a:cubicBezTo>
                  <a:pt x="3108731" y="1195978"/>
                  <a:pt x="3109798" y="1196651"/>
                  <a:pt x="3110890" y="1197324"/>
                </a:cubicBezTo>
                <a:cubicBezTo>
                  <a:pt x="3112427" y="1198194"/>
                  <a:pt x="3112427" y="1200791"/>
                  <a:pt x="3114401" y="1200791"/>
                </a:cubicBezTo>
                <a:cubicBezTo>
                  <a:pt x="3115919" y="1200791"/>
                  <a:pt x="3116376" y="1199051"/>
                  <a:pt x="3117919" y="1199051"/>
                </a:cubicBezTo>
                <a:cubicBezTo>
                  <a:pt x="3115919" y="1195120"/>
                  <a:pt x="3114186" y="1192701"/>
                  <a:pt x="3113519" y="1188548"/>
                </a:cubicBezTo>
                <a:cubicBezTo>
                  <a:pt x="3113309" y="1186129"/>
                  <a:pt x="3113519" y="1184160"/>
                  <a:pt x="3113519" y="1181557"/>
                </a:cubicBezTo>
                <a:cubicBezTo>
                  <a:pt x="3111569" y="1181334"/>
                  <a:pt x="3110033" y="1180903"/>
                  <a:pt x="3108293" y="1180661"/>
                </a:cubicBezTo>
                <a:cubicBezTo>
                  <a:pt x="3107156" y="1180458"/>
                  <a:pt x="3105854" y="1180903"/>
                  <a:pt x="3104794" y="1180661"/>
                </a:cubicBezTo>
                <a:cubicBezTo>
                  <a:pt x="3103251" y="1180458"/>
                  <a:pt x="3102794" y="1178712"/>
                  <a:pt x="3101282" y="1178020"/>
                </a:cubicBezTo>
                <a:cubicBezTo>
                  <a:pt x="3099771" y="1177366"/>
                  <a:pt x="3099079" y="1176527"/>
                  <a:pt x="3097771" y="1175423"/>
                </a:cubicBezTo>
                <a:cubicBezTo>
                  <a:pt x="3096469" y="1174311"/>
                  <a:pt x="3095796" y="1172787"/>
                  <a:pt x="3094278" y="1171924"/>
                </a:cubicBezTo>
                <a:cubicBezTo>
                  <a:pt x="3093148" y="1171257"/>
                  <a:pt x="3091891" y="1171676"/>
                  <a:pt x="3090754" y="1171047"/>
                </a:cubicBezTo>
                <a:cubicBezTo>
                  <a:pt x="3089236" y="1170171"/>
                  <a:pt x="3088798" y="1168177"/>
                  <a:pt x="3087268" y="1167542"/>
                </a:cubicBezTo>
                <a:cubicBezTo>
                  <a:pt x="3086169" y="1167104"/>
                  <a:pt x="3084626" y="1168177"/>
                  <a:pt x="3083744" y="1167542"/>
                </a:cubicBezTo>
                <a:cubicBezTo>
                  <a:pt x="3082455" y="1166444"/>
                  <a:pt x="3082239" y="1165142"/>
                  <a:pt x="3081147" y="1164018"/>
                </a:cubicBezTo>
                <a:cubicBezTo>
                  <a:pt x="3080264" y="1163167"/>
                  <a:pt x="3081147" y="1160951"/>
                  <a:pt x="3080264" y="1160538"/>
                </a:cubicBezTo>
                <a:cubicBezTo>
                  <a:pt x="3079375" y="1160081"/>
                  <a:pt x="3077864" y="1160735"/>
                  <a:pt x="3076740" y="1160538"/>
                </a:cubicBezTo>
                <a:cubicBezTo>
                  <a:pt x="3075660" y="1160291"/>
                  <a:pt x="3074371" y="1160735"/>
                  <a:pt x="3073241" y="1160538"/>
                </a:cubicBezTo>
                <a:cubicBezTo>
                  <a:pt x="3071933" y="1160291"/>
                  <a:pt x="3071069" y="1159217"/>
                  <a:pt x="3069755" y="1158786"/>
                </a:cubicBezTo>
                <a:cubicBezTo>
                  <a:pt x="3068650" y="1158341"/>
                  <a:pt x="3067132" y="1158570"/>
                  <a:pt x="3066249" y="1157909"/>
                </a:cubicBezTo>
                <a:cubicBezTo>
                  <a:pt x="3065145" y="1157223"/>
                  <a:pt x="3065583" y="1155045"/>
                  <a:pt x="3064503" y="1154372"/>
                </a:cubicBezTo>
                <a:cubicBezTo>
                  <a:pt x="3063214" y="1153515"/>
                  <a:pt x="3062528" y="1152417"/>
                  <a:pt x="3060998" y="1151750"/>
                </a:cubicBezTo>
                <a:cubicBezTo>
                  <a:pt x="3059918" y="1151299"/>
                  <a:pt x="3058610" y="1151991"/>
                  <a:pt x="3057486" y="1151750"/>
                </a:cubicBezTo>
                <a:cubicBezTo>
                  <a:pt x="3056166" y="1151578"/>
                  <a:pt x="3055315" y="1150213"/>
                  <a:pt x="3054032" y="1150023"/>
                </a:cubicBezTo>
                <a:cubicBezTo>
                  <a:pt x="3052902" y="1149769"/>
                  <a:pt x="3051809" y="1150213"/>
                  <a:pt x="3050489" y="1150023"/>
                </a:cubicBezTo>
                <a:cubicBezTo>
                  <a:pt x="3050692" y="1148911"/>
                  <a:pt x="3050285" y="1147603"/>
                  <a:pt x="3050489" y="1146524"/>
                </a:cubicBezTo>
                <a:cubicBezTo>
                  <a:pt x="3050914" y="1144987"/>
                  <a:pt x="3053130" y="1144752"/>
                  <a:pt x="3053130" y="1143019"/>
                </a:cubicBezTo>
                <a:cubicBezTo>
                  <a:pt x="3053130" y="1141679"/>
                  <a:pt x="3052235" y="1140809"/>
                  <a:pt x="3052235" y="1139507"/>
                </a:cubicBezTo>
                <a:cubicBezTo>
                  <a:pt x="3052025" y="1137539"/>
                  <a:pt x="3051168" y="1136243"/>
                  <a:pt x="3049606" y="1135138"/>
                </a:cubicBezTo>
                <a:cubicBezTo>
                  <a:pt x="3048304" y="1134243"/>
                  <a:pt x="3047676" y="1132935"/>
                  <a:pt x="3046114" y="1132497"/>
                </a:cubicBezTo>
                <a:cubicBezTo>
                  <a:pt x="3042183" y="1131189"/>
                  <a:pt x="3039116" y="1131189"/>
                  <a:pt x="3035623" y="1128998"/>
                </a:cubicBezTo>
                <a:cubicBezTo>
                  <a:pt x="3034512" y="1128350"/>
                  <a:pt x="3034950" y="1126343"/>
                  <a:pt x="3033858" y="1125499"/>
                </a:cubicBezTo>
                <a:cubicBezTo>
                  <a:pt x="3032950" y="1124858"/>
                  <a:pt x="3031007" y="1126343"/>
                  <a:pt x="3030353" y="1125499"/>
                </a:cubicBezTo>
                <a:cubicBezTo>
                  <a:pt x="3029712" y="1124629"/>
                  <a:pt x="3029712" y="1123080"/>
                  <a:pt x="3029470" y="1122000"/>
                </a:cubicBezTo>
                <a:cubicBezTo>
                  <a:pt x="3028797" y="1119149"/>
                  <a:pt x="3029470" y="1117168"/>
                  <a:pt x="3029470" y="1114101"/>
                </a:cubicBezTo>
                <a:cubicBezTo>
                  <a:pt x="3026409" y="1113910"/>
                  <a:pt x="3024682" y="1113231"/>
                  <a:pt x="3021577" y="1113231"/>
                </a:cubicBezTo>
                <a:cubicBezTo>
                  <a:pt x="3018523" y="1113231"/>
                  <a:pt x="3016764" y="1113472"/>
                  <a:pt x="3013741" y="1113682"/>
                </a:cubicBezTo>
                <a:lnTo>
                  <a:pt x="3013741" y="1104487"/>
                </a:lnTo>
                <a:lnTo>
                  <a:pt x="3017227" y="1100969"/>
                </a:lnTo>
                <a:cubicBezTo>
                  <a:pt x="3018326" y="1099896"/>
                  <a:pt x="3020739" y="1100105"/>
                  <a:pt x="3020739" y="1098378"/>
                </a:cubicBezTo>
                <a:lnTo>
                  <a:pt x="3020739" y="1096600"/>
                </a:lnTo>
                <a:cubicBezTo>
                  <a:pt x="3020739" y="1095311"/>
                  <a:pt x="3020269" y="1094187"/>
                  <a:pt x="3019844" y="1093089"/>
                </a:cubicBezTo>
                <a:cubicBezTo>
                  <a:pt x="3019190" y="1091361"/>
                  <a:pt x="3016383" y="1091584"/>
                  <a:pt x="3016383" y="1089621"/>
                </a:cubicBezTo>
                <a:cubicBezTo>
                  <a:pt x="3016383" y="1087412"/>
                  <a:pt x="3017418" y="1085653"/>
                  <a:pt x="3018967" y="1084345"/>
                </a:cubicBezTo>
                <a:cubicBezTo>
                  <a:pt x="3020269" y="1083252"/>
                  <a:pt x="3022257" y="1083468"/>
                  <a:pt x="3024244" y="1083468"/>
                </a:cubicBezTo>
                <a:cubicBezTo>
                  <a:pt x="3026175" y="1083468"/>
                  <a:pt x="3027927" y="1083468"/>
                  <a:pt x="3029470" y="1084345"/>
                </a:cubicBezTo>
                <a:cubicBezTo>
                  <a:pt x="3030778" y="1085214"/>
                  <a:pt x="3032086" y="1085653"/>
                  <a:pt x="3032950" y="1086954"/>
                </a:cubicBezTo>
                <a:cubicBezTo>
                  <a:pt x="3033858" y="1088269"/>
                  <a:pt x="3032950" y="1090021"/>
                  <a:pt x="3033858" y="1091361"/>
                </a:cubicBezTo>
                <a:cubicBezTo>
                  <a:pt x="3034512" y="1092428"/>
                  <a:pt x="3034512" y="1093997"/>
                  <a:pt x="3035623" y="1094854"/>
                </a:cubicBezTo>
                <a:cubicBezTo>
                  <a:pt x="3036487" y="1095527"/>
                  <a:pt x="3038005" y="1094397"/>
                  <a:pt x="3039116" y="1094854"/>
                </a:cubicBezTo>
                <a:cubicBezTo>
                  <a:pt x="3040195" y="1095311"/>
                  <a:pt x="3041516" y="1095311"/>
                  <a:pt x="3042602" y="1095730"/>
                </a:cubicBezTo>
                <a:cubicBezTo>
                  <a:pt x="3044145" y="1096390"/>
                  <a:pt x="3044793" y="1097476"/>
                  <a:pt x="3046114" y="1098378"/>
                </a:cubicBezTo>
                <a:cubicBezTo>
                  <a:pt x="3047434" y="1099223"/>
                  <a:pt x="3047434" y="1100969"/>
                  <a:pt x="3048723" y="1101852"/>
                </a:cubicBezTo>
                <a:cubicBezTo>
                  <a:pt x="3049822" y="1102525"/>
                  <a:pt x="3050914" y="1103166"/>
                  <a:pt x="3052235" y="1103604"/>
                </a:cubicBezTo>
                <a:cubicBezTo>
                  <a:pt x="3053314" y="1104036"/>
                  <a:pt x="3054648" y="1103395"/>
                  <a:pt x="3055759" y="1103604"/>
                </a:cubicBezTo>
                <a:cubicBezTo>
                  <a:pt x="3057290" y="1104036"/>
                  <a:pt x="3057918" y="1105376"/>
                  <a:pt x="3059258" y="1106252"/>
                </a:cubicBezTo>
                <a:cubicBezTo>
                  <a:pt x="3060788" y="1107338"/>
                  <a:pt x="3061417" y="1108881"/>
                  <a:pt x="3061881" y="1110602"/>
                </a:cubicBezTo>
                <a:cubicBezTo>
                  <a:pt x="3062719" y="1113472"/>
                  <a:pt x="3062325" y="1116514"/>
                  <a:pt x="3064503" y="1118482"/>
                </a:cubicBezTo>
                <a:cubicBezTo>
                  <a:pt x="3065386" y="1119149"/>
                  <a:pt x="3066903" y="1118050"/>
                  <a:pt x="3068002" y="1118482"/>
                </a:cubicBezTo>
                <a:cubicBezTo>
                  <a:pt x="3071069" y="1120006"/>
                  <a:pt x="3072383" y="1122000"/>
                  <a:pt x="3075025" y="1123734"/>
                </a:cubicBezTo>
                <a:cubicBezTo>
                  <a:pt x="3076105" y="1124375"/>
                  <a:pt x="3077413" y="1124858"/>
                  <a:pt x="3078505" y="1125499"/>
                </a:cubicBezTo>
                <a:cubicBezTo>
                  <a:pt x="3079851" y="1126343"/>
                  <a:pt x="3079851" y="1127899"/>
                  <a:pt x="3081147" y="1128998"/>
                </a:cubicBezTo>
                <a:cubicBezTo>
                  <a:pt x="3083528" y="1130973"/>
                  <a:pt x="3085744" y="1132312"/>
                  <a:pt x="3089014" y="1132497"/>
                </a:cubicBezTo>
                <a:cubicBezTo>
                  <a:pt x="3091649" y="1132719"/>
                  <a:pt x="3094024" y="1131855"/>
                  <a:pt x="3096025" y="1133379"/>
                </a:cubicBezTo>
                <a:cubicBezTo>
                  <a:pt x="3096875" y="1134033"/>
                  <a:pt x="3096253" y="1136021"/>
                  <a:pt x="3096875" y="1136859"/>
                </a:cubicBezTo>
                <a:cubicBezTo>
                  <a:pt x="3098012" y="1138186"/>
                  <a:pt x="3098438" y="1139507"/>
                  <a:pt x="3099504" y="1140364"/>
                </a:cubicBezTo>
                <a:cubicBezTo>
                  <a:pt x="3100609" y="1141272"/>
                  <a:pt x="3101708" y="1141463"/>
                  <a:pt x="3103010" y="1142123"/>
                </a:cubicBezTo>
                <a:cubicBezTo>
                  <a:pt x="3105670" y="1143692"/>
                  <a:pt x="3107410" y="1144320"/>
                  <a:pt x="3110033" y="1145660"/>
                </a:cubicBezTo>
                <a:cubicBezTo>
                  <a:pt x="3114636" y="1148048"/>
                  <a:pt x="3115735" y="1152626"/>
                  <a:pt x="3120561" y="1154372"/>
                </a:cubicBezTo>
                <a:cubicBezTo>
                  <a:pt x="3122949" y="1155268"/>
                  <a:pt x="3125336" y="1154836"/>
                  <a:pt x="3127546" y="1156157"/>
                </a:cubicBezTo>
                <a:cubicBezTo>
                  <a:pt x="3128835" y="1156798"/>
                  <a:pt x="3129946" y="1157465"/>
                  <a:pt x="3131057" y="1158786"/>
                </a:cubicBezTo>
                <a:cubicBezTo>
                  <a:pt x="3131686" y="1159662"/>
                  <a:pt x="3131483" y="1161192"/>
                  <a:pt x="3131921" y="1162272"/>
                </a:cubicBezTo>
                <a:cubicBezTo>
                  <a:pt x="3132575" y="1163802"/>
                  <a:pt x="3134537" y="1164018"/>
                  <a:pt x="3134537" y="1165790"/>
                </a:cubicBezTo>
                <a:cubicBezTo>
                  <a:pt x="3134537" y="1167320"/>
                  <a:pt x="3133248" y="1167968"/>
                  <a:pt x="3132804" y="1169282"/>
                </a:cubicBezTo>
                <a:cubicBezTo>
                  <a:pt x="3132359" y="1170812"/>
                  <a:pt x="3129946" y="1170362"/>
                  <a:pt x="3129267" y="1171924"/>
                </a:cubicBezTo>
                <a:cubicBezTo>
                  <a:pt x="3128835" y="1173003"/>
                  <a:pt x="3129521" y="1174311"/>
                  <a:pt x="3129267" y="1175423"/>
                </a:cubicBezTo>
                <a:cubicBezTo>
                  <a:pt x="3128835" y="1177169"/>
                  <a:pt x="3128410" y="1178712"/>
                  <a:pt x="3128410" y="1180661"/>
                </a:cubicBezTo>
                <a:cubicBezTo>
                  <a:pt x="3128410" y="1182662"/>
                  <a:pt x="3128410" y="1184395"/>
                  <a:pt x="3129267" y="1185919"/>
                </a:cubicBezTo>
                <a:cubicBezTo>
                  <a:pt x="3130816" y="1188548"/>
                  <a:pt x="3135420" y="1188764"/>
                  <a:pt x="3135420" y="1192047"/>
                </a:cubicBezTo>
                <a:cubicBezTo>
                  <a:pt x="3135420" y="1194676"/>
                  <a:pt x="3134125" y="1196651"/>
                  <a:pt x="3134537" y="1199051"/>
                </a:cubicBezTo>
                <a:cubicBezTo>
                  <a:pt x="3135198" y="1201870"/>
                  <a:pt x="3137179" y="1203883"/>
                  <a:pt x="3138931" y="1206023"/>
                </a:cubicBezTo>
                <a:cubicBezTo>
                  <a:pt x="3139782" y="1207154"/>
                  <a:pt x="3139592" y="1208893"/>
                  <a:pt x="3140652" y="1209541"/>
                </a:cubicBezTo>
                <a:cubicBezTo>
                  <a:pt x="3141783" y="1210240"/>
                  <a:pt x="3143084" y="1209344"/>
                  <a:pt x="3144189" y="1209541"/>
                </a:cubicBezTo>
                <a:cubicBezTo>
                  <a:pt x="3145269" y="1209782"/>
                  <a:pt x="3146361" y="1209541"/>
                  <a:pt x="3147656" y="1209541"/>
                </a:cubicBezTo>
                <a:cubicBezTo>
                  <a:pt x="3150298" y="1209782"/>
                  <a:pt x="3152305" y="1210862"/>
                  <a:pt x="3154686" y="1211332"/>
                </a:cubicBezTo>
                <a:lnTo>
                  <a:pt x="3154686" y="1225315"/>
                </a:lnTo>
                <a:lnTo>
                  <a:pt x="3145923" y="1225315"/>
                </a:lnTo>
                <a:cubicBezTo>
                  <a:pt x="3145497" y="1224210"/>
                  <a:pt x="3147034" y="1222051"/>
                  <a:pt x="3145923" y="1221828"/>
                </a:cubicBezTo>
                <a:cubicBezTo>
                  <a:pt x="3144818" y="1221587"/>
                  <a:pt x="3143738" y="1220927"/>
                  <a:pt x="3142430" y="1220927"/>
                </a:cubicBezTo>
                <a:cubicBezTo>
                  <a:pt x="3140887" y="1220927"/>
                  <a:pt x="3140252" y="1222476"/>
                  <a:pt x="3138931" y="1222692"/>
                </a:cubicBezTo>
                <a:cubicBezTo>
                  <a:pt x="3139357" y="1223810"/>
                  <a:pt x="3139357" y="1225092"/>
                  <a:pt x="3139782" y="1226216"/>
                </a:cubicBezTo>
                <a:cubicBezTo>
                  <a:pt x="3140462" y="1227702"/>
                  <a:pt x="3141783" y="1228375"/>
                  <a:pt x="3142430" y="1229702"/>
                </a:cubicBezTo>
                <a:cubicBezTo>
                  <a:pt x="3144189" y="1232554"/>
                  <a:pt x="3145066" y="1234516"/>
                  <a:pt x="3147656" y="1236694"/>
                </a:cubicBezTo>
                <a:cubicBezTo>
                  <a:pt x="3148761" y="1237583"/>
                  <a:pt x="3150069" y="1237583"/>
                  <a:pt x="3151149" y="1238465"/>
                </a:cubicBezTo>
                <a:cubicBezTo>
                  <a:pt x="3152705" y="1239519"/>
                  <a:pt x="3153365" y="1240656"/>
                  <a:pt x="3154686" y="1241945"/>
                </a:cubicBezTo>
                <a:cubicBezTo>
                  <a:pt x="3155772" y="1240656"/>
                  <a:pt x="3157308" y="1240656"/>
                  <a:pt x="3158204" y="1239323"/>
                </a:cubicBezTo>
                <a:cubicBezTo>
                  <a:pt x="3158623" y="1238465"/>
                  <a:pt x="3158623" y="1236694"/>
                  <a:pt x="3159067" y="1235836"/>
                </a:cubicBezTo>
                <a:cubicBezTo>
                  <a:pt x="3159950" y="1234516"/>
                  <a:pt x="3161461" y="1234516"/>
                  <a:pt x="3162579" y="1233189"/>
                </a:cubicBezTo>
                <a:cubicBezTo>
                  <a:pt x="3162776" y="1234287"/>
                  <a:pt x="3162992" y="1235608"/>
                  <a:pt x="3163462" y="1236694"/>
                </a:cubicBezTo>
                <a:cubicBezTo>
                  <a:pt x="3163887" y="1237786"/>
                  <a:pt x="3163690" y="1239323"/>
                  <a:pt x="3164312" y="1240205"/>
                </a:cubicBezTo>
                <a:cubicBezTo>
                  <a:pt x="3166046" y="1242599"/>
                  <a:pt x="3170008" y="1241945"/>
                  <a:pt x="3171342" y="1244568"/>
                </a:cubicBezTo>
                <a:cubicBezTo>
                  <a:pt x="3172637" y="1247235"/>
                  <a:pt x="3170237" y="1249400"/>
                  <a:pt x="3170434" y="1252467"/>
                </a:cubicBezTo>
                <a:cubicBezTo>
                  <a:pt x="3170434" y="1253775"/>
                  <a:pt x="3170237" y="1254880"/>
                  <a:pt x="3170434" y="1255953"/>
                </a:cubicBezTo>
                <a:cubicBezTo>
                  <a:pt x="3170904" y="1257934"/>
                  <a:pt x="3173069" y="1258125"/>
                  <a:pt x="3174834" y="1259471"/>
                </a:cubicBezTo>
                <a:lnTo>
                  <a:pt x="3182702" y="1259471"/>
                </a:lnTo>
                <a:cubicBezTo>
                  <a:pt x="3184023" y="1259471"/>
                  <a:pt x="3185115" y="1259700"/>
                  <a:pt x="3186226" y="1259471"/>
                </a:cubicBezTo>
                <a:cubicBezTo>
                  <a:pt x="3187287" y="1259268"/>
                  <a:pt x="3188614" y="1259268"/>
                  <a:pt x="3189725" y="1258582"/>
                </a:cubicBezTo>
                <a:cubicBezTo>
                  <a:pt x="3190798" y="1257934"/>
                  <a:pt x="3190582" y="1256176"/>
                  <a:pt x="3191452" y="1255096"/>
                </a:cubicBezTo>
                <a:cubicBezTo>
                  <a:pt x="3192570" y="1253775"/>
                  <a:pt x="3194304" y="1253985"/>
                  <a:pt x="3194958" y="1252467"/>
                </a:cubicBezTo>
                <a:cubicBezTo>
                  <a:pt x="3195383" y="1251375"/>
                  <a:pt x="3194958" y="1250276"/>
                  <a:pt x="3194958" y="1248962"/>
                </a:cubicBezTo>
                <a:lnTo>
                  <a:pt x="3194958" y="1245463"/>
                </a:lnTo>
                <a:cubicBezTo>
                  <a:pt x="3194958" y="1243933"/>
                  <a:pt x="3193205" y="1243469"/>
                  <a:pt x="3193205" y="1241945"/>
                </a:cubicBezTo>
                <a:cubicBezTo>
                  <a:pt x="3193205" y="1240205"/>
                  <a:pt x="3194735" y="1239323"/>
                  <a:pt x="3195847" y="1238465"/>
                </a:cubicBezTo>
                <a:cubicBezTo>
                  <a:pt x="3196913" y="1237583"/>
                  <a:pt x="3197809" y="1236694"/>
                  <a:pt x="3199333" y="1236694"/>
                </a:cubicBezTo>
                <a:cubicBezTo>
                  <a:pt x="3200660" y="1236694"/>
                  <a:pt x="3201758" y="1237354"/>
                  <a:pt x="3202838" y="1237583"/>
                </a:cubicBezTo>
                <a:cubicBezTo>
                  <a:pt x="3204571" y="1238015"/>
                  <a:pt x="3204571" y="1240859"/>
                  <a:pt x="3206349" y="1241082"/>
                </a:cubicBezTo>
                <a:cubicBezTo>
                  <a:pt x="3207639" y="1241291"/>
                  <a:pt x="3208540" y="1241082"/>
                  <a:pt x="3210052" y="1241082"/>
                </a:cubicBezTo>
                <a:lnTo>
                  <a:pt x="3213360" y="1241082"/>
                </a:lnTo>
                <a:cubicBezTo>
                  <a:pt x="3215100" y="1241082"/>
                  <a:pt x="3215957" y="1240428"/>
                  <a:pt x="3217710" y="1240205"/>
                </a:cubicBezTo>
                <a:cubicBezTo>
                  <a:pt x="3217710" y="1237157"/>
                  <a:pt x="3217519" y="1235373"/>
                  <a:pt x="3217710" y="1232331"/>
                </a:cubicBezTo>
                <a:cubicBezTo>
                  <a:pt x="3217710" y="1231010"/>
                  <a:pt x="3218586" y="1230128"/>
                  <a:pt x="3218586" y="1228826"/>
                </a:cubicBezTo>
                <a:cubicBezTo>
                  <a:pt x="3218586" y="1228153"/>
                  <a:pt x="3218160" y="1227702"/>
                  <a:pt x="3218160" y="1227080"/>
                </a:cubicBezTo>
                <a:cubicBezTo>
                  <a:pt x="3221024" y="1227080"/>
                  <a:pt x="3222771" y="1227277"/>
                  <a:pt x="3225596" y="1227080"/>
                </a:cubicBezTo>
                <a:cubicBezTo>
                  <a:pt x="3226936" y="1227080"/>
                  <a:pt x="3227800" y="1226400"/>
                  <a:pt x="3229108" y="1226216"/>
                </a:cubicBezTo>
                <a:cubicBezTo>
                  <a:pt x="3228238" y="1224654"/>
                  <a:pt x="3227584" y="1223149"/>
                  <a:pt x="3226504" y="1221828"/>
                </a:cubicBezTo>
                <a:cubicBezTo>
                  <a:pt x="3225387" y="1220495"/>
                  <a:pt x="3224295" y="1220304"/>
                  <a:pt x="3223018" y="1219200"/>
                </a:cubicBezTo>
                <a:cubicBezTo>
                  <a:pt x="3221672" y="1218101"/>
                  <a:pt x="3221208" y="1216323"/>
                  <a:pt x="3219475" y="1215694"/>
                </a:cubicBezTo>
                <a:cubicBezTo>
                  <a:pt x="3217945" y="1215021"/>
                  <a:pt x="3216852" y="1215694"/>
                  <a:pt x="3215100" y="1215694"/>
                </a:cubicBezTo>
                <a:cubicBezTo>
                  <a:pt x="3215532" y="1218304"/>
                  <a:pt x="3215957" y="1220050"/>
                  <a:pt x="3215957" y="1222692"/>
                </a:cubicBezTo>
                <a:cubicBezTo>
                  <a:pt x="3215957" y="1224000"/>
                  <a:pt x="3215322" y="1224876"/>
                  <a:pt x="3215100" y="1226216"/>
                </a:cubicBezTo>
                <a:cubicBezTo>
                  <a:pt x="3213360" y="1226216"/>
                  <a:pt x="3212223" y="1226839"/>
                  <a:pt x="3210718" y="1226216"/>
                </a:cubicBezTo>
                <a:cubicBezTo>
                  <a:pt x="3209639" y="1225791"/>
                  <a:pt x="3208299" y="1225791"/>
                  <a:pt x="3207213" y="1225315"/>
                </a:cubicBezTo>
                <a:cubicBezTo>
                  <a:pt x="3205492" y="1224654"/>
                  <a:pt x="3205676" y="1222476"/>
                  <a:pt x="3204571" y="1220927"/>
                </a:cubicBezTo>
                <a:cubicBezTo>
                  <a:pt x="3203708" y="1219625"/>
                  <a:pt x="3201542" y="1219841"/>
                  <a:pt x="3201098" y="1218304"/>
                </a:cubicBezTo>
                <a:cubicBezTo>
                  <a:pt x="3200850" y="1217256"/>
                  <a:pt x="3201320" y="1215910"/>
                  <a:pt x="3201098" y="1214818"/>
                </a:cubicBezTo>
                <a:cubicBezTo>
                  <a:pt x="3200850" y="1213700"/>
                  <a:pt x="3200450" y="1212392"/>
                  <a:pt x="3200253" y="1211332"/>
                </a:cubicBezTo>
                <a:cubicBezTo>
                  <a:pt x="3199999" y="1210240"/>
                  <a:pt x="3199758" y="1208893"/>
                  <a:pt x="3199333" y="1207827"/>
                </a:cubicBezTo>
                <a:cubicBezTo>
                  <a:pt x="3198685" y="1206506"/>
                  <a:pt x="3198685" y="1205185"/>
                  <a:pt x="3197612" y="1204290"/>
                </a:cubicBezTo>
                <a:cubicBezTo>
                  <a:pt x="3196729" y="1203667"/>
                  <a:pt x="3195186" y="1203883"/>
                  <a:pt x="3194088" y="1203426"/>
                </a:cubicBezTo>
                <a:cubicBezTo>
                  <a:pt x="3193008" y="1203001"/>
                  <a:pt x="3191694" y="1203667"/>
                  <a:pt x="3190582" y="1203426"/>
                </a:cubicBezTo>
                <a:cubicBezTo>
                  <a:pt x="3188849" y="1203001"/>
                  <a:pt x="3188182" y="1201273"/>
                  <a:pt x="3187090" y="1199959"/>
                </a:cubicBezTo>
                <a:cubicBezTo>
                  <a:pt x="3185966" y="1198638"/>
                  <a:pt x="3183813" y="1198835"/>
                  <a:pt x="3183585" y="1197324"/>
                </a:cubicBezTo>
                <a:cubicBezTo>
                  <a:pt x="3183350" y="1196193"/>
                  <a:pt x="3183585" y="1195120"/>
                  <a:pt x="3183585" y="1193800"/>
                </a:cubicBezTo>
                <a:lnTo>
                  <a:pt x="3183585" y="1190294"/>
                </a:lnTo>
                <a:cubicBezTo>
                  <a:pt x="3183813" y="1188764"/>
                  <a:pt x="3185528" y="1188332"/>
                  <a:pt x="3186226" y="1186827"/>
                </a:cubicBezTo>
                <a:lnTo>
                  <a:pt x="3189725" y="1188548"/>
                </a:lnTo>
                <a:cubicBezTo>
                  <a:pt x="3191021" y="1189221"/>
                  <a:pt x="3191859" y="1190542"/>
                  <a:pt x="3193205" y="1191171"/>
                </a:cubicBezTo>
                <a:cubicBezTo>
                  <a:pt x="3194513" y="1191844"/>
                  <a:pt x="3195186" y="1193571"/>
                  <a:pt x="3196729" y="1193800"/>
                </a:cubicBezTo>
                <a:cubicBezTo>
                  <a:pt x="3199117" y="1194231"/>
                  <a:pt x="3201098" y="1193800"/>
                  <a:pt x="3203708" y="1193800"/>
                </a:cubicBezTo>
                <a:lnTo>
                  <a:pt x="3207213" y="1193800"/>
                </a:lnTo>
                <a:lnTo>
                  <a:pt x="3210718" y="1193800"/>
                </a:lnTo>
                <a:cubicBezTo>
                  <a:pt x="3212223" y="1193571"/>
                  <a:pt x="3212693" y="1191844"/>
                  <a:pt x="3214211" y="1191171"/>
                </a:cubicBezTo>
                <a:cubicBezTo>
                  <a:pt x="3212903" y="1190059"/>
                  <a:pt x="3212903" y="1188548"/>
                  <a:pt x="3211601" y="1187665"/>
                </a:cubicBezTo>
                <a:cubicBezTo>
                  <a:pt x="3210718" y="1187253"/>
                  <a:pt x="3209169" y="1187253"/>
                  <a:pt x="3208089" y="1186827"/>
                </a:cubicBezTo>
                <a:cubicBezTo>
                  <a:pt x="3208972" y="1185506"/>
                  <a:pt x="3209639" y="1184605"/>
                  <a:pt x="3210718" y="1183309"/>
                </a:cubicBezTo>
                <a:cubicBezTo>
                  <a:pt x="3211798" y="1181989"/>
                  <a:pt x="3212490" y="1179995"/>
                  <a:pt x="3214211" y="1179772"/>
                </a:cubicBezTo>
                <a:cubicBezTo>
                  <a:pt x="3217094" y="1179156"/>
                  <a:pt x="3219037" y="1179772"/>
                  <a:pt x="3222123" y="1179772"/>
                </a:cubicBezTo>
                <a:cubicBezTo>
                  <a:pt x="3225171" y="1179772"/>
                  <a:pt x="3227120" y="1179341"/>
                  <a:pt x="3229984" y="1179772"/>
                </a:cubicBezTo>
                <a:cubicBezTo>
                  <a:pt x="3231083" y="1179772"/>
                  <a:pt x="3232384" y="1180458"/>
                  <a:pt x="3233496" y="1180661"/>
                </a:cubicBezTo>
                <a:cubicBezTo>
                  <a:pt x="3234816" y="1180903"/>
                  <a:pt x="3235686" y="1181747"/>
                  <a:pt x="3236988" y="1182414"/>
                </a:cubicBezTo>
                <a:cubicBezTo>
                  <a:pt x="3238538" y="1183062"/>
                  <a:pt x="3238728" y="1185506"/>
                  <a:pt x="3240481" y="1185919"/>
                </a:cubicBezTo>
                <a:cubicBezTo>
                  <a:pt x="3241560" y="1186129"/>
                  <a:pt x="3242900" y="1185506"/>
                  <a:pt x="3243973" y="1185919"/>
                </a:cubicBezTo>
                <a:cubicBezTo>
                  <a:pt x="3245091" y="1186345"/>
                  <a:pt x="3246608" y="1185919"/>
                  <a:pt x="3247497" y="1186827"/>
                </a:cubicBezTo>
                <a:cubicBezTo>
                  <a:pt x="3248393" y="1187665"/>
                  <a:pt x="3247923" y="1189221"/>
                  <a:pt x="3248393" y="1190294"/>
                </a:cubicBezTo>
                <a:cubicBezTo>
                  <a:pt x="3248825" y="1191380"/>
                  <a:pt x="3247720" y="1192904"/>
                  <a:pt x="3248393" y="1193800"/>
                </a:cubicBezTo>
                <a:cubicBezTo>
                  <a:pt x="3249002" y="1194676"/>
                  <a:pt x="3251015" y="1194009"/>
                  <a:pt x="3251860" y="1194676"/>
                </a:cubicBezTo>
                <a:cubicBezTo>
                  <a:pt x="3253187" y="1195527"/>
                  <a:pt x="3254057" y="1196651"/>
                  <a:pt x="3255359" y="1197324"/>
                </a:cubicBezTo>
                <a:lnTo>
                  <a:pt x="3254482" y="1200791"/>
                </a:lnTo>
                <a:cubicBezTo>
                  <a:pt x="3253390" y="1201273"/>
                  <a:pt x="3252082" y="1201026"/>
                  <a:pt x="3251015" y="1201686"/>
                </a:cubicBezTo>
                <a:cubicBezTo>
                  <a:pt x="3249441" y="1202562"/>
                  <a:pt x="3247497" y="1203210"/>
                  <a:pt x="3247497" y="1205185"/>
                </a:cubicBezTo>
                <a:cubicBezTo>
                  <a:pt x="3247497" y="1208893"/>
                  <a:pt x="3248393" y="1211522"/>
                  <a:pt x="3251015" y="1213929"/>
                </a:cubicBezTo>
                <a:cubicBezTo>
                  <a:pt x="3253187" y="1215910"/>
                  <a:pt x="3255600" y="1215694"/>
                  <a:pt x="3257994" y="1217441"/>
                </a:cubicBezTo>
                <a:cubicBezTo>
                  <a:pt x="3261067" y="1219625"/>
                  <a:pt x="3260642" y="1223346"/>
                  <a:pt x="3260642" y="1227277"/>
                </a:cubicBezTo>
                <a:cubicBezTo>
                  <a:pt x="3260642" y="1227937"/>
                  <a:pt x="3259766" y="1228153"/>
                  <a:pt x="3259766" y="1228826"/>
                </a:cubicBezTo>
                <a:cubicBezTo>
                  <a:pt x="3259766" y="1230128"/>
                  <a:pt x="3260642" y="1231010"/>
                  <a:pt x="3260642" y="1232331"/>
                </a:cubicBezTo>
                <a:cubicBezTo>
                  <a:pt x="3260642" y="1233639"/>
                  <a:pt x="3259766" y="1234516"/>
                  <a:pt x="3259766" y="1235836"/>
                </a:cubicBezTo>
                <a:lnTo>
                  <a:pt x="3259766" y="1238783"/>
                </a:lnTo>
                <a:cubicBezTo>
                  <a:pt x="3259766" y="1240339"/>
                  <a:pt x="3260509" y="1241082"/>
                  <a:pt x="3261067" y="1242390"/>
                </a:cubicBezTo>
                <a:cubicBezTo>
                  <a:pt x="3261734" y="1243933"/>
                  <a:pt x="3262814" y="1244479"/>
                  <a:pt x="3263671" y="1245882"/>
                </a:cubicBezTo>
                <a:cubicBezTo>
                  <a:pt x="3264134" y="1246657"/>
                  <a:pt x="3264484" y="1247419"/>
                  <a:pt x="3265004" y="1248092"/>
                </a:cubicBezTo>
                <a:cubicBezTo>
                  <a:pt x="3265551" y="1248740"/>
                  <a:pt x="3265665" y="1249305"/>
                  <a:pt x="3266306" y="1249851"/>
                </a:cubicBezTo>
                <a:cubicBezTo>
                  <a:pt x="3266859" y="1250276"/>
                  <a:pt x="3267494" y="1250276"/>
                  <a:pt x="3268084" y="1250708"/>
                </a:cubicBezTo>
                <a:cubicBezTo>
                  <a:pt x="3268738" y="1251254"/>
                  <a:pt x="3268827" y="1252042"/>
                  <a:pt x="3269373" y="1252467"/>
                </a:cubicBezTo>
                <a:cubicBezTo>
                  <a:pt x="3270135" y="1253121"/>
                  <a:pt x="3270694" y="1253559"/>
                  <a:pt x="3271558" y="1254188"/>
                </a:cubicBezTo>
                <a:cubicBezTo>
                  <a:pt x="3272237" y="1254639"/>
                  <a:pt x="3272777" y="1254880"/>
                  <a:pt x="3273323" y="1255521"/>
                </a:cubicBezTo>
                <a:cubicBezTo>
                  <a:pt x="3274085" y="1256404"/>
                  <a:pt x="3275101" y="1256938"/>
                  <a:pt x="3275101" y="1258125"/>
                </a:cubicBezTo>
                <a:cubicBezTo>
                  <a:pt x="3275101" y="1259351"/>
                  <a:pt x="3274949" y="1260106"/>
                  <a:pt x="3274644" y="1261205"/>
                </a:cubicBezTo>
                <a:cubicBezTo>
                  <a:pt x="3274301" y="1262087"/>
                  <a:pt x="3273418" y="1262176"/>
                  <a:pt x="3272885" y="1262964"/>
                </a:cubicBezTo>
                <a:cubicBezTo>
                  <a:pt x="3272548" y="1263522"/>
                  <a:pt x="3272237" y="1264075"/>
                  <a:pt x="3272028" y="1264710"/>
                </a:cubicBezTo>
                <a:cubicBezTo>
                  <a:pt x="3271659" y="1265516"/>
                  <a:pt x="3271227" y="1266024"/>
                  <a:pt x="3271164" y="1266926"/>
                </a:cubicBezTo>
                <a:cubicBezTo>
                  <a:pt x="3271056" y="1268215"/>
                  <a:pt x="3271164" y="1268869"/>
                  <a:pt x="3271164" y="1270209"/>
                </a:cubicBezTo>
                <a:cubicBezTo>
                  <a:pt x="3271164" y="1272152"/>
                  <a:pt x="3271164" y="1273390"/>
                  <a:pt x="3271558" y="1275219"/>
                </a:cubicBezTo>
                <a:cubicBezTo>
                  <a:pt x="3271659" y="1275886"/>
                  <a:pt x="3272123" y="1276318"/>
                  <a:pt x="3272459" y="1276991"/>
                </a:cubicBezTo>
                <a:cubicBezTo>
                  <a:pt x="3272777" y="1277734"/>
                  <a:pt x="3273418" y="1278407"/>
                  <a:pt x="3274206" y="1278743"/>
                </a:cubicBezTo>
                <a:cubicBezTo>
                  <a:pt x="3274949" y="1279055"/>
                  <a:pt x="3275101" y="1280045"/>
                  <a:pt x="3275965" y="1280045"/>
                </a:cubicBezTo>
                <a:cubicBezTo>
                  <a:pt x="3278022" y="1280045"/>
                  <a:pt x="3278790" y="1277975"/>
                  <a:pt x="3279457" y="1276102"/>
                </a:cubicBezTo>
                <a:cubicBezTo>
                  <a:pt x="3279565" y="1275581"/>
                  <a:pt x="3279794" y="1274883"/>
                  <a:pt x="3279889" y="1274349"/>
                </a:cubicBezTo>
                <a:cubicBezTo>
                  <a:pt x="3280130" y="1273390"/>
                  <a:pt x="3280537" y="1272705"/>
                  <a:pt x="3280759" y="1271720"/>
                </a:cubicBezTo>
                <a:cubicBezTo>
                  <a:pt x="3280886" y="1271162"/>
                  <a:pt x="3281191" y="1270641"/>
                  <a:pt x="3281191" y="1269949"/>
                </a:cubicBezTo>
                <a:cubicBezTo>
                  <a:pt x="3281337" y="1267898"/>
                  <a:pt x="3281337" y="1266786"/>
                  <a:pt x="3281191" y="1264710"/>
                </a:cubicBezTo>
                <a:cubicBezTo>
                  <a:pt x="3281191" y="1264075"/>
                  <a:pt x="3280759" y="1263618"/>
                  <a:pt x="3280759" y="1262964"/>
                </a:cubicBezTo>
                <a:cubicBezTo>
                  <a:pt x="3280759" y="1260887"/>
                  <a:pt x="3281095" y="1259795"/>
                  <a:pt x="3281191" y="1257693"/>
                </a:cubicBezTo>
                <a:lnTo>
                  <a:pt x="3284270" y="1257693"/>
                </a:lnTo>
                <a:cubicBezTo>
                  <a:pt x="3284804" y="1257934"/>
                  <a:pt x="3285591" y="1257934"/>
                  <a:pt x="3286004" y="1258125"/>
                </a:cubicBezTo>
                <a:cubicBezTo>
                  <a:pt x="3286702" y="1258582"/>
                  <a:pt x="3287109" y="1259046"/>
                  <a:pt x="3287782" y="1259471"/>
                </a:cubicBezTo>
                <a:cubicBezTo>
                  <a:pt x="3288417" y="1259941"/>
                  <a:pt x="3288525" y="1260703"/>
                  <a:pt x="3289115" y="1261205"/>
                </a:cubicBezTo>
                <a:cubicBezTo>
                  <a:pt x="3289630" y="1261744"/>
                  <a:pt x="3290169" y="1261973"/>
                  <a:pt x="3290843" y="1262538"/>
                </a:cubicBezTo>
                <a:cubicBezTo>
                  <a:pt x="3292348" y="1263872"/>
                  <a:pt x="3293332" y="1264602"/>
                  <a:pt x="3294773" y="1266024"/>
                </a:cubicBezTo>
                <a:cubicBezTo>
                  <a:pt x="3295446" y="1266691"/>
                  <a:pt x="3295967" y="1267123"/>
                  <a:pt x="3296539" y="1267790"/>
                </a:cubicBezTo>
                <a:cubicBezTo>
                  <a:pt x="3297167" y="1268526"/>
                  <a:pt x="3297637" y="1269218"/>
                  <a:pt x="3298304" y="1269949"/>
                </a:cubicBezTo>
                <a:cubicBezTo>
                  <a:pt x="3298729" y="1270527"/>
                  <a:pt x="3298818" y="1271403"/>
                  <a:pt x="3299593" y="1271720"/>
                </a:cubicBezTo>
                <a:cubicBezTo>
                  <a:pt x="3300234" y="1272057"/>
                  <a:pt x="3300672" y="1272406"/>
                  <a:pt x="3301365" y="1272578"/>
                </a:cubicBezTo>
                <a:cubicBezTo>
                  <a:pt x="3301898" y="1272705"/>
                  <a:pt x="3302406" y="1272578"/>
                  <a:pt x="3303098" y="1272578"/>
                </a:cubicBezTo>
                <a:cubicBezTo>
                  <a:pt x="3304419" y="1272705"/>
                  <a:pt x="3305276" y="1272578"/>
                  <a:pt x="3306597" y="1272578"/>
                </a:cubicBezTo>
                <a:cubicBezTo>
                  <a:pt x="3307905" y="1272578"/>
                  <a:pt x="3308870" y="1272578"/>
                  <a:pt x="3310077" y="1273016"/>
                </a:cubicBezTo>
                <a:cubicBezTo>
                  <a:pt x="3310877" y="1273244"/>
                  <a:pt x="3311099" y="1274152"/>
                  <a:pt x="3311836" y="1274349"/>
                </a:cubicBezTo>
                <a:cubicBezTo>
                  <a:pt x="3313137" y="1274800"/>
                  <a:pt x="3314141" y="1274800"/>
                  <a:pt x="3315569" y="1274800"/>
                </a:cubicBezTo>
                <a:cubicBezTo>
                  <a:pt x="3316331" y="1274800"/>
                  <a:pt x="3316871" y="1274883"/>
                  <a:pt x="3317538" y="1274800"/>
                </a:cubicBezTo>
                <a:cubicBezTo>
                  <a:pt x="3318192" y="1274686"/>
                  <a:pt x="3318732" y="1274241"/>
                  <a:pt x="3319291" y="1273879"/>
                </a:cubicBezTo>
                <a:cubicBezTo>
                  <a:pt x="3319926" y="1273473"/>
                  <a:pt x="3320700" y="1273390"/>
                  <a:pt x="3321024" y="1272578"/>
                </a:cubicBezTo>
                <a:cubicBezTo>
                  <a:pt x="3321278" y="1272057"/>
                  <a:pt x="3320611" y="1271625"/>
                  <a:pt x="3320611" y="1270952"/>
                </a:cubicBezTo>
                <a:cubicBezTo>
                  <a:pt x="3320611" y="1270209"/>
                  <a:pt x="3321024" y="1269853"/>
                  <a:pt x="3321024" y="1269110"/>
                </a:cubicBezTo>
                <a:cubicBezTo>
                  <a:pt x="3321024" y="1267123"/>
                  <a:pt x="3320167" y="1266164"/>
                  <a:pt x="3320167" y="1264189"/>
                </a:cubicBezTo>
                <a:cubicBezTo>
                  <a:pt x="3320167" y="1263186"/>
                  <a:pt x="3320288" y="1262538"/>
                  <a:pt x="3320611" y="1261668"/>
                </a:cubicBezTo>
                <a:cubicBezTo>
                  <a:pt x="3320929" y="1260773"/>
                  <a:pt x="3321805" y="1260703"/>
                  <a:pt x="3322339" y="1259941"/>
                </a:cubicBezTo>
                <a:cubicBezTo>
                  <a:pt x="3322675" y="1259351"/>
                  <a:pt x="3322904" y="1258811"/>
                  <a:pt x="3323240" y="1258125"/>
                </a:cubicBezTo>
                <a:cubicBezTo>
                  <a:pt x="3323888" y="1257801"/>
                  <a:pt x="3325088" y="1256741"/>
                  <a:pt x="3325850" y="1256404"/>
                </a:cubicBezTo>
                <a:cubicBezTo>
                  <a:pt x="3327368" y="1255623"/>
                  <a:pt x="3328714" y="1255953"/>
                  <a:pt x="3330448" y="1255953"/>
                </a:cubicBezTo>
                <a:cubicBezTo>
                  <a:pt x="3332410" y="1255953"/>
                  <a:pt x="3333953" y="1255750"/>
                  <a:pt x="3335464" y="1256830"/>
                </a:cubicBezTo>
                <a:cubicBezTo>
                  <a:pt x="3336156" y="1257274"/>
                  <a:pt x="3336690" y="1257598"/>
                  <a:pt x="3337267" y="1258125"/>
                </a:cubicBezTo>
                <a:cubicBezTo>
                  <a:pt x="3338449" y="1259351"/>
                  <a:pt x="3338995" y="1260532"/>
                  <a:pt x="3340328" y="1261668"/>
                </a:cubicBezTo>
                <a:cubicBezTo>
                  <a:pt x="3340957" y="1262176"/>
                  <a:pt x="3341382" y="1262443"/>
                  <a:pt x="3342068" y="1262964"/>
                </a:cubicBezTo>
                <a:cubicBezTo>
                  <a:pt x="3343376" y="1264075"/>
                  <a:pt x="3344113" y="1265040"/>
                  <a:pt x="3345554" y="1266024"/>
                </a:cubicBezTo>
                <a:cubicBezTo>
                  <a:pt x="3346532" y="1266691"/>
                  <a:pt x="3347294" y="1267021"/>
                  <a:pt x="3348183" y="1267790"/>
                </a:cubicBezTo>
                <a:cubicBezTo>
                  <a:pt x="3348742" y="1268215"/>
                  <a:pt x="3348850" y="1269110"/>
                  <a:pt x="3349498" y="1269511"/>
                </a:cubicBezTo>
                <a:cubicBezTo>
                  <a:pt x="3350183" y="1269949"/>
                  <a:pt x="3350596" y="1270527"/>
                  <a:pt x="3351250" y="1270838"/>
                </a:cubicBezTo>
                <a:cubicBezTo>
                  <a:pt x="3351815" y="1271073"/>
                  <a:pt x="3352463" y="1271073"/>
                  <a:pt x="3352996" y="1271269"/>
                </a:cubicBezTo>
                <a:cubicBezTo>
                  <a:pt x="3353847" y="1271625"/>
                  <a:pt x="3354330" y="1272152"/>
                  <a:pt x="3355308" y="1272152"/>
                </a:cubicBezTo>
                <a:lnTo>
                  <a:pt x="3379057" y="1272152"/>
                </a:lnTo>
                <a:cubicBezTo>
                  <a:pt x="3378930" y="1269765"/>
                  <a:pt x="3378841" y="1268444"/>
                  <a:pt x="3378841" y="1266024"/>
                </a:cubicBezTo>
                <a:lnTo>
                  <a:pt x="3378841" y="1263872"/>
                </a:lnTo>
                <a:cubicBezTo>
                  <a:pt x="3378841" y="1262868"/>
                  <a:pt x="3378384" y="1262176"/>
                  <a:pt x="3378384" y="1261205"/>
                </a:cubicBezTo>
                <a:cubicBezTo>
                  <a:pt x="3378384" y="1259566"/>
                  <a:pt x="3378841" y="1258582"/>
                  <a:pt x="3379057" y="1256938"/>
                </a:cubicBezTo>
                <a:cubicBezTo>
                  <a:pt x="3380162" y="1257179"/>
                  <a:pt x="3380816" y="1257693"/>
                  <a:pt x="3381908" y="1257693"/>
                </a:cubicBezTo>
                <a:cubicBezTo>
                  <a:pt x="3382549" y="1257693"/>
                  <a:pt x="3382987" y="1257274"/>
                  <a:pt x="3383654" y="1257274"/>
                </a:cubicBezTo>
                <a:cubicBezTo>
                  <a:pt x="3384321" y="1257274"/>
                  <a:pt x="3384721" y="1256938"/>
                  <a:pt x="3385413" y="1256830"/>
                </a:cubicBezTo>
                <a:cubicBezTo>
                  <a:pt x="3386378" y="1256741"/>
                  <a:pt x="3387045" y="1256830"/>
                  <a:pt x="3388010" y="1256830"/>
                </a:cubicBezTo>
                <a:cubicBezTo>
                  <a:pt x="3390442" y="1256830"/>
                  <a:pt x="3392087" y="1256938"/>
                  <a:pt x="3394151" y="1258125"/>
                </a:cubicBezTo>
                <a:cubicBezTo>
                  <a:pt x="3395579" y="1258925"/>
                  <a:pt x="3395338" y="1260887"/>
                  <a:pt x="3396780" y="1261668"/>
                </a:cubicBezTo>
                <a:cubicBezTo>
                  <a:pt x="3397453" y="1261973"/>
                  <a:pt x="3397872" y="1262329"/>
                  <a:pt x="3398526" y="1262538"/>
                </a:cubicBezTo>
                <a:cubicBezTo>
                  <a:pt x="3399758" y="1262964"/>
                  <a:pt x="3400825" y="1262964"/>
                  <a:pt x="3402279" y="1262964"/>
                </a:cubicBezTo>
                <a:cubicBezTo>
                  <a:pt x="3403003" y="1262964"/>
                  <a:pt x="3403593" y="1263186"/>
                  <a:pt x="3404203" y="1262964"/>
                </a:cubicBezTo>
                <a:cubicBezTo>
                  <a:pt x="3404895" y="1262760"/>
                  <a:pt x="3405416" y="1262443"/>
                  <a:pt x="3405987" y="1262087"/>
                </a:cubicBezTo>
                <a:cubicBezTo>
                  <a:pt x="3406540" y="1261744"/>
                  <a:pt x="3406413" y="1260887"/>
                  <a:pt x="3406876" y="1260347"/>
                </a:cubicBezTo>
                <a:cubicBezTo>
                  <a:pt x="3407308" y="1259795"/>
                  <a:pt x="3408038" y="1259566"/>
                  <a:pt x="3408616" y="1259046"/>
                </a:cubicBezTo>
                <a:cubicBezTo>
                  <a:pt x="3409175" y="1259351"/>
                  <a:pt x="3410121" y="1259046"/>
                  <a:pt x="3410362" y="1259471"/>
                </a:cubicBezTo>
                <a:cubicBezTo>
                  <a:pt x="3410978" y="1260532"/>
                  <a:pt x="3410978" y="1261878"/>
                  <a:pt x="3411664" y="1262964"/>
                </a:cubicBezTo>
                <a:cubicBezTo>
                  <a:pt x="3411994" y="1263522"/>
                  <a:pt x="3413099" y="1263186"/>
                  <a:pt x="3413404" y="1263872"/>
                </a:cubicBezTo>
                <a:cubicBezTo>
                  <a:pt x="3413645" y="1264380"/>
                  <a:pt x="3413721" y="1265040"/>
                  <a:pt x="3413855" y="1265605"/>
                </a:cubicBezTo>
                <a:cubicBezTo>
                  <a:pt x="3414160" y="1266786"/>
                  <a:pt x="3413855" y="1267790"/>
                  <a:pt x="3413855" y="1269110"/>
                </a:cubicBezTo>
                <a:cubicBezTo>
                  <a:pt x="3413855" y="1271269"/>
                  <a:pt x="3413982" y="1272705"/>
                  <a:pt x="3413404" y="1274800"/>
                </a:cubicBezTo>
                <a:cubicBezTo>
                  <a:pt x="3413194" y="1275651"/>
                  <a:pt x="3412432" y="1276191"/>
                  <a:pt x="3412096" y="1276991"/>
                </a:cubicBezTo>
                <a:cubicBezTo>
                  <a:pt x="3411232" y="1278743"/>
                  <a:pt x="3410673" y="1279842"/>
                  <a:pt x="3409899" y="1281817"/>
                </a:cubicBezTo>
                <a:cubicBezTo>
                  <a:pt x="3409810" y="1284522"/>
                  <a:pt x="3409029" y="1285951"/>
                  <a:pt x="3409029" y="1288694"/>
                </a:cubicBezTo>
                <a:cubicBezTo>
                  <a:pt x="3409029" y="1289881"/>
                  <a:pt x="3408933" y="1290656"/>
                  <a:pt x="3409029" y="1291875"/>
                </a:cubicBezTo>
                <a:cubicBezTo>
                  <a:pt x="3409175" y="1292955"/>
                  <a:pt x="3409600" y="1293514"/>
                  <a:pt x="3409899" y="1294510"/>
                </a:cubicBezTo>
                <a:cubicBezTo>
                  <a:pt x="3410121" y="1295158"/>
                  <a:pt x="3410584" y="1295590"/>
                  <a:pt x="3410788" y="1296257"/>
                </a:cubicBezTo>
                <a:cubicBezTo>
                  <a:pt x="3410908" y="1296790"/>
                  <a:pt x="3410978" y="1297451"/>
                  <a:pt x="3411232" y="1297990"/>
                </a:cubicBezTo>
                <a:cubicBezTo>
                  <a:pt x="3411664" y="1299089"/>
                  <a:pt x="3412521" y="1299521"/>
                  <a:pt x="3412978" y="1300619"/>
                </a:cubicBezTo>
                <a:cubicBezTo>
                  <a:pt x="3413290" y="1301489"/>
                  <a:pt x="3413404" y="1302251"/>
                  <a:pt x="3413404" y="1303229"/>
                </a:cubicBezTo>
                <a:cubicBezTo>
                  <a:pt x="3413404" y="1304474"/>
                  <a:pt x="3413290" y="1305217"/>
                  <a:pt x="3412978" y="1306296"/>
                </a:cubicBezTo>
                <a:cubicBezTo>
                  <a:pt x="3412674" y="1307160"/>
                  <a:pt x="3411886" y="1307401"/>
                  <a:pt x="3411232" y="1308074"/>
                </a:cubicBezTo>
                <a:cubicBezTo>
                  <a:pt x="3410673" y="1308607"/>
                  <a:pt x="3409810" y="1308607"/>
                  <a:pt x="3409499" y="1309389"/>
                </a:cubicBezTo>
                <a:cubicBezTo>
                  <a:pt x="3409175" y="1310036"/>
                  <a:pt x="3408711" y="1310493"/>
                  <a:pt x="3408616" y="1311141"/>
                </a:cubicBezTo>
                <a:cubicBezTo>
                  <a:pt x="3408178" y="1312544"/>
                  <a:pt x="3408616" y="1313560"/>
                  <a:pt x="3408616" y="1315072"/>
                </a:cubicBezTo>
                <a:cubicBezTo>
                  <a:pt x="3408254" y="1315726"/>
                  <a:pt x="3408038" y="1316602"/>
                  <a:pt x="3407733" y="1317256"/>
                </a:cubicBezTo>
                <a:cubicBezTo>
                  <a:pt x="3407403" y="1317891"/>
                  <a:pt x="3406876" y="1318348"/>
                  <a:pt x="3406413" y="1319021"/>
                </a:cubicBezTo>
                <a:cubicBezTo>
                  <a:pt x="3405327" y="1320628"/>
                  <a:pt x="3404120" y="1321504"/>
                  <a:pt x="3403352" y="1323352"/>
                </a:cubicBezTo>
                <a:cubicBezTo>
                  <a:pt x="3402939" y="1324667"/>
                  <a:pt x="3402679" y="1325676"/>
                  <a:pt x="3402012" y="1326883"/>
                </a:cubicBezTo>
                <a:cubicBezTo>
                  <a:pt x="3401269" y="1328419"/>
                  <a:pt x="3399758" y="1328750"/>
                  <a:pt x="3398088" y="1329518"/>
                </a:cubicBezTo>
                <a:cubicBezTo>
                  <a:pt x="3397211" y="1329956"/>
                  <a:pt x="3396653" y="1330407"/>
                  <a:pt x="3395910" y="1330820"/>
                </a:cubicBezTo>
                <a:cubicBezTo>
                  <a:pt x="3395268" y="1331245"/>
                  <a:pt x="3394824" y="1331601"/>
                  <a:pt x="3394151" y="1332128"/>
                </a:cubicBezTo>
                <a:cubicBezTo>
                  <a:pt x="3393484" y="1332706"/>
                  <a:pt x="3392703" y="1333011"/>
                  <a:pt x="3392398" y="1333887"/>
                </a:cubicBezTo>
                <a:cubicBezTo>
                  <a:pt x="3392176" y="1334427"/>
                  <a:pt x="3392087" y="1335081"/>
                  <a:pt x="3391992" y="1335633"/>
                </a:cubicBezTo>
                <a:cubicBezTo>
                  <a:pt x="3391642" y="1336821"/>
                  <a:pt x="3391642" y="1337798"/>
                  <a:pt x="3391541" y="1339145"/>
                </a:cubicBezTo>
                <a:cubicBezTo>
                  <a:pt x="3391204" y="1342548"/>
                  <a:pt x="3389687" y="1344288"/>
                  <a:pt x="3388467" y="1347438"/>
                </a:cubicBezTo>
                <a:cubicBezTo>
                  <a:pt x="3387801" y="1349317"/>
                  <a:pt x="3387801" y="1350505"/>
                  <a:pt x="3387134" y="1352289"/>
                </a:cubicBezTo>
                <a:cubicBezTo>
                  <a:pt x="3386499" y="1354131"/>
                  <a:pt x="3385508" y="1355229"/>
                  <a:pt x="3384099" y="1356664"/>
                </a:cubicBezTo>
                <a:cubicBezTo>
                  <a:pt x="3383533" y="1357185"/>
                  <a:pt x="3382987" y="1357426"/>
                  <a:pt x="3382333" y="1357966"/>
                </a:cubicBezTo>
                <a:cubicBezTo>
                  <a:pt x="3381667" y="1358506"/>
                  <a:pt x="3381349" y="1359274"/>
                  <a:pt x="3380587" y="1359731"/>
                </a:cubicBezTo>
                <a:cubicBezTo>
                  <a:pt x="3379933" y="1360068"/>
                  <a:pt x="3379590" y="1360912"/>
                  <a:pt x="3378841" y="1361027"/>
                </a:cubicBezTo>
                <a:lnTo>
                  <a:pt x="3377063" y="1361027"/>
                </a:lnTo>
                <a:cubicBezTo>
                  <a:pt x="3375552" y="1361128"/>
                  <a:pt x="3374574" y="1360811"/>
                  <a:pt x="3373100" y="1361027"/>
                </a:cubicBezTo>
                <a:cubicBezTo>
                  <a:pt x="3371805" y="1361249"/>
                  <a:pt x="3370948" y="1362119"/>
                  <a:pt x="3369633" y="1362348"/>
                </a:cubicBezTo>
                <a:cubicBezTo>
                  <a:pt x="3369075" y="1362436"/>
                  <a:pt x="3368452" y="1362773"/>
                  <a:pt x="3367881" y="1362773"/>
                </a:cubicBezTo>
                <a:cubicBezTo>
                  <a:pt x="3367131" y="1362900"/>
                  <a:pt x="3366465" y="1362659"/>
                  <a:pt x="3365703" y="1362773"/>
                </a:cubicBezTo>
                <a:cubicBezTo>
                  <a:pt x="3365157" y="1362773"/>
                  <a:pt x="3364477" y="1363122"/>
                  <a:pt x="3363950" y="1363211"/>
                </a:cubicBezTo>
                <a:cubicBezTo>
                  <a:pt x="3363290" y="1363332"/>
                  <a:pt x="3362852" y="1363757"/>
                  <a:pt x="3362210" y="1364094"/>
                </a:cubicBezTo>
                <a:cubicBezTo>
                  <a:pt x="3361308" y="1364526"/>
                  <a:pt x="3361105" y="1365821"/>
                  <a:pt x="3360000" y="1365821"/>
                </a:cubicBezTo>
                <a:cubicBezTo>
                  <a:pt x="3358800" y="1365821"/>
                  <a:pt x="3358051" y="1365732"/>
                  <a:pt x="3356940" y="1365402"/>
                </a:cubicBezTo>
                <a:cubicBezTo>
                  <a:pt x="3356165" y="1365192"/>
                  <a:pt x="3355841" y="1364640"/>
                  <a:pt x="3355200" y="1364094"/>
                </a:cubicBezTo>
                <a:cubicBezTo>
                  <a:pt x="3353771" y="1362900"/>
                  <a:pt x="3353212" y="1361249"/>
                  <a:pt x="3351250" y="1361027"/>
                </a:cubicBezTo>
                <a:lnTo>
                  <a:pt x="3349498" y="1361027"/>
                </a:lnTo>
                <a:cubicBezTo>
                  <a:pt x="3348501" y="1360912"/>
                  <a:pt x="3347866" y="1361027"/>
                  <a:pt x="3346850" y="1361027"/>
                </a:cubicBezTo>
                <a:cubicBezTo>
                  <a:pt x="3345668" y="1361027"/>
                  <a:pt x="3345021" y="1360709"/>
                  <a:pt x="3343795" y="1360595"/>
                </a:cubicBezTo>
                <a:cubicBezTo>
                  <a:pt x="3342817" y="1360500"/>
                  <a:pt x="3342157" y="1360169"/>
                  <a:pt x="3341198" y="1360169"/>
                </a:cubicBezTo>
                <a:cubicBezTo>
                  <a:pt x="3339414" y="1360068"/>
                  <a:pt x="3338449" y="1360068"/>
                  <a:pt x="3336804" y="1359731"/>
                </a:cubicBezTo>
                <a:cubicBezTo>
                  <a:pt x="3336042" y="1359592"/>
                  <a:pt x="3335464" y="1358874"/>
                  <a:pt x="3334613" y="1358874"/>
                </a:cubicBezTo>
                <a:lnTo>
                  <a:pt x="3332645" y="1358874"/>
                </a:lnTo>
                <a:cubicBezTo>
                  <a:pt x="3331870" y="1358874"/>
                  <a:pt x="3331425" y="1358760"/>
                  <a:pt x="3330676" y="1358874"/>
                </a:cubicBezTo>
                <a:cubicBezTo>
                  <a:pt x="3329685" y="1358938"/>
                  <a:pt x="3329254" y="1359731"/>
                  <a:pt x="3328479" y="1360169"/>
                </a:cubicBezTo>
                <a:cubicBezTo>
                  <a:pt x="3330009" y="1360912"/>
                  <a:pt x="3330994" y="1361357"/>
                  <a:pt x="3332410" y="1361909"/>
                </a:cubicBezTo>
                <a:cubicBezTo>
                  <a:pt x="3334518" y="1362773"/>
                  <a:pt x="3335934" y="1363541"/>
                  <a:pt x="3338118" y="1364094"/>
                </a:cubicBezTo>
                <a:cubicBezTo>
                  <a:pt x="3340201" y="1364640"/>
                  <a:pt x="3341624" y="1364748"/>
                  <a:pt x="3343795" y="1364957"/>
                </a:cubicBezTo>
                <a:cubicBezTo>
                  <a:pt x="3345116" y="1365065"/>
                  <a:pt x="3345986" y="1365300"/>
                  <a:pt x="3347294" y="1365402"/>
                </a:cubicBezTo>
                <a:lnTo>
                  <a:pt x="3347294" y="1368907"/>
                </a:lnTo>
                <a:lnTo>
                  <a:pt x="3347294" y="1371117"/>
                </a:lnTo>
                <a:cubicBezTo>
                  <a:pt x="3347294" y="1372647"/>
                  <a:pt x="3349047" y="1373060"/>
                  <a:pt x="3349917" y="1374152"/>
                </a:cubicBezTo>
                <a:cubicBezTo>
                  <a:pt x="3350380" y="1374717"/>
                  <a:pt x="3350507" y="1375238"/>
                  <a:pt x="3350799" y="1375905"/>
                </a:cubicBezTo>
                <a:cubicBezTo>
                  <a:pt x="3351250" y="1376895"/>
                  <a:pt x="3351250" y="1377753"/>
                  <a:pt x="3351250" y="1378985"/>
                </a:cubicBezTo>
                <a:cubicBezTo>
                  <a:pt x="3351250" y="1379766"/>
                  <a:pt x="3351028" y="1380083"/>
                  <a:pt x="3351028" y="1380826"/>
                </a:cubicBezTo>
                <a:cubicBezTo>
                  <a:pt x="3351028" y="1381493"/>
                  <a:pt x="3351250" y="1381817"/>
                  <a:pt x="3351250" y="1382496"/>
                </a:cubicBezTo>
                <a:cubicBezTo>
                  <a:pt x="3351250" y="1383353"/>
                  <a:pt x="3350799" y="1383791"/>
                  <a:pt x="3350799" y="1384680"/>
                </a:cubicBezTo>
                <a:cubicBezTo>
                  <a:pt x="3350736" y="1387443"/>
                  <a:pt x="3350799" y="1388948"/>
                  <a:pt x="3350799" y="1391672"/>
                </a:cubicBezTo>
                <a:cubicBezTo>
                  <a:pt x="3351028" y="1391672"/>
                  <a:pt x="3352330" y="1394078"/>
                  <a:pt x="3353428" y="1395171"/>
                </a:cubicBezTo>
                <a:cubicBezTo>
                  <a:pt x="3355638" y="1397374"/>
                  <a:pt x="3357822" y="1398657"/>
                  <a:pt x="3359569" y="1401305"/>
                </a:cubicBezTo>
                <a:cubicBezTo>
                  <a:pt x="3360229" y="1402416"/>
                  <a:pt x="3360648" y="1403483"/>
                  <a:pt x="3361308" y="1404791"/>
                </a:cubicBezTo>
                <a:lnTo>
                  <a:pt x="3363080" y="1408328"/>
                </a:lnTo>
                <a:cubicBezTo>
                  <a:pt x="3363709" y="1409839"/>
                  <a:pt x="3364814" y="1410512"/>
                  <a:pt x="3365703" y="1411827"/>
                </a:cubicBezTo>
                <a:cubicBezTo>
                  <a:pt x="3366573" y="1413116"/>
                  <a:pt x="3367214" y="1414005"/>
                  <a:pt x="3368332" y="1415307"/>
                </a:cubicBezTo>
                <a:cubicBezTo>
                  <a:pt x="3369424" y="1416596"/>
                  <a:pt x="3370097" y="1418183"/>
                  <a:pt x="3371805" y="1418850"/>
                </a:cubicBezTo>
                <a:cubicBezTo>
                  <a:pt x="3373100" y="1419275"/>
                  <a:pt x="3373805" y="1420583"/>
                  <a:pt x="3375336" y="1420583"/>
                </a:cubicBezTo>
                <a:lnTo>
                  <a:pt x="3379266" y="1420583"/>
                </a:lnTo>
                <a:cubicBezTo>
                  <a:pt x="3380816" y="1420583"/>
                  <a:pt x="3381908" y="1421002"/>
                  <a:pt x="3383229" y="1420583"/>
                </a:cubicBezTo>
                <a:cubicBezTo>
                  <a:pt x="3384721" y="1419929"/>
                  <a:pt x="3385826" y="1419040"/>
                  <a:pt x="3386708" y="1417954"/>
                </a:cubicBezTo>
                <a:cubicBezTo>
                  <a:pt x="3387388" y="1417053"/>
                  <a:pt x="3386258" y="1415554"/>
                  <a:pt x="3386708" y="1414437"/>
                </a:cubicBezTo>
                <a:cubicBezTo>
                  <a:pt x="3387388" y="1412925"/>
                  <a:pt x="3388899" y="1412271"/>
                  <a:pt x="3390201" y="1410950"/>
                </a:cubicBezTo>
                <a:lnTo>
                  <a:pt x="3391992" y="1414437"/>
                </a:lnTo>
                <a:cubicBezTo>
                  <a:pt x="3394360" y="1418589"/>
                  <a:pt x="3397002" y="1421002"/>
                  <a:pt x="3399853" y="1424965"/>
                </a:cubicBezTo>
                <a:cubicBezTo>
                  <a:pt x="3400494" y="1426032"/>
                  <a:pt x="3400710" y="1427365"/>
                  <a:pt x="3401606" y="1428451"/>
                </a:cubicBezTo>
                <a:cubicBezTo>
                  <a:pt x="3402456" y="1429569"/>
                  <a:pt x="3403790" y="1429962"/>
                  <a:pt x="3405092" y="1431042"/>
                </a:cubicBezTo>
                <a:cubicBezTo>
                  <a:pt x="3406190" y="1431963"/>
                  <a:pt x="3407511" y="1432172"/>
                  <a:pt x="3408616" y="1432813"/>
                </a:cubicBezTo>
                <a:cubicBezTo>
                  <a:pt x="3409899" y="1433728"/>
                  <a:pt x="3410584" y="1434807"/>
                  <a:pt x="3411232" y="1436350"/>
                </a:cubicBezTo>
                <a:cubicBezTo>
                  <a:pt x="3412521" y="1438954"/>
                  <a:pt x="3411442" y="1441380"/>
                  <a:pt x="3412096" y="1444193"/>
                </a:cubicBezTo>
                <a:cubicBezTo>
                  <a:pt x="3412324" y="1445291"/>
                  <a:pt x="3412763" y="1446612"/>
                  <a:pt x="3412978" y="1447698"/>
                </a:cubicBezTo>
                <a:cubicBezTo>
                  <a:pt x="3413404" y="1449247"/>
                  <a:pt x="3414947" y="1449901"/>
                  <a:pt x="3415607" y="1451222"/>
                </a:cubicBezTo>
                <a:cubicBezTo>
                  <a:pt x="3417550" y="1454499"/>
                  <a:pt x="3419309" y="1456264"/>
                  <a:pt x="3421729" y="1459077"/>
                </a:cubicBezTo>
                <a:cubicBezTo>
                  <a:pt x="3422821" y="1460385"/>
                  <a:pt x="3424593" y="1460817"/>
                  <a:pt x="3425215" y="1462601"/>
                </a:cubicBezTo>
                <a:cubicBezTo>
                  <a:pt x="3426129" y="1464786"/>
                  <a:pt x="3426129" y="1466316"/>
                  <a:pt x="3426129" y="1468716"/>
                </a:cubicBezTo>
                <a:lnTo>
                  <a:pt x="3426129" y="1470463"/>
                </a:lnTo>
                <a:cubicBezTo>
                  <a:pt x="3426129" y="1471771"/>
                  <a:pt x="3425215" y="1472666"/>
                  <a:pt x="3425215" y="1473987"/>
                </a:cubicBezTo>
                <a:cubicBezTo>
                  <a:pt x="3425031" y="1478343"/>
                  <a:pt x="3424789" y="1481848"/>
                  <a:pt x="3426980" y="1485372"/>
                </a:cubicBezTo>
                <a:cubicBezTo>
                  <a:pt x="3428079" y="1487106"/>
                  <a:pt x="3430257" y="1487106"/>
                  <a:pt x="3432263" y="1488001"/>
                </a:cubicBezTo>
                <a:cubicBezTo>
                  <a:pt x="3433597" y="1488427"/>
                  <a:pt x="3434429" y="1489303"/>
                  <a:pt x="3435730" y="1489729"/>
                </a:cubicBezTo>
                <a:cubicBezTo>
                  <a:pt x="3436848" y="1490160"/>
                  <a:pt x="3438182" y="1489938"/>
                  <a:pt x="3439236" y="1490624"/>
                </a:cubicBezTo>
                <a:cubicBezTo>
                  <a:pt x="3440556" y="1491278"/>
                  <a:pt x="3441852" y="1492148"/>
                  <a:pt x="3442754" y="1493227"/>
                </a:cubicBezTo>
                <a:cubicBezTo>
                  <a:pt x="3443624" y="1494351"/>
                  <a:pt x="3443820" y="1495640"/>
                  <a:pt x="3444513" y="1496720"/>
                </a:cubicBezTo>
                <a:cubicBezTo>
                  <a:pt x="3445154" y="1497844"/>
                  <a:pt x="3445592" y="1499146"/>
                  <a:pt x="3446233" y="1500251"/>
                </a:cubicBezTo>
                <a:cubicBezTo>
                  <a:pt x="3448450" y="1503762"/>
                  <a:pt x="3451301" y="1504600"/>
                  <a:pt x="3453231" y="1508105"/>
                </a:cubicBezTo>
                <a:cubicBezTo>
                  <a:pt x="3454806" y="1510747"/>
                  <a:pt x="3455466" y="1512493"/>
                  <a:pt x="3456755" y="1515129"/>
                </a:cubicBezTo>
                <a:lnTo>
                  <a:pt x="3460261" y="1522133"/>
                </a:lnTo>
                <a:cubicBezTo>
                  <a:pt x="3461994" y="1525873"/>
                  <a:pt x="3463772" y="1528711"/>
                  <a:pt x="3463772" y="1533080"/>
                </a:cubicBezTo>
                <a:cubicBezTo>
                  <a:pt x="3463772" y="1534604"/>
                  <a:pt x="3464013" y="1535677"/>
                  <a:pt x="3463772" y="1536998"/>
                </a:cubicBezTo>
                <a:cubicBezTo>
                  <a:pt x="3463537" y="1538535"/>
                  <a:pt x="3461359" y="1538992"/>
                  <a:pt x="3461130" y="1540535"/>
                </a:cubicBezTo>
                <a:cubicBezTo>
                  <a:pt x="3460940" y="1541602"/>
                  <a:pt x="3461130" y="1542738"/>
                  <a:pt x="3461130" y="1544027"/>
                </a:cubicBezTo>
                <a:cubicBezTo>
                  <a:pt x="3461130" y="1546669"/>
                  <a:pt x="3461359" y="1549057"/>
                  <a:pt x="3462908" y="1551044"/>
                </a:cubicBezTo>
                <a:cubicBezTo>
                  <a:pt x="3463772" y="1552333"/>
                  <a:pt x="3465061" y="1552555"/>
                  <a:pt x="3466376" y="1553654"/>
                </a:cubicBezTo>
                <a:cubicBezTo>
                  <a:pt x="3467512" y="1554543"/>
                  <a:pt x="3468801" y="1554765"/>
                  <a:pt x="3469900" y="1555407"/>
                </a:cubicBezTo>
                <a:cubicBezTo>
                  <a:pt x="3471437" y="1556270"/>
                  <a:pt x="3472078" y="1557794"/>
                  <a:pt x="3473399" y="1558912"/>
                </a:cubicBezTo>
                <a:cubicBezTo>
                  <a:pt x="3476009" y="1561083"/>
                  <a:pt x="3478002" y="1562620"/>
                  <a:pt x="3480428" y="1565040"/>
                </a:cubicBezTo>
                <a:cubicBezTo>
                  <a:pt x="3481495" y="1566119"/>
                  <a:pt x="3482797" y="1566367"/>
                  <a:pt x="3483895" y="1567675"/>
                </a:cubicBezTo>
                <a:cubicBezTo>
                  <a:pt x="3484784" y="1568748"/>
                  <a:pt x="3484784" y="1570075"/>
                  <a:pt x="3485654" y="1571148"/>
                </a:cubicBezTo>
                <a:cubicBezTo>
                  <a:pt x="3486746" y="1572685"/>
                  <a:pt x="3488054" y="1573149"/>
                  <a:pt x="3489147" y="1574660"/>
                </a:cubicBezTo>
                <a:cubicBezTo>
                  <a:pt x="3491134" y="1577301"/>
                  <a:pt x="3491331" y="1579702"/>
                  <a:pt x="3492639" y="1582534"/>
                </a:cubicBezTo>
                <a:cubicBezTo>
                  <a:pt x="3493528" y="1584286"/>
                  <a:pt x="3494201" y="1585588"/>
                  <a:pt x="3495281" y="1586909"/>
                </a:cubicBezTo>
                <a:cubicBezTo>
                  <a:pt x="3496608" y="1588446"/>
                  <a:pt x="3498557" y="1588903"/>
                  <a:pt x="3499650" y="1590420"/>
                </a:cubicBezTo>
                <a:cubicBezTo>
                  <a:pt x="3502488" y="1594154"/>
                  <a:pt x="3504025" y="1597196"/>
                  <a:pt x="3506666" y="1600911"/>
                </a:cubicBezTo>
                <a:cubicBezTo>
                  <a:pt x="3509943" y="1605299"/>
                  <a:pt x="3513912" y="1607077"/>
                  <a:pt x="3517176" y="1611452"/>
                </a:cubicBezTo>
                <a:cubicBezTo>
                  <a:pt x="3517811" y="1612531"/>
                  <a:pt x="3518287" y="1613630"/>
                  <a:pt x="3518935" y="1614951"/>
                </a:cubicBezTo>
                <a:cubicBezTo>
                  <a:pt x="3519576" y="1616462"/>
                  <a:pt x="3520884" y="1617560"/>
                  <a:pt x="3521532" y="1619307"/>
                </a:cubicBezTo>
                <a:cubicBezTo>
                  <a:pt x="3521983" y="1620621"/>
                  <a:pt x="3523297" y="1621269"/>
                  <a:pt x="3523297" y="1622831"/>
                </a:cubicBezTo>
                <a:cubicBezTo>
                  <a:pt x="3523519" y="1625422"/>
                  <a:pt x="3523094" y="1627193"/>
                  <a:pt x="3523297" y="1629803"/>
                </a:cubicBezTo>
                <a:cubicBezTo>
                  <a:pt x="3523297" y="1631124"/>
                  <a:pt x="3523094" y="1632216"/>
                  <a:pt x="3523297" y="1633327"/>
                </a:cubicBezTo>
                <a:cubicBezTo>
                  <a:pt x="3523519" y="1634648"/>
                  <a:pt x="3524618" y="1635518"/>
                  <a:pt x="3525056" y="1636814"/>
                </a:cubicBezTo>
                <a:cubicBezTo>
                  <a:pt x="3526370" y="1639671"/>
                  <a:pt x="3529425" y="1640782"/>
                  <a:pt x="3529425" y="1644072"/>
                </a:cubicBezTo>
                <a:lnTo>
                  <a:pt x="3529425" y="1674260"/>
                </a:lnTo>
                <a:cubicBezTo>
                  <a:pt x="3529425" y="1679079"/>
                  <a:pt x="3534683" y="1680178"/>
                  <a:pt x="3538175" y="1683245"/>
                </a:cubicBezTo>
                <a:cubicBezTo>
                  <a:pt x="3540798" y="1685404"/>
                  <a:pt x="3541693" y="1688083"/>
                  <a:pt x="3545179" y="1688471"/>
                </a:cubicBezTo>
                <a:cubicBezTo>
                  <a:pt x="3547833" y="1688738"/>
                  <a:pt x="3549561" y="1688471"/>
                  <a:pt x="3552202" y="1688471"/>
                </a:cubicBezTo>
                <a:cubicBezTo>
                  <a:pt x="3556380" y="1688471"/>
                  <a:pt x="3558978" y="1688922"/>
                  <a:pt x="3562730" y="1687620"/>
                </a:cubicBezTo>
                <a:cubicBezTo>
                  <a:pt x="3564470" y="1686953"/>
                  <a:pt x="3565353" y="1685613"/>
                  <a:pt x="3566204" y="1684108"/>
                </a:cubicBezTo>
                <a:cubicBezTo>
                  <a:pt x="3567741" y="1681721"/>
                  <a:pt x="3568617" y="1679079"/>
                  <a:pt x="3570579" y="1677130"/>
                </a:cubicBezTo>
                <a:cubicBezTo>
                  <a:pt x="3572554" y="1675117"/>
                  <a:pt x="3574935" y="1673828"/>
                  <a:pt x="3577602" y="1672748"/>
                </a:cubicBezTo>
                <a:cubicBezTo>
                  <a:pt x="3578879" y="1672297"/>
                  <a:pt x="3579780" y="1671859"/>
                  <a:pt x="3581330" y="1671859"/>
                </a:cubicBezTo>
                <a:lnTo>
                  <a:pt x="3602729" y="1671859"/>
                </a:lnTo>
                <a:cubicBezTo>
                  <a:pt x="3604520" y="1671859"/>
                  <a:pt x="3604958" y="1674044"/>
                  <a:pt x="3606476" y="1674482"/>
                </a:cubicBezTo>
                <a:cubicBezTo>
                  <a:pt x="3607587" y="1674710"/>
                  <a:pt x="3608889" y="1674260"/>
                  <a:pt x="3609987" y="1674482"/>
                </a:cubicBezTo>
                <a:lnTo>
                  <a:pt x="3613511" y="1667471"/>
                </a:lnTo>
                <a:cubicBezTo>
                  <a:pt x="3614115" y="1665935"/>
                  <a:pt x="3615029" y="1665300"/>
                  <a:pt x="3616121" y="1663992"/>
                </a:cubicBezTo>
                <a:cubicBezTo>
                  <a:pt x="3617201" y="1662658"/>
                  <a:pt x="3618960" y="1662410"/>
                  <a:pt x="3620503" y="1661363"/>
                </a:cubicBezTo>
                <a:cubicBezTo>
                  <a:pt x="3622020" y="1660264"/>
                  <a:pt x="3622224" y="1658480"/>
                  <a:pt x="3624002" y="1657845"/>
                </a:cubicBezTo>
                <a:cubicBezTo>
                  <a:pt x="3627716" y="1656530"/>
                  <a:pt x="3630574" y="1657432"/>
                  <a:pt x="3634479" y="1656105"/>
                </a:cubicBezTo>
                <a:cubicBezTo>
                  <a:pt x="3636041" y="1655641"/>
                  <a:pt x="3636467" y="1653914"/>
                  <a:pt x="3637991" y="1653419"/>
                </a:cubicBezTo>
                <a:cubicBezTo>
                  <a:pt x="3640385" y="1652816"/>
                  <a:pt x="3642588" y="1653914"/>
                  <a:pt x="3645033" y="1653419"/>
                </a:cubicBezTo>
                <a:cubicBezTo>
                  <a:pt x="3646551" y="1653247"/>
                  <a:pt x="3646982" y="1651038"/>
                  <a:pt x="3648494" y="1650822"/>
                </a:cubicBezTo>
                <a:cubicBezTo>
                  <a:pt x="3649618" y="1650599"/>
                  <a:pt x="3650907" y="1650822"/>
                  <a:pt x="3652012" y="1650822"/>
                </a:cubicBezTo>
                <a:cubicBezTo>
                  <a:pt x="3654418" y="1650599"/>
                  <a:pt x="3656628" y="1650822"/>
                  <a:pt x="3659003" y="1649964"/>
                </a:cubicBezTo>
                <a:cubicBezTo>
                  <a:pt x="3660736" y="1649310"/>
                  <a:pt x="3661213" y="1647761"/>
                  <a:pt x="3662521" y="1646459"/>
                </a:cubicBezTo>
                <a:lnTo>
                  <a:pt x="3666032" y="1642960"/>
                </a:lnTo>
                <a:cubicBezTo>
                  <a:pt x="3667366" y="1641640"/>
                  <a:pt x="3667766" y="1639906"/>
                  <a:pt x="3669537" y="1639455"/>
                </a:cubicBezTo>
                <a:cubicBezTo>
                  <a:pt x="3670630" y="1639271"/>
                  <a:pt x="3671912" y="1639455"/>
                  <a:pt x="3673005" y="1639455"/>
                </a:cubicBezTo>
                <a:cubicBezTo>
                  <a:pt x="3676973" y="1638788"/>
                  <a:pt x="3679355" y="1639455"/>
                  <a:pt x="3683539" y="1639455"/>
                </a:cubicBezTo>
                <a:cubicBezTo>
                  <a:pt x="3683539" y="1637068"/>
                  <a:pt x="3683311" y="1635702"/>
                  <a:pt x="3683539" y="1633327"/>
                </a:cubicBezTo>
                <a:cubicBezTo>
                  <a:pt x="3683539" y="1632013"/>
                  <a:pt x="3682873" y="1630692"/>
                  <a:pt x="3683539" y="1629803"/>
                </a:cubicBezTo>
                <a:cubicBezTo>
                  <a:pt x="3684619" y="1628489"/>
                  <a:pt x="3684828" y="1627441"/>
                  <a:pt x="3686136" y="1626336"/>
                </a:cubicBezTo>
                <a:cubicBezTo>
                  <a:pt x="3687032" y="1625650"/>
                  <a:pt x="3688581" y="1626762"/>
                  <a:pt x="3689661" y="1626336"/>
                </a:cubicBezTo>
                <a:cubicBezTo>
                  <a:pt x="3691178" y="1625650"/>
                  <a:pt x="3691616" y="1624120"/>
                  <a:pt x="3693172" y="1623694"/>
                </a:cubicBezTo>
                <a:cubicBezTo>
                  <a:pt x="3694233" y="1623250"/>
                  <a:pt x="3695566" y="1623040"/>
                  <a:pt x="3696658" y="1622831"/>
                </a:cubicBezTo>
                <a:cubicBezTo>
                  <a:pt x="3697979" y="1622374"/>
                  <a:pt x="3698862" y="1621269"/>
                  <a:pt x="3700164" y="1621110"/>
                </a:cubicBezTo>
                <a:cubicBezTo>
                  <a:pt x="3701287" y="1620824"/>
                  <a:pt x="3702589" y="1621110"/>
                  <a:pt x="3703675" y="1621110"/>
                </a:cubicBezTo>
                <a:cubicBezTo>
                  <a:pt x="3704767" y="1621110"/>
                  <a:pt x="3705872" y="1620392"/>
                  <a:pt x="3707180" y="1620189"/>
                </a:cubicBezTo>
                <a:lnTo>
                  <a:pt x="3731704" y="1621110"/>
                </a:lnTo>
                <a:cubicBezTo>
                  <a:pt x="3731704" y="1619091"/>
                  <a:pt x="3731450" y="1617751"/>
                  <a:pt x="3731704" y="1615814"/>
                </a:cubicBezTo>
                <a:cubicBezTo>
                  <a:pt x="3731704" y="1614493"/>
                  <a:pt x="3732580" y="1613427"/>
                  <a:pt x="3732580" y="1612315"/>
                </a:cubicBezTo>
                <a:cubicBezTo>
                  <a:pt x="3732580" y="1611223"/>
                  <a:pt x="3732333" y="1609890"/>
                  <a:pt x="3732580" y="1608848"/>
                </a:cubicBezTo>
                <a:cubicBezTo>
                  <a:pt x="3733450" y="1605991"/>
                  <a:pt x="3735400" y="1604238"/>
                  <a:pt x="3736943" y="1601787"/>
                </a:cubicBezTo>
                <a:lnTo>
                  <a:pt x="3754481" y="1601787"/>
                </a:lnTo>
                <a:cubicBezTo>
                  <a:pt x="3754666" y="1600727"/>
                  <a:pt x="3755116" y="1599406"/>
                  <a:pt x="3755320" y="1598301"/>
                </a:cubicBezTo>
                <a:cubicBezTo>
                  <a:pt x="3755783" y="1596999"/>
                  <a:pt x="3756640" y="1596123"/>
                  <a:pt x="3757091" y="1594808"/>
                </a:cubicBezTo>
                <a:cubicBezTo>
                  <a:pt x="3757961" y="1592192"/>
                  <a:pt x="3757961" y="1589785"/>
                  <a:pt x="3759707" y="1587779"/>
                </a:cubicBezTo>
                <a:cubicBezTo>
                  <a:pt x="3760603" y="1586706"/>
                  <a:pt x="3761663" y="1585391"/>
                  <a:pt x="3763200" y="1584737"/>
                </a:cubicBezTo>
                <a:cubicBezTo>
                  <a:pt x="3764299" y="1584286"/>
                  <a:pt x="3765391" y="1585163"/>
                  <a:pt x="3766693" y="1585163"/>
                </a:cubicBezTo>
                <a:lnTo>
                  <a:pt x="3770210" y="1585163"/>
                </a:lnTo>
                <a:cubicBezTo>
                  <a:pt x="3771569" y="1585163"/>
                  <a:pt x="3772427" y="1584737"/>
                  <a:pt x="3773716" y="1584737"/>
                </a:cubicBezTo>
                <a:lnTo>
                  <a:pt x="3775475" y="1578140"/>
                </a:lnTo>
                <a:cubicBezTo>
                  <a:pt x="3775684" y="1576889"/>
                  <a:pt x="3776802" y="1575955"/>
                  <a:pt x="3777214" y="1574660"/>
                </a:cubicBezTo>
                <a:cubicBezTo>
                  <a:pt x="3777443" y="1573568"/>
                  <a:pt x="3776802" y="1572247"/>
                  <a:pt x="3777214" y="1571148"/>
                </a:cubicBezTo>
                <a:cubicBezTo>
                  <a:pt x="3777653" y="1569605"/>
                  <a:pt x="3779177" y="1569173"/>
                  <a:pt x="3779837" y="1567675"/>
                </a:cubicBezTo>
                <a:cubicBezTo>
                  <a:pt x="3780504" y="1566367"/>
                  <a:pt x="3780739" y="1565249"/>
                  <a:pt x="3781596" y="1564170"/>
                </a:cubicBezTo>
                <a:cubicBezTo>
                  <a:pt x="3782904" y="1562620"/>
                  <a:pt x="3784657" y="1561515"/>
                  <a:pt x="3786866" y="1561515"/>
                </a:cubicBezTo>
                <a:lnTo>
                  <a:pt x="3788600" y="1561515"/>
                </a:lnTo>
                <a:cubicBezTo>
                  <a:pt x="3790124" y="1561966"/>
                  <a:pt x="3789921" y="1564170"/>
                  <a:pt x="3791204" y="1565040"/>
                </a:cubicBezTo>
                <a:cubicBezTo>
                  <a:pt x="3792112" y="1565675"/>
                  <a:pt x="3793642" y="1565503"/>
                  <a:pt x="3794721" y="1565909"/>
                </a:cubicBezTo>
                <a:cubicBezTo>
                  <a:pt x="3794721" y="1561763"/>
                  <a:pt x="3794296" y="1559547"/>
                  <a:pt x="3794721" y="1555407"/>
                </a:cubicBezTo>
                <a:cubicBezTo>
                  <a:pt x="3795191" y="1550809"/>
                  <a:pt x="3796455" y="1548383"/>
                  <a:pt x="3797376" y="1544027"/>
                </a:cubicBezTo>
                <a:cubicBezTo>
                  <a:pt x="3797579" y="1542472"/>
                  <a:pt x="3797814" y="1541170"/>
                  <a:pt x="3798252" y="1539659"/>
                </a:cubicBezTo>
                <a:cubicBezTo>
                  <a:pt x="3798430" y="1538535"/>
                  <a:pt x="3798252" y="1536998"/>
                  <a:pt x="3799122" y="1536166"/>
                </a:cubicBezTo>
                <a:cubicBezTo>
                  <a:pt x="3799992" y="1535245"/>
                  <a:pt x="3801510" y="1535506"/>
                  <a:pt x="3802614" y="1535245"/>
                </a:cubicBezTo>
                <a:cubicBezTo>
                  <a:pt x="3803707" y="1535042"/>
                  <a:pt x="3805021" y="1535506"/>
                  <a:pt x="3806113" y="1535245"/>
                </a:cubicBezTo>
                <a:cubicBezTo>
                  <a:pt x="3808736" y="1534826"/>
                  <a:pt x="3810514" y="1533753"/>
                  <a:pt x="3813124" y="1532642"/>
                </a:cubicBezTo>
                <a:cubicBezTo>
                  <a:pt x="3812673" y="1529791"/>
                  <a:pt x="3812444" y="1527606"/>
                  <a:pt x="3811365" y="1524781"/>
                </a:cubicBezTo>
                <a:cubicBezTo>
                  <a:pt x="3810723" y="1523003"/>
                  <a:pt x="3809612" y="1521910"/>
                  <a:pt x="3807872" y="1521269"/>
                </a:cubicBezTo>
                <a:cubicBezTo>
                  <a:pt x="3806774" y="1521053"/>
                  <a:pt x="3805485" y="1521694"/>
                  <a:pt x="3804348" y="1521269"/>
                </a:cubicBezTo>
                <a:cubicBezTo>
                  <a:pt x="3803040" y="1520831"/>
                  <a:pt x="3802170" y="1520151"/>
                  <a:pt x="3800875" y="1519491"/>
                </a:cubicBezTo>
                <a:cubicBezTo>
                  <a:pt x="3799554" y="1518869"/>
                  <a:pt x="3797998" y="1518869"/>
                  <a:pt x="3797376" y="1517745"/>
                </a:cubicBezTo>
                <a:cubicBezTo>
                  <a:pt x="3796906" y="1516907"/>
                  <a:pt x="3797579" y="1515344"/>
                  <a:pt x="3797376" y="1514265"/>
                </a:cubicBezTo>
                <a:cubicBezTo>
                  <a:pt x="3796906" y="1512722"/>
                  <a:pt x="3796696" y="1511420"/>
                  <a:pt x="3796455" y="1509845"/>
                </a:cubicBezTo>
                <a:cubicBezTo>
                  <a:pt x="3796271" y="1508550"/>
                  <a:pt x="3795388" y="1507674"/>
                  <a:pt x="3794721" y="1506353"/>
                </a:cubicBezTo>
                <a:cubicBezTo>
                  <a:pt x="3793858" y="1504600"/>
                  <a:pt x="3792778" y="1503533"/>
                  <a:pt x="3791204" y="1502879"/>
                </a:cubicBezTo>
                <a:cubicBezTo>
                  <a:pt x="3788829" y="1501559"/>
                  <a:pt x="3786866" y="1500911"/>
                  <a:pt x="3784225" y="1500251"/>
                </a:cubicBezTo>
                <a:cubicBezTo>
                  <a:pt x="3783139" y="1500028"/>
                  <a:pt x="3781825" y="1500251"/>
                  <a:pt x="3780739" y="1500251"/>
                </a:cubicBezTo>
                <a:cubicBezTo>
                  <a:pt x="3779405" y="1500028"/>
                  <a:pt x="3778523" y="1498949"/>
                  <a:pt x="3777214" y="1498504"/>
                </a:cubicBezTo>
                <a:cubicBezTo>
                  <a:pt x="3777443" y="1497183"/>
                  <a:pt x="3777018" y="1496098"/>
                  <a:pt x="3777214" y="1494961"/>
                </a:cubicBezTo>
                <a:cubicBezTo>
                  <a:pt x="3777907" y="1492370"/>
                  <a:pt x="3779837" y="1490833"/>
                  <a:pt x="3779837" y="1488001"/>
                </a:cubicBezTo>
                <a:cubicBezTo>
                  <a:pt x="3779837" y="1486681"/>
                  <a:pt x="3779405" y="1485372"/>
                  <a:pt x="3778948" y="1484490"/>
                </a:cubicBezTo>
                <a:cubicBezTo>
                  <a:pt x="3778319" y="1483398"/>
                  <a:pt x="3776548" y="1483398"/>
                  <a:pt x="3775475" y="1482750"/>
                </a:cubicBezTo>
                <a:cubicBezTo>
                  <a:pt x="3774389" y="1482077"/>
                  <a:pt x="3773309" y="1481004"/>
                  <a:pt x="3771753" y="1481004"/>
                </a:cubicBezTo>
                <a:lnTo>
                  <a:pt x="3764959" y="1481004"/>
                </a:lnTo>
                <a:cubicBezTo>
                  <a:pt x="3764959" y="1484026"/>
                  <a:pt x="3765842" y="1486007"/>
                  <a:pt x="3764959" y="1488890"/>
                </a:cubicBezTo>
                <a:cubicBezTo>
                  <a:pt x="3764095" y="1491710"/>
                  <a:pt x="3761892" y="1492802"/>
                  <a:pt x="3759707" y="1494961"/>
                </a:cubicBezTo>
                <a:cubicBezTo>
                  <a:pt x="3759053" y="1492148"/>
                  <a:pt x="3758584" y="1489938"/>
                  <a:pt x="3757961" y="1487106"/>
                </a:cubicBezTo>
                <a:cubicBezTo>
                  <a:pt x="3757720" y="1486007"/>
                  <a:pt x="3758412" y="1484699"/>
                  <a:pt x="3757961" y="1483594"/>
                </a:cubicBezTo>
                <a:cubicBezTo>
                  <a:pt x="3757275" y="1482274"/>
                  <a:pt x="3755320" y="1482985"/>
                  <a:pt x="3754481" y="1481848"/>
                </a:cubicBezTo>
                <a:cubicBezTo>
                  <a:pt x="3753573" y="1480762"/>
                  <a:pt x="3752932" y="1479448"/>
                  <a:pt x="3751840" y="1478343"/>
                </a:cubicBezTo>
                <a:lnTo>
                  <a:pt x="3751840" y="1460817"/>
                </a:lnTo>
                <a:cubicBezTo>
                  <a:pt x="3750970" y="1459731"/>
                  <a:pt x="3750278" y="1458448"/>
                  <a:pt x="3749211" y="1457331"/>
                </a:cubicBezTo>
                <a:cubicBezTo>
                  <a:pt x="3748106" y="1456264"/>
                  <a:pt x="3746785" y="1455597"/>
                  <a:pt x="3745706" y="1454715"/>
                </a:cubicBezTo>
                <a:cubicBezTo>
                  <a:pt x="3744810" y="1455813"/>
                  <a:pt x="3745039" y="1457572"/>
                  <a:pt x="3743915" y="1458239"/>
                </a:cubicBezTo>
                <a:cubicBezTo>
                  <a:pt x="3742867" y="1458874"/>
                  <a:pt x="3741547" y="1459299"/>
                  <a:pt x="3740435" y="1459960"/>
                </a:cubicBezTo>
                <a:cubicBezTo>
                  <a:pt x="3739343" y="1460646"/>
                  <a:pt x="3738022" y="1461052"/>
                  <a:pt x="3736943" y="1461725"/>
                </a:cubicBezTo>
                <a:cubicBezTo>
                  <a:pt x="3734511" y="1463033"/>
                  <a:pt x="3733209" y="1465884"/>
                  <a:pt x="3732580" y="1468716"/>
                </a:cubicBezTo>
                <a:cubicBezTo>
                  <a:pt x="3731704" y="1472666"/>
                  <a:pt x="3732771" y="1475085"/>
                  <a:pt x="3732580" y="1479257"/>
                </a:cubicBezTo>
                <a:cubicBezTo>
                  <a:pt x="3732333" y="1481848"/>
                  <a:pt x="3731914" y="1483594"/>
                  <a:pt x="3731704" y="1486223"/>
                </a:cubicBezTo>
                <a:cubicBezTo>
                  <a:pt x="3729062" y="1486007"/>
                  <a:pt x="3727278" y="1485372"/>
                  <a:pt x="3724687" y="1485372"/>
                </a:cubicBezTo>
                <a:cubicBezTo>
                  <a:pt x="3721620" y="1485372"/>
                  <a:pt x="3719849" y="1485576"/>
                  <a:pt x="3716820" y="1485372"/>
                </a:cubicBezTo>
                <a:lnTo>
                  <a:pt x="3713327" y="1485372"/>
                </a:lnTo>
                <a:cubicBezTo>
                  <a:pt x="3711555" y="1485372"/>
                  <a:pt x="3710444" y="1484026"/>
                  <a:pt x="3708927" y="1483594"/>
                </a:cubicBezTo>
                <a:cubicBezTo>
                  <a:pt x="3706514" y="1482985"/>
                  <a:pt x="3705021" y="1481848"/>
                  <a:pt x="3702367" y="1481848"/>
                </a:cubicBezTo>
                <a:cubicBezTo>
                  <a:pt x="3701446" y="1481848"/>
                  <a:pt x="3700824" y="1481658"/>
                  <a:pt x="3700164" y="1481848"/>
                </a:cubicBezTo>
                <a:cubicBezTo>
                  <a:pt x="3698646" y="1482534"/>
                  <a:pt x="3698208" y="1483823"/>
                  <a:pt x="3696658" y="1484490"/>
                </a:cubicBezTo>
                <a:cubicBezTo>
                  <a:pt x="3695350" y="1485131"/>
                  <a:pt x="3694233" y="1485576"/>
                  <a:pt x="3693172" y="1486223"/>
                </a:cubicBezTo>
                <a:cubicBezTo>
                  <a:pt x="3691616" y="1487106"/>
                  <a:pt x="3690994" y="1488427"/>
                  <a:pt x="3689661" y="1489729"/>
                </a:cubicBezTo>
                <a:cubicBezTo>
                  <a:pt x="3688353" y="1491049"/>
                  <a:pt x="3688124" y="1493227"/>
                  <a:pt x="3686136" y="1493227"/>
                </a:cubicBezTo>
                <a:cubicBezTo>
                  <a:pt x="3683311" y="1493227"/>
                  <a:pt x="3681558" y="1491932"/>
                  <a:pt x="3679189" y="1490624"/>
                </a:cubicBezTo>
                <a:cubicBezTo>
                  <a:pt x="3677627" y="1489938"/>
                  <a:pt x="3676973" y="1488427"/>
                  <a:pt x="3675621" y="1487106"/>
                </a:cubicBezTo>
                <a:cubicBezTo>
                  <a:pt x="3674338" y="1485798"/>
                  <a:pt x="3672598" y="1485372"/>
                  <a:pt x="3672154" y="1483594"/>
                </a:cubicBezTo>
                <a:cubicBezTo>
                  <a:pt x="3671912" y="1482534"/>
                  <a:pt x="3672154" y="1481423"/>
                  <a:pt x="3672154" y="1480115"/>
                </a:cubicBezTo>
                <a:cubicBezTo>
                  <a:pt x="3672154" y="1478781"/>
                  <a:pt x="3671709" y="1477486"/>
                  <a:pt x="3672154" y="1476628"/>
                </a:cubicBezTo>
                <a:cubicBezTo>
                  <a:pt x="3672598" y="1475714"/>
                  <a:pt x="3674764" y="1476406"/>
                  <a:pt x="3675621" y="1475714"/>
                </a:cubicBezTo>
                <a:cubicBezTo>
                  <a:pt x="3678497" y="1473765"/>
                  <a:pt x="3680669" y="1472247"/>
                  <a:pt x="3684416" y="1472247"/>
                </a:cubicBezTo>
                <a:lnTo>
                  <a:pt x="3686136" y="1472247"/>
                </a:lnTo>
                <a:cubicBezTo>
                  <a:pt x="3688353" y="1472444"/>
                  <a:pt x="3689432" y="1474419"/>
                  <a:pt x="3691407" y="1474876"/>
                </a:cubicBezTo>
                <a:cubicBezTo>
                  <a:pt x="3693369" y="1475295"/>
                  <a:pt x="3694912" y="1474876"/>
                  <a:pt x="3697103" y="1474876"/>
                </a:cubicBezTo>
                <a:cubicBezTo>
                  <a:pt x="3699281" y="1474876"/>
                  <a:pt x="3700595" y="1475085"/>
                  <a:pt x="3702786" y="1474876"/>
                </a:cubicBezTo>
                <a:cubicBezTo>
                  <a:pt x="3704323" y="1474876"/>
                  <a:pt x="3705021" y="1473314"/>
                  <a:pt x="3706317" y="1473098"/>
                </a:cubicBezTo>
                <a:cubicBezTo>
                  <a:pt x="3706056" y="1472012"/>
                  <a:pt x="3707180" y="1470266"/>
                  <a:pt x="3706317" y="1469605"/>
                </a:cubicBezTo>
                <a:cubicBezTo>
                  <a:pt x="3705021" y="1468526"/>
                  <a:pt x="3704526" y="1466964"/>
                  <a:pt x="3702786" y="1466964"/>
                </a:cubicBezTo>
                <a:lnTo>
                  <a:pt x="3699281" y="1466964"/>
                </a:lnTo>
                <a:cubicBezTo>
                  <a:pt x="3696658" y="1466964"/>
                  <a:pt x="3695128" y="1467840"/>
                  <a:pt x="3692499" y="1467840"/>
                </a:cubicBezTo>
                <a:lnTo>
                  <a:pt x="3688778" y="1467840"/>
                </a:lnTo>
                <a:cubicBezTo>
                  <a:pt x="3687470" y="1467840"/>
                  <a:pt x="3686575" y="1466964"/>
                  <a:pt x="3685266" y="1466964"/>
                </a:cubicBezTo>
                <a:cubicBezTo>
                  <a:pt x="3683977" y="1466964"/>
                  <a:pt x="3682873" y="1467199"/>
                  <a:pt x="3681780" y="1466964"/>
                </a:cubicBezTo>
                <a:cubicBezTo>
                  <a:pt x="3678256" y="1466316"/>
                  <a:pt x="3676738" y="1463687"/>
                  <a:pt x="3673005" y="1463490"/>
                </a:cubicBezTo>
                <a:cubicBezTo>
                  <a:pt x="3668668" y="1463217"/>
                  <a:pt x="3666032" y="1463687"/>
                  <a:pt x="3661644" y="1463490"/>
                </a:cubicBezTo>
                <a:cubicBezTo>
                  <a:pt x="3660311" y="1463490"/>
                  <a:pt x="3659454" y="1462601"/>
                  <a:pt x="3658152" y="1462601"/>
                </a:cubicBezTo>
                <a:lnTo>
                  <a:pt x="3653764" y="1462601"/>
                </a:lnTo>
                <a:lnTo>
                  <a:pt x="3653764" y="1445088"/>
                </a:lnTo>
                <a:cubicBezTo>
                  <a:pt x="3652431" y="1443989"/>
                  <a:pt x="3652431" y="1442440"/>
                  <a:pt x="3651135" y="1441589"/>
                </a:cubicBezTo>
                <a:cubicBezTo>
                  <a:pt x="3650043" y="1440929"/>
                  <a:pt x="3648773" y="1441380"/>
                  <a:pt x="3647643" y="1440694"/>
                </a:cubicBezTo>
                <a:cubicBezTo>
                  <a:pt x="3646081" y="1439849"/>
                  <a:pt x="3645877" y="1437843"/>
                  <a:pt x="3644118" y="1437208"/>
                </a:cubicBezTo>
                <a:cubicBezTo>
                  <a:pt x="3643026" y="1436966"/>
                  <a:pt x="3641705" y="1436535"/>
                  <a:pt x="3640626" y="1436350"/>
                </a:cubicBezTo>
                <a:cubicBezTo>
                  <a:pt x="3639527" y="1436122"/>
                  <a:pt x="3638207" y="1436350"/>
                  <a:pt x="3637133" y="1436350"/>
                </a:cubicBezTo>
                <a:cubicBezTo>
                  <a:pt x="3635813" y="1436122"/>
                  <a:pt x="3634924" y="1435030"/>
                  <a:pt x="3633616" y="1434566"/>
                </a:cubicBezTo>
                <a:cubicBezTo>
                  <a:pt x="3631653" y="1433887"/>
                  <a:pt x="3629025" y="1434807"/>
                  <a:pt x="3628383" y="1432813"/>
                </a:cubicBezTo>
                <a:cubicBezTo>
                  <a:pt x="3627958" y="1431315"/>
                  <a:pt x="3628593" y="1429962"/>
                  <a:pt x="3628383" y="1428451"/>
                </a:cubicBezTo>
                <a:cubicBezTo>
                  <a:pt x="3627958" y="1426032"/>
                  <a:pt x="3629025" y="1423828"/>
                  <a:pt x="3628383" y="1421441"/>
                </a:cubicBezTo>
                <a:cubicBezTo>
                  <a:pt x="3627716" y="1418589"/>
                  <a:pt x="3625748" y="1416862"/>
                  <a:pt x="3624002" y="1414437"/>
                </a:cubicBezTo>
                <a:cubicBezTo>
                  <a:pt x="3622916" y="1412925"/>
                  <a:pt x="3620935" y="1412684"/>
                  <a:pt x="3620503" y="1410950"/>
                </a:cubicBezTo>
                <a:cubicBezTo>
                  <a:pt x="3620281" y="1409839"/>
                  <a:pt x="3620731" y="1408550"/>
                  <a:pt x="3620503" y="1407433"/>
                </a:cubicBezTo>
                <a:cubicBezTo>
                  <a:pt x="3620281" y="1406347"/>
                  <a:pt x="3620503" y="1405235"/>
                  <a:pt x="3620503" y="1403940"/>
                </a:cubicBezTo>
                <a:cubicBezTo>
                  <a:pt x="3620503" y="1402194"/>
                  <a:pt x="3618960" y="1401305"/>
                  <a:pt x="3618757" y="1399565"/>
                </a:cubicBezTo>
                <a:cubicBezTo>
                  <a:pt x="3618509" y="1397374"/>
                  <a:pt x="3618757" y="1396053"/>
                  <a:pt x="3618757" y="1393856"/>
                </a:cubicBezTo>
                <a:cubicBezTo>
                  <a:pt x="3618757" y="1391672"/>
                  <a:pt x="3618509" y="1390364"/>
                  <a:pt x="3618757" y="1388173"/>
                </a:cubicBezTo>
                <a:cubicBezTo>
                  <a:pt x="3618757" y="1386655"/>
                  <a:pt x="3619836" y="1386001"/>
                  <a:pt x="3620503" y="1384680"/>
                </a:cubicBezTo>
                <a:cubicBezTo>
                  <a:pt x="3621360" y="1382934"/>
                  <a:pt x="3622224" y="1381817"/>
                  <a:pt x="3624002" y="1381175"/>
                </a:cubicBezTo>
                <a:cubicBezTo>
                  <a:pt x="3625748" y="1380509"/>
                  <a:pt x="3627291" y="1381175"/>
                  <a:pt x="3629253" y="1381175"/>
                </a:cubicBezTo>
                <a:cubicBezTo>
                  <a:pt x="3632733" y="1381175"/>
                  <a:pt x="3634727" y="1381372"/>
                  <a:pt x="3637991" y="1382039"/>
                </a:cubicBezTo>
                <a:cubicBezTo>
                  <a:pt x="3642810" y="1383137"/>
                  <a:pt x="3644118" y="1387284"/>
                  <a:pt x="3647643" y="1390789"/>
                </a:cubicBezTo>
                <a:cubicBezTo>
                  <a:pt x="3648773" y="1391894"/>
                  <a:pt x="3650043" y="1392542"/>
                  <a:pt x="3651135" y="1393424"/>
                </a:cubicBezTo>
                <a:cubicBezTo>
                  <a:pt x="3653548" y="1395660"/>
                  <a:pt x="3655072" y="1397806"/>
                  <a:pt x="3657276" y="1400409"/>
                </a:cubicBezTo>
                <a:cubicBezTo>
                  <a:pt x="3658362" y="1401711"/>
                  <a:pt x="3659879" y="1402416"/>
                  <a:pt x="3660736" y="1403940"/>
                </a:cubicBezTo>
                <a:cubicBezTo>
                  <a:pt x="3662953" y="1407655"/>
                  <a:pt x="3663816" y="1410696"/>
                  <a:pt x="3666032" y="1414437"/>
                </a:cubicBezTo>
                <a:cubicBezTo>
                  <a:pt x="3666896" y="1415999"/>
                  <a:pt x="3667963" y="1417053"/>
                  <a:pt x="3669537" y="1417954"/>
                </a:cubicBezTo>
                <a:cubicBezTo>
                  <a:pt x="3673259" y="1420139"/>
                  <a:pt x="3676084" y="1421002"/>
                  <a:pt x="3680053" y="1423212"/>
                </a:cubicBezTo>
                <a:cubicBezTo>
                  <a:pt x="3683114" y="1424724"/>
                  <a:pt x="3684416" y="1427130"/>
                  <a:pt x="3687032" y="1429315"/>
                </a:cubicBezTo>
                <a:cubicBezTo>
                  <a:pt x="3689661" y="1431518"/>
                  <a:pt x="3691178" y="1432813"/>
                  <a:pt x="3694029" y="1434566"/>
                </a:cubicBezTo>
                <a:cubicBezTo>
                  <a:pt x="3696462" y="1436122"/>
                  <a:pt x="3698208" y="1438313"/>
                  <a:pt x="3701033" y="1438954"/>
                </a:cubicBezTo>
                <a:cubicBezTo>
                  <a:pt x="3703910" y="1439627"/>
                  <a:pt x="3705872" y="1438738"/>
                  <a:pt x="3708927" y="1438954"/>
                </a:cubicBezTo>
                <a:cubicBezTo>
                  <a:pt x="3710247" y="1438954"/>
                  <a:pt x="3711327" y="1439849"/>
                  <a:pt x="3712406" y="1439849"/>
                </a:cubicBezTo>
                <a:cubicBezTo>
                  <a:pt x="3717467" y="1440694"/>
                  <a:pt x="3720725" y="1441589"/>
                  <a:pt x="3725983" y="1441589"/>
                </a:cubicBezTo>
                <a:lnTo>
                  <a:pt x="3728167" y="1441589"/>
                </a:lnTo>
                <a:lnTo>
                  <a:pt x="3731704" y="1441589"/>
                </a:lnTo>
                <a:cubicBezTo>
                  <a:pt x="3733006" y="1441380"/>
                  <a:pt x="3733876" y="1440052"/>
                  <a:pt x="3735197" y="1439849"/>
                </a:cubicBezTo>
                <a:cubicBezTo>
                  <a:pt x="3737597" y="1439627"/>
                  <a:pt x="3739781" y="1440052"/>
                  <a:pt x="3742181" y="1439849"/>
                </a:cubicBezTo>
                <a:cubicBezTo>
                  <a:pt x="3743502" y="1439627"/>
                  <a:pt x="3744385" y="1438313"/>
                  <a:pt x="3745706" y="1438084"/>
                </a:cubicBezTo>
                <a:lnTo>
                  <a:pt x="3749211" y="1438084"/>
                </a:lnTo>
                <a:cubicBezTo>
                  <a:pt x="3751840" y="1438084"/>
                  <a:pt x="3753808" y="1438313"/>
                  <a:pt x="3756196" y="1438954"/>
                </a:cubicBezTo>
                <a:cubicBezTo>
                  <a:pt x="3757720" y="1439379"/>
                  <a:pt x="3758412" y="1440694"/>
                  <a:pt x="3759707" y="1441589"/>
                </a:cubicBezTo>
                <a:cubicBezTo>
                  <a:pt x="3762133" y="1443316"/>
                  <a:pt x="3763879" y="1444866"/>
                  <a:pt x="3764959" y="1447698"/>
                </a:cubicBezTo>
                <a:cubicBezTo>
                  <a:pt x="3765200" y="1448835"/>
                  <a:pt x="3764743" y="1450117"/>
                  <a:pt x="3764959" y="1451222"/>
                </a:cubicBezTo>
                <a:cubicBezTo>
                  <a:pt x="3765200" y="1452302"/>
                  <a:pt x="3765391" y="1453641"/>
                  <a:pt x="3765842" y="1454715"/>
                </a:cubicBezTo>
                <a:cubicBezTo>
                  <a:pt x="3766254" y="1456023"/>
                  <a:pt x="3766515" y="1457331"/>
                  <a:pt x="3767581" y="1458239"/>
                </a:cubicBezTo>
                <a:cubicBezTo>
                  <a:pt x="3768693" y="1459077"/>
                  <a:pt x="3769772" y="1459299"/>
                  <a:pt x="3771093" y="1459960"/>
                </a:cubicBezTo>
                <a:cubicBezTo>
                  <a:pt x="3772427" y="1460646"/>
                  <a:pt x="3773931" y="1460817"/>
                  <a:pt x="3775684" y="1460817"/>
                </a:cubicBezTo>
                <a:lnTo>
                  <a:pt x="3793642" y="1460817"/>
                </a:lnTo>
                <a:cubicBezTo>
                  <a:pt x="3795191" y="1460817"/>
                  <a:pt x="3795845" y="1459960"/>
                  <a:pt x="3797376" y="1459960"/>
                </a:cubicBezTo>
                <a:cubicBezTo>
                  <a:pt x="3799122" y="1459960"/>
                  <a:pt x="3800201" y="1459541"/>
                  <a:pt x="3801751" y="1459960"/>
                </a:cubicBezTo>
                <a:cubicBezTo>
                  <a:pt x="3803243" y="1460385"/>
                  <a:pt x="3803910" y="1461725"/>
                  <a:pt x="3805224" y="1462601"/>
                </a:cubicBezTo>
                <a:cubicBezTo>
                  <a:pt x="3806355" y="1463217"/>
                  <a:pt x="3806113" y="1465002"/>
                  <a:pt x="3806990" y="1466100"/>
                </a:cubicBezTo>
                <a:cubicBezTo>
                  <a:pt x="3807872" y="1467199"/>
                  <a:pt x="3809390" y="1467199"/>
                  <a:pt x="3810514" y="1467840"/>
                </a:cubicBezTo>
                <a:cubicBezTo>
                  <a:pt x="3812031" y="1468716"/>
                  <a:pt x="3813124" y="1469605"/>
                  <a:pt x="3815099" y="1469605"/>
                </a:cubicBezTo>
                <a:lnTo>
                  <a:pt x="3833050" y="1469605"/>
                </a:lnTo>
                <a:cubicBezTo>
                  <a:pt x="3836111" y="1469605"/>
                  <a:pt x="3837400" y="1472247"/>
                  <a:pt x="3840486" y="1472247"/>
                </a:cubicBezTo>
                <a:lnTo>
                  <a:pt x="3870032" y="1472247"/>
                </a:lnTo>
                <a:lnTo>
                  <a:pt x="3891902" y="1468716"/>
                </a:lnTo>
                <a:lnTo>
                  <a:pt x="3911841" y="1468716"/>
                </a:lnTo>
                <a:cubicBezTo>
                  <a:pt x="3915346" y="1468716"/>
                  <a:pt x="3916445" y="1471771"/>
                  <a:pt x="3919099" y="1473987"/>
                </a:cubicBezTo>
                <a:cubicBezTo>
                  <a:pt x="3920388" y="1475085"/>
                  <a:pt x="3921486" y="1475714"/>
                  <a:pt x="3922553" y="1476628"/>
                </a:cubicBezTo>
                <a:cubicBezTo>
                  <a:pt x="3923671" y="1477486"/>
                  <a:pt x="3925176" y="1477937"/>
                  <a:pt x="3926078" y="1479257"/>
                </a:cubicBezTo>
                <a:cubicBezTo>
                  <a:pt x="3927817" y="1481658"/>
                  <a:pt x="3928256" y="1484287"/>
                  <a:pt x="3930459" y="1486223"/>
                </a:cubicBezTo>
                <a:cubicBezTo>
                  <a:pt x="3931539" y="1487106"/>
                  <a:pt x="3932618" y="1488217"/>
                  <a:pt x="3933964" y="1488890"/>
                </a:cubicBezTo>
                <a:cubicBezTo>
                  <a:pt x="3935025" y="1489532"/>
                  <a:pt x="3936555" y="1489303"/>
                  <a:pt x="3937469" y="1489729"/>
                </a:cubicBezTo>
                <a:cubicBezTo>
                  <a:pt x="3938765" y="1490624"/>
                  <a:pt x="3939857" y="1491049"/>
                  <a:pt x="3940975" y="1492370"/>
                </a:cubicBezTo>
                <a:cubicBezTo>
                  <a:pt x="3941832" y="1493469"/>
                  <a:pt x="3942283" y="1494535"/>
                  <a:pt x="3942708" y="1495882"/>
                </a:cubicBezTo>
                <a:cubicBezTo>
                  <a:pt x="3943584" y="1498250"/>
                  <a:pt x="3943350" y="1500251"/>
                  <a:pt x="3943584" y="1502879"/>
                </a:cubicBezTo>
                <a:cubicBezTo>
                  <a:pt x="3945108" y="1503318"/>
                  <a:pt x="3948633" y="1502454"/>
                  <a:pt x="3949700" y="1503762"/>
                </a:cubicBezTo>
                <a:cubicBezTo>
                  <a:pt x="3950582" y="1504873"/>
                  <a:pt x="3950366" y="1506353"/>
                  <a:pt x="3951452" y="1507242"/>
                </a:cubicBezTo>
                <a:cubicBezTo>
                  <a:pt x="3952563" y="1508105"/>
                  <a:pt x="3952773" y="1510106"/>
                  <a:pt x="3954100" y="1510747"/>
                </a:cubicBezTo>
                <a:cubicBezTo>
                  <a:pt x="3955180" y="1511420"/>
                  <a:pt x="3956469" y="1510747"/>
                  <a:pt x="3957593" y="1510747"/>
                </a:cubicBezTo>
                <a:lnTo>
                  <a:pt x="3961072" y="1510747"/>
                </a:lnTo>
                <a:cubicBezTo>
                  <a:pt x="3963695" y="1510747"/>
                  <a:pt x="3965689" y="1510957"/>
                  <a:pt x="3968095" y="1511623"/>
                </a:cubicBezTo>
                <a:cubicBezTo>
                  <a:pt x="3969410" y="1511852"/>
                  <a:pt x="3970261" y="1512925"/>
                  <a:pt x="3971607" y="1513389"/>
                </a:cubicBezTo>
                <a:cubicBezTo>
                  <a:pt x="3972699" y="1513598"/>
                  <a:pt x="3974007" y="1513833"/>
                  <a:pt x="3975087" y="1514265"/>
                </a:cubicBezTo>
                <a:cubicBezTo>
                  <a:pt x="3977957" y="1515344"/>
                  <a:pt x="3979691" y="1517116"/>
                  <a:pt x="3983005" y="1517745"/>
                </a:cubicBezTo>
                <a:cubicBezTo>
                  <a:pt x="3978833" y="1517745"/>
                  <a:pt x="3976636" y="1517326"/>
                  <a:pt x="3972464" y="1517745"/>
                </a:cubicBezTo>
                <a:cubicBezTo>
                  <a:pt x="3969848" y="1517973"/>
                  <a:pt x="3967848" y="1518869"/>
                  <a:pt x="3965454" y="1519491"/>
                </a:cubicBezTo>
                <a:cubicBezTo>
                  <a:pt x="3964152" y="1519726"/>
                  <a:pt x="3963301" y="1520831"/>
                  <a:pt x="3961968" y="1521269"/>
                </a:cubicBezTo>
                <a:cubicBezTo>
                  <a:pt x="3962190" y="1522545"/>
                  <a:pt x="3961314" y="1523657"/>
                  <a:pt x="3961968" y="1524781"/>
                </a:cubicBezTo>
                <a:cubicBezTo>
                  <a:pt x="3962615" y="1525873"/>
                  <a:pt x="3962615" y="1527371"/>
                  <a:pt x="3963695" y="1528279"/>
                </a:cubicBezTo>
                <a:cubicBezTo>
                  <a:pt x="3964609" y="1528895"/>
                  <a:pt x="3966127" y="1528711"/>
                  <a:pt x="3967238" y="1529149"/>
                </a:cubicBezTo>
                <a:cubicBezTo>
                  <a:pt x="3968318" y="1529587"/>
                  <a:pt x="3969632" y="1529587"/>
                  <a:pt x="3970718" y="1530013"/>
                </a:cubicBezTo>
                <a:cubicBezTo>
                  <a:pt x="3972274" y="1530667"/>
                  <a:pt x="3972274" y="1532432"/>
                  <a:pt x="3973341" y="1533531"/>
                </a:cubicBezTo>
                <a:cubicBezTo>
                  <a:pt x="3974445" y="1534604"/>
                  <a:pt x="3974890" y="1535677"/>
                  <a:pt x="3975969" y="1536998"/>
                </a:cubicBezTo>
                <a:cubicBezTo>
                  <a:pt x="3978167" y="1539659"/>
                  <a:pt x="3980154" y="1541411"/>
                  <a:pt x="3983005" y="1543151"/>
                </a:cubicBezTo>
                <a:cubicBezTo>
                  <a:pt x="3984498" y="1544027"/>
                  <a:pt x="3985812" y="1544675"/>
                  <a:pt x="3987361" y="1545767"/>
                </a:cubicBezTo>
                <a:cubicBezTo>
                  <a:pt x="3988892" y="1546898"/>
                  <a:pt x="3989114" y="1548834"/>
                  <a:pt x="3990873" y="1549273"/>
                </a:cubicBezTo>
                <a:cubicBezTo>
                  <a:pt x="3991965" y="1549495"/>
                  <a:pt x="3993064" y="1549273"/>
                  <a:pt x="3994365" y="1549273"/>
                </a:cubicBezTo>
                <a:cubicBezTo>
                  <a:pt x="3995674" y="1549273"/>
                  <a:pt x="3996778" y="1549698"/>
                  <a:pt x="3997864" y="1549273"/>
                </a:cubicBezTo>
                <a:cubicBezTo>
                  <a:pt x="3999382" y="1548631"/>
                  <a:pt x="4000049" y="1547545"/>
                  <a:pt x="4001369" y="1546669"/>
                </a:cubicBezTo>
                <a:cubicBezTo>
                  <a:pt x="4002652" y="1545767"/>
                  <a:pt x="4002652" y="1543805"/>
                  <a:pt x="4004024" y="1543151"/>
                </a:cubicBezTo>
                <a:cubicBezTo>
                  <a:pt x="4006195" y="1541856"/>
                  <a:pt x="4008837" y="1542472"/>
                  <a:pt x="4010983" y="1541411"/>
                </a:cubicBezTo>
                <a:cubicBezTo>
                  <a:pt x="4012558" y="1540738"/>
                  <a:pt x="4012558" y="1538535"/>
                  <a:pt x="4013619" y="1536998"/>
                </a:cubicBezTo>
                <a:cubicBezTo>
                  <a:pt x="4014717" y="1535506"/>
                  <a:pt x="4015162" y="1533531"/>
                  <a:pt x="4017117" y="1533531"/>
                </a:cubicBezTo>
                <a:cubicBezTo>
                  <a:pt x="4020851" y="1533531"/>
                  <a:pt x="4023029" y="1534826"/>
                  <a:pt x="4025880" y="1536998"/>
                </a:cubicBezTo>
                <a:cubicBezTo>
                  <a:pt x="4026985" y="1537684"/>
                  <a:pt x="4026985" y="1539424"/>
                  <a:pt x="4027627" y="1540535"/>
                </a:cubicBezTo>
                <a:cubicBezTo>
                  <a:pt x="4029386" y="1543342"/>
                  <a:pt x="4029386" y="1545767"/>
                  <a:pt x="4029386" y="1549273"/>
                </a:cubicBezTo>
                <a:cubicBezTo>
                  <a:pt x="4029386" y="1551901"/>
                  <a:pt x="4029837" y="1553864"/>
                  <a:pt x="4030268" y="1556270"/>
                </a:cubicBezTo>
                <a:cubicBezTo>
                  <a:pt x="4030929" y="1559337"/>
                  <a:pt x="4033094" y="1561083"/>
                  <a:pt x="4033780" y="1564170"/>
                </a:cubicBezTo>
                <a:cubicBezTo>
                  <a:pt x="4033977" y="1565249"/>
                  <a:pt x="4034637" y="1566570"/>
                  <a:pt x="4034637" y="1567675"/>
                </a:cubicBezTo>
                <a:cubicBezTo>
                  <a:pt x="4034840" y="1570297"/>
                  <a:pt x="4034637" y="1572247"/>
                  <a:pt x="4034637" y="1575073"/>
                </a:cubicBezTo>
                <a:lnTo>
                  <a:pt x="4034637" y="1582534"/>
                </a:lnTo>
                <a:cubicBezTo>
                  <a:pt x="4034637" y="1584286"/>
                  <a:pt x="4033780" y="1585163"/>
                  <a:pt x="4033780" y="1586909"/>
                </a:cubicBezTo>
                <a:cubicBezTo>
                  <a:pt x="4033545" y="1591741"/>
                  <a:pt x="4033545" y="1594364"/>
                  <a:pt x="4033780" y="1599171"/>
                </a:cubicBezTo>
                <a:cubicBezTo>
                  <a:pt x="4033780" y="1600498"/>
                  <a:pt x="4033545" y="1601596"/>
                  <a:pt x="4033780" y="1602676"/>
                </a:cubicBezTo>
                <a:cubicBezTo>
                  <a:pt x="4034199" y="1605299"/>
                  <a:pt x="4035729" y="1607077"/>
                  <a:pt x="4036371" y="1609705"/>
                </a:cubicBezTo>
                <a:cubicBezTo>
                  <a:pt x="4036618" y="1610804"/>
                  <a:pt x="4037279" y="1611877"/>
                  <a:pt x="4037279" y="1613198"/>
                </a:cubicBezTo>
                <a:cubicBezTo>
                  <a:pt x="4037691" y="1617560"/>
                  <a:pt x="4036847" y="1620189"/>
                  <a:pt x="4037279" y="1624577"/>
                </a:cubicBezTo>
                <a:cubicBezTo>
                  <a:pt x="4037495" y="1628076"/>
                  <a:pt x="4040314" y="1628946"/>
                  <a:pt x="4042517" y="1631575"/>
                </a:cubicBezTo>
                <a:cubicBezTo>
                  <a:pt x="4043597" y="1632877"/>
                  <a:pt x="4044054" y="1633759"/>
                  <a:pt x="4045172" y="1635074"/>
                </a:cubicBezTo>
                <a:cubicBezTo>
                  <a:pt x="4046251" y="1636407"/>
                  <a:pt x="4047763" y="1637068"/>
                  <a:pt x="4048639" y="1638560"/>
                </a:cubicBezTo>
                <a:cubicBezTo>
                  <a:pt x="4049299" y="1639906"/>
                  <a:pt x="4051052" y="1640573"/>
                  <a:pt x="4051280" y="1642040"/>
                </a:cubicBezTo>
                <a:cubicBezTo>
                  <a:pt x="4051477" y="1643176"/>
                  <a:pt x="4051052" y="1644503"/>
                  <a:pt x="4051280" y="1645589"/>
                </a:cubicBezTo>
                <a:cubicBezTo>
                  <a:pt x="4051947" y="1648447"/>
                  <a:pt x="4052163" y="1650599"/>
                  <a:pt x="4053027" y="1653419"/>
                </a:cubicBezTo>
                <a:cubicBezTo>
                  <a:pt x="4053230" y="1654549"/>
                  <a:pt x="4053693" y="1655876"/>
                  <a:pt x="4053890" y="1656956"/>
                </a:cubicBezTo>
                <a:cubicBezTo>
                  <a:pt x="4054322" y="1658480"/>
                  <a:pt x="4055872" y="1658924"/>
                  <a:pt x="4056519" y="1660480"/>
                </a:cubicBezTo>
                <a:cubicBezTo>
                  <a:pt x="4057205" y="1661985"/>
                  <a:pt x="4058056" y="1663325"/>
                  <a:pt x="4058285" y="1664836"/>
                </a:cubicBezTo>
                <a:cubicBezTo>
                  <a:pt x="4058507" y="1665935"/>
                  <a:pt x="4058056" y="1667255"/>
                  <a:pt x="4058285" y="1668367"/>
                </a:cubicBezTo>
                <a:cubicBezTo>
                  <a:pt x="4058507" y="1669681"/>
                  <a:pt x="4059618" y="1670551"/>
                  <a:pt x="4060024" y="1671859"/>
                </a:cubicBezTo>
                <a:cubicBezTo>
                  <a:pt x="4060469" y="1673180"/>
                  <a:pt x="4061110" y="1674260"/>
                  <a:pt x="4061771" y="1675358"/>
                </a:cubicBezTo>
                <a:cubicBezTo>
                  <a:pt x="4062666" y="1676869"/>
                  <a:pt x="4064196" y="1677333"/>
                  <a:pt x="4065257" y="1678857"/>
                </a:cubicBezTo>
                <a:cubicBezTo>
                  <a:pt x="4065968" y="1679981"/>
                  <a:pt x="4066374" y="1681283"/>
                  <a:pt x="4067022" y="1682381"/>
                </a:cubicBezTo>
                <a:cubicBezTo>
                  <a:pt x="4068133" y="1683886"/>
                  <a:pt x="4069873" y="1684108"/>
                  <a:pt x="4070534" y="1685855"/>
                </a:cubicBezTo>
                <a:cubicBezTo>
                  <a:pt x="4071442" y="1688249"/>
                  <a:pt x="4071442" y="1690211"/>
                  <a:pt x="4071442" y="1692852"/>
                </a:cubicBezTo>
                <a:lnTo>
                  <a:pt x="4071442" y="1696351"/>
                </a:lnTo>
                <a:cubicBezTo>
                  <a:pt x="4071175" y="1699018"/>
                  <a:pt x="4070534" y="1700771"/>
                  <a:pt x="4070534" y="1703400"/>
                </a:cubicBezTo>
                <a:cubicBezTo>
                  <a:pt x="4070534" y="1708429"/>
                  <a:pt x="4071175" y="1711445"/>
                  <a:pt x="4074058" y="1715642"/>
                </a:cubicBezTo>
                <a:cubicBezTo>
                  <a:pt x="4074922" y="1717154"/>
                  <a:pt x="4076668" y="1717598"/>
                  <a:pt x="4077538" y="1719141"/>
                </a:cubicBezTo>
                <a:cubicBezTo>
                  <a:pt x="4078198" y="1720246"/>
                  <a:pt x="4078630" y="1721326"/>
                  <a:pt x="4079284" y="1722634"/>
                </a:cubicBezTo>
                <a:cubicBezTo>
                  <a:pt x="4079938" y="1723967"/>
                  <a:pt x="4081259" y="1724825"/>
                  <a:pt x="4081913" y="1726133"/>
                </a:cubicBezTo>
                <a:cubicBezTo>
                  <a:pt x="4085418" y="1731835"/>
                  <a:pt x="4086948" y="1735982"/>
                  <a:pt x="4089800" y="1741874"/>
                </a:cubicBezTo>
                <a:cubicBezTo>
                  <a:pt x="4091781" y="1745837"/>
                  <a:pt x="4093521" y="1748243"/>
                  <a:pt x="4095045" y="1752415"/>
                </a:cubicBezTo>
                <a:cubicBezTo>
                  <a:pt x="4095502" y="1753476"/>
                  <a:pt x="4095502" y="1754809"/>
                  <a:pt x="4095927" y="1755921"/>
                </a:cubicBezTo>
                <a:lnTo>
                  <a:pt x="4097674" y="1759394"/>
                </a:lnTo>
                <a:cubicBezTo>
                  <a:pt x="4098340" y="1760708"/>
                  <a:pt x="4099902" y="1760956"/>
                  <a:pt x="4101166" y="1762036"/>
                </a:cubicBezTo>
                <a:cubicBezTo>
                  <a:pt x="4102944" y="1763560"/>
                  <a:pt x="4104036" y="1765553"/>
                  <a:pt x="4106437" y="1765553"/>
                </a:cubicBezTo>
                <a:cubicBezTo>
                  <a:pt x="4108392" y="1765553"/>
                  <a:pt x="4110170" y="1765553"/>
                  <a:pt x="4111701" y="1764677"/>
                </a:cubicBezTo>
                <a:cubicBezTo>
                  <a:pt x="4113022" y="1763998"/>
                  <a:pt x="4114114" y="1763344"/>
                  <a:pt x="4115200" y="1762036"/>
                </a:cubicBezTo>
                <a:cubicBezTo>
                  <a:pt x="4115847" y="1761159"/>
                  <a:pt x="4115625" y="1759629"/>
                  <a:pt x="4116057" y="1758530"/>
                </a:cubicBezTo>
                <a:cubicBezTo>
                  <a:pt x="4116717" y="1757222"/>
                  <a:pt x="4117378" y="1756333"/>
                  <a:pt x="4117784" y="1755025"/>
                </a:cubicBezTo>
                <a:cubicBezTo>
                  <a:pt x="4119556" y="1750860"/>
                  <a:pt x="4121315" y="1748002"/>
                  <a:pt x="4123937" y="1744503"/>
                </a:cubicBezTo>
                <a:cubicBezTo>
                  <a:pt x="4124845" y="1743405"/>
                  <a:pt x="4124585" y="1741684"/>
                  <a:pt x="4125702" y="1741011"/>
                </a:cubicBezTo>
                <a:cubicBezTo>
                  <a:pt x="4126579" y="1740585"/>
                  <a:pt x="4128115" y="1741468"/>
                  <a:pt x="4129195" y="1741011"/>
                </a:cubicBezTo>
                <a:cubicBezTo>
                  <a:pt x="4130300" y="1740585"/>
                  <a:pt x="4131621" y="1740363"/>
                  <a:pt x="4132675" y="1740128"/>
                </a:cubicBezTo>
                <a:cubicBezTo>
                  <a:pt x="4134440" y="1739474"/>
                  <a:pt x="4135126" y="1737956"/>
                  <a:pt x="4136237" y="1736636"/>
                </a:cubicBezTo>
                <a:cubicBezTo>
                  <a:pt x="4137088" y="1735543"/>
                  <a:pt x="4139050" y="1735543"/>
                  <a:pt x="4139730" y="1733994"/>
                </a:cubicBezTo>
                <a:cubicBezTo>
                  <a:pt x="4140155" y="1732953"/>
                  <a:pt x="4140155" y="1731625"/>
                  <a:pt x="4140600" y="1730527"/>
                </a:cubicBezTo>
                <a:cubicBezTo>
                  <a:pt x="4141222" y="1729206"/>
                  <a:pt x="4141895" y="1728342"/>
                  <a:pt x="4142320" y="1727047"/>
                </a:cubicBezTo>
                <a:cubicBezTo>
                  <a:pt x="4143197" y="1724825"/>
                  <a:pt x="4145826" y="1723472"/>
                  <a:pt x="4145826" y="1720888"/>
                </a:cubicBezTo>
                <a:cubicBezTo>
                  <a:pt x="4145826" y="1717382"/>
                  <a:pt x="4144086" y="1715401"/>
                  <a:pt x="4144956" y="1712125"/>
                </a:cubicBezTo>
                <a:cubicBezTo>
                  <a:pt x="4145394" y="1710588"/>
                  <a:pt x="4146950" y="1710150"/>
                  <a:pt x="4147597" y="1708619"/>
                </a:cubicBezTo>
                <a:cubicBezTo>
                  <a:pt x="4148677" y="1706200"/>
                  <a:pt x="4149547" y="1704257"/>
                  <a:pt x="4150201" y="1701628"/>
                </a:cubicBezTo>
                <a:cubicBezTo>
                  <a:pt x="4150855" y="1699202"/>
                  <a:pt x="4151737" y="1697240"/>
                  <a:pt x="4151972" y="1694624"/>
                </a:cubicBezTo>
                <a:cubicBezTo>
                  <a:pt x="4152188" y="1691982"/>
                  <a:pt x="4152188" y="1690211"/>
                  <a:pt x="4151972" y="1687620"/>
                </a:cubicBezTo>
                <a:cubicBezTo>
                  <a:pt x="4151737" y="1684991"/>
                  <a:pt x="4151109" y="1683245"/>
                  <a:pt x="4151109" y="1680610"/>
                </a:cubicBezTo>
                <a:cubicBezTo>
                  <a:pt x="4151109" y="1679295"/>
                  <a:pt x="4151972" y="1678641"/>
                  <a:pt x="4151972" y="1677333"/>
                </a:cubicBezTo>
                <a:lnTo>
                  <a:pt x="4151972" y="1657845"/>
                </a:lnTo>
                <a:cubicBezTo>
                  <a:pt x="4151972" y="1652352"/>
                  <a:pt x="4151109" y="1648180"/>
                  <a:pt x="4151109" y="1642757"/>
                </a:cubicBezTo>
                <a:cubicBezTo>
                  <a:pt x="4151109" y="1641208"/>
                  <a:pt x="4152188" y="1640573"/>
                  <a:pt x="4152855" y="1639455"/>
                </a:cubicBezTo>
                <a:cubicBezTo>
                  <a:pt x="4153522" y="1638369"/>
                  <a:pt x="4153522" y="1636642"/>
                  <a:pt x="4154576" y="1635963"/>
                </a:cubicBezTo>
                <a:cubicBezTo>
                  <a:pt x="4157859" y="1633556"/>
                  <a:pt x="4160932" y="1635074"/>
                  <a:pt x="4165079" y="1635074"/>
                </a:cubicBezTo>
                <a:cubicBezTo>
                  <a:pt x="4169270" y="1635074"/>
                  <a:pt x="4172737" y="1635963"/>
                  <a:pt x="4175613" y="1633327"/>
                </a:cubicBezTo>
                <a:cubicBezTo>
                  <a:pt x="4177557" y="1631575"/>
                  <a:pt x="4177379" y="1628946"/>
                  <a:pt x="4178223" y="1626336"/>
                </a:cubicBezTo>
                <a:cubicBezTo>
                  <a:pt x="4178680" y="1625015"/>
                  <a:pt x="4179322" y="1624120"/>
                  <a:pt x="4179976" y="1622831"/>
                </a:cubicBezTo>
                <a:cubicBezTo>
                  <a:pt x="4180636" y="1621269"/>
                  <a:pt x="4181722" y="1619980"/>
                  <a:pt x="4183462" y="1619307"/>
                </a:cubicBezTo>
                <a:cubicBezTo>
                  <a:pt x="4184586" y="1618881"/>
                  <a:pt x="4185907" y="1618881"/>
                  <a:pt x="4186999" y="1618424"/>
                </a:cubicBezTo>
                <a:cubicBezTo>
                  <a:pt x="4188098" y="1618024"/>
                  <a:pt x="4189399" y="1618024"/>
                  <a:pt x="4190498" y="1617560"/>
                </a:cubicBezTo>
                <a:cubicBezTo>
                  <a:pt x="4192028" y="1616906"/>
                  <a:pt x="4192695" y="1615814"/>
                  <a:pt x="4194003" y="1614951"/>
                </a:cubicBezTo>
                <a:cubicBezTo>
                  <a:pt x="4195337" y="1614074"/>
                  <a:pt x="4195337" y="1612315"/>
                  <a:pt x="4196632" y="1611452"/>
                </a:cubicBezTo>
                <a:cubicBezTo>
                  <a:pt x="4197737" y="1610804"/>
                  <a:pt x="4199058" y="1610315"/>
                  <a:pt x="4200099" y="1609705"/>
                </a:cubicBezTo>
                <a:cubicBezTo>
                  <a:pt x="4201217" y="1609026"/>
                  <a:pt x="4202766" y="1609496"/>
                  <a:pt x="4203630" y="1608848"/>
                </a:cubicBezTo>
                <a:cubicBezTo>
                  <a:pt x="4204931" y="1607959"/>
                  <a:pt x="4205382" y="1606645"/>
                  <a:pt x="4206227" y="1605299"/>
                </a:cubicBezTo>
                <a:cubicBezTo>
                  <a:pt x="4208005" y="1602892"/>
                  <a:pt x="4208430" y="1600727"/>
                  <a:pt x="4209738" y="1598301"/>
                </a:cubicBezTo>
                <a:cubicBezTo>
                  <a:pt x="4210615" y="1596796"/>
                  <a:pt x="4212164" y="1596123"/>
                  <a:pt x="4213244" y="1594808"/>
                </a:cubicBezTo>
                <a:cubicBezTo>
                  <a:pt x="4214355" y="1593507"/>
                  <a:pt x="4215015" y="1592408"/>
                  <a:pt x="4215872" y="1591309"/>
                </a:cubicBezTo>
                <a:cubicBezTo>
                  <a:pt x="4216768" y="1590192"/>
                  <a:pt x="4217174" y="1588662"/>
                  <a:pt x="4218508" y="1587779"/>
                </a:cubicBezTo>
                <a:cubicBezTo>
                  <a:pt x="4220914" y="1586261"/>
                  <a:pt x="4223327" y="1586261"/>
                  <a:pt x="4225505" y="1584286"/>
                </a:cubicBezTo>
                <a:cubicBezTo>
                  <a:pt x="4226629" y="1583435"/>
                  <a:pt x="4227258" y="1582121"/>
                  <a:pt x="4228128" y="1580819"/>
                </a:cubicBezTo>
                <a:cubicBezTo>
                  <a:pt x="4228776" y="1579702"/>
                  <a:pt x="4229246" y="1578394"/>
                  <a:pt x="4229900" y="1577301"/>
                </a:cubicBezTo>
                <a:cubicBezTo>
                  <a:pt x="4230554" y="1576216"/>
                  <a:pt x="4230554" y="1574476"/>
                  <a:pt x="4231639" y="1573777"/>
                </a:cubicBezTo>
                <a:cubicBezTo>
                  <a:pt x="4232713" y="1573149"/>
                  <a:pt x="4234059" y="1574037"/>
                  <a:pt x="4235126" y="1573777"/>
                </a:cubicBezTo>
                <a:cubicBezTo>
                  <a:pt x="4236224" y="1573568"/>
                  <a:pt x="4237551" y="1574209"/>
                  <a:pt x="4238650" y="1573777"/>
                </a:cubicBezTo>
                <a:cubicBezTo>
                  <a:pt x="4240168" y="1573149"/>
                  <a:pt x="4241050" y="1572456"/>
                  <a:pt x="4242155" y="1571148"/>
                </a:cubicBezTo>
                <a:cubicBezTo>
                  <a:pt x="4242777" y="1570297"/>
                  <a:pt x="4241457" y="1568748"/>
                  <a:pt x="4242155" y="1567675"/>
                </a:cubicBezTo>
                <a:cubicBezTo>
                  <a:pt x="4243679" y="1565249"/>
                  <a:pt x="4245444" y="1563255"/>
                  <a:pt x="4248277" y="1562404"/>
                </a:cubicBezTo>
                <a:cubicBezTo>
                  <a:pt x="4249381" y="1562207"/>
                  <a:pt x="4250461" y="1562404"/>
                  <a:pt x="4251763" y="1562404"/>
                </a:cubicBezTo>
                <a:cubicBezTo>
                  <a:pt x="4254436" y="1562207"/>
                  <a:pt x="4256805" y="1562823"/>
                  <a:pt x="4258792" y="1561515"/>
                </a:cubicBezTo>
                <a:cubicBezTo>
                  <a:pt x="4260075" y="1560645"/>
                  <a:pt x="4260538" y="1559337"/>
                  <a:pt x="4261383" y="1558016"/>
                </a:cubicBezTo>
                <a:cubicBezTo>
                  <a:pt x="4264475" y="1553654"/>
                  <a:pt x="4263612" y="1549495"/>
                  <a:pt x="4264037" y="1544027"/>
                </a:cubicBezTo>
                <a:cubicBezTo>
                  <a:pt x="4264279" y="1541411"/>
                  <a:pt x="4264698" y="1539659"/>
                  <a:pt x="4264901" y="1536998"/>
                </a:cubicBezTo>
                <a:lnTo>
                  <a:pt x="4281322" y="1536998"/>
                </a:lnTo>
                <a:cubicBezTo>
                  <a:pt x="4282878" y="1536998"/>
                  <a:pt x="4283741" y="1538535"/>
                  <a:pt x="4285043" y="1538776"/>
                </a:cubicBezTo>
                <a:cubicBezTo>
                  <a:pt x="4286802" y="1539176"/>
                  <a:pt x="4288345" y="1539659"/>
                  <a:pt x="4290307" y="1539659"/>
                </a:cubicBezTo>
                <a:lnTo>
                  <a:pt x="4292047" y="1539659"/>
                </a:lnTo>
                <a:cubicBezTo>
                  <a:pt x="4293596" y="1539424"/>
                  <a:pt x="4294028" y="1537684"/>
                  <a:pt x="4295559" y="1536998"/>
                </a:cubicBezTo>
                <a:cubicBezTo>
                  <a:pt x="4296670" y="1536573"/>
                  <a:pt x="4297972" y="1537461"/>
                  <a:pt x="4299057" y="1536998"/>
                </a:cubicBezTo>
                <a:cubicBezTo>
                  <a:pt x="4300785" y="1536363"/>
                  <a:pt x="4301039" y="1534204"/>
                  <a:pt x="4302556" y="1533531"/>
                </a:cubicBezTo>
                <a:cubicBezTo>
                  <a:pt x="4303655" y="1533080"/>
                  <a:pt x="4305198" y="1533080"/>
                  <a:pt x="4306093" y="1532642"/>
                </a:cubicBezTo>
                <a:cubicBezTo>
                  <a:pt x="4307382" y="1531746"/>
                  <a:pt x="4308259" y="1530908"/>
                  <a:pt x="4309573" y="1530013"/>
                </a:cubicBezTo>
                <a:cubicBezTo>
                  <a:pt x="4310640" y="1529353"/>
                  <a:pt x="4310640" y="1527606"/>
                  <a:pt x="4311345" y="1526495"/>
                </a:cubicBezTo>
                <a:lnTo>
                  <a:pt x="4328826" y="1526495"/>
                </a:lnTo>
                <a:lnTo>
                  <a:pt x="4328826" y="1515986"/>
                </a:lnTo>
                <a:cubicBezTo>
                  <a:pt x="4331258" y="1516221"/>
                  <a:pt x="4332789" y="1516449"/>
                  <a:pt x="4334967" y="1516907"/>
                </a:cubicBezTo>
                <a:cubicBezTo>
                  <a:pt x="4336059" y="1517116"/>
                  <a:pt x="4337831" y="1515986"/>
                  <a:pt x="4338459" y="1516907"/>
                </a:cubicBezTo>
                <a:cubicBezTo>
                  <a:pt x="4339348" y="1517973"/>
                  <a:pt x="4340218" y="1519053"/>
                  <a:pt x="4341069" y="1520361"/>
                </a:cubicBezTo>
                <a:cubicBezTo>
                  <a:pt x="4341514" y="1521269"/>
                  <a:pt x="4341514" y="1522799"/>
                  <a:pt x="4341926" y="1523879"/>
                </a:cubicBezTo>
                <a:cubicBezTo>
                  <a:pt x="4342644" y="1525219"/>
                  <a:pt x="4343069" y="1526292"/>
                  <a:pt x="4343711" y="1527371"/>
                </a:cubicBezTo>
                <a:cubicBezTo>
                  <a:pt x="4344346" y="1528470"/>
                  <a:pt x="4346124" y="1528038"/>
                  <a:pt x="4347235" y="1529149"/>
                </a:cubicBezTo>
                <a:cubicBezTo>
                  <a:pt x="4348308" y="1530216"/>
                  <a:pt x="4348308" y="1531537"/>
                  <a:pt x="4348949" y="1532642"/>
                </a:cubicBezTo>
                <a:cubicBezTo>
                  <a:pt x="4350499" y="1535042"/>
                  <a:pt x="4350721" y="1537684"/>
                  <a:pt x="4351578" y="1540535"/>
                </a:cubicBezTo>
                <a:cubicBezTo>
                  <a:pt x="4351578" y="1543151"/>
                  <a:pt x="4350721" y="1544675"/>
                  <a:pt x="4350721" y="1547310"/>
                </a:cubicBezTo>
                <a:cubicBezTo>
                  <a:pt x="4350721" y="1548834"/>
                  <a:pt x="4351807" y="1549952"/>
                  <a:pt x="4352455" y="1551044"/>
                </a:cubicBezTo>
                <a:cubicBezTo>
                  <a:pt x="4353147" y="1552130"/>
                  <a:pt x="4353572" y="1553451"/>
                  <a:pt x="4354233" y="1554543"/>
                </a:cubicBezTo>
                <a:cubicBezTo>
                  <a:pt x="4354874" y="1555597"/>
                  <a:pt x="4356855" y="1555184"/>
                  <a:pt x="4357725" y="1556270"/>
                </a:cubicBezTo>
                <a:cubicBezTo>
                  <a:pt x="4358373" y="1557134"/>
                  <a:pt x="4357941" y="1558912"/>
                  <a:pt x="4358620" y="1559782"/>
                </a:cubicBezTo>
                <a:cubicBezTo>
                  <a:pt x="4360595" y="1562404"/>
                  <a:pt x="4362964" y="1562823"/>
                  <a:pt x="4365593" y="1565040"/>
                </a:cubicBezTo>
                <a:cubicBezTo>
                  <a:pt x="4366901" y="1566119"/>
                  <a:pt x="4368037" y="1566570"/>
                  <a:pt x="4369111" y="1567675"/>
                </a:cubicBezTo>
                <a:cubicBezTo>
                  <a:pt x="4370197" y="1568748"/>
                  <a:pt x="4370857" y="1569846"/>
                  <a:pt x="4371752" y="1571148"/>
                </a:cubicBezTo>
                <a:cubicBezTo>
                  <a:pt x="4372648" y="1572456"/>
                  <a:pt x="4374356" y="1572920"/>
                  <a:pt x="4374356" y="1574660"/>
                </a:cubicBezTo>
                <a:lnTo>
                  <a:pt x="4374356" y="1578140"/>
                </a:lnTo>
                <a:cubicBezTo>
                  <a:pt x="4374356" y="1579479"/>
                  <a:pt x="4373486" y="1580356"/>
                  <a:pt x="4373486" y="1581664"/>
                </a:cubicBezTo>
                <a:cubicBezTo>
                  <a:pt x="4373245" y="1584737"/>
                  <a:pt x="4373486" y="1586477"/>
                  <a:pt x="4373486" y="1589525"/>
                </a:cubicBezTo>
                <a:cubicBezTo>
                  <a:pt x="4373689" y="1589525"/>
                  <a:pt x="4373060" y="1588662"/>
                  <a:pt x="4373486" y="1588662"/>
                </a:cubicBezTo>
                <a:cubicBezTo>
                  <a:pt x="4376115" y="1588020"/>
                  <a:pt x="4377874" y="1587779"/>
                  <a:pt x="4380503" y="1587779"/>
                </a:cubicBezTo>
                <a:cubicBezTo>
                  <a:pt x="4382020" y="1587779"/>
                  <a:pt x="4382903" y="1588903"/>
                  <a:pt x="4383982" y="1589525"/>
                </a:cubicBezTo>
                <a:cubicBezTo>
                  <a:pt x="4385094" y="1590192"/>
                  <a:pt x="4386846" y="1589525"/>
                  <a:pt x="4387500" y="1590420"/>
                </a:cubicBezTo>
                <a:cubicBezTo>
                  <a:pt x="4388154" y="1591309"/>
                  <a:pt x="4387500" y="1592611"/>
                  <a:pt x="4387500" y="1593932"/>
                </a:cubicBezTo>
                <a:cubicBezTo>
                  <a:pt x="4387500" y="1596548"/>
                  <a:pt x="4387284" y="1598536"/>
                  <a:pt x="4386624" y="1600911"/>
                </a:cubicBezTo>
                <a:cubicBezTo>
                  <a:pt x="4386408" y="1602231"/>
                  <a:pt x="4385290" y="1603140"/>
                  <a:pt x="4384878" y="1604429"/>
                </a:cubicBezTo>
                <a:cubicBezTo>
                  <a:pt x="4383570" y="1608137"/>
                  <a:pt x="4383982" y="1610804"/>
                  <a:pt x="4383982" y="1614951"/>
                </a:cubicBezTo>
                <a:cubicBezTo>
                  <a:pt x="4383982" y="1620392"/>
                  <a:pt x="4383779" y="1625238"/>
                  <a:pt x="4387500" y="1628946"/>
                </a:cubicBezTo>
                <a:cubicBezTo>
                  <a:pt x="4388592" y="1630083"/>
                  <a:pt x="4389678" y="1630692"/>
                  <a:pt x="4391005" y="1631575"/>
                </a:cubicBezTo>
                <a:cubicBezTo>
                  <a:pt x="4392301" y="1632438"/>
                  <a:pt x="4392987" y="1633981"/>
                  <a:pt x="4394517" y="1634216"/>
                </a:cubicBezTo>
                <a:cubicBezTo>
                  <a:pt x="4396905" y="1634648"/>
                  <a:pt x="4398886" y="1634216"/>
                  <a:pt x="4401515" y="1634216"/>
                </a:cubicBezTo>
                <a:lnTo>
                  <a:pt x="4404982" y="1634216"/>
                </a:lnTo>
                <a:cubicBezTo>
                  <a:pt x="4406093" y="1634216"/>
                  <a:pt x="4407408" y="1634648"/>
                  <a:pt x="4408519" y="1634216"/>
                </a:cubicBezTo>
                <a:cubicBezTo>
                  <a:pt x="4409820" y="1633759"/>
                  <a:pt x="4408957" y="1631365"/>
                  <a:pt x="4410246" y="1630692"/>
                </a:cubicBezTo>
                <a:cubicBezTo>
                  <a:pt x="4411357" y="1630083"/>
                  <a:pt x="4412634" y="1630267"/>
                  <a:pt x="4413783" y="1629803"/>
                </a:cubicBezTo>
                <a:cubicBezTo>
                  <a:pt x="4415104" y="1629371"/>
                  <a:pt x="4415974" y="1628292"/>
                  <a:pt x="4417282" y="1628076"/>
                </a:cubicBezTo>
                <a:cubicBezTo>
                  <a:pt x="4420120" y="1627193"/>
                  <a:pt x="4422305" y="1626984"/>
                  <a:pt x="4425175" y="1626336"/>
                </a:cubicBezTo>
                <a:lnTo>
                  <a:pt x="4425175" y="1622831"/>
                </a:lnTo>
                <a:lnTo>
                  <a:pt x="4425175" y="1619307"/>
                </a:lnTo>
                <a:cubicBezTo>
                  <a:pt x="4425346" y="1617751"/>
                  <a:pt x="4427137" y="1617344"/>
                  <a:pt x="4427785" y="1615814"/>
                </a:cubicBezTo>
                <a:cubicBezTo>
                  <a:pt x="4431918" y="1616690"/>
                  <a:pt x="4435424" y="1617135"/>
                  <a:pt x="4438307" y="1620189"/>
                </a:cubicBezTo>
                <a:cubicBezTo>
                  <a:pt x="4439183" y="1621269"/>
                  <a:pt x="4439373" y="1622374"/>
                  <a:pt x="4440040" y="1623694"/>
                </a:cubicBezTo>
                <a:cubicBezTo>
                  <a:pt x="4440694" y="1625015"/>
                  <a:pt x="4441316" y="1625853"/>
                  <a:pt x="4441786" y="1627193"/>
                </a:cubicBezTo>
                <a:cubicBezTo>
                  <a:pt x="4442879" y="1629613"/>
                  <a:pt x="4443749" y="1631575"/>
                  <a:pt x="4444415" y="1634216"/>
                </a:cubicBezTo>
                <a:cubicBezTo>
                  <a:pt x="4445533" y="1638560"/>
                  <a:pt x="4445704" y="1641208"/>
                  <a:pt x="4447051" y="1645589"/>
                </a:cubicBezTo>
                <a:cubicBezTo>
                  <a:pt x="4447266" y="1646669"/>
                  <a:pt x="4447470" y="1648021"/>
                  <a:pt x="4447908" y="1649075"/>
                </a:cubicBezTo>
                <a:cubicBezTo>
                  <a:pt x="4448562" y="1650396"/>
                  <a:pt x="4449667" y="1651298"/>
                  <a:pt x="4450530" y="1652593"/>
                </a:cubicBezTo>
                <a:cubicBezTo>
                  <a:pt x="4451413" y="1653692"/>
                  <a:pt x="4453369" y="1653025"/>
                  <a:pt x="4454042" y="1654340"/>
                </a:cubicBezTo>
                <a:cubicBezTo>
                  <a:pt x="4454690" y="1655425"/>
                  <a:pt x="4454925" y="1656530"/>
                  <a:pt x="4454925" y="1657845"/>
                </a:cubicBezTo>
                <a:cubicBezTo>
                  <a:pt x="4454925" y="1663096"/>
                  <a:pt x="4448771" y="1664836"/>
                  <a:pt x="4448771" y="1670088"/>
                </a:cubicBezTo>
                <a:cubicBezTo>
                  <a:pt x="4448771" y="1671631"/>
                  <a:pt x="4450111" y="1672297"/>
                  <a:pt x="4450530" y="1673605"/>
                </a:cubicBezTo>
                <a:cubicBezTo>
                  <a:pt x="4450988" y="1674926"/>
                  <a:pt x="4451629" y="1676031"/>
                  <a:pt x="4452283" y="1677130"/>
                </a:cubicBezTo>
                <a:cubicBezTo>
                  <a:pt x="4453185" y="1678400"/>
                  <a:pt x="4454925" y="1678641"/>
                  <a:pt x="4455775" y="1679740"/>
                </a:cubicBezTo>
                <a:cubicBezTo>
                  <a:pt x="4457960" y="1682108"/>
                  <a:pt x="4458652" y="1684318"/>
                  <a:pt x="4461065" y="1686744"/>
                </a:cubicBezTo>
                <a:cubicBezTo>
                  <a:pt x="4462132" y="1687817"/>
                  <a:pt x="4463681" y="1688083"/>
                  <a:pt x="4464577" y="1689373"/>
                </a:cubicBezTo>
                <a:cubicBezTo>
                  <a:pt x="4465643" y="1690903"/>
                  <a:pt x="4466304" y="1692408"/>
                  <a:pt x="4466304" y="1694624"/>
                </a:cubicBezTo>
                <a:cubicBezTo>
                  <a:pt x="4466304" y="1697240"/>
                  <a:pt x="4464577" y="1699018"/>
                  <a:pt x="4464577" y="1701628"/>
                </a:cubicBezTo>
                <a:cubicBezTo>
                  <a:pt x="4464577" y="1704479"/>
                  <a:pt x="4467148" y="1705794"/>
                  <a:pt x="4467148" y="1708619"/>
                </a:cubicBezTo>
                <a:cubicBezTo>
                  <a:pt x="4467148" y="1712328"/>
                  <a:pt x="4464996" y="1714531"/>
                  <a:pt x="4461935" y="1716512"/>
                </a:cubicBezTo>
                <a:cubicBezTo>
                  <a:pt x="4460824" y="1717154"/>
                  <a:pt x="4459732" y="1717598"/>
                  <a:pt x="4458417" y="1718246"/>
                </a:cubicBezTo>
                <a:cubicBezTo>
                  <a:pt x="4457331" y="1718659"/>
                  <a:pt x="4455775" y="1718475"/>
                  <a:pt x="4454925" y="1719141"/>
                </a:cubicBezTo>
                <a:cubicBezTo>
                  <a:pt x="4453845" y="1719980"/>
                  <a:pt x="4453604" y="1721326"/>
                  <a:pt x="4453185" y="1722634"/>
                </a:cubicBezTo>
                <a:cubicBezTo>
                  <a:pt x="4452708" y="1723732"/>
                  <a:pt x="4452283" y="1725028"/>
                  <a:pt x="4452283" y="1726133"/>
                </a:cubicBezTo>
                <a:cubicBezTo>
                  <a:pt x="4451629" y="1730063"/>
                  <a:pt x="4452283" y="1732483"/>
                  <a:pt x="4452283" y="1736636"/>
                </a:cubicBezTo>
                <a:lnTo>
                  <a:pt x="4452283" y="1740128"/>
                </a:lnTo>
                <a:cubicBezTo>
                  <a:pt x="4452067" y="1742770"/>
                  <a:pt x="4450759" y="1744503"/>
                  <a:pt x="4450530" y="1747145"/>
                </a:cubicBezTo>
                <a:cubicBezTo>
                  <a:pt x="4450295" y="1749323"/>
                  <a:pt x="4450530" y="1750669"/>
                  <a:pt x="4450530" y="1752866"/>
                </a:cubicBezTo>
                <a:cubicBezTo>
                  <a:pt x="4450530" y="1756333"/>
                  <a:pt x="4449895" y="1758950"/>
                  <a:pt x="4451413" y="1762036"/>
                </a:cubicBezTo>
                <a:cubicBezTo>
                  <a:pt x="4452067" y="1763560"/>
                  <a:pt x="4452708" y="1764455"/>
                  <a:pt x="4454042" y="1765553"/>
                </a:cubicBezTo>
                <a:cubicBezTo>
                  <a:pt x="4455166" y="1766411"/>
                  <a:pt x="4456233" y="1766658"/>
                  <a:pt x="4457547" y="1767306"/>
                </a:cubicBezTo>
                <a:cubicBezTo>
                  <a:pt x="4458652" y="1767922"/>
                  <a:pt x="4459954" y="1767700"/>
                  <a:pt x="4461065" y="1768170"/>
                </a:cubicBezTo>
                <a:cubicBezTo>
                  <a:pt x="4464094" y="1769706"/>
                  <a:pt x="4464996" y="1772545"/>
                  <a:pt x="4467148" y="1775186"/>
                </a:cubicBezTo>
                <a:cubicBezTo>
                  <a:pt x="4469377" y="1777796"/>
                  <a:pt x="4471327" y="1779752"/>
                  <a:pt x="4474178" y="1781282"/>
                </a:cubicBezTo>
                <a:cubicBezTo>
                  <a:pt x="4475257" y="1781949"/>
                  <a:pt x="4476578" y="1781543"/>
                  <a:pt x="4477683" y="1782159"/>
                </a:cubicBezTo>
                <a:cubicBezTo>
                  <a:pt x="4479004" y="1782832"/>
                  <a:pt x="4479461" y="1784362"/>
                  <a:pt x="4480312" y="1785658"/>
                </a:cubicBezTo>
                <a:cubicBezTo>
                  <a:pt x="4481195" y="1786991"/>
                  <a:pt x="4482699" y="1787397"/>
                  <a:pt x="4482928" y="1789182"/>
                </a:cubicBezTo>
                <a:cubicBezTo>
                  <a:pt x="4483366" y="1792224"/>
                  <a:pt x="4482699" y="1793970"/>
                  <a:pt x="4482928" y="1797088"/>
                </a:cubicBezTo>
                <a:cubicBezTo>
                  <a:pt x="4483182" y="1799678"/>
                  <a:pt x="4483804" y="1801882"/>
                  <a:pt x="4484687" y="1804054"/>
                </a:cubicBezTo>
                <a:cubicBezTo>
                  <a:pt x="4485779" y="1806689"/>
                  <a:pt x="4487964" y="1808435"/>
                  <a:pt x="4489068" y="1811058"/>
                </a:cubicBezTo>
                <a:cubicBezTo>
                  <a:pt x="4489723" y="1812582"/>
                  <a:pt x="4489272" y="1813940"/>
                  <a:pt x="4489938" y="1815439"/>
                </a:cubicBezTo>
                <a:cubicBezTo>
                  <a:pt x="4490580" y="1817204"/>
                  <a:pt x="4492561" y="1817204"/>
                  <a:pt x="4493431" y="1818938"/>
                </a:cubicBezTo>
                <a:cubicBezTo>
                  <a:pt x="4494739" y="1821808"/>
                  <a:pt x="4496060" y="1823783"/>
                  <a:pt x="4496060" y="1827060"/>
                </a:cubicBezTo>
                <a:lnTo>
                  <a:pt x="4496060" y="1845894"/>
                </a:lnTo>
                <a:cubicBezTo>
                  <a:pt x="4496060" y="1847399"/>
                  <a:pt x="4497622" y="1848275"/>
                  <a:pt x="4497806" y="1849589"/>
                </a:cubicBezTo>
                <a:cubicBezTo>
                  <a:pt x="4498251" y="1851145"/>
                  <a:pt x="4498251" y="1852441"/>
                  <a:pt x="4498701" y="1853952"/>
                </a:cubicBezTo>
                <a:cubicBezTo>
                  <a:pt x="4499152" y="1855489"/>
                  <a:pt x="4500219" y="1856181"/>
                  <a:pt x="4501318" y="1857463"/>
                </a:cubicBezTo>
                <a:cubicBezTo>
                  <a:pt x="4502423" y="1858784"/>
                  <a:pt x="4503299" y="1860105"/>
                  <a:pt x="4504823" y="1860994"/>
                </a:cubicBezTo>
                <a:cubicBezTo>
                  <a:pt x="4505915" y="1861642"/>
                  <a:pt x="4507033" y="1862074"/>
                  <a:pt x="4508347" y="1862721"/>
                </a:cubicBezTo>
                <a:cubicBezTo>
                  <a:pt x="4512703" y="1865350"/>
                  <a:pt x="4514900" y="1867992"/>
                  <a:pt x="4519701" y="1869732"/>
                </a:cubicBezTo>
                <a:cubicBezTo>
                  <a:pt x="4522330" y="1870602"/>
                  <a:pt x="4524502" y="1870602"/>
                  <a:pt x="4526718" y="1872354"/>
                </a:cubicBezTo>
                <a:cubicBezTo>
                  <a:pt x="4528902" y="1874119"/>
                  <a:pt x="4529569" y="1876977"/>
                  <a:pt x="4531118" y="1879358"/>
                </a:cubicBezTo>
                <a:cubicBezTo>
                  <a:pt x="4531728" y="1880450"/>
                  <a:pt x="4531728" y="1882006"/>
                  <a:pt x="4532845" y="1882844"/>
                </a:cubicBezTo>
                <a:cubicBezTo>
                  <a:pt x="4533715" y="1883511"/>
                  <a:pt x="4535220" y="1883295"/>
                  <a:pt x="4536357" y="1883752"/>
                </a:cubicBezTo>
                <a:cubicBezTo>
                  <a:pt x="4537436" y="1884165"/>
                  <a:pt x="4538745" y="1884406"/>
                  <a:pt x="4539856" y="1884622"/>
                </a:cubicBezTo>
                <a:cubicBezTo>
                  <a:pt x="4541373" y="1885048"/>
                  <a:pt x="4542675" y="1885937"/>
                  <a:pt x="4544237" y="1886369"/>
                </a:cubicBezTo>
                <a:cubicBezTo>
                  <a:pt x="4546415" y="1887016"/>
                  <a:pt x="4547946" y="1888115"/>
                  <a:pt x="4550346" y="1888115"/>
                </a:cubicBezTo>
                <a:lnTo>
                  <a:pt x="4552092" y="1888115"/>
                </a:lnTo>
                <a:cubicBezTo>
                  <a:pt x="4553858" y="1888115"/>
                  <a:pt x="4554321" y="1886127"/>
                  <a:pt x="4555623" y="1885511"/>
                </a:cubicBezTo>
                <a:cubicBezTo>
                  <a:pt x="4554067" y="1882844"/>
                  <a:pt x="4553000" y="1880908"/>
                  <a:pt x="4551210" y="1878444"/>
                </a:cubicBezTo>
                <a:cubicBezTo>
                  <a:pt x="4550556" y="1877409"/>
                  <a:pt x="4550346" y="1875853"/>
                  <a:pt x="4549476" y="1874964"/>
                </a:cubicBezTo>
                <a:cubicBezTo>
                  <a:pt x="4548593" y="1874119"/>
                  <a:pt x="4546834" y="1874964"/>
                  <a:pt x="4545971" y="1874119"/>
                </a:cubicBezTo>
                <a:cubicBezTo>
                  <a:pt x="4544009" y="1872106"/>
                  <a:pt x="4542250" y="1869947"/>
                  <a:pt x="4541608" y="1867134"/>
                </a:cubicBezTo>
                <a:cubicBezTo>
                  <a:pt x="4540942" y="1864252"/>
                  <a:pt x="4541786" y="1862258"/>
                  <a:pt x="4541608" y="1859216"/>
                </a:cubicBezTo>
                <a:cubicBezTo>
                  <a:pt x="4541608" y="1857921"/>
                  <a:pt x="4540713" y="1857038"/>
                  <a:pt x="4540713" y="1855717"/>
                </a:cubicBezTo>
                <a:cubicBezTo>
                  <a:pt x="4540504" y="1851571"/>
                  <a:pt x="4541373" y="1849126"/>
                  <a:pt x="4540713" y="1845259"/>
                </a:cubicBezTo>
                <a:cubicBezTo>
                  <a:pt x="4540713" y="1844147"/>
                  <a:pt x="4540078" y="1842782"/>
                  <a:pt x="4539856" y="1841709"/>
                </a:cubicBezTo>
                <a:cubicBezTo>
                  <a:pt x="4539653" y="1840407"/>
                  <a:pt x="4538745" y="1839525"/>
                  <a:pt x="4538091" y="1838178"/>
                </a:cubicBezTo>
                <a:cubicBezTo>
                  <a:pt x="4537436" y="1836693"/>
                  <a:pt x="4535036" y="1836451"/>
                  <a:pt x="4534592" y="1834680"/>
                </a:cubicBezTo>
                <a:cubicBezTo>
                  <a:pt x="4533715" y="1830768"/>
                  <a:pt x="4534592" y="1828380"/>
                  <a:pt x="4534592" y="1824177"/>
                </a:cubicBezTo>
                <a:lnTo>
                  <a:pt x="4534592" y="1820710"/>
                </a:lnTo>
                <a:cubicBezTo>
                  <a:pt x="4534592" y="1819389"/>
                  <a:pt x="4533715" y="1818538"/>
                  <a:pt x="4533715" y="1817204"/>
                </a:cubicBezTo>
                <a:lnTo>
                  <a:pt x="4533715" y="1813699"/>
                </a:lnTo>
                <a:cubicBezTo>
                  <a:pt x="4533715" y="1811908"/>
                  <a:pt x="4532845" y="1811058"/>
                  <a:pt x="4532845" y="1809324"/>
                </a:cubicBezTo>
                <a:lnTo>
                  <a:pt x="4532845" y="1802320"/>
                </a:lnTo>
                <a:cubicBezTo>
                  <a:pt x="4528654" y="1802320"/>
                  <a:pt x="4525632" y="1803622"/>
                  <a:pt x="4522330" y="1801425"/>
                </a:cubicBezTo>
                <a:cubicBezTo>
                  <a:pt x="4521015" y="1800586"/>
                  <a:pt x="4519930" y="1799678"/>
                  <a:pt x="4518837" y="1798815"/>
                </a:cubicBezTo>
                <a:cubicBezTo>
                  <a:pt x="4517701" y="1797951"/>
                  <a:pt x="4517275" y="1796192"/>
                  <a:pt x="4516208" y="1795316"/>
                </a:cubicBezTo>
                <a:cubicBezTo>
                  <a:pt x="4515110" y="1794452"/>
                  <a:pt x="4513776" y="1794452"/>
                  <a:pt x="4512703" y="1793563"/>
                </a:cubicBezTo>
                <a:cubicBezTo>
                  <a:pt x="4511186" y="1792465"/>
                  <a:pt x="4510741" y="1790725"/>
                  <a:pt x="4509204" y="1790039"/>
                </a:cubicBezTo>
                <a:cubicBezTo>
                  <a:pt x="4506791" y="1788718"/>
                  <a:pt x="4504823" y="1787880"/>
                  <a:pt x="4502194" y="1787397"/>
                </a:cubicBezTo>
                <a:cubicBezTo>
                  <a:pt x="4500664" y="1787220"/>
                  <a:pt x="4499356" y="1787880"/>
                  <a:pt x="4497806" y="1787397"/>
                </a:cubicBezTo>
                <a:cubicBezTo>
                  <a:pt x="4494949" y="1786547"/>
                  <a:pt x="4493431" y="1784584"/>
                  <a:pt x="4491704" y="1782159"/>
                </a:cubicBezTo>
                <a:cubicBezTo>
                  <a:pt x="4490834" y="1780857"/>
                  <a:pt x="4489500" y="1780158"/>
                  <a:pt x="4489068" y="1778660"/>
                </a:cubicBezTo>
                <a:cubicBezTo>
                  <a:pt x="4488846" y="1777587"/>
                  <a:pt x="4488421" y="1776253"/>
                  <a:pt x="4488180" y="1775186"/>
                </a:cubicBezTo>
                <a:cubicBezTo>
                  <a:pt x="4487760" y="1772761"/>
                  <a:pt x="4488180" y="1770773"/>
                  <a:pt x="4488180" y="1768170"/>
                </a:cubicBezTo>
                <a:cubicBezTo>
                  <a:pt x="4488180" y="1766843"/>
                  <a:pt x="4488421" y="1765776"/>
                  <a:pt x="4488180" y="1764677"/>
                </a:cubicBezTo>
                <a:cubicBezTo>
                  <a:pt x="4487964" y="1763560"/>
                  <a:pt x="4487964" y="1762036"/>
                  <a:pt x="4487310" y="1761159"/>
                </a:cubicBezTo>
                <a:cubicBezTo>
                  <a:pt x="4486643" y="1760054"/>
                  <a:pt x="4484922" y="1760251"/>
                  <a:pt x="4483804" y="1759394"/>
                </a:cubicBezTo>
                <a:cubicBezTo>
                  <a:pt x="4482699" y="1758530"/>
                  <a:pt x="4480979" y="1758753"/>
                  <a:pt x="4480312" y="1757654"/>
                </a:cubicBezTo>
                <a:cubicBezTo>
                  <a:pt x="4478775" y="1755667"/>
                  <a:pt x="4479461" y="1753311"/>
                  <a:pt x="4479461" y="1750669"/>
                </a:cubicBezTo>
                <a:lnTo>
                  <a:pt x="4479461" y="1747145"/>
                </a:lnTo>
                <a:cubicBezTo>
                  <a:pt x="4479461" y="1746065"/>
                  <a:pt x="4480096" y="1744503"/>
                  <a:pt x="4479461" y="1743640"/>
                </a:cubicBezTo>
                <a:cubicBezTo>
                  <a:pt x="4478775" y="1742770"/>
                  <a:pt x="4477029" y="1743405"/>
                  <a:pt x="4475924" y="1742770"/>
                </a:cubicBezTo>
                <a:cubicBezTo>
                  <a:pt x="4474845" y="1742116"/>
                  <a:pt x="4473733" y="1741468"/>
                  <a:pt x="4472438" y="1741011"/>
                </a:cubicBezTo>
                <a:lnTo>
                  <a:pt x="4469803" y="1740128"/>
                </a:lnTo>
                <a:lnTo>
                  <a:pt x="4469803" y="1722393"/>
                </a:lnTo>
                <a:cubicBezTo>
                  <a:pt x="4469803" y="1717382"/>
                  <a:pt x="4474406" y="1715642"/>
                  <a:pt x="4476807" y="1711248"/>
                </a:cubicBezTo>
                <a:cubicBezTo>
                  <a:pt x="4479004" y="1707299"/>
                  <a:pt x="4480312" y="1704886"/>
                  <a:pt x="4482045" y="1700771"/>
                </a:cubicBezTo>
                <a:cubicBezTo>
                  <a:pt x="4482928" y="1698764"/>
                  <a:pt x="4483804" y="1697628"/>
                  <a:pt x="4483804" y="1695488"/>
                </a:cubicBezTo>
                <a:cubicBezTo>
                  <a:pt x="4483804" y="1692852"/>
                  <a:pt x="4482045" y="1691100"/>
                  <a:pt x="4482045" y="1688471"/>
                </a:cubicBezTo>
                <a:cubicBezTo>
                  <a:pt x="4482045" y="1686502"/>
                  <a:pt x="4482287" y="1684991"/>
                  <a:pt x="4482928" y="1683245"/>
                </a:cubicBezTo>
                <a:cubicBezTo>
                  <a:pt x="4483601" y="1681721"/>
                  <a:pt x="4485538" y="1681924"/>
                  <a:pt x="4486440" y="1680610"/>
                </a:cubicBezTo>
                <a:cubicBezTo>
                  <a:pt x="4487513" y="1679079"/>
                  <a:pt x="4488180" y="1677777"/>
                  <a:pt x="4489068" y="1676228"/>
                </a:cubicBezTo>
                <a:cubicBezTo>
                  <a:pt x="4490148" y="1676673"/>
                  <a:pt x="4491704" y="1676438"/>
                  <a:pt x="4492561" y="1677130"/>
                </a:cubicBezTo>
                <a:cubicBezTo>
                  <a:pt x="4493895" y="1677974"/>
                  <a:pt x="4494949" y="1678857"/>
                  <a:pt x="4496060" y="1679740"/>
                </a:cubicBezTo>
                <a:cubicBezTo>
                  <a:pt x="4497165" y="1680610"/>
                  <a:pt x="4496930" y="1682108"/>
                  <a:pt x="4497806" y="1683245"/>
                </a:cubicBezTo>
                <a:cubicBezTo>
                  <a:pt x="4498701" y="1684527"/>
                  <a:pt x="4500664" y="1684527"/>
                  <a:pt x="4501318" y="1685855"/>
                </a:cubicBezTo>
                <a:cubicBezTo>
                  <a:pt x="4502423" y="1688083"/>
                  <a:pt x="4502194" y="1690693"/>
                  <a:pt x="4503083" y="1692852"/>
                </a:cubicBezTo>
                <a:cubicBezTo>
                  <a:pt x="4503743" y="1694408"/>
                  <a:pt x="4505261" y="1694624"/>
                  <a:pt x="4506563" y="1695488"/>
                </a:cubicBezTo>
                <a:cubicBezTo>
                  <a:pt x="4508106" y="1696580"/>
                  <a:pt x="4509636" y="1697240"/>
                  <a:pt x="4511814" y="1697240"/>
                </a:cubicBezTo>
                <a:lnTo>
                  <a:pt x="4513592" y="1697240"/>
                </a:lnTo>
                <a:cubicBezTo>
                  <a:pt x="4514900" y="1697031"/>
                  <a:pt x="4515783" y="1695703"/>
                  <a:pt x="4517104" y="1695488"/>
                </a:cubicBezTo>
                <a:cubicBezTo>
                  <a:pt x="4518412" y="1695291"/>
                  <a:pt x="4519072" y="1693697"/>
                  <a:pt x="4520564" y="1693697"/>
                </a:cubicBezTo>
                <a:cubicBezTo>
                  <a:pt x="4523651" y="1693697"/>
                  <a:pt x="4524070" y="1697443"/>
                  <a:pt x="4525822" y="1699882"/>
                </a:cubicBezTo>
                <a:cubicBezTo>
                  <a:pt x="4527797" y="1702504"/>
                  <a:pt x="4529772" y="1703793"/>
                  <a:pt x="4531118" y="1706860"/>
                </a:cubicBezTo>
                <a:cubicBezTo>
                  <a:pt x="4532191" y="1709508"/>
                  <a:pt x="4532623" y="1711915"/>
                  <a:pt x="4533715" y="1714747"/>
                </a:cubicBezTo>
                <a:cubicBezTo>
                  <a:pt x="4534795" y="1717598"/>
                  <a:pt x="4535887" y="1719141"/>
                  <a:pt x="4537214" y="1721738"/>
                </a:cubicBezTo>
                <a:cubicBezTo>
                  <a:pt x="4538535" y="1724380"/>
                  <a:pt x="4539856" y="1726323"/>
                  <a:pt x="4541608" y="1728774"/>
                </a:cubicBezTo>
                <a:cubicBezTo>
                  <a:pt x="4543367" y="1731187"/>
                  <a:pt x="4544885" y="1733569"/>
                  <a:pt x="4547717" y="1734877"/>
                </a:cubicBezTo>
                <a:cubicBezTo>
                  <a:pt x="4548841" y="1735334"/>
                  <a:pt x="4550130" y="1734699"/>
                  <a:pt x="4551210" y="1734877"/>
                </a:cubicBezTo>
                <a:cubicBezTo>
                  <a:pt x="4552334" y="1735118"/>
                  <a:pt x="4553623" y="1735543"/>
                  <a:pt x="4554728" y="1735785"/>
                </a:cubicBezTo>
                <a:cubicBezTo>
                  <a:pt x="4555807" y="1735982"/>
                  <a:pt x="4557121" y="1736439"/>
                  <a:pt x="4558258" y="1736636"/>
                </a:cubicBezTo>
                <a:cubicBezTo>
                  <a:pt x="4559331" y="1736864"/>
                  <a:pt x="4560868" y="1736864"/>
                  <a:pt x="4561725" y="1737518"/>
                </a:cubicBezTo>
                <a:cubicBezTo>
                  <a:pt x="4562836" y="1738395"/>
                  <a:pt x="4564386" y="1739271"/>
                  <a:pt x="4564386" y="1741011"/>
                </a:cubicBezTo>
                <a:cubicBezTo>
                  <a:pt x="4564386" y="1744078"/>
                  <a:pt x="4561725" y="1745195"/>
                  <a:pt x="4560868" y="1748002"/>
                </a:cubicBezTo>
                <a:cubicBezTo>
                  <a:pt x="4560201" y="1750428"/>
                  <a:pt x="4559979" y="1752415"/>
                  <a:pt x="4559979" y="1755025"/>
                </a:cubicBezTo>
                <a:cubicBezTo>
                  <a:pt x="4559979" y="1761159"/>
                  <a:pt x="4562182" y="1764677"/>
                  <a:pt x="4565243" y="1769916"/>
                </a:cubicBezTo>
                <a:cubicBezTo>
                  <a:pt x="4566119" y="1768614"/>
                  <a:pt x="4566989" y="1767700"/>
                  <a:pt x="4567866" y="1766411"/>
                </a:cubicBezTo>
                <a:cubicBezTo>
                  <a:pt x="4569828" y="1763782"/>
                  <a:pt x="4571358" y="1761591"/>
                  <a:pt x="4573974" y="1759394"/>
                </a:cubicBezTo>
                <a:cubicBezTo>
                  <a:pt x="4575308" y="1758289"/>
                  <a:pt x="4576171" y="1757883"/>
                  <a:pt x="4577505" y="1756784"/>
                </a:cubicBezTo>
                <a:cubicBezTo>
                  <a:pt x="4578826" y="1755667"/>
                  <a:pt x="4579677" y="1754358"/>
                  <a:pt x="4581010" y="1753311"/>
                </a:cubicBezTo>
                <a:cubicBezTo>
                  <a:pt x="4582521" y="1751990"/>
                  <a:pt x="4583830" y="1751076"/>
                  <a:pt x="4585373" y="1749774"/>
                </a:cubicBezTo>
                <a:cubicBezTo>
                  <a:pt x="4586465" y="1748923"/>
                  <a:pt x="4587989" y="1748472"/>
                  <a:pt x="4588852" y="1747145"/>
                </a:cubicBezTo>
                <a:cubicBezTo>
                  <a:pt x="4589551" y="1746065"/>
                  <a:pt x="4589976" y="1744726"/>
                  <a:pt x="4590630" y="1743640"/>
                </a:cubicBezTo>
                <a:cubicBezTo>
                  <a:pt x="4591304" y="1742338"/>
                  <a:pt x="4592599" y="1741684"/>
                  <a:pt x="4593253" y="1740128"/>
                </a:cubicBezTo>
                <a:cubicBezTo>
                  <a:pt x="4593723" y="1739042"/>
                  <a:pt x="4593723" y="1737721"/>
                  <a:pt x="4594136" y="1736636"/>
                </a:cubicBezTo>
                <a:cubicBezTo>
                  <a:pt x="4594593" y="1735543"/>
                  <a:pt x="4594593" y="1734235"/>
                  <a:pt x="4595018" y="1733130"/>
                </a:cubicBezTo>
                <a:cubicBezTo>
                  <a:pt x="4595685" y="1731371"/>
                  <a:pt x="4596758" y="1730063"/>
                  <a:pt x="4598511" y="1729625"/>
                </a:cubicBezTo>
                <a:cubicBezTo>
                  <a:pt x="4600270" y="1729206"/>
                  <a:pt x="4601775" y="1730527"/>
                  <a:pt x="4603775" y="1730527"/>
                </a:cubicBezTo>
                <a:cubicBezTo>
                  <a:pt x="4606378" y="1730711"/>
                  <a:pt x="4608353" y="1730711"/>
                  <a:pt x="4610766" y="1730527"/>
                </a:cubicBezTo>
                <a:cubicBezTo>
                  <a:pt x="4612525" y="1730273"/>
                  <a:pt x="4613636" y="1728965"/>
                  <a:pt x="4615122" y="1727904"/>
                </a:cubicBezTo>
                <a:cubicBezTo>
                  <a:pt x="4618621" y="1725250"/>
                  <a:pt x="4619726" y="1722850"/>
                  <a:pt x="4623034" y="1719980"/>
                </a:cubicBezTo>
                <a:cubicBezTo>
                  <a:pt x="4624558" y="1718659"/>
                  <a:pt x="4625676" y="1717382"/>
                  <a:pt x="4627410" y="1716512"/>
                </a:cubicBezTo>
                <a:cubicBezTo>
                  <a:pt x="4628495" y="1716036"/>
                  <a:pt x="4630051" y="1716309"/>
                  <a:pt x="4630921" y="1715642"/>
                </a:cubicBezTo>
                <a:cubicBezTo>
                  <a:pt x="4632217" y="1714531"/>
                  <a:pt x="4633537" y="1714296"/>
                  <a:pt x="4634407" y="1713007"/>
                </a:cubicBezTo>
                <a:cubicBezTo>
                  <a:pt x="4635049" y="1712125"/>
                  <a:pt x="4635049" y="1710588"/>
                  <a:pt x="4635290" y="1709508"/>
                </a:cubicBezTo>
                <a:cubicBezTo>
                  <a:pt x="4635925" y="1707108"/>
                  <a:pt x="4636166" y="1705121"/>
                  <a:pt x="4636166" y="1702504"/>
                </a:cubicBezTo>
                <a:cubicBezTo>
                  <a:pt x="4636369" y="1695913"/>
                  <a:pt x="4636166" y="1691982"/>
                  <a:pt x="4636166" y="1685404"/>
                </a:cubicBezTo>
                <a:lnTo>
                  <a:pt x="4636166" y="1672748"/>
                </a:lnTo>
                <a:cubicBezTo>
                  <a:pt x="4636166" y="1669681"/>
                  <a:pt x="4636833" y="1667713"/>
                  <a:pt x="4636166" y="1664836"/>
                </a:cubicBezTo>
                <a:cubicBezTo>
                  <a:pt x="4635049" y="1660264"/>
                  <a:pt x="4631994" y="1658048"/>
                  <a:pt x="4630921" y="1653419"/>
                </a:cubicBezTo>
                <a:cubicBezTo>
                  <a:pt x="4630261" y="1650599"/>
                  <a:pt x="4629353" y="1648663"/>
                  <a:pt x="4629124" y="1645589"/>
                </a:cubicBezTo>
                <a:cubicBezTo>
                  <a:pt x="4628940" y="1642529"/>
                  <a:pt x="4629124" y="1640782"/>
                  <a:pt x="4629124" y="1637709"/>
                </a:cubicBezTo>
                <a:cubicBezTo>
                  <a:pt x="4625676" y="1637709"/>
                  <a:pt x="4623676" y="1638560"/>
                  <a:pt x="4620418" y="1637709"/>
                </a:cubicBezTo>
                <a:cubicBezTo>
                  <a:pt x="4619085" y="1637468"/>
                  <a:pt x="4618202" y="1636642"/>
                  <a:pt x="4616900" y="1635963"/>
                </a:cubicBezTo>
                <a:cubicBezTo>
                  <a:pt x="4615364" y="1635302"/>
                  <a:pt x="4615364" y="1633556"/>
                  <a:pt x="4614252" y="1632438"/>
                </a:cubicBezTo>
                <a:cubicBezTo>
                  <a:pt x="4611674" y="1629803"/>
                  <a:pt x="4610354" y="1627847"/>
                  <a:pt x="4609033" y="1624577"/>
                </a:cubicBezTo>
                <a:cubicBezTo>
                  <a:pt x="4608595" y="1623491"/>
                  <a:pt x="4609661" y="1621942"/>
                  <a:pt x="4609033" y="1621110"/>
                </a:cubicBezTo>
                <a:cubicBezTo>
                  <a:pt x="4608353" y="1620189"/>
                  <a:pt x="4606378" y="1620824"/>
                  <a:pt x="4605508" y="1620189"/>
                </a:cubicBezTo>
                <a:cubicBezTo>
                  <a:pt x="4604213" y="1619307"/>
                  <a:pt x="4603356" y="1618202"/>
                  <a:pt x="4602010" y="1617560"/>
                </a:cubicBezTo>
                <a:cubicBezTo>
                  <a:pt x="4599171" y="1615814"/>
                  <a:pt x="4597838" y="1614074"/>
                  <a:pt x="4595018" y="1612315"/>
                </a:cubicBezTo>
                <a:cubicBezTo>
                  <a:pt x="4593469" y="1611452"/>
                  <a:pt x="4591748" y="1610988"/>
                  <a:pt x="4590630" y="1609705"/>
                </a:cubicBezTo>
                <a:cubicBezTo>
                  <a:pt x="4589735" y="1608581"/>
                  <a:pt x="4589735" y="1607292"/>
                  <a:pt x="4588852" y="1606219"/>
                </a:cubicBezTo>
                <a:cubicBezTo>
                  <a:pt x="4587830" y="1604860"/>
                  <a:pt x="4586027" y="1605083"/>
                  <a:pt x="4585373" y="1603546"/>
                </a:cubicBezTo>
                <a:cubicBezTo>
                  <a:pt x="4584306" y="1601387"/>
                  <a:pt x="4584934" y="1598961"/>
                  <a:pt x="4584477" y="1596548"/>
                </a:cubicBezTo>
                <a:cubicBezTo>
                  <a:pt x="4584306" y="1595418"/>
                  <a:pt x="4584706" y="1594154"/>
                  <a:pt x="4584477" y="1593049"/>
                </a:cubicBezTo>
                <a:cubicBezTo>
                  <a:pt x="4584306" y="1591506"/>
                  <a:pt x="4581664" y="1591925"/>
                  <a:pt x="4581010" y="1590420"/>
                </a:cubicBezTo>
                <a:cubicBezTo>
                  <a:pt x="4580134" y="1588446"/>
                  <a:pt x="4581010" y="1586909"/>
                  <a:pt x="4581010" y="1584737"/>
                </a:cubicBezTo>
                <a:cubicBezTo>
                  <a:pt x="4581010" y="1582534"/>
                  <a:pt x="4580553" y="1581023"/>
                  <a:pt x="4581010" y="1579035"/>
                </a:cubicBezTo>
                <a:cubicBezTo>
                  <a:pt x="4581226" y="1577517"/>
                  <a:pt x="4581436" y="1576216"/>
                  <a:pt x="4581867" y="1574660"/>
                </a:cubicBezTo>
                <a:cubicBezTo>
                  <a:pt x="4582318" y="1573149"/>
                  <a:pt x="4584306" y="1572920"/>
                  <a:pt x="4585373" y="1572031"/>
                </a:cubicBezTo>
                <a:cubicBezTo>
                  <a:pt x="4586465" y="1571148"/>
                  <a:pt x="4587830" y="1570532"/>
                  <a:pt x="4588852" y="1569434"/>
                </a:cubicBezTo>
                <a:cubicBezTo>
                  <a:pt x="4589976" y="1568316"/>
                  <a:pt x="4591748" y="1568977"/>
                  <a:pt x="4592377" y="1567675"/>
                </a:cubicBezTo>
                <a:cubicBezTo>
                  <a:pt x="4593050" y="1566367"/>
                  <a:pt x="4591939" y="1564849"/>
                  <a:pt x="4592377" y="1563255"/>
                </a:cubicBezTo>
                <a:cubicBezTo>
                  <a:pt x="4592802" y="1561763"/>
                  <a:pt x="4593050" y="1560442"/>
                  <a:pt x="4593253" y="1558912"/>
                </a:cubicBezTo>
                <a:cubicBezTo>
                  <a:pt x="4593469" y="1556931"/>
                  <a:pt x="4594593" y="1555597"/>
                  <a:pt x="4595018" y="1553654"/>
                </a:cubicBezTo>
                <a:cubicBezTo>
                  <a:pt x="4595215" y="1552130"/>
                  <a:pt x="4595456" y="1550809"/>
                  <a:pt x="4595888" y="1549273"/>
                </a:cubicBezTo>
                <a:cubicBezTo>
                  <a:pt x="4596536" y="1547545"/>
                  <a:pt x="4596758" y="1545551"/>
                  <a:pt x="4598511" y="1544885"/>
                </a:cubicBezTo>
                <a:cubicBezTo>
                  <a:pt x="4599635" y="1544472"/>
                  <a:pt x="4600936" y="1544472"/>
                  <a:pt x="4602010" y="1544027"/>
                </a:cubicBezTo>
                <a:cubicBezTo>
                  <a:pt x="4603540" y="1543342"/>
                  <a:pt x="4604645" y="1544262"/>
                  <a:pt x="4606378" y="1544027"/>
                </a:cubicBezTo>
                <a:cubicBezTo>
                  <a:pt x="4609661" y="1543602"/>
                  <a:pt x="4611204" y="1541602"/>
                  <a:pt x="4614252" y="1540535"/>
                </a:cubicBezTo>
                <a:cubicBezTo>
                  <a:pt x="4615364" y="1540097"/>
                  <a:pt x="4616672" y="1540967"/>
                  <a:pt x="4617764" y="1540535"/>
                </a:cubicBezTo>
                <a:cubicBezTo>
                  <a:pt x="4619313" y="1539849"/>
                  <a:pt x="4618869" y="1537461"/>
                  <a:pt x="4620418" y="1536998"/>
                </a:cubicBezTo>
                <a:cubicBezTo>
                  <a:pt x="4621485" y="1536788"/>
                  <a:pt x="4622806" y="1536998"/>
                  <a:pt x="4623898" y="1536998"/>
                </a:cubicBezTo>
                <a:cubicBezTo>
                  <a:pt x="4626540" y="1536573"/>
                  <a:pt x="4628286" y="1536998"/>
                  <a:pt x="4631112" y="1536998"/>
                </a:cubicBezTo>
                <a:cubicBezTo>
                  <a:pt x="4632432" y="1536998"/>
                  <a:pt x="4633067" y="1537893"/>
                  <a:pt x="4634407" y="1537893"/>
                </a:cubicBezTo>
                <a:cubicBezTo>
                  <a:pt x="4638579" y="1537893"/>
                  <a:pt x="4640770" y="1537246"/>
                  <a:pt x="4644923" y="1537246"/>
                </a:cubicBezTo>
                <a:lnTo>
                  <a:pt x="4644923" y="1541411"/>
                </a:lnTo>
                <a:cubicBezTo>
                  <a:pt x="4644923" y="1542738"/>
                  <a:pt x="4644066" y="1543602"/>
                  <a:pt x="4644066" y="1544885"/>
                </a:cubicBezTo>
                <a:lnTo>
                  <a:pt x="4644066" y="1564170"/>
                </a:lnTo>
                <a:cubicBezTo>
                  <a:pt x="4642967" y="1565249"/>
                  <a:pt x="4642967" y="1567002"/>
                  <a:pt x="4641418" y="1567675"/>
                </a:cubicBezTo>
                <a:cubicBezTo>
                  <a:pt x="4640084" y="1568316"/>
                  <a:pt x="4639221" y="1568977"/>
                  <a:pt x="4637912" y="1569434"/>
                </a:cubicBezTo>
                <a:cubicBezTo>
                  <a:pt x="4636833" y="1569846"/>
                  <a:pt x="4635500" y="1568977"/>
                  <a:pt x="4634407" y="1569434"/>
                </a:cubicBezTo>
                <a:cubicBezTo>
                  <a:pt x="4632890" y="1570075"/>
                  <a:pt x="4632217" y="1571148"/>
                  <a:pt x="4630921" y="1572031"/>
                </a:cubicBezTo>
                <a:cubicBezTo>
                  <a:pt x="4629600" y="1572920"/>
                  <a:pt x="4629124" y="1574209"/>
                  <a:pt x="4628286" y="1575536"/>
                </a:cubicBezTo>
                <a:cubicBezTo>
                  <a:pt x="4626978" y="1577301"/>
                  <a:pt x="4624781" y="1578394"/>
                  <a:pt x="4624781" y="1580819"/>
                </a:cubicBezTo>
                <a:cubicBezTo>
                  <a:pt x="4624781" y="1582775"/>
                  <a:pt x="4625219" y="1584286"/>
                  <a:pt x="4625676" y="1586052"/>
                </a:cubicBezTo>
                <a:cubicBezTo>
                  <a:pt x="4626102" y="1587582"/>
                  <a:pt x="4625854" y="1588903"/>
                  <a:pt x="4626540" y="1590420"/>
                </a:cubicBezTo>
                <a:cubicBezTo>
                  <a:pt x="4626978" y="1591741"/>
                  <a:pt x="4628940" y="1591087"/>
                  <a:pt x="4630051" y="1592192"/>
                </a:cubicBezTo>
                <a:lnTo>
                  <a:pt x="4658036" y="1592192"/>
                </a:lnTo>
                <a:cubicBezTo>
                  <a:pt x="4658702" y="1587366"/>
                  <a:pt x="4658474" y="1584496"/>
                  <a:pt x="4659807" y="1579924"/>
                </a:cubicBezTo>
                <a:cubicBezTo>
                  <a:pt x="4660017" y="1578819"/>
                  <a:pt x="4660449" y="1577517"/>
                  <a:pt x="4660677" y="1576412"/>
                </a:cubicBezTo>
                <a:cubicBezTo>
                  <a:pt x="4661115" y="1574888"/>
                  <a:pt x="4663090" y="1574476"/>
                  <a:pt x="4663306" y="1572920"/>
                </a:cubicBezTo>
                <a:cubicBezTo>
                  <a:pt x="4663547" y="1571599"/>
                  <a:pt x="4663306" y="1570532"/>
                  <a:pt x="4663306" y="1568977"/>
                </a:cubicBezTo>
                <a:cubicBezTo>
                  <a:pt x="4663306" y="1567440"/>
                  <a:pt x="4663954" y="1566119"/>
                  <a:pt x="4663306" y="1565040"/>
                </a:cubicBezTo>
                <a:cubicBezTo>
                  <a:pt x="4661985" y="1562823"/>
                  <a:pt x="4659147" y="1563255"/>
                  <a:pt x="4656728" y="1562404"/>
                </a:cubicBezTo>
                <a:lnTo>
                  <a:pt x="4656728" y="1541411"/>
                </a:lnTo>
                <a:cubicBezTo>
                  <a:pt x="4659610" y="1541411"/>
                  <a:pt x="4661338" y="1541602"/>
                  <a:pt x="4664182" y="1541411"/>
                </a:cubicBezTo>
                <a:lnTo>
                  <a:pt x="4667688" y="1541411"/>
                </a:lnTo>
                <a:cubicBezTo>
                  <a:pt x="4669212" y="1541411"/>
                  <a:pt x="4669872" y="1540281"/>
                  <a:pt x="4671193" y="1539659"/>
                </a:cubicBezTo>
                <a:cubicBezTo>
                  <a:pt x="4672952" y="1538776"/>
                  <a:pt x="4673149" y="1536998"/>
                  <a:pt x="4674692" y="1536166"/>
                </a:cubicBezTo>
                <a:cubicBezTo>
                  <a:pt x="4676000" y="1535245"/>
                  <a:pt x="4676648" y="1533937"/>
                  <a:pt x="4678197" y="1533531"/>
                </a:cubicBezTo>
                <a:cubicBezTo>
                  <a:pt x="4680597" y="1532642"/>
                  <a:pt x="4682782" y="1532216"/>
                  <a:pt x="4685169" y="1531746"/>
                </a:cubicBezTo>
                <a:cubicBezTo>
                  <a:pt x="4687798" y="1531334"/>
                  <a:pt x="4689786" y="1530908"/>
                  <a:pt x="4692611" y="1530908"/>
                </a:cubicBezTo>
                <a:lnTo>
                  <a:pt x="4696599" y="1530908"/>
                </a:lnTo>
                <a:cubicBezTo>
                  <a:pt x="4697895" y="1530908"/>
                  <a:pt x="4698987" y="1531746"/>
                  <a:pt x="4700104" y="1531746"/>
                </a:cubicBezTo>
                <a:cubicBezTo>
                  <a:pt x="4702492" y="1531988"/>
                  <a:pt x="4704467" y="1532642"/>
                  <a:pt x="4707058" y="1532642"/>
                </a:cubicBezTo>
                <a:cubicBezTo>
                  <a:pt x="4708398" y="1532642"/>
                  <a:pt x="4709509" y="1532858"/>
                  <a:pt x="4710576" y="1532642"/>
                </a:cubicBezTo>
                <a:cubicBezTo>
                  <a:pt x="4711915" y="1532216"/>
                  <a:pt x="4712785" y="1531537"/>
                  <a:pt x="4714093" y="1530908"/>
                </a:cubicBezTo>
                <a:cubicBezTo>
                  <a:pt x="4715598" y="1530216"/>
                  <a:pt x="4715598" y="1528470"/>
                  <a:pt x="4716710" y="1527371"/>
                </a:cubicBezTo>
                <a:cubicBezTo>
                  <a:pt x="4717376" y="1526292"/>
                  <a:pt x="4717376" y="1525219"/>
                  <a:pt x="4718462" y="1524781"/>
                </a:cubicBezTo>
                <a:cubicBezTo>
                  <a:pt x="4720653" y="1523879"/>
                  <a:pt x="4723028" y="1524298"/>
                  <a:pt x="4725454" y="1523879"/>
                </a:cubicBezTo>
                <a:cubicBezTo>
                  <a:pt x="4726787" y="1523657"/>
                  <a:pt x="4727657" y="1522342"/>
                  <a:pt x="4728952" y="1522133"/>
                </a:cubicBezTo>
                <a:cubicBezTo>
                  <a:pt x="4731410" y="1521910"/>
                  <a:pt x="4733340" y="1522342"/>
                  <a:pt x="4735976" y="1522133"/>
                </a:cubicBezTo>
                <a:cubicBezTo>
                  <a:pt x="4737309" y="1522133"/>
                  <a:pt x="4738376" y="1521479"/>
                  <a:pt x="4739481" y="1521269"/>
                </a:cubicBezTo>
                <a:cubicBezTo>
                  <a:pt x="4740567" y="1521053"/>
                  <a:pt x="4741868" y="1521694"/>
                  <a:pt x="4742980" y="1521269"/>
                </a:cubicBezTo>
                <a:cubicBezTo>
                  <a:pt x="4744542" y="1520615"/>
                  <a:pt x="4744313" y="1518627"/>
                  <a:pt x="4745615" y="1517745"/>
                </a:cubicBezTo>
                <a:cubicBezTo>
                  <a:pt x="4746923" y="1516907"/>
                  <a:pt x="4747780" y="1515795"/>
                  <a:pt x="4749114" y="1515129"/>
                </a:cubicBezTo>
                <a:cubicBezTo>
                  <a:pt x="4750212" y="1514475"/>
                  <a:pt x="4751501" y="1514703"/>
                  <a:pt x="4752606" y="1514265"/>
                </a:cubicBezTo>
                <a:cubicBezTo>
                  <a:pt x="4754149" y="1513598"/>
                  <a:pt x="4754816" y="1512493"/>
                  <a:pt x="4756111" y="1511623"/>
                </a:cubicBezTo>
                <a:cubicBezTo>
                  <a:pt x="4757210" y="1510957"/>
                  <a:pt x="4758740" y="1510747"/>
                  <a:pt x="4759591" y="1509845"/>
                </a:cubicBezTo>
                <a:cubicBezTo>
                  <a:pt x="4760499" y="1508988"/>
                  <a:pt x="4760499" y="1507483"/>
                  <a:pt x="4761382" y="1506353"/>
                </a:cubicBezTo>
                <a:cubicBezTo>
                  <a:pt x="4762474" y="1505064"/>
                  <a:pt x="4763115" y="1504187"/>
                  <a:pt x="4764017" y="1502879"/>
                </a:cubicBezTo>
                <a:cubicBezTo>
                  <a:pt x="4764874" y="1501559"/>
                  <a:pt x="4766163" y="1501114"/>
                  <a:pt x="4767516" y="1500251"/>
                </a:cubicBezTo>
                <a:cubicBezTo>
                  <a:pt x="4768805" y="1499381"/>
                  <a:pt x="4769472" y="1497844"/>
                  <a:pt x="4770983" y="1497641"/>
                </a:cubicBezTo>
                <a:cubicBezTo>
                  <a:pt x="4772126" y="1497641"/>
                  <a:pt x="4773422" y="1497844"/>
                  <a:pt x="4774501" y="1497641"/>
                </a:cubicBezTo>
                <a:cubicBezTo>
                  <a:pt x="4775606" y="1497418"/>
                  <a:pt x="4776908" y="1497844"/>
                  <a:pt x="4778006" y="1497641"/>
                </a:cubicBezTo>
                <a:cubicBezTo>
                  <a:pt x="4780851" y="1496993"/>
                  <a:pt x="4782832" y="1495209"/>
                  <a:pt x="4785010" y="1493227"/>
                </a:cubicBezTo>
                <a:cubicBezTo>
                  <a:pt x="4786102" y="1492370"/>
                  <a:pt x="4785893" y="1490833"/>
                  <a:pt x="4786769" y="1489729"/>
                </a:cubicBezTo>
                <a:cubicBezTo>
                  <a:pt x="4787620" y="1488624"/>
                  <a:pt x="4789150" y="1488890"/>
                  <a:pt x="4790274" y="1488001"/>
                </a:cubicBezTo>
                <a:cubicBezTo>
                  <a:pt x="4791583" y="1486903"/>
                  <a:pt x="4792675" y="1485798"/>
                  <a:pt x="4793754" y="1484490"/>
                </a:cubicBezTo>
                <a:cubicBezTo>
                  <a:pt x="4794853" y="1483156"/>
                  <a:pt x="4795729" y="1482274"/>
                  <a:pt x="4796396" y="1481004"/>
                </a:cubicBezTo>
                <a:cubicBezTo>
                  <a:pt x="4797063" y="1479664"/>
                  <a:pt x="4798364" y="1479016"/>
                  <a:pt x="4799012" y="1477486"/>
                </a:cubicBezTo>
                <a:cubicBezTo>
                  <a:pt x="4799450" y="1476406"/>
                  <a:pt x="4799450" y="1475085"/>
                  <a:pt x="4799888" y="1473987"/>
                </a:cubicBezTo>
                <a:cubicBezTo>
                  <a:pt x="4800326" y="1472666"/>
                  <a:pt x="4800974" y="1471771"/>
                  <a:pt x="4801647" y="1470463"/>
                </a:cubicBezTo>
                <a:cubicBezTo>
                  <a:pt x="4803406" y="1467199"/>
                  <a:pt x="4806676" y="1466742"/>
                  <a:pt x="4808639" y="1463490"/>
                </a:cubicBezTo>
                <a:cubicBezTo>
                  <a:pt x="4810836" y="1459731"/>
                  <a:pt x="4811915" y="1456918"/>
                  <a:pt x="4813909" y="1452975"/>
                </a:cubicBezTo>
                <a:cubicBezTo>
                  <a:pt x="4814347" y="1451870"/>
                  <a:pt x="4814347" y="1450568"/>
                  <a:pt x="4814779" y="1449470"/>
                </a:cubicBezTo>
                <a:cubicBezTo>
                  <a:pt x="4815649" y="1447698"/>
                  <a:pt x="4817154" y="1447266"/>
                  <a:pt x="4818278" y="1445926"/>
                </a:cubicBezTo>
                <a:cubicBezTo>
                  <a:pt x="4819383" y="1444637"/>
                  <a:pt x="4819821" y="1443558"/>
                  <a:pt x="4820888" y="1442440"/>
                </a:cubicBezTo>
                <a:cubicBezTo>
                  <a:pt x="4822424" y="1440929"/>
                  <a:pt x="4823517" y="1440052"/>
                  <a:pt x="4825307" y="1438954"/>
                </a:cubicBezTo>
                <a:cubicBezTo>
                  <a:pt x="4826812" y="1438084"/>
                  <a:pt x="4828330" y="1437411"/>
                  <a:pt x="4829663" y="1436350"/>
                </a:cubicBezTo>
                <a:cubicBezTo>
                  <a:pt x="4830984" y="1435233"/>
                  <a:pt x="4831638" y="1434376"/>
                  <a:pt x="4832292" y="1432813"/>
                </a:cubicBezTo>
                <a:cubicBezTo>
                  <a:pt x="4832946" y="1431315"/>
                  <a:pt x="4832737" y="1429962"/>
                  <a:pt x="4833175" y="1428451"/>
                </a:cubicBezTo>
                <a:cubicBezTo>
                  <a:pt x="4833600" y="1426921"/>
                  <a:pt x="4834718" y="1425606"/>
                  <a:pt x="4834889" y="1424070"/>
                </a:cubicBezTo>
                <a:cubicBezTo>
                  <a:pt x="4834889" y="1422965"/>
                  <a:pt x="4834718" y="1421669"/>
                  <a:pt x="4834889" y="1420583"/>
                </a:cubicBezTo>
                <a:cubicBezTo>
                  <a:pt x="4835124" y="1419472"/>
                  <a:pt x="4835601" y="1418183"/>
                  <a:pt x="4835785" y="1417053"/>
                </a:cubicBezTo>
                <a:cubicBezTo>
                  <a:pt x="4836039" y="1415999"/>
                  <a:pt x="4836210" y="1414646"/>
                  <a:pt x="4836687" y="1413579"/>
                </a:cubicBezTo>
                <a:cubicBezTo>
                  <a:pt x="4837334" y="1412036"/>
                  <a:pt x="4839519" y="1411827"/>
                  <a:pt x="4841043" y="1410950"/>
                </a:cubicBezTo>
                <a:cubicBezTo>
                  <a:pt x="4843894" y="1409191"/>
                  <a:pt x="4845399" y="1406778"/>
                  <a:pt x="4847164" y="1403940"/>
                </a:cubicBezTo>
                <a:cubicBezTo>
                  <a:pt x="4849348" y="1400632"/>
                  <a:pt x="4851558" y="1398454"/>
                  <a:pt x="4851558" y="1394313"/>
                </a:cubicBezTo>
                <a:cubicBezTo>
                  <a:pt x="4851558" y="1392110"/>
                  <a:pt x="4850891" y="1390592"/>
                  <a:pt x="4849787" y="1389062"/>
                </a:cubicBezTo>
                <a:cubicBezTo>
                  <a:pt x="4848923" y="1387748"/>
                  <a:pt x="4848479" y="1386211"/>
                  <a:pt x="4847164" y="1385544"/>
                </a:cubicBezTo>
                <a:cubicBezTo>
                  <a:pt x="4846104" y="1384884"/>
                  <a:pt x="4844764" y="1385747"/>
                  <a:pt x="4843665" y="1385544"/>
                </a:cubicBezTo>
                <a:cubicBezTo>
                  <a:pt x="4841043" y="1384884"/>
                  <a:pt x="4839093" y="1384884"/>
                  <a:pt x="4836210" y="1384680"/>
                </a:cubicBezTo>
                <a:cubicBezTo>
                  <a:pt x="4836210" y="1382039"/>
                  <a:pt x="4835785" y="1380286"/>
                  <a:pt x="4835785" y="1377664"/>
                </a:cubicBezTo>
                <a:cubicBezTo>
                  <a:pt x="4835785" y="1376343"/>
                  <a:pt x="4836687" y="1375473"/>
                  <a:pt x="4836687" y="1374152"/>
                </a:cubicBezTo>
                <a:cubicBezTo>
                  <a:pt x="4836687" y="1372838"/>
                  <a:pt x="4836210" y="1371987"/>
                  <a:pt x="4836210" y="1370685"/>
                </a:cubicBezTo>
                <a:lnTo>
                  <a:pt x="4842789" y="1370685"/>
                </a:lnTo>
                <a:cubicBezTo>
                  <a:pt x="4842598" y="1369555"/>
                  <a:pt x="4843018" y="1368253"/>
                  <a:pt x="4842789" y="1367142"/>
                </a:cubicBezTo>
                <a:cubicBezTo>
                  <a:pt x="4842376" y="1365637"/>
                  <a:pt x="4840389" y="1365192"/>
                  <a:pt x="4840185" y="1363668"/>
                </a:cubicBezTo>
                <a:cubicBezTo>
                  <a:pt x="4839296" y="1359731"/>
                  <a:pt x="4840827" y="1357102"/>
                  <a:pt x="4840185" y="1353159"/>
                </a:cubicBezTo>
                <a:cubicBezTo>
                  <a:pt x="4840185" y="1352029"/>
                  <a:pt x="4840389" y="1350746"/>
                  <a:pt x="4840185" y="1349654"/>
                </a:cubicBezTo>
                <a:cubicBezTo>
                  <a:pt x="4839735" y="1347889"/>
                  <a:pt x="4837779" y="1347438"/>
                  <a:pt x="4836687" y="1346149"/>
                </a:cubicBezTo>
                <a:cubicBezTo>
                  <a:pt x="4835601" y="1344853"/>
                  <a:pt x="4833385" y="1345050"/>
                  <a:pt x="4833175" y="1343513"/>
                </a:cubicBezTo>
                <a:cubicBezTo>
                  <a:pt x="4832508" y="1339576"/>
                  <a:pt x="4834045" y="1337157"/>
                  <a:pt x="4834045" y="1333011"/>
                </a:cubicBezTo>
                <a:cubicBezTo>
                  <a:pt x="4834045" y="1328845"/>
                  <a:pt x="4833175" y="1326235"/>
                  <a:pt x="4831429" y="1322495"/>
                </a:cubicBezTo>
                <a:cubicBezTo>
                  <a:pt x="4829860" y="1319434"/>
                  <a:pt x="4827924" y="1318348"/>
                  <a:pt x="4826146" y="1315491"/>
                </a:cubicBezTo>
                <a:cubicBezTo>
                  <a:pt x="4823987" y="1312221"/>
                  <a:pt x="4822666" y="1309389"/>
                  <a:pt x="4819154" y="1307636"/>
                </a:cubicBezTo>
                <a:cubicBezTo>
                  <a:pt x="4817618" y="1306976"/>
                  <a:pt x="4817154" y="1305420"/>
                  <a:pt x="4815649" y="1304994"/>
                </a:cubicBezTo>
                <a:cubicBezTo>
                  <a:pt x="4814119" y="1304569"/>
                  <a:pt x="4812588" y="1305661"/>
                  <a:pt x="4811280" y="1304994"/>
                </a:cubicBezTo>
                <a:cubicBezTo>
                  <a:pt x="4809959" y="1304340"/>
                  <a:pt x="4808639" y="1303686"/>
                  <a:pt x="4807769" y="1302346"/>
                </a:cubicBezTo>
                <a:cubicBezTo>
                  <a:pt x="4807356" y="1301489"/>
                  <a:pt x="4807769" y="1300194"/>
                  <a:pt x="4807769" y="1298848"/>
                </a:cubicBezTo>
                <a:lnTo>
                  <a:pt x="4807769" y="1295349"/>
                </a:lnTo>
                <a:cubicBezTo>
                  <a:pt x="4807769" y="1293850"/>
                  <a:pt x="4808867" y="1293196"/>
                  <a:pt x="4809502" y="1291875"/>
                </a:cubicBezTo>
                <a:cubicBezTo>
                  <a:pt x="4810385" y="1290129"/>
                  <a:pt x="4811915" y="1289697"/>
                  <a:pt x="4813020" y="1288370"/>
                </a:cubicBezTo>
                <a:cubicBezTo>
                  <a:pt x="4814119" y="1287037"/>
                  <a:pt x="4816297" y="1287271"/>
                  <a:pt x="4816532" y="1285735"/>
                </a:cubicBezTo>
                <a:cubicBezTo>
                  <a:pt x="4816957" y="1283341"/>
                  <a:pt x="4816532" y="1281353"/>
                  <a:pt x="4816532" y="1278743"/>
                </a:cubicBezTo>
                <a:lnTo>
                  <a:pt x="4816532" y="1271720"/>
                </a:lnTo>
                <a:lnTo>
                  <a:pt x="4826146" y="1271720"/>
                </a:lnTo>
                <a:cubicBezTo>
                  <a:pt x="4827263" y="1270838"/>
                  <a:pt x="4828813" y="1270431"/>
                  <a:pt x="4829663" y="1269110"/>
                </a:cubicBezTo>
                <a:cubicBezTo>
                  <a:pt x="4830546" y="1267790"/>
                  <a:pt x="4831429" y="1266691"/>
                  <a:pt x="4832292" y="1265605"/>
                </a:cubicBezTo>
                <a:cubicBezTo>
                  <a:pt x="4833175" y="1264507"/>
                  <a:pt x="4832946" y="1262760"/>
                  <a:pt x="4834045" y="1262087"/>
                </a:cubicBezTo>
                <a:cubicBezTo>
                  <a:pt x="4835124" y="1261446"/>
                  <a:pt x="4836458" y="1262329"/>
                  <a:pt x="4837531" y="1262087"/>
                </a:cubicBezTo>
                <a:cubicBezTo>
                  <a:pt x="4838649" y="1261878"/>
                  <a:pt x="4839957" y="1262087"/>
                  <a:pt x="4841043" y="1262087"/>
                </a:cubicBezTo>
                <a:cubicBezTo>
                  <a:pt x="4842376" y="1261878"/>
                  <a:pt x="4843240" y="1260532"/>
                  <a:pt x="4844535" y="1260347"/>
                </a:cubicBezTo>
                <a:lnTo>
                  <a:pt x="4848053" y="1260347"/>
                </a:lnTo>
                <a:cubicBezTo>
                  <a:pt x="4852187" y="1260106"/>
                  <a:pt x="4854403" y="1260347"/>
                  <a:pt x="4858562" y="1260347"/>
                </a:cubicBezTo>
                <a:cubicBezTo>
                  <a:pt x="4859000" y="1256830"/>
                  <a:pt x="4859445" y="1255096"/>
                  <a:pt x="4859445" y="1251591"/>
                </a:cubicBezTo>
                <a:cubicBezTo>
                  <a:pt x="4859445" y="1250480"/>
                  <a:pt x="4858772" y="1249610"/>
                  <a:pt x="4858562" y="1248536"/>
                </a:cubicBezTo>
                <a:lnTo>
                  <a:pt x="4841043" y="1248536"/>
                </a:lnTo>
                <a:cubicBezTo>
                  <a:pt x="4840389" y="1247419"/>
                  <a:pt x="4839957" y="1246568"/>
                  <a:pt x="4839296" y="1245463"/>
                </a:cubicBezTo>
                <a:cubicBezTo>
                  <a:pt x="4837531" y="1242599"/>
                  <a:pt x="4836039" y="1241082"/>
                  <a:pt x="4834045" y="1238465"/>
                </a:cubicBezTo>
                <a:lnTo>
                  <a:pt x="4820888" y="1238465"/>
                </a:lnTo>
                <a:cubicBezTo>
                  <a:pt x="4820691" y="1241082"/>
                  <a:pt x="4820272" y="1242815"/>
                  <a:pt x="4820031" y="1245463"/>
                </a:cubicBezTo>
                <a:cubicBezTo>
                  <a:pt x="4820031" y="1246752"/>
                  <a:pt x="4820272" y="1247882"/>
                  <a:pt x="4820031" y="1248962"/>
                </a:cubicBezTo>
                <a:cubicBezTo>
                  <a:pt x="4819821" y="1250054"/>
                  <a:pt x="4818475" y="1250911"/>
                  <a:pt x="4818278" y="1252042"/>
                </a:cubicBezTo>
                <a:cubicBezTo>
                  <a:pt x="4816957" y="1252042"/>
                  <a:pt x="4816113" y="1252467"/>
                  <a:pt x="4814779" y="1252467"/>
                </a:cubicBezTo>
                <a:cubicBezTo>
                  <a:pt x="4813458" y="1252467"/>
                  <a:pt x="4812588" y="1251591"/>
                  <a:pt x="4811280" y="1251591"/>
                </a:cubicBezTo>
                <a:cubicBezTo>
                  <a:pt x="4809756" y="1251591"/>
                  <a:pt x="4808867" y="1252042"/>
                  <a:pt x="4807356" y="1252042"/>
                </a:cubicBezTo>
                <a:lnTo>
                  <a:pt x="4807356" y="1232331"/>
                </a:lnTo>
                <a:lnTo>
                  <a:pt x="4785220" y="1232331"/>
                </a:lnTo>
                <a:cubicBezTo>
                  <a:pt x="4781511" y="1232331"/>
                  <a:pt x="4778870" y="1228597"/>
                  <a:pt x="4778870" y="1224876"/>
                </a:cubicBezTo>
                <a:cubicBezTo>
                  <a:pt x="4778870" y="1222692"/>
                  <a:pt x="4779073" y="1221168"/>
                  <a:pt x="4779765" y="1219200"/>
                </a:cubicBezTo>
                <a:cubicBezTo>
                  <a:pt x="4780178" y="1217663"/>
                  <a:pt x="4781511" y="1216983"/>
                  <a:pt x="4782369" y="1215694"/>
                </a:cubicBezTo>
                <a:cubicBezTo>
                  <a:pt x="4783264" y="1214170"/>
                  <a:pt x="4784128" y="1212824"/>
                  <a:pt x="4785893" y="1212170"/>
                </a:cubicBezTo>
                <a:cubicBezTo>
                  <a:pt x="4786979" y="1211960"/>
                  <a:pt x="4788274" y="1211522"/>
                  <a:pt x="4789392" y="1211332"/>
                </a:cubicBezTo>
                <a:cubicBezTo>
                  <a:pt x="4793335" y="1210436"/>
                  <a:pt x="4795729" y="1211332"/>
                  <a:pt x="4799888" y="1211332"/>
                </a:cubicBezTo>
                <a:cubicBezTo>
                  <a:pt x="4801203" y="1211332"/>
                  <a:pt x="4802308" y="1211522"/>
                  <a:pt x="4803406" y="1211332"/>
                </a:cubicBezTo>
                <a:cubicBezTo>
                  <a:pt x="4804473" y="1211091"/>
                  <a:pt x="4806035" y="1211091"/>
                  <a:pt x="4806911" y="1210436"/>
                </a:cubicBezTo>
                <a:cubicBezTo>
                  <a:pt x="4807769" y="1209782"/>
                  <a:pt x="4806467" y="1208030"/>
                  <a:pt x="4806911" y="1206919"/>
                </a:cubicBezTo>
                <a:cubicBezTo>
                  <a:pt x="4807527" y="1205395"/>
                  <a:pt x="4808639" y="1204747"/>
                  <a:pt x="4809502" y="1203426"/>
                </a:cubicBezTo>
                <a:cubicBezTo>
                  <a:pt x="4810385" y="1202105"/>
                  <a:pt x="4810607" y="1200600"/>
                  <a:pt x="4812125" y="1199959"/>
                </a:cubicBezTo>
                <a:cubicBezTo>
                  <a:pt x="4813693" y="1199280"/>
                  <a:pt x="4814982" y="1199495"/>
                  <a:pt x="4816532" y="1199051"/>
                </a:cubicBezTo>
                <a:cubicBezTo>
                  <a:pt x="4817852" y="1198638"/>
                  <a:pt x="4818729" y="1197508"/>
                  <a:pt x="4820031" y="1197324"/>
                </a:cubicBezTo>
                <a:cubicBezTo>
                  <a:pt x="4822424" y="1196841"/>
                  <a:pt x="4824641" y="1197508"/>
                  <a:pt x="4827054" y="1197324"/>
                </a:cubicBezTo>
                <a:cubicBezTo>
                  <a:pt x="4828146" y="1197324"/>
                  <a:pt x="4829454" y="1197508"/>
                  <a:pt x="4830546" y="1197324"/>
                </a:cubicBezTo>
                <a:cubicBezTo>
                  <a:pt x="4832083" y="1197076"/>
                  <a:pt x="4831867" y="1194911"/>
                  <a:pt x="4833175" y="1193800"/>
                </a:cubicBezTo>
                <a:cubicBezTo>
                  <a:pt x="4834464" y="1192701"/>
                  <a:pt x="4835601" y="1191615"/>
                  <a:pt x="4836687" y="1190294"/>
                </a:cubicBezTo>
                <a:cubicBezTo>
                  <a:pt x="4837779" y="1188973"/>
                  <a:pt x="4838185" y="1187913"/>
                  <a:pt x="4839296" y="1186827"/>
                </a:cubicBezTo>
                <a:cubicBezTo>
                  <a:pt x="4840827" y="1185265"/>
                  <a:pt x="4842160" y="1184395"/>
                  <a:pt x="4843665" y="1183309"/>
                </a:cubicBezTo>
                <a:cubicBezTo>
                  <a:pt x="4845196" y="1182192"/>
                  <a:pt x="4845843" y="1179772"/>
                  <a:pt x="4848053" y="1179772"/>
                </a:cubicBezTo>
                <a:lnTo>
                  <a:pt x="4849787" y="1179772"/>
                </a:lnTo>
                <a:cubicBezTo>
                  <a:pt x="4851349" y="1179563"/>
                  <a:pt x="4852003" y="1181093"/>
                  <a:pt x="4853324" y="1181557"/>
                </a:cubicBezTo>
                <a:lnTo>
                  <a:pt x="4854187" y="1185049"/>
                </a:lnTo>
                <a:cubicBezTo>
                  <a:pt x="4853324" y="1186129"/>
                  <a:pt x="4852650" y="1187253"/>
                  <a:pt x="4851558" y="1188548"/>
                </a:cubicBezTo>
                <a:cubicBezTo>
                  <a:pt x="4850460" y="1189869"/>
                  <a:pt x="4848720" y="1189869"/>
                  <a:pt x="4848053" y="1191171"/>
                </a:cubicBezTo>
                <a:cubicBezTo>
                  <a:pt x="4846948" y="1193368"/>
                  <a:pt x="4847615" y="1195787"/>
                  <a:pt x="4847164" y="1198194"/>
                </a:cubicBezTo>
                <a:cubicBezTo>
                  <a:pt x="4846510" y="1201445"/>
                  <a:pt x="4843240" y="1202785"/>
                  <a:pt x="4841043" y="1205185"/>
                </a:cubicBezTo>
                <a:cubicBezTo>
                  <a:pt x="4840185" y="1206284"/>
                  <a:pt x="4839519" y="1207357"/>
                  <a:pt x="4838414" y="1208671"/>
                </a:cubicBezTo>
                <a:cubicBezTo>
                  <a:pt x="4837334" y="1209973"/>
                  <a:pt x="4836039" y="1209973"/>
                  <a:pt x="4834889" y="1211332"/>
                </a:cubicBezTo>
                <a:cubicBezTo>
                  <a:pt x="4834242" y="1212170"/>
                  <a:pt x="4834464" y="1213700"/>
                  <a:pt x="4834045" y="1214818"/>
                </a:cubicBezTo>
                <a:lnTo>
                  <a:pt x="4834889" y="1218304"/>
                </a:lnTo>
                <a:cubicBezTo>
                  <a:pt x="4836039" y="1217663"/>
                  <a:pt x="4837334" y="1217441"/>
                  <a:pt x="4838414" y="1216564"/>
                </a:cubicBezTo>
                <a:cubicBezTo>
                  <a:pt x="4839735" y="1215485"/>
                  <a:pt x="4839957" y="1214170"/>
                  <a:pt x="4841043" y="1213078"/>
                </a:cubicBezTo>
                <a:lnTo>
                  <a:pt x="4858334" y="1213078"/>
                </a:lnTo>
                <a:cubicBezTo>
                  <a:pt x="4860309" y="1213078"/>
                  <a:pt x="4861375" y="1211522"/>
                  <a:pt x="4862931" y="1210436"/>
                </a:cubicBezTo>
                <a:cubicBezTo>
                  <a:pt x="4865363" y="1208671"/>
                  <a:pt x="4866874" y="1206506"/>
                  <a:pt x="4869053" y="1204290"/>
                </a:cubicBezTo>
                <a:cubicBezTo>
                  <a:pt x="4870138" y="1203210"/>
                  <a:pt x="4870138" y="1201445"/>
                  <a:pt x="4871681" y="1200791"/>
                </a:cubicBezTo>
                <a:cubicBezTo>
                  <a:pt x="4872774" y="1200372"/>
                  <a:pt x="4874082" y="1200150"/>
                  <a:pt x="4875174" y="1199959"/>
                </a:cubicBezTo>
                <a:cubicBezTo>
                  <a:pt x="4876507" y="1199495"/>
                  <a:pt x="4877168" y="1198194"/>
                  <a:pt x="4878698" y="1198194"/>
                </a:cubicBezTo>
                <a:cubicBezTo>
                  <a:pt x="4883086" y="1198194"/>
                  <a:pt x="4885055" y="1201026"/>
                  <a:pt x="4889207" y="1201686"/>
                </a:cubicBezTo>
                <a:cubicBezTo>
                  <a:pt x="4890325" y="1201870"/>
                  <a:pt x="4891620" y="1201445"/>
                  <a:pt x="4892700" y="1201686"/>
                </a:cubicBezTo>
                <a:cubicBezTo>
                  <a:pt x="4895367" y="1202105"/>
                  <a:pt x="4897310" y="1203001"/>
                  <a:pt x="4899710" y="1204290"/>
                </a:cubicBezTo>
                <a:cubicBezTo>
                  <a:pt x="4901018" y="1204956"/>
                  <a:pt x="4902339" y="1204956"/>
                  <a:pt x="4903209" y="1206023"/>
                </a:cubicBezTo>
                <a:cubicBezTo>
                  <a:pt x="4904955" y="1208030"/>
                  <a:pt x="4904955" y="1210436"/>
                  <a:pt x="4904955" y="1213078"/>
                </a:cubicBezTo>
                <a:lnTo>
                  <a:pt x="4904955" y="1216564"/>
                </a:lnTo>
                <a:cubicBezTo>
                  <a:pt x="4904955" y="1218101"/>
                  <a:pt x="4903857" y="1218742"/>
                  <a:pt x="4903209" y="1220050"/>
                </a:cubicBezTo>
                <a:cubicBezTo>
                  <a:pt x="4902339" y="1221828"/>
                  <a:pt x="4900593" y="1221828"/>
                  <a:pt x="4899710" y="1223594"/>
                </a:cubicBezTo>
                <a:cubicBezTo>
                  <a:pt x="4899285" y="1224654"/>
                  <a:pt x="4900142" y="1225975"/>
                  <a:pt x="4899710" y="1227080"/>
                </a:cubicBezTo>
                <a:cubicBezTo>
                  <a:pt x="4898834" y="1229264"/>
                  <a:pt x="4896218" y="1229931"/>
                  <a:pt x="4896218" y="1232331"/>
                </a:cubicBezTo>
                <a:cubicBezTo>
                  <a:pt x="4896218" y="1235373"/>
                  <a:pt x="4896859" y="1237157"/>
                  <a:pt x="4897100" y="1240205"/>
                </a:cubicBezTo>
                <a:lnTo>
                  <a:pt x="4904105" y="1240205"/>
                </a:lnTo>
                <a:lnTo>
                  <a:pt x="4907597" y="1238465"/>
                </a:lnTo>
                <a:cubicBezTo>
                  <a:pt x="4909102" y="1237786"/>
                  <a:pt x="4909978" y="1235836"/>
                  <a:pt x="4911966" y="1235836"/>
                </a:cubicBezTo>
                <a:cubicBezTo>
                  <a:pt x="4913261" y="1235836"/>
                  <a:pt x="4914379" y="1236497"/>
                  <a:pt x="4915465" y="1236694"/>
                </a:cubicBezTo>
                <a:cubicBezTo>
                  <a:pt x="4918538" y="1237786"/>
                  <a:pt x="4920056" y="1239970"/>
                  <a:pt x="4921624" y="1242815"/>
                </a:cubicBezTo>
                <a:cubicBezTo>
                  <a:pt x="4922062" y="1243933"/>
                  <a:pt x="4922234" y="1245241"/>
                  <a:pt x="4922475" y="1246308"/>
                </a:cubicBezTo>
                <a:cubicBezTo>
                  <a:pt x="4923129" y="1248740"/>
                  <a:pt x="4923567" y="1250911"/>
                  <a:pt x="4924240" y="1253343"/>
                </a:cubicBezTo>
                <a:cubicBezTo>
                  <a:pt x="4924450" y="1254448"/>
                  <a:pt x="4924863" y="1255750"/>
                  <a:pt x="4925110" y="1256830"/>
                </a:cubicBezTo>
                <a:cubicBezTo>
                  <a:pt x="4925320" y="1258125"/>
                  <a:pt x="4926183" y="1259046"/>
                  <a:pt x="4926850" y="1260347"/>
                </a:cubicBezTo>
                <a:cubicBezTo>
                  <a:pt x="4927707" y="1262087"/>
                  <a:pt x="4930362" y="1262760"/>
                  <a:pt x="4930362" y="1264939"/>
                </a:cubicBezTo>
                <a:lnTo>
                  <a:pt x="4930362" y="1283792"/>
                </a:lnTo>
                <a:cubicBezTo>
                  <a:pt x="4930362" y="1285951"/>
                  <a:pt x="4927974" y="1286814"/>
                  <a:pt x="4926850" y="1288370"/>
                </a:cubicBezTo>
                <a:cubicBezTo>
                  <a:pt x="4925758" y="1289697"/>
                  <a:pt x="4924012" y="1289430"/>
                  <a:pt x="4923351" y="1290980"/>
                </a:cubicBezTo>
                <a:cubicBezTo>
                  <a:pt x="4922913" y="1292059"/>
                  <a:pt x="4922913" y="1293380"/>
                  <a:pt x="4922475" y="1294510"/>
                </a:cubicBezTo>
                <a:cubicBezTo>
                  <a:pt x="4922062" y="1295793"/>
                  <a:pt x="4921624" y="1296689"/>
                  <a:pt x="4921624" y="1298206"/>
                </a:cubicBezTo>
                <a:lnTo>
                  <a:pt x="4921624" y="1308480"/>
                </a:lnTo>
                <a:lnTo>
                  <a:pt x="4940655" y="1308480"/>
                </a:lnTo>
                <a:cubicBezTo>
                  <a:pt x="4945462" y="1308480"/>
                  <a:pt x="4947202" y="1304753"/>
                  <a:pt x="4951374" y="1302346"/>
                </a:cubicBezTo>
                <a:lnTo>
                  <a:pt x="4954879" y="1300619"/>
                </a:lnTo>
                <a:cubicBezTo>
                  <a:pt x="4956397" y="1299756"/>
                  <a:pt x="4957705" y="1298848"/>
                  <a:pt x="4959248" y="1297990"/>
                </a:cubicBezTo>
                <a:cubicBezTo>
                  <a:pt x="4961001" y="1296904"/>
                  <a:pt x="4961635" y="1295349"/>
                  <a:pt x="4963617" y="1294510"/>
                </a:cubicBezTo>
                <a:cubicBezTo>
                  <a:pt x="4964709" y="1294047"/>
                  <a:pt x="4966011" y="1294047"/>
                  <a:pt x="4967122" y="1293621"/>
                </a:cubicBezTo>
                <a:cubicBezTo>
                  <a:pt x="4968430" y="1292955"/>
                  <a:pt x="4969319" y="1292307"/>
                  <a:pt x="4970640" y="1291875"/>
                </a:cubicBezTo>
                <a:cubicBezTo>
                  <a:pt x="4972151" y="1291196"/>
                  <a:pt x="4972602" y="1289697"/>
                  <a:pt x="4974145" y="1289234"/>
                </a:cubicBezTo>
                <a:cubicBezTo>
                  <a:pt x="4975650" y="1288783"/>
                  <a:pt x="4977212" y="1289881"/>
                  <a:pt x="4978514" y="1289234"/>
                </a:cubicBezTo>
                <a:cubicBezTo>
                  <a:pt x="4979816" y="1288573"/>
                  <a:pt x="4981149" y="1287913"/>
                  <a:pt x="4982025" y="1286605"/>
                </a:cubicBezTo>
                <a:cubicBezTo>
                  <a:pt x="4982457" y="1285735"/>
                  <a:pt x="4982025" y="1284185"/>
                  <a:pt x="4982025" y="1283106"/>
                </a:cubicBezTo>
                <a:cubicBezTo>
                  <a:pt x="4982241" y="1280718"/>
                  <a:pt x="4981816" y="1278743"/>
                  <a:pt x="4982025" y="1276102"/>
                </a:cubicBezTo>
                <a:cubicBezTo>
                  <a:pt x="4982025" y="1274349"/>
                  <a:pt x="4982654" y="1273244"/>
                  <a:pt x="4982895" y="1271720"/>
                </a:cubicBezTo>
                <a:cubicBezTo>
                  <a:pt x="4982895" y="1270641"/>
                  <a:pt x="4983778" y="1269765"/>
                  <a:pt x="4983778" y="1268444"/>
                </a:cubicBezTo>
                <a:lnTo>
                  <a:pt x="4983778" y="1257693"/>
                </a:lnTo>
                <a:cubicBezTo>
                  <a:pt x="4980241" y="1257693"/>
                  <a:pt x="4977612" y="1257934"/>
                  <a:pt x="4975002" y="1255953"/>
                </a:cubicBezTo>
                <a:cubicBezTo>
                  <a:pt x="4973453" y="1254880"/>
                  <a:pt x="4972602" y="1253559"/>
                  <a:pt x="4972373" y="1251591"/>
                </a:cubicBezTo>
                <a:cubicBezTo>
                  <a:pt x="4971929" y="1248536"/>
                  <a:pt x="4972837" y="1246568"/>
                  <a:pt x="4972373" y="1243710"/>
                </a:cubicBezTo>
                <a:cubicBezTo>
                  <a:pt x="4972373" y="1242599"/>
                  <a:pt x="4973021" y="1241291"/>
                  <a:pt x="4972373" y="1240205"/>
                </a:cubicBezTo>
                <a:cubicBezTo>
                  <a:pt x="4971732" y="1239107"/>
                  <a:pt x="4969986" y="1239323"/>
                  <a:pt x="4968894" y="1238465"/>
                </a:cubicBezTo>
                <a:cubicBezTo>
                  <a:pt x="4967789" y="1237583"/>
                  <a:pt x="4966677" y="1236694"/>
                  <a:pt x="4965369" y="1235836"/>
                </a:cubicBezTo>
                <a:cubicBezTo>
                  <a:pt x="4964042" y="1234941"/>
                  <a:pt x="4964042" y="1233189"/>
                  <a:pt x="4962728" y="1232331"/>
                </a:cubicBezTo>
                <a:cubicBezTo>
                  <a:pt x="4961635" y="1231436"/>
                  <a:pt x="4960346" y="1231436"/>
                  <a:pt x="4959248" y="1230585"/>
                </a:cubicBezTo>
                <a:cubicBezTo>
                  <a:pt x="4958168" y="1229702"/>
                  <a:pt x="4956848" y="1229264"/>
                  <a:pt x="4955749" y="1227937"/>
                </a:cubicBezTo>
                <a:cubicBezTo>
                  <a:pt x="4955101" y="1227080"/>
                  <a:pt x="4955527" y="1225530"/>
                  <a:pt x="4954879" y="1224470"/>
                </a:cubicBezTo>
                <a:cubicBezTo>
                  <a:pt x="4954231" y="1223149"/>
                  <a:pt x="4952676" y="1222476"/>
                  <a:pt x="4952237" y="1220927"/>
                </a:cubicBezTo>
                <a:cubicBezTo>
                  <a:pt x="4951583" y="1219200"/>
                  <a:pt x="4952237" y="1217663"/>
                  <a:pt x="4952237" y="1215694"/>
                </a:cubicBezTo>
                <a:cubicBezTo>
                  <a:pt x="4952237" y="1211960"/>
                  <a:pt x="4952009" y="1209344"/>
                  <a:pt x="4953120" y="1206023"/>
                </a:cubicBezTo>
                <a:cubicBezTo>
                  <a:pt x="4953546" y="1204544"/>
                  <a:pt x="4955101" y="1204099"/>
                  <a:pt x="4955749" y="1202562"/>
                </a:cubicBezTo>
                <a:cubicBezTo>
                  <a:pt x="4956397" y="1201273"/>
                  <a:pt x="4956848" y="1200150"/>
                  <a:pt x="4957476" y="1199051"/>
                </a:cubicBezTo>
                <a:cubicBezTo>
                  <a:pt x="4958168" y="1197933"/>
                  <a:pt x="4957476" y="1196193"/>
                  <a:pt x="4958372" y="1195527"/>
                </a:cubicBezTo>
                <a:cubicBezTo>
                  <a:pt x="4959248" y="1194911"/>
                  <a:pt x="4960785" y="1195787"/>
                  <a:pt x="4961870" y="1195527"/>
                </a:cubicBezTo>
                <a:cubicBezTo>
                  <a:pt x="4964709" y="1194676"/>
                  <a:pt x="4966900" y="1194231"/>
                  <a:pt x="4969757" y="1193800"/>
                </a:cubicBezTo>
                <a:lnTo>
                  <a:pt x="4973275" y="1193800"/>
                </a:lnTo>
                <a:cubicBezTo>
                  <a:pt x="4975885" y="1193571"/>
                  <a:pt x="4977612" y="1193145"/>
                  <a:pt x="4980241" y="1192904"/>
                </a:cubicBezTo>
                <a:lnTo>
                  <a:pt x="4980241" y="1162075"/>
                </a:lnTo>
                <a:cubicBezTo>
                  <a:pt x="4980241" y="1160735"/>
                  <a:pt x="4980920" y="1159871"/>
                  <a:pt x="4981149" y="1158786"/>
                </a:cubicBezTo>
                <a:cubicBezTo>
                  <a:pt x="4981365" y="1157649"/>
                  <a:pt x="4981365" y="1156347"/>
                  <a:pt x="4982025" y="1155268"/>
                </a:cubicBezTo>
                <a:cubicBezTo>
                  <a:pt x="4982654" y="1153941"/>
                  <a:pt x="4983314" y="1152626"/>
                  <a:pt x="4984654" y="1151750"/>
                </a:cubicBezTo>
                <a:cubicBezTo>
                  <a:pt x="4985537" y="1151299"/>
                  <a:pt x="4987042" y="1152220"/>
                  <a:pt x="4988159" y="1151750"/>
                </a:cubicBezTo>
                <a:cubicBezTo>
                  <a:pt x="4989468" y="1151299"/>
                  <a:pt x="4990337" y="1150664"/>
                  <a:pt x="4991627" y="1150023"/>
                </a:cubicBezTo>
                <a:cubicBezTo>
                  <a:pt x="4995354" y="1148048"/>
                  <a:pt x="4996243" y="1145419"/>
                  <a:pt x="4998669" y="1142123"/>
                </a:cubicBezTo>
                <a:cubicBezTo>
                  <a:pt x="4999539" y="1140809"/>
                  <a:pt x="5000174" y="1139952"/>
                  <a:pt x="5001291" y="1138631"/>
                </a:cubicBezTo>
                <a:cubicBezTo>
                  <a:pt x="5003253" y="1136243"/>
                  <a:pt x="5004562" y="1133589"/>
                  <a:pt x="5007375" y="1132497"/>
                </a:cubicBezTo>
                <a:cubicBezTo>
                  <a:pt x="5008511" y="1132077"/>
                  <a:pt x="5009591" y="1132497"/>
                  <a:pt x="5010880" y="1132497"/>
                </a:cubicBezTo>
                <a:cubicBezTo>
                  <a:pt x="5012226" y="1132497"/>
                  <a:pt x="5013312" y="1132312"/>
                  <a:pt x="5014448" y="1132497"/>
                </a:cubicBezTo>
                <a:cubicBezTo>
                  <a:pt x="5020316" y="1134033"/>
                  <a:pt x="5022538" y="1139304"/>
                  <a:pt x="5028418" y="1141272"/>
                </a:cubicBezTo>
                <a:cubicBezTo>
                  <a:pt x="5029517" y="1141463"/>
                  <a:pt x="5030597" y="1142123"/>
                  <a:pt x="5031898" y="1142123"/>
                </a:cubicBezTo>
                <a:cubicBezTo>
                  <a:pt x="5034756" y="1142123"/>
                  <a:pt x="5036508" y="1140809"/>
                  <a:pt x="5038953" y="1139507"/>
                </a:cubicBezTo>
                <a:cubicBezTo>
                  <a:pt x="5040255" y="1138872"/>
                  <a:pt x="5041328" y="1138427"/>
                  <a:pt x="5042420" y="1137748"/>
                </a:cubicBezTo>
                <a:cubicBezTo>
                  <a:pt x="5043754" y="1136859"/>
                  <a:pt x="5043754" y="1135138"/>
                  <a:pt x="5045036" y="1134243"/>
                </a:cubicBezTo>
                <a:cubicBezTo>
                  <a:pt x="5046357" y="1133379"/>
                  <a:pt x="5047246" y="1132312"/>
                  <a:pt x="5048542" y="1131633"/>
                </a:cubicBezTo>
                <a:cubicBezTo>
                  <a:pt x="5049647" y="1130973"/>
                  <a:pt x="5050955" y="1132077"/>
                  <a:pt x="5052079" y="1131633"/>
                </a:cubicBezTo>
                <a:cubicBezTo>
                  <a:pt x="5053596" y="1130973"/>
                  <a:pt x="5053164" y="1128566"/>
                  <a:pt x="5054688" y="1128147"/>
                </a:cubicBezTo>
                <a:cubicBezTo>
                  <a:pt x="5057095" y="1127245"/>
                  <a:pt x="5059299" y="1128566"/>
                  <a:pt x="5061692" y="1128147"/>
                </a:cubicBezTo>
                <a:cubicBezTo>
                  <a:pt x="5062994" y="1127899"/>
                  <a:pt x="5063890" y="1126820"/>
                  <a:pt x="5065198" y="1126343"/>
                </a:cubicBezTo>
                <a:cubicBezTo>
                  <a:pt x="5066264" y="1126159"/>
                  <a:pt x="5067833" y="1125924"/>
                  <a:pt x="5068709" y="1125499"/>
                </a:cubicBezTo>
                <a:cubicBezTo>
                  <a:pt x="5069986" y="1124629"/>
                  <a:pt x="5071135" y="1123734"/>
                  <a:pt x="5072195" y="1122895"/>
                </a:cubicBezTo>
                <a:cubicBezTo>
                  <a:pt x="5073078" y="1122229"/>
                  <a:pt x="5071986" y="1120470"/>
                  <a:pt x="5072195" y="1119371"/>
                </a:cubicBezTo>
                <a:cubicBezTo>
                  <a:pt x="5074183" y="1116736"/>
                  <a:pt x="5078342" y="1114532"/>
                  <a:pt x="5080958" y="1112348"/>
                </a:cubicBezTo>
                <a:cubicBezTo>
                  <a:pt x="5082038" y="1111491"/>
                  <a:pt x="5083594" y="1111726"/>
                  <a:pt x="5084445" y="1110602"/>
                </a:cubicBezTo>
                <a:cubicBezTo>
                  <a:pt x="5085321" y="1109522"/>
                  <a:pt x="5085321" y="1108202"/>
                  <a:pt x="5086184" y="1107103"/>
                </a:cubicBezTo>
                <a:cubicBezTo>
                  <a:pt x="5087092" y="1105998"/>
                  <a:pt x="5088826" y="1105573"/>
                  <a:pt x="5089702" y="1104487"/>
                </a:cubicBezTo>
                <a:cubicBezTo>
                  <a:pt x="5093436" y="1100321"/>
                  <a:pt x="5094954" y="1096829"/>
                  <a:pt x="5099323" y="1093089"/>
                </a:cubicBezTo>
                <a:cubicBezTo>
                  <a:pt x="5100656" y="1092009"/>
                  <a:pt x="5101532" y="1091584"/>
                  <a:pt x="5102828" y="1090466"/>
                </a:cubicBezTo>
                <a:cubicBezTo>
                  <a:pt x="5105482" y="1088269"/>
                  <a:pt x="5106790" y="1086516"/>
                  <a:pt x="5108111" y="1083468"/>
                </a:cubicBezTo>
                <a:cubicBezTo>
                  <a:pt x="5108543" y="1082382"/>
                  <a:pt x="5108543" y="1081062"/>
                  <a:pt x="5108962" y="1079982"/>
                </a:cubicBezTo>
                <a:cubicBezTo>
                  <a:pt x="5109629" y="1078420"/>
                  <a:pt x="5110949" y="1077995"/>
                  <a:pt x="5111584" y="1076464"/>
                </a:cubicBezTo>
                <a:cubicBezTo>
                  <a:pt x="5112042" y="1075385"/>
                  <a:pt x="5112042" y="1074064"/>
                  <a:pt x="5112467" y="1072972"/>
                </a:cubicBezTo>
                <a:cubicBezTo>
                  <a:pt x="5113572" y="1070317"/>
                  <a:pt x="5114004" y="1068590"/>
                  <a:pt x="5115090" y="1065968"/>
                </a:cubicBezTo>
                <a:cubicBezTo>
                  <a:pt x="5115775" y="1064425"/>
                  <a:pt x="5117071" y="1063783"/>
                  <a:pt x="5117744" y="1062456"/>
                </a:cubicBezTo>
                <a:cubicBezTo>
                  <a:pt x="5119693" y="1059179"/>
                  <a:pt x="5121675" y="1057852"/>
                  <a:pt x="5124723" y="1055446"/>
                </a:cubicBezTo>
                <a:cubicBezTo>
                  <a:pt x="5125834" y="1054785"/>
                  <a:pt x="5127148" y="1054341"/>
                  <a:pt x="5128247" y="1053725"/>
                </a:cubicBezTo>
                <a:cubicBezTo>
                  <a:pt x="5129326" y="1053020"/>
                  <a:pt x="5128882" y="1050861"/>
                  <a:pt x="5129987" y="1050213"/>
                </a:cubicBezTo>
                <a:cubicBezTo>
                  <a:pt x="5131060" y="1049540"/>
                  <a:pt x="5132393" y="1050632"/>
                  <a:pt x="5133498" y="1050213"/>
                </a:cubicBezTo>
                <a:cubicBezTo>
                  <a:pt x="5136534" y="1048677"/>
                  <a:pt x="5137416" y="1045806"/>
                  <a:pt x="5139632" y="1043197"/>
                </a:cubicBezTo>
                <a:cubicBezTo>
                  <a:pt x="5140737" y="1041901"/>
                  <a:pt x="5142033" y="1041901"/>
                  <a:pt x="5143118" y="1040561"/>
                </a:cubicBezTo>
                <a:cubicBezTo>
                  <a:pt x="5143988" y="1039475"/>
                  <a:pt x="5143988" y="1038167"/>
                  <a:pt x="5144858" y="1037062"/>
                </a:cubicBezTo>
                <a:cubicBezTo>
                  <a:pt x="5145976" y="1035557"/>
                  <a:pt x="5147075" y="1034884"/>
                  <a:pt x="5148351" y="1033557"/>
                </a:cubicBezTo>
                <a:cubicBezTo>
                  <a:pt x="5149659" y="1032243"/>
                  <a:pt x="5150764" y="1031392"/>
                  <a:pt x="5151843" y="1030046"/>
                </a:cubicBezTo>
                <a:cubicBezTo>
                  <a:pt x="5152961" y="1028750"/>
                  <a:pt x="5155152" y="1028992"/>
                  <a:pt x="5155374" y="1027449"/>
                </a:cubicBezTo>
                <a:cubicBezTo>
                  <a:pt x="5155818" y="1025029"/>
                  <a:pt x="5155152" y="1023048"/>
                  <a:pt x="5155374" y="1020432"/>
                </a:cubicBezTo>
                <a:cubicBezTo>
                  <a:pt x="5155374" y="1019105"/>
                  <a:pt x="5156263" y="1018228"/>
                  <a:pt x="5156263" y="1016939"/>
                </a:cubicBezTo>
                <a:cubicBezTo>
                  <a:pt x="5156460" y="1014298"/>
                  <a:pt x="5156034" y="1012570"/>
                  <a:pt x="5156263" y="1009910"/>
                </a:cubicBezTo>
                <a:lnTo>
                  <a:pt x="5156263" y="1006405"/>
                </a:lnTo>
                <a:cubicBezTo>
                  <a:pt x="5156460" y="1004900"/>
                  <a:pt x="5158212" y="1004474"/>
                  <a:pt x="5158873" y="1002925"/>
                </a:cubicBezTo>
                <a:cubicBezTo>
                  <a:pt x="5159533" y="1001375"/>
                  <a:pt x="5160854" y="1000950"/>
                  <a:pt x="5161495" y="999420"/>
                </a:cubicBezTo>
                <a:cubicBezTo>
                  <a:pt x="5163070" y="996124"/>
                  <a:pt x="5162384" y="993527"/>
                  <a:pt x="5162384" y="989787"/>
                </a:cubicBezTo>
                <a:lnTo>
                  <a:pt x="5162384" y="983672"/>
                </a:lnTo>
                <a:cubicBezTo>
                  <a:pt x="5162384" y="982325"/>
                  <a:pt x="5161495" y="981449"/>
                  <a:pt x="5161495" y="980147"/>
                </a:cubicBezTo>
                <a:lnTo>
                  <a:pt x="5161495" y="976655"/>
                </a:lnTo>
                <a:cubicBezTo>
                  <a:pt x="5161495" y="975334"/>
                  <a:pt x="5161286" y="974236"/>
                  <a:pt x="5161495" y="973188"/>
                </a:cubicBezTo>
                <a:cubicBezTo>
                  <a:pt x="5161724" y="971626"/>
                  <a:pt x="5163686" y="971168"/>
                  <a:pt x="5164099" y="969657"/>
                </a:cubicBezTo>
                <a:cubicBezTo>
                  <a:pt x="5164378" y="968559"/>
                  <a:pt x="5163927" y="967238"/>
                  <a:pt x="5164099" y="966133"/>
                </a:cubicBezTo>
                <a:cubicBezTo>
                  <a:pt x="5164550" y="963764"/>
                  <a:pt x="5165026" y="961529"/>
                  <a:pt x="5165871" y="959116"/>
                </a:cubicBezTo>
                <a:cubicBezTo>
                  <a:pt x="5166556" y="957395"/>
                  <a:pt x="5168525" y="957179"/>
                  <a:pt x="5169408" y="955636"/>
                </a:cubicBezTo>
                <a:cubicBezTo>
                  <a:pt x="5170036" y="954544"/>
                  <a:pt x="5170455" y="953465"/>
                  <a:pt x="5171154" y="952144"/>
                </a:cubicBezTo>
                <a:cubicBezTo>
                  <a:pt x="5171770" y="950823"/>
                  <a:pt x="5172887" y="949940"/>
                  <a:pt x="5173770" y="948639"/>
                </a:cubicBezTo>
                <a:cubicBezTo>
                  <a:pt x="5174856" y="949293"/>
                  <a:pt x="5176412" y="948861"/>
                  <a:pt x="5177256" y="949515"/>
                </a:cubicBezTo>
                <a:cubicBezTo>
                  <a:pt x="5178355" y="950391"/>
                  <a:pt x="5177910" y="952366"/>
                  <a:pt x="5179034" y="953007"/>
                </a:cubicBezTo>
                <a:cubicBezTo>
                  <a:pt x="5179898" y="953465"/>
                  <a:pt x="5181650" y="953242"/>
                  <a:pt x="5182508" y="953890"/>
                </a:cubicBezTo>
                <a:cubicBezTo>
                  <a:pt x="5183835" y="954754"/>
                  <a:pt x="5184927" y="955179"/>
                  <a:pt x="5186032" y="956519"/>
                </a:cubicBezTo>
                <a:cubicBezTo>
                  <a:pt x="5187111" y="957827"/>
                  <a:pt x="5188629" y="958272"/>
                  <a:pt x="5188629" y="960024"/>
                </a:cubicBezTo>
                <a:cubicBezTo>
                  <a:pt x="5188629" y="961345"/>
                  <a:pt x="5187797" y="962202"/>
                  <a:pt x="5187797" y="963517"/>
                </a:cubicBezTo>
                <a:cubicBezTo>
                  <a:pt x="5187797" y="965053"/>
                  <a:pt x="5186476" y="965707"/>
                  <a:pt x="5186032" y="967028"/>
                </a:cubicBezTo>
                <a:cubicBezTo>
                  <a:pt x="5185581" y="968775"/>
                  <a:pt x="5185143" y="970337"/>
                  <a:pt x="5185143" y="972273"/>
                </a:cubicBezTo>
                <a:cubicBezTo>
                  <a:pt x="5185143" y="975772"/>
                  <a:pt x="5187327" y="977760"/>
                  <a:pt x="5187797" y="981043"/>
                </a:cubicBezTo>
                <a:cubicBezTo>
                  <a:pt x="5188629" y="986739"/>
                  <a:pt x="5187797" y="990441"/>
                  <a:pt x="5187797" y="996378"/>
                </a:cubicBezTo>
                <a:cubicBezTo>
                  <a:pt x="5187797" y="1000950"/>
                  <a:pt x="5188210" y="1003579"/>
                  <a:pt x="5187797" y="1008151"/>
                </a:cubicBezTo>
                <a:cubicBezTo>
                  <a:pt x="5187797" y="1009503"/>
                  <a:pt x="5188210" y="1010583"/>
                  <a:pt x="5187797" y="1011669"/>
                </a:cubicBezTo>
                <a:cubicBezTo>
                  <a:pt x="5187111" y="1013199"/>
                  <a:pt x="5186032" y="1013860"/>
                  <a:pt x="5185143" y="1015161"/>
                </a:cubicBezTo>
                <a:cubicBezTo>
                  <a:pt x="5184273" y="1016501"/>
                  <a:pt x="5182508" y="1016501"/>
                  <a:pt x="5181650" y="1017790"/>
                </a:cubicBezTo>
                <a:cubicBezTo>
                  <a:pt x="5180755" y="1019352"/>
                  <a:pt x="5181650" y="1021079"/>
                  <a:pt x="5181650" y="1023048"/>
                </a:cubicBezTo>
                <a:cubicBezTo>
                  <a:pt x="5181650" y="1025029"/>
                  <a:pt x="5181422" y="1026547"/>
                  <a:pt x="5181650" y="1028325"/>
                </a:cubicBezTo>
                <a:cubicBezTo>
                  <a:pt x="5182298" y="1032497"/>
                  <a:pt x="5183835" y="1034884"/>
                  <a:pt x="5185143" y="1038815"/>
                </a:cubicBezTo>
                <a:cubicBezTo>
                  <a:pt x="5186248" y="1042117"/>
                  <a:pt x="5187797" y="1044060"/>
                  <a:pt x="5187797" y="1047572"/>
                </a:cubicBezTo>
                <a:cubicBezTo>
                  <a:pt x="5187797" y="1049540"/>
                  <a:pt x="5187556" y="1051090"/>
                  <a:pt x="5186914" y="1052849"/>
                </a:cubicBezTo>
                <a:cubicBezTo>
                  <a:pt x="5186248" y="1054341"/>
                  <a:pt x="5184457" y="1054341"/>
                  <a:pt x="5183409" y="1055446"/>
                </a:cubicBezTo>
                <a:cubicBezTo>
                  <a:pt x="5182298" y="1056532"/>
                  <a:pt x="5180342" y="1056532"/>
                  <a:pt x="5179898" y="1058087"/>
                </a:cubicBezTo>
                <a:cubicBezTo>
                  <a:pt x="5179225" y="1060075"/>
                  <a:pt x="5180342" y="1061364"/>
                  <a:pt x="5180342" y="1063561"/>
                </a:cubicBezTo>
                <a:cubicBezTo>
                  <a:pt x="5180342" y="1065529"/>
                  <a:pt x="5179898" y="1066628"/>
                  <a:pt x="5179898" y="1068590"/>
                </a:cubicBezTo>
                <a:cubicBezTo>
                  <a:pt x="5179898" y="1070317"/>
                  <a:pt x="5180755" y="1071200"/>
                  <a:pt x="5180755" y="1072972"/>
                </a:cubicBezTo>
                <a:cubicBezTo>
                  <a:pt x="5180755" y="1074273"/>
                  <a:pt x="5180342" y="1075143"/>
                  <a:pt x="5180342" y="1076464"/>
                </a:cubicBezTo>
                <a:lnTo>
                  <a:pt x="5186914" y="1076464"/>
                </a:lnTo>
                <a:cubicBezTo>
                  <a:pt x="5187981" y="1075613"/>
                  <a:pt x="5189740" y="1076032"/>
                  <a:pt x="5190394" y="1074705"/>
                </a:cubicBezTo>
                <a:cubicBezTo>
                  <a:pt x="5190839" y="1073632"/>
                  <a:pt x="5190839" y="1072318"/>
                  <a:pt x="5191277" y="1071200"/>
                </a:cubicBezTo>
                <a:lnTo>
                  <a:pt x="5193023" y="1067708"/>
                </a:lnTo>
                <a:cubicBezTo>
                  <a:pt x="5193671" y="1066171"/>
                  <a:pt x="5194992" y="1065529"/>
                  <a:pt x="5195665" y="1064234"/>
                </a:cubicBezTo>
                <a:cubicBezTo>
                  <a:pt x="5196300" y="1063142"/>
                  <a:pt x="5196732" y="1062024"/>
                  <a:pt x="5197379" y="1060684"/>
                </a:cubicBezTo>
                <a:cubicBezTo>
                  <a:pt x="5198306" y="1061567"/>
                  <a:pt x="5200688" y="1061116"/>
                  <a:pt x="5200942" y="1062456"/>
                </a:cubicBezTo>
                <a:cubicBezTo>
                  <a:pt x="5201583" y="1064882"/>
                  <a:pt x="5199614" y="1067250"/>
                  <a:pt x="5200942" y="1069460"/>
                </a:cubicBezTo>
                <a:cubicBezTo>
                  <a:pt x="5201583" y="1070775"/>
                  <a:pt x="5203094" y="1071200"/>
                  <a:pt x="5204396" y="1072076"/>
                </a:cubicBezTo>
                <a:cubicBezTo>
                  <a:pt x="5207692" y="1074489"/>
                  <a:pt x="5210759" y="1074489"/>
                  <a:pt x="5214905" y="1074705"/>
                </a:cubicBezTo>
                <a:cubicBezTo>
                  <a:pt x="5214708" y="1073391"/>
                  <a:pt x="5215153" y="1072318"/>
                  <a:pt x="5214905" y="1071200"/>
                </a:cubicBezTo>
                <a:cubicBezTo>
                  <a:pt x="5214708" y="1069886"/>
                  <a:pt x="5213597" y="1069022"/>
                  <a:pt x="5213146" y="1067708"/>
                </a:cubicBezTo>
                <a:cubicBezTo>
                  <a:pt x="5212930" y="1066628"/>
                  <a:pt x="5212740" y="1065288"/>
                  <a:pt x="5212276" y="1064234"/>
                </a:cubicBezTo>
                <a:cubicBezTo>
                  <a:pt x="5211667" y="1062678"/>
                  <a:pt x="5210549" y="1062024"/>
                  <a:pt x="5209679" y="1060684"/>
                </a:cubicBezTo>
                <a:cubicBezTo>
                  <a:pt x="5208587" y="1059179"/>
                  <a:pt x="5206377" y="1059389"/>
                  <a:pt x="5205285" y="1058087"/>
                </a:cubicBezTo>
                <a:cubicBezTo>
                  <a:pt x="5204396" y="1056995"/>
                  <a:pt x="5204396" y="1055662"/>
                  <a:pt x="5203526" y="1054582"/>
                </a:cubicBezTo>
                <a:cubicBezTo>
                  <a:pt x="5202662" y="1053280"/>
                  <a:pt x="5200688" y="1053484"/>
                  <a:pt x="5200021" y="1051934"/>
                </a:cubicBezTo>
                <a:cubicBezTo>
                  <a:pt x="5198713" y="1049337"/>
                  <a:pt x="5199386" y="1046702"/>
                  <a:pt x="5198306" y="1044060"/>
                </a:cubicBezTo>
                <a:cubicBezTo>
                  <a:pt x="5197608" y="1042542"/>
                  <a:pt x="5196300" y="1042117"/>
                  <a:pt x="5195665" y="1040561"/>
                </a:cubicBezTo>
                <a:cubicBezTo>
                  <a:pt x="5194554" y="1038167"/>
                  <a:pt x="5193023" y="1036408"/>
                  <a:pt x="5193023" y="1033557"/>
                </a:cubicBezTo>
                <a:cubicBezTo>
                  <a:pt x="5193023" y="1030046"/>
                  <a:pt x="5197608" y="1029411"/>
                  <a:pt x="5199157" y="1026547"/>
                </a:cubicBezTo>
                <a:cubicBezTo>
                  <a:pt x="5199811" y="1025245"/>
                  <a:pt x="5201583" y="1024788"/>
                  <a:pt x="5201780" y="1023048"/>
                </a:cubicBezTo>
                <a:cubicBezTo>
                  <a:pt x="5202008" y="1021295"/>
                  <a:pt x="5201342" y="1020216"/>
                  <a:pt x="5201780" y="1018679"/>
                </a:cubicBezTo>
                <a:cubicBezTo>
                  <a:pt x="5202008" y="1017587"/>
                  <a:pt x="5201342" y="1016285"/>
                  <a:pt x="5201780" y="1015161"/>
                </a:cubicBezTo>
                <a:cubicBezTo>
                  <a:pt x="5202224" y="1013860"/>
                  <a:pt x="5204625" y="1014514"/>
                  <a:pt x="5205285" y="1013440"/>
                </a:cubicBezTo>
                <a:cubicBezTo>
                  <a:pt x="5205945" y="1012336"/>
                  <a:pt x="5205945" y="1010805"/>
                  <a:pt x="5207025" y="1009910"/>
                </a:cubicBezTo>
                <a:cubicBezTo>
                  <a:pt x="5208117" y="1009053"/>
                  <a:pt x="5207908" y="1006405"/>
                  <a:pt x="5209679" y="1006405"/>
                </a:cubicBezTo>
                <a:cubicBezTo>
                  <a:pt x="5212518" y="1006405"/>
                  <a:pt x="5214283" y="1007706"/>
                  <a:pt x="5216658" y="1009053"/>
                </a:cubicBezTo>
                <a:cubicBezTo>
                  <a:pt x="5219731" y="1010583"/>
                  <a:pt x="5220169" y="1014298"/>
                  <a:pt x="5223668" y="1014298"/>
                </a:cubicBezTo>
                <a:cubicBezTo>
                  <a:pt x="5225421" y="1014298"/>
                  <a:pt x="5225649" y="1012139"/>
                  <a:pt x="5227173" y="1011669"/>
                </a:cubicBezTo>
                <a:cubicBezTo>
                  <a:pt x="5226964" y="1010367"/>
                  <a:pt x="5227396" y="1009262"/>
                  <a:pt x="5227173" y="1008151"/>
                </a:cubicBezTo>
                <a:cubicBezTo>
                  <a:pt x="5226964" y="1006875"/>
                  <a:pt x="5225649" y="1005979"/>
                  <a:pt x="5225421" y="1004684"/>
                </a:cubicBezTo>
                <a:cubicBezTo>
                  <a:pt x="5225199" y="1003579"/>
                  <a:pt x="5225649" y="1002264"/>
                  <a:pt x="5225421" y="1001172"/>
                </a:cubicBezTo>
                <a:cubicBezTo>
                  <a:pt x="5224773" y="998524"/>
                  <a:pt x="5223256" y="996784"/>
                  <a:pt x="5222786" y="994175"/>
                </a:cubicBezTo>
                <a:cubicBezTo>
                  <a:pt x="5222557" y="993095"/>
                  <a:pt x="5222786" y="991958"/>
                  <a:pt x="5222786" y="990669"/>
                </a:cubicBezTo>
                <a:cubicBezTo>
                  <a:pt x="5222786" y="988929"/>
                  <a:pt x="5222360" y="987799"/>
                  <a:pt x="5221935" y="986294"/>
                </a:cubicBezTo>
                <a:cubicBezTo>
                  <a:pt x="5221478" y="984751"/>
                  <a:pt x="5219509" y="984300"/>
                  <a:pt x="5219293" y="982789"/>
                </a:cubicBezTo>
                <a:cubicBezTo>
                  <a:pt x="5218639" y="978827"/>
                  <a:pt x="5219293" y="976414"/>
                  <a:pt x="5219293" y="972273"/>
                </a:cubicBezTo>
                <a:cubicBezTo>
                  <a:pt x="5219064" y="971168"/>
                  <a:pt x="5219731" y="969879"/>
                  <a:pt x="5219293" y="968775"/>
                </a:cubicBezTo>
                <a:cubicBezTo>
                  <a:pt x="5218639" y="967238"/>
                  <a:pt x="5217318" y="966825"/>
                  <a:pt x="5216658" y="965269"/>
                </a:cubicBezTo>
                <a:cubicBezTo>
                  <a:pt x="5215997" y="963949"/>
                  <a:pt x="5215604" y="962856"/>
                  <a:pt x="5214905" y="961802"/>
                </a:cubicBezTo>
                <a:cubicBezTo>
                  <a:pt x="5213146" y="958926"/>
                  <a:pt x="5209889" y="958037"/>
                  <a:pt x="5208784" y="954754"/>
                </a:cubicBezTo>
                <a:cubicBezTo>
                  <a:pt x="5208327" y="953465"/>
                  <a:pt x="5207266" y="952563"/>
                  <a:pt x="5207025" y="951242"/>
                </a:cubicBezTo>
                <a:cubicBezTo>
                  <a:pt x="5206828" y="950156"/>
                  <a:pt x="5207908" y="949293"/>
                  <a:pt x="5207908" y="947972"/>
                </a:cubicBezTo>
                <a:cubicBezTo>
                  <a:pt x="5207908" y="946467"/>
                  <a:pt x="5207025" y="945813"/>
                  <a:pt x="5207025" y="944283"/>
                </a:cubicBezTo>
                <a:cubicBezTo>
                  <a:pt x="5207025" y="942943"/>
                  <a:pt x="5207908" y="942054"/>
                  <a:pt x="5207908" y="940758"/>
                </a:cubicBezTo>
                <a:lnTo>
                  <a:pt x="5207908" y="937253"/>
                </a:lnTo>
                <a:cubicBezTo>
                  <a:pt x="5207908" y="935513"/>
                  <a:pt x="5208784" y="934612"/>
                  <a:pt x="5208784" y="932865"/>
                </a:cubicBezTo>
                <a:cubicBezTo>
                  <a:pt x="5208784" y="931341"/>
                  <a:pt x="5207908" y="930675"/>
                  <a:pt x="5207908" y="929138"/>
                </a:cubicBezTo>
                <a:cubicBezTo>
                  <a:pt x="5207908" y="927836"/>
                  <a:pt x="5208993" y="926953"/>
                  <a:pt x="5208784" y="925880"/>
                </a:cubicBezTo>
                <a:cubicBezTo>
                  <a:pt x="5208327" y="924559"/>
                  <a:pt x="5207692" y="923461"/>
                  <a:pt x="5207025" y="922381"/>
                </a:cubicBezTo>
                <a:cubicBezTo>
                  <a:pt x="5206377" y="921251"/>
                  <a:pt x="5204212" y="922559"/>
                  <a:pt x="5203526" y="921499"/>
                </a:cubicBezTo>
                <a:cubicBezTo>
                  <a:pt x="5202224" y="919308"/>
                  <a:pt x="5202866" y="916901"/>
                  <a:pt x="5202662" y="914501"/>
                </a:cubicBezTo>
                <a:cubicBezTo>
                  <a:pt x="5202447" y="912075"/>
                  <a:pt x="5201113" y="910132"/>
                  <a:pt x="5200942" y="907503"/>
                </a:cubicBezTo>
                <a:cubicBezTo>
                  <a:pt x="5200688" y="904417"/>
                  <a:pt x="5201113" y="902658"/>
                  <a:pt x="5200942" y="899610"/>
                </a:cubicBezTo>
                <a:cubicBezTo>
                  <a:pt x="5200942" y="896981"/>
                  <a:pt x="5200249" y="895235"/>
                  <a:pt x="5200021" y="892606"/>
                </a:cubicBezTo>
                <a:lnTo>
                  <a:pt x="5193023" y="892606"/>
                </a:lnTo>
                <a:lnTo>
                  <a:pt x="5193023" y="917987"/>
                </a:lnTo>
                <a:cubicBezTo>
                  <a:pt x="5190636" y="917987"/>
                  <a:pt x="5189327" y="917568"/>
                  <a:pt x="5186914" y="917987"/>
                </a:cubicBezTo>
                <a:cubicBezTo>
                  <a:pt x="5185365" y="918235"/>
                  <a:pt x="5184698" y="919092"/>
                  <a:pt x="5183409" y="919740"/>
                </a:cubicBezTo>
                <a:lnTo>
                  <a:pt x="5183409" y="923245"/>
                </a:lnTo>
                <a:cubicBezTo>
                  <a:pt x="5183409" y="924559"/>
                  <a:pt x="5184273" y="925664"/>
                  <a:pt x="5184273" y="926731"/>
                </a:cubicBezTo>
                <a:lnTo>
                  <a:pt x="5184273" y="930268"/>
                </a:lnTo>
                <a:cubicBezTo>
                  <a:pt x="5184457" y="931557"/>
                  <a:pt x="5185810" y="932446"/>
                  <a:pt x="5186032" y="933767"/>
                </a:cubicBezTo>
                <a:cubicBezTo>
                  <a:pt x="5186476" y="936148"/>
                  <a:pt x="5186032" y="938117"/>
                  <a:pt x="5186032" y="940758"/>
                </a:cubicBezTo>
                <a:lnTo>
                  <a:pt x="5179898" y="940758"/>
                </a:lnTo>
                <a:cubicBezTo>
                  <a:pt x="5178780" y="940117"/>
                  <a:pt x="5176837" y="941000"/>
                  <a:pt x="5176412" y="939863"/>
                </a:cubicBezTo>
                <a:cubicBezTo>
                  <a:pt x="5175738" y="938574"/>
                  <a:pt x="5174640" y="937907"/>
                  <a:pt x="5174640" y="936396"/>
                </a:cubicBezTo>
                <a:cubicBezTo>
                  <a:pt x="5174640" y="935088"/>
                  <a:pt x="5175529" y="934192"/>
                  <a:pt x="5175529" y="932865"/>
                </a:cubicBezTo>
                <a:cubicBezTo>
                  <a:pt x="5175529" y="931557"/>
                  <a:pt x="5176183" y="930478"/>
                  <a:pt x="5176412" y="929354"/>
                </a:cubicBezTo>
                <a:cubicBezTo>
                  <a:pt x="5176837" y="926953"/>
                  <a:pt x="5177256" y="924998"/>
                  <a:pt x="5177256" y="922381"/>
                </a:cubicBezTo>
                <a:lnTo>
                  <a:pt x="5177256" y="918876"/>
                </a:lnTo>
                <a:cubicBezTo>
                  <a:pt x="5177047" y="917320"/>
                  <a:pt x="5175275" y="916679"/>
                  <a:pt x="5174640" y="915358"/>
                </a:cubicBezTo>
                <a:cubicBezTo>
                  <a:pt x="5173770" y="913847"/>
                  <a:pt x="5172678" y="912723"/>
                  <a:pt x="5171154" y="911859"/>
                </a:cubicBezTo>
                <a:cubicBezTo>
                  <a:pt x="5169827" y="911212"/>
                  <a:pt x="5169166" y="909675"/>
                  <a:pt x="5167617" y="909250"/>
                </a:cubicBezTo>
                <a:cubicBezTo>
                  <a:pt x="5166556" y="909015"/>
                  <a:pt x="5165223" y="909434"/>
                  <a:pt x="5164099" y="909250"/>
                </a:cubicBezTo>
                <a:cubicBezTo>
                  <a:pt x="5162384" y="908792"/>
                  <a:pt x="5161070" y="907713"/>
                  <a:pt x="5159743" y="906621"/>
                </a:cubicBezTo>
                <a:cubicBezTo>
                  <a:pt x="5158644" y="905738"/>
                  <a:pt x="5159127" y="903782"/>
                  <a:pt x="5158003" y="903096"/>
                </a:cubicBezTo>
                <a:cubicBezTo>
                  <a:pt x="5157152" y="902474"/>
                  <a:pt x="5155590" y="902874"/>
                  <a:pt x="5154510" y="902220"/>
                </a:cubicBezTo>
                <a:cubicBezTo>
                  <a:pt x="5149913" y="899375"/>
                  <a:pt x="5147919" y="896543"/>
                  <a:pt x="5143988" y="892606"/>
                </a:cubicBezTo>
                <a:lnTo>
                  <a:pt x="5133498" y="892606"/>
                </a:lnTo>
                <a:lnTo>
                  <a:pt x="5133498" y="910132"/>
                </a:lnTo>
                <a:lnTo>
                  <a:pt x="5118614" y="910132"/>
                </a:lnTo>
                <a:cubicBezTo>
                  <a:pt x="5118373" y="908792"/>
                  <a:pt x="5118817" y="907929"/>
                  <a:pt x="5118614" y="906621"/>
                </a:cubicBezTo>
                <a:cubicBezTo>
                  <a:pt x="5118373" y="905084"/>
                  <a:pt x="5117293" y="904417"/>
                  <a:pt x="5116855" y="903096"/>
                </a:cubicBezTo>
                <a:cubicBezTo>
                  <a:pt x="5115331" y="898290"/>
                  <a:pt x="5112924" y="895857"/>
                  <a:pt x="5109851" y="891711"/>
                </a:cubicBezTo>
                <a:lnTo>
                  <a:pt x="5105482" y="892606"/>
                </a:lnTo>
                <a:cubicBezTo>
                  <a:pt x="5105692" y="893902"/>
                  <a:pt x="5106358" y="894797"/>
                  <a:pt x="5106358" y="896118"/>
                </a:cubicBezTo>
                <a:lnTo>
                  <a:pt x="5106358" y="903096"/>
                </a:lnTo>
                <a:cubicBezTo>
                  <a:pt x="5106358" y="904417"/>
                  <a:pt x="5105692" y="905275"/>
                  <a:pt x="5105482" y="906621"/>
                </a:cubicBezTo>
                <a:cubicBezTo>
                  <a:pt x="5103729" y="906373"/>
                  <a:pt x="5102828" y="906830"/>
                  <a:pt x="5101088" y="906621"/>
                </a:cubicBezTo>
                <a:cubicBezTo>
                  <a:pt x="5099545" y="906373"/>
                  <a:pt x="5098897" y="905084"/>
                  <a:pt x="5097576" y="904862"/>
                </a:cubicBezTo>
                <a:lnTo>
                  <a:pt x="5097576" y="901338"/>
                </a:lnTo>
                <a:cubicBezTo>
                  <a:pt x="5097576" y="900017"/>
                  <a:pt x="5098249" y="898944"/>
                  <a:pt x="5098465" y="897877"/>
                </a:cubicBezTo>
                <a:cubicBezTo>
                  <a:pt x="5098897" y="895857"/>
                  <a:pt x="5100199" y="894797"/>
                  <a:pt x="5100199" y="892606"/>
                </a:cubicBezTo>
                <a:cubicBezTo>
                  <a:pt x="5100199" y="888638"/>
                  <a:pt x="5096960" y="887139"/>
                  <a:pt x="5094077" y="884720"/>
                </a:cubicBezTo>
                <a:cubicBezTo>
                  <a:pt x="5092788" y="886028"/>
                  <a:pt x="5092331" y="887577"/>
                  <a:pt x="5090598" y="888218"/>
                </a:cubicBezTo>
                <a:cubicBezTo>
                  <a:pt x="5089251" y="888638"/>
                  <a:pt x="5088604" y="889952"/>
                  <a:pt x="5087092" y="889952"/>
                </a:cubicBezTo>
                <a:lnTo>
                  <a:pt x="5083143" y="889952"/>
                </a:lnTo>
                <a:lnTo>
                  <a:pt x="5079199" y="889952"/>
                </a:lnTo>
                <a:cubicBezTo>
                  <a:pt x="5077682" y="889952"/>
                  <a:pt x="5077021" y="888460"/>
                  <a:pt x="5075701" y="888218"/>
                </a:cubicBezTo>
                <a:cubicBezTo>
                  <a:pt x="5075929" y="885596"/>
                  <a:pt x="5075929" y="883615"/>
                  <a:pt x="5076558" y="881221"/>
                </a:cubicBezTo>
                <a:cubicBezTo>
                  <a:pt x="5077021" y="879671"/>
                  <a:pt x="5078107" y="879030"/>
                  <a:pt x="5079199" y="877722"/>
                </a:cubicBezTo>
                <a:cubicBezTo>
                  <a:pt x="5080292" y="876401"/>
                  <a:pt x="5080292" y="874610"/>
                  <a:pt x="5081854" y="874210"/>
                </a:cubicBezTo>
                <a:cubicBezTo>
                  <a:pt x="5082914" y="873791"/>
                  <a:pt x="5084241" y="874439"/>
                  <a:pt x="5085321" y="874210"/>
                </a:cubicBezTo>
                <a:cubicBezTo>
                  <a:pt x="5087943" y="873334"/>
                  <a:pt x="5089702" y="872470"/>
                  <a:pt x="5092331" y="871588"/>
                </a:cubicBezTo>
                <a:cubicBezTo>
                  <a:pt x="5093893" y="871150"/>
                  <a:pt x="5095398" y="870692"/>
                  <a:pt x="5096719" y="869854"/>
                </a:cubicBezTo>
                <a:cubicBezTo>
                  <a:pt x="5098040" y="868972"/>
                  <a:pt x="5098465" y="867644"/>
                  <a:pt x="5099323" y="866355"/>
                </a:cubicBezTo>
                <a:cubicBezTo>
                  <a:pt x="5100656" y="864628"/>
                  <a:pt x="5101532" y="863504"/>
                  <a:pt x="5102828" y="861948"/>
                </a:cubicBezTo>
                <a:cubicBezTo>
                  <a:pt x="5104371" y="860202"/>
                  <a:pt x="5105228" y="858475"/>
                  <a:pt x="5107209" y="857580"/>
                </a:cubicBezTo>
                <a:cubicBezTo>
                  <a:pt x="5108320" y="857135"/>
                  <a:pt x="5109629" y="856919"/>
                  <a:pt x="5110721" y="856697"/>
                </a:cubicBezTo>
                <a:cubicBezTo>
                  <a:pt x="5112042" y="856481"/>
                  <a:pt x="5112924" y="855167"/>
                  <a:pt x="5114220" y="854957"/>
                </a:cubicBezTo>
                <a:cubicBezTo>
                  <a:pt x="5116645" y="854532"/>
                  <a:pt x="5118614" y="854957"/>
                  <a:pt x="5121230" y="854957"/>
                </a:cubicBezTo>
                <a:cubicBezTo>
                  <a:pt x="5121230" y="849922"/>
                  <a:pt x="5120144" y="846416"/>
                  <a:pt x="5122087" y="841813"/>
                </a:cubicBezTo>
                <a:cubicBezTo>
                  <a:pt x="5122532" y="840524"/>
                  <a:pt x="5122995" y="839400"/>
                  <a:pt x="5123853" y="838295"/>
                </a:cubicBezTo>
                <a:cubicBezTo>
                  <a:pt x="5124938" y="836980"/>
                  <a:pt x="5126259" y="836574"/>
                  <a:pt x="5127377" y="835685"/>
                </a:cubicBezTo>
                <a:cubicBezTo>
                  <a:pt x="5128456" y="834796"/>
                  <a:pt x="5129764" y="834605"/>
                  <a:pt x="5130876" y="833932"/>
                </a:cubicBezTo>
                <a:cubicBezTo>
                  <a:pt x="5131955" y="833285"/>
                  <a:pt x="5131955" y="831519"/>
                  <a:pt x="5132597" y="830433"/>
                </a:cubicBezTo>
                <a:cubicBezTo>
                  <a:pt x="5133498" y="829125"/>
                  <a:pt x="5133054" y="826916"/>
                  <a:pt x="5134375" y="826065"/>
                </a:cubicBezTo>
                <a:cubicBezTo>
                  <a:pt x="5135454" y="825404"/>
                  <a:pt x="5136788" y="825188"/>
                  <a:pt x="5137867" y="824337"/>
                </a:cubicBezTo>
                <a:cubicBezTo>
                  <a:pt x="5138959" y="823417"/>
                  <a:pt x="5140280" y="823226"/>
                  <a:pt x="5141353" y="822559"/>
                </a:cubicBezTo>
                <a:cubicBezTo>
                  <a:pt x="5142687" y="821696"/>
                  <a:pt x="5142687" y="820140"/>
                  <a:pt x="5143988" y="819061"/>
                </a:cubicBezTo>
                <a:cubicBezTo>
                  <a:pt x="5145284" y="817956"/>
                  <a:pt x="5147075" y="817498"/>
                  <a:pt x="5148351" y="816425"/>
                </a:cubicBezTo>
                <a:cubicBezTo>
                  <a:pt x="5149468" y="815543"/>
                  <a:pt x="5148808" y="813600"/>
                  <a:pt x="5150097" y="812926"/>
                </a:cubicBezTo>
                <a:cubicBezTo>
                  <a:pt x="5151221" y="812266"/>
                  <a:pt x="5152542" y="812482"/>
                  <a:pt x="5153647" y="812038"/>
                </a:cubicBezTo>
                <a:cubicBezTo>
                  <a:pt x="5154714" y="811612"/>
                  <a:pt x="5156263" y="812482"/>
                  <a:pt x="5157152" y="812038"/>
                </a:cubicBezTo>
                <a:cubicBezTo>
                  <a:pt x="5158212" y="811390"/>
                  <a:pt x="5158212" y="809650"/>
                  <a:pt x="5158873" y="808539"/>
                </a:cubicBezTo>
                <a:cubicBezTo>
                  <a:pt x="5159533" y="807434"/>
                  <a:pt x="5160175" y="806367"/>
                  <a:pt x="5160645" y="805033"/>
                </a:cubicBezTo>
                <a:cubicBezTo>
                  <a:pt x="5161070" y="803929"/>
                  <a:pt x="5161070" y="802620"/>
                  <a:pt x="5161495" y="801535"/>
                </a:cubicBezTo>
                <a:cubicBezTo>
                  <a:pt x="5161953" y="800220"/>
                  <a:pt x="5162607" y="799357"/>
                  <a:pt x="5163229" y="798048"/>
                </a:cubicBezTo>
                <a:cubicBezTo>
                  <a:pt x="5163927" y="796512"/>
                  <a:pt x="5165026" y="795845"/>
                  <a:pt x="5165871" y="794575"/>
                </a:cubicBezTo>
                <a:cubicBezTo>
                  <a:pt x="5166556" y="793438"/>
                  <a:pt x="5166753" y="791933"/>
                  <a:pt x="5167617" y="791013"/>
                </a:cubicBezTo>
                <a:cubicBezTo>
                  <a:pt x="5169604" y="789057"/>
                  <a:pt x="5171770" y="787990"/>
                  <a:pt x="5174640" y="787546"/>
                </a:cubicBezTo>
                <a:cubicBezTo>
                  <a:pt x="5177504" y="787069"/>
                  <a:pt x="5179669" y="788187"/>
                  <a:pt x="5182508" y="787546"/>
                </a:cubicBezTo>
                <a:cubicBezTo>
                  <a:pt x="5185365" y="786866"/>
                  <a:pt x="5187111" y="784917"/>
                  <a:pt x="5189518" y="783132"/>
                </a:cubicBezTo>
                <a:cubicBezTo>
                  <a:pt x="5190839" y="782275"/>
                  <a:pt x="5191061" y="780961"/>
                  <a:pt x="5192141" y="779627"/>
                </a:cubicBezTo>
                <a:cubicBezTo>
                  <a:pt x="5193449" y="778103"/>
                  <a:pt x="5194369" y="776789"/>
                  <a:pt x="5195665" y="775303"/>
                </a:cubicBezTo>
                <a:cubicBezTo>
                  <a:pt x="5197379" y="773093"/>
                  <a:pt x="5199614" y="770889"/>
                  <a:pt x="5202662" y="770889"/>
                </a:cubicBezTo>
                <a:cubicBezTo>
                  <a:pt x="5206168" y="770889"/>
                  <a:pt x="5208117" y="772642"/>
                  <a:pt x="5211667" y="772642"/>
                </a:cubicBezTo>
                <a:cubicBezTo>
                  <a:pt x="5212276" y="772642"/>
                  <a:pt x="5212518" y="773531"/>
                  <a:pt x="5213146" y="773531"/>
                </a:cubicBezTo>
                <a:cubicBezTo>
                  <a:pt x="5216467" y="773531"/>
                  <a:pt x="5218423" y="771778"/>
                  <a:pt x="5221712" y="771778"/>
                </a:cubicBezTo>
                <a:lnTo>
                  <a:pt x="5223668" y="771778"/>
                </a:lnTo>
                <a:cubicBezTo>
                  <a:pt x="5225199" y="771778"/>
                  <a:pt x="5225853" y="773315"/>
                  <a:pt x="5227173" y="773531"/>
                </a:cubicBezTo>
                <a:lnTo>
                  <a:pt x="5230679" y="773531"/>
                </a:lnTo>
                <a:cubicBezTo>
                  <a:pt x="5231999" y="773531"/>
                  <a:pt x="5232863" y="773741"/>
                  <a:pt x="5234184" y="773531"/>
                </a:cubicBezTo>
                <a:cubicBezTo>
                  <a:pt x="5236375" y="773315"/>
                  <a:pt x="5237245" y="770889"/>
                  <a:pt x="5239416" y="770889"/>
                </a:cubicBezTo>
                <a:lnTo>
                  <a:pt x="5241175" y="770889"/>
                </a:lnTo>
                <a:cubicBezTo>
                  <a:pt x="5242706" y="770889"/>
                  <a:pt x="5243385" y="772191"/>
                  <a:pt x="5244668" y="772642"/>
                </a:cubicBezTo>
                <a:cubicBezTo>
                  <a:pt x="5247055" y="773531"/>
                  <a:pt x="5250814" y="776141"/>
                  <a:pt x="5253437" y="776141"/>
                </a:cubicBezTo>
                <a:close/>
                <a:moveTo>
                  <a:pt x="2701143" y="792784"/>
                </a:moveTo>
                <a:cubicBezTo>
                  <a:pt x="2697860" y="793902"/>
                  <a:pt x="2696991" y="796289"/>
                  <a:pt x="2694146" y="798048"/>
                </a:cubicBezTo>
                <a:cubicBezTo>
                  <a:pt x="2693028" y="798709"/>
                  <a:pt x="2691745" y="798264"/>
                  <a:pt x="2690641" y="798912"/>
                </a:cubicBezTo>
                <a:cubicBezTo>
                  <a:pt x="2689548" y="799572"/>
                  <a:pt x="2689758" y="801325"/>
                  <a:pt x="2688901" y="802436"/>
                </a:cubicBezTo>
                <a:cubicBezTo>
                  <a:pt x="2686697" y="804824"/>
                  <a:pt x="2683846" y="806145"/>
                  <a:pt x="2682748" y="809396"/>
                </a:cubicBezTo>
                <a:cubicBezTo>
                  <a:pt x="2682532" y="810520"/>
                  <a:pt x="2682970" y="811841"/>
                  <a:pt x="2682748" y="812926"/>
                </a:cubicBezTo>
                <a:lnTo>
                  <a:pt x="2686265" y="814679"/>
                </a:lnTo>
                <a:cubicBezTo>
                  <a:pt x="2687332" y="814025"/>
                  <a:pt x="2688634" y="813809"/>
                  <a:pt x="2689758" y="812926"/>
                </a:cubicBezTo>
                <a:cubicBezTo>
                  <a:pt x="2691079" y="811841"/>
                  <a:pt x="2691288" y="810310"/>
                  <a:pt x="2692368" y="809396"/>
                </a:cubicBezTo>
                <a:cubicBezTo>
                  <a:pt x="2693479" y="808539"/>
                  <a:pt x="2693479" y="806367"/>
                  <a:pt x="2694984" y="805954"/>
                </a:cubicBezTo>
                <a:cubicBezTo>
                  <a:pt x="2696108" y="805707"/>
                  <a:pt x="2697429" y="806367"/>
                  <a:pt x="2698508" y="805954"/>
                </a:cubicBezTo>
                <a:cubicBezTo>
                  <a:pt x="2699626" y="805472"/>
                  <a:pt x="2701143" y="805707"/>
                  <a:pt x="2702026" y="805033"/>
                </a:cubicBezTo>
                <a:cubicBezTo>
                  <a:pt x="2702909" y="804411"/>
                  <a:pt x="2701556" y="802620"/>
                  <a:pt x="2702026" y="801535"/>
                </a:cubicBezTo>
                <a:cubicBezTo>
                  <a:pt x="2702655" y="800004"/>
                  <a:pt x="2704210" y="799572"/>
                  <a:pt x="2704642" y="798048"/>
                </a:cubicBezTo>
                <a:cubicBezTo>
                  <a:pt x="2705519" y="795648"/>
                  <a:pt x="2705950" y="793438"/>
                  <a:pt x="2706370" y="791013"/>
                </a:cubicBezTo>
                <a:cubicBezTo>
                  <a:pt x="2705290" y="791229"/>
                  <a:pt x="2702229" y="792575"/>
                  <a:pt x="2701143" y="792784"/>
                </a:cubicBezTo>
                <a:close/>
                <a:moveTo>
                  <a:pt x="2719527" y="988929"/>
                </a:moveTo>
                <a:cubicBezTo>
                  <a:pt x="2720828" y="988929"/>
                  <a:pt x="2721705" y="988028"/>
                  <a:pt x="2723026" y="988028"/>
                </a:cubicBezTo>
                <a:cubicBezTo>
                  <a:pt x="2724334" y="988028"/>
                  <a:pt x="2725426" y="987374"/>
                  <a:pt x="2726563" y="987190"/>
                </a:cubicBezTo>
                <a:cubicBezTo>
                  <a:pt x="2727617" y="986936"/>
                  <a:pt x="2728937" y="986739"/>
                  <a:pt x="2730042" y="986294"/>
                </a:cubicBezTo>
                <a:lnTo>
                  <a:pt x="2733548" y="984516"/>
                </a:lnTo>
                <a:cubicBezTo>
                  <a:pt x="2734862" y="983868"/>
                  <a:pt x="2733751" y="981043"/>
                  <a:pt x="2735268" y="981043"/>
                </a:cubicBezTo>
                <a:cubicBezTo>
                  <a:pt x="2736615" y="981043"/>
                  <a:pt x="2737484" y="981881"/>
                  <a:pt x="2738805" y="981881"/>
                </a:cubicBezTo>
                <a:cubicBezTo>
                  <a:pt x="2740298" y="981881"/>
                  <a:pt x="2741002" y="983672"/>
                  <a:pt x="2742514" y="983672"/>
                </a:cubicBezTo>
                <a:lnTo>
                  <a:pt x="2752820" y="983672"/>
                </a:lnTo>
                <a:cubicBezTo>
                  <a:pt x="2752820" y="979931"/>
                  <a:pt x="2753004" y="977963"/>
                  <a:pt x="2753671" y="974236"/>
                </a:cubicBezTo>
                <a:cubicBezTo>
                  <a:pt x="2756300" y="974470"/>
                  <a:pt x="2758046" y="974902"/>
                  <a:pt x="2760675" y="974902"/>
                </a:cubicBezTo>
                <a:cubicBezTo>
                  <a:pt x="2762021" y="974902"/>
                  <a:pt x="2762637" y="974013"/>
                  <a:pt x="2763970" y="974013"/>
                </a:cubicBezTo>
                <a:cubicBezTo>
                  <a:pt x="2765501" y="974013"/>
                  <a:pt x="2766136" y="974902"/>
                  <a:pt x="2767685" y="974902"/>
                </a:cubicBezTo>
                <a:cubicBezTo>
                  <a:pt x="2770314" y="974902"/>
                  <a:pt x="2772048" y="975118"/>
                  <a:pt x="2774689" y="974902"/>
                </a:cubicBezTo>
                <a:cubicBezTo>
                  <a:pt x="2775991" y="974902"/>
                  <a:pt x="2777089" y="975334"/>
                  <a:pt x="2778207" y="974902"/>
                </a:cubicBezTo>
                <a:cubicBezTo>
                  <a:pt x="2779712" y="974236"/>
                  <a:pt x="2780379" y="973188"/>
                  <a:pt x="2781693" y="972273"/>
                </a:cubicBezTo>
                <a:cubicBezTo>
                  <a:pt x="2782995" y="971384"/>
                  <a:pt x="2782563" y="968775"/>
                  <a:pt x="2784328" y="968775"/>
                </a:cubicBezTo>
                <a:cubicBezTo>
                  <a:pt x="2786303" y="968775"/>
                  <a:pt x="2787834" y="969194"/>
                  <a:pt x="2789586" y="969657"/>
                </a:cubicBezTo>
                <a:cubicBezTo>
                  <a:pt x="2793288" y="970972"/>
                  <a:pt x="2794400" y="974902"/>
                  <a:pt x="2798317" y="974902"/>
                </a:cubicBezTo>
                <a:lnTo>
                  <a:pt x="2800089" y="974902"/>
                </a:lnTo>
                <a:cubicBezTo>
                  <a:pt x="2801397" y="974902"/>
                  <a:pt x="2802248" y="974013"/>
                  <a:pt x="2803582" y="974013"/>
                </a:cubicBezTo>
                <a:cubicBezTo>
                  <a:pt x="2806223" y="973804"/>
                  <a:pt x="2807957" y="974236"/>
                  <a:pt x="2810579" y="974013"/>
                </a:cubicBezTo>
                <a:cubicBezTo>
                  <a:pt x="2811900" y="974013"/>
                  <a:pt x="2812999" y="974470"/>
                  <a:pt x="2814104" y="974013"/>
                </a:cubicBezTo>
                <a:cubicBezTo>
                  <a:pt x="2815609" y="973347"/>
                  <a:pt x="2816250" y="972273"/>
                  <a:pt x="2817583" y="971384"/>
                </a:cubicBezTo>
                <a:cubicBezTo>
                  <a:pt x="2818669" y="970737"/>
                  <a:pt x="2818060" y="968559"/>
                  <a:pt x="2819342" y="967873"/>
                </a:cubicBezTo>
                <a:cubicBezTo>
                  <a:pt x="2820441" y="967441"/>
                  <a:pt x="2821730" y="968120"/>
                  <a:pt x="2822841" y="967873"/>
                </a:cubicBezTo>
                <a:cubicBezTo>
                  <a:pt x="2823959" y="967695"/>
                  <a:pt x="2825038" y="967873"/>
                  <a:pt x="2826334" y="967873"/>
                </a:cubicBezTo>
                <a:cubicBezTo>
                  <a:pt x="2827877" y="967873"/>
                  <a:pt x="2828544" y="966565"/>
                  <a:pt x="2829864" y="966133"/>
                </a:cubicBezTo>
                <a:lnTo>
                  <a:pt x="2830734" y="962628"/>
                </a:lnTo>
                <a:cubicBezTo>
                  <a:pt x="2829864" y="961345"/>
                  <a:pt x="2828759" y="960481"/>
                  <a:pt x="2828093" y="959116"/>
                </a:cubicBezTo>
                <a:cubicBezTo>
                  <a:pt x="2827223" y="957395"/>
                  <a:pt x="2825451" y="956049"/>
                  <a:pt x="2825451" y="953890"/>
                </a:cubicBezTo>
                <a:lnTo>
                  <a:pt x="2825451" y="952144"/>
                </a:lnTo>
                <a:cubicBezTo>
                  <a:pt x="2825451" y="950823"/>
                  <a:pt x="2825451" y="949293"/>
                  <a:pt x="2826334" y="948639"/>
                </a:cubicBezTo>
                <a:cubicBezTo>
                  <a:pt x="2827223" y="947972"/>
                  <a:pt x="2828759" y="948213"/>
                  <a:pt x="2829864" y="947775"/>
                </a:cubicBezTo>
                <a:cubicBezTo>
                  <a:pt x="2830944" y="947318"/>
                  <a:pt x="2832480" y="948410"/>
                  <a:pt x="2833344" y="947775"/>
                </a:cubicBezTo>
                <a:cubicBezTo>
                  <a:pt x="2834252" y="947077"/>
                  <a:pt x="2833801" y="945362"/>
                  <a:pt x="2834252" y="944283"/>
                </a:cubicBezTo>
                <a:cubicBezTo>
                  <a:pt x="2834665" y="943152"/>
                  <a:pt x="2834906" y="941851"/>
                  <a:pt x="2835097" y="940758"/>
                </a:cubicBezTo>
                <a:lnTo>
                  <a:pt x="2842107" y="940758"/>
                </a:lnTo>
                <a:lnTo>
                  <a:pt x="2842107" y="933767"/>
                </a:lnTo>
                <a:cubicBezTo>
                  <a:pt x="2840786" y="932865"/>
                  <a:pt x="2839694" y="932446"/>
                  <a:pt x="2838589" y="931144"/>
                </a:cubicBezTo>
                <a:cubicBezTo>
                  <a:pt x="2837548" y="929817"/>
                  <a:pt x="2836640" y="928496"/>
                  <a:pt x="2835986" y="926731"/>
                </a:cubicBezTo>
                <a:cubicBezTo>
                  <a:pt x="2835516" y="925664"/>
                  <a:pt x="2836640" y="924109"/>
                  <a:pt x="2835986" y="923245"/>
                </a:cubicBezTo>
                <a:cubicBezTo>
                  <a:pt x="2835332" y="922140"/>
                  <a:pt x="2833611" y="922381"/>
                  <a:pt x="2832480" y="921499"/>
                </a:cubicBezTo>
                <a:cubicBezTo>
                  <a:pt x="2831388" y="920648"/>
                  <a:pt x="2830277" y="919740"/>
                  <a:pt x="2828975" y="918876"/>
                </a:cubicBezTo>
                <a:lnTo>
                  <a:pt x="2825451" y="919740"/>
                </a:lnTo>
                <a:cubicBezTo>
                  <a:pt x="2825267" y="921061"/>
                  <a:pt x="2826785" y="922381"/>
                  <a:pt x="2826334" y="923245"/>
                </a:cubicBezTo>
                <a:cubicBezTo>
                  <a:pt x="2825451" y="924559"/>
                  <a:pt x="2823705" y="924559"/>
                  <a:pt x="2822841" y="925880"/>
                </a:cubicBezTo>
                <a:cubicBezTo>
                  <a:pt x="2821971" y="927176"/>
                  <a:pt x="2821108" y="928274"/>
                  <a:pt x="2820212" y="929354"/>
                </a:cubicBezTo>
                <a:cubicBezTo>
                  <a:pt x="2819146" y="928928"/>
                  <a:pt x="2817387" y="929354"/>
                  <a:pt x="2816720" y="928496"/>
                </a:cubicBezTo>
                <a:cubicBezTo>
                  <a:pt x="2815837" y="927176"/>
                  <a:pt x="2814745" y="926528"/>
                  <a:pt x="2814104" y="924998"/>
                </a:cubicBezTo>
                <a:cubicBezTo>
                  <a:pt x="2813665" y="923905"/>
                  <a:pt x="2814104" y="922807"/>
                  <a:pt x="2814104" y="921499"/>
                </a:cubicBezTo>
                <a:cubicBezTo>
                  <a:pt x="2813850" y="918876"/>
                  <a:pt x="2814300" y="917130"/>
                  <a:pt x="2814104" y="914501"/>
                </a:cubicBezTo>
                <a:cubicBezTo>
                  <a:pt x="2814104" y="912501"/>
                  <a:pt x="2813437" y="911212"/>
                  <a:pt x="2813208" y="909250"/>
                </a:cubicBezTo>
                <a:lnTo>
                  <a:pt x="2802712" y="909250"/>
                </a:lnTo>
                <a:cubicBezTo>
                  <a:pt x="2803131" y="905516"/>
                  <a:pt x="2804261" y="903096"/>
                  <a:pt x="2803582" y="899610"/>
                </a:cubicBezTo>
                <a:cubicBezTo>
                  <a:pt x="2803582" y="898544"/>
                  <a:pt x="2804039" y="897197"/>
                  <a:pt x="2803582" y="896118"/>
                </a:cubicBezTo>
                <a:cubicBezTo>
                  <a:pt x="2802489" y="893260"/>
                  <a:pt x="2800089" y="891711"/>
                  <a:pt x="2797460" y="889952"/>
                </a:cubicBezTo>
                <a:cubicBezTo>
                  <a:pt x="2796355" y="889336"/>
                  <a:pt x="2795047" y="890631"/>
                  <a:pt x="2793955" y="889952"/>
                </a:cubicBezTo>
                <a:cubicBezTo>
                  <a:pt x="2792647" y="889336"/>
                  <a:pt x="2793288" y="887342"/>
                  <a:pt x="2792241" y="886466"/>
                </a:cubicBezTo>
                <a:cubicBezTo>
                  <a:pt x="2791326" y="885837"/>
                  <a:pt x="2789110" y="886466"/>
                  <a:pt x="2788704" y="885596"/>
                </a:cubicBezTo>
                <a:cubicBezTo>
                  <a:pt x="2788278" y="884720"/>
                  <a:pt x="2789110" y="883189"/>
                  <a:pt x="2788704" y="882078"/>
                </a:cubicBezTo>
                <a:cubicBezTo>
                  <a:pt x="2788050" y="880567"/>
                  <a:pt x="2786913" y="879900"/>
                  <a:pt x="2786075" y="878579"/>
                </a:cubicBezTo>
                <a:cubicBezTo>
                  <a:pt x="2784970" y="877068"/>
                  <a:pt x="2782341" y="877481"/>
                  <a:pt x="2781693" y="875944"/>
                </a:cubicBezTo>
                <a:cubicBezTo>
                  <a:pt x="2781249" y="874871"/>
                  <a:pt x="2782144" y="873518"/>
                  <a:pt x="2781693" y="872470"/>
                </a:cubicBezTo>
                <a:cubicBezTo>
                  <a:pt x="2781020" y="870934"/>
                  <a:pt x="2779712" y="870508"/>
                  <a:pt x="2779083" y="868972"/>
                </a:cubicBezTo>
                <a:cubicBezTo>
                  <a:pt x="2778391" y="867644"/>
                  <a:pt x="2777985" y="866540"/>
                  <a:pt x="2777312" y="865441"/>
                </a:cubicBezTo>
                <a:cubicBezTo>
                  <a:pt x="2776429" y="863936"/>
                  <a:pt x="2775584" y="862812"/>
                  <a:pt x="2773787" y="861948"/>
                </a:cubicBezTo>
                <a:cubicBezTo>
                  <a:pt x="2772498" y="861307"/>
                  <a:pt x="2771844" y="860202"/>
                  <a:pt x="2770314" y="860202"/>
                </a:cubicBezTo>
                <a:cubicBezTo>
                  <a:pt x="2767685" y="859986"/>
                  <a:pt x="2765964" y="860418"/>
                  <a:pt x="2763316" y="860202"/>
                </a:cubicBezTo>
                <a:cubicBezTo>
                  <a:pt x="2760675" y="859986"/>
                  <a:pt x="2758484" y="859339"/>
                  <a:pt x="2756300" y="858475"/>
                </a:cubicBezTo>
                <a:cubicBezTo>
                  <a:pt x="2754750" y="857783"/>
                  <a:pt x="2754979" y="856049"/>
                  <a:pt x="2753671" y="854957"/>
                </a:cubicBezTo>
                <a:cubicBezTo>
                  <a:pt x="2754325" y="853827"/>
                  <a:pt x="2754750" y="852557"/>
                  <a:pt x="2755449" y="851458"/>
                </a:cubicBezTo>
                <a:cubicBezTo>
                  <a:pt x="2756300" y="850106"/>
                  <a:pt x="2757817" y="850106"/>
                  <a:pt x="2758928" y="848817"/>
                </a:cubicBezTo>
                <a:cubicBezTo>
                  <a:pt x="2759595" y="847953"/>
                  <a:pt x="2758725" y="845959"/>
                  <a:pt x="2759773" y="845318"/>
                </a:cubicBezTo>
                <a:cubicBezTo>
                  <a:pt x="2760897" y="844670"/>
                  <a:pt x="2762230" y="845534"/>
                  <a:pt x="2763316" y="845318"/>
                </a:cubicBezTo>
                <a:cubicBezTo>
                  <a:pt x="2764389" y="845108"/>
                  <a:pt x="2765501" y="844670"/>
                  <a:pt x="2766822" y="844454"/>
                </a:cubicBezTo>
                <a:lnTo>
                  <a:pt x="2766822" y="840955"/>
                </a:lnTo>
                <a:cubicBezTo>
                  <a:pt x="2766822" y="839863"/>
                  <a:pt x="2766377" y="838542"/>
                  <a:pt x="2766822" y="837438"/>
                </a:cubicBezTo>
                <a:cubicBezTo>
                  <a:pt x="2767469" y="835920"/>
                  <a:pt x="2768549" y="835234"/>
                  <a:pt x="2769463" y="833932"/>
                </a:cubicBezTo>
                <a:cubicBezTo>
                  <a:pt x="2770314" y="832827"/>
                  <a:pt x="2771844" y="833050"/>
                  <a:pt x="2772943" y="832186"/>
                </a:cubicBezTo>
                <a:cubicBezTo>
                  <a:pt x="2774029" y="831297"/>
                  <a:pt x="2774689" y="830433"/>
                  <a:pt x="2774689" y="828897"/>
                </a:cubicBezTo>
                <a:lnTo>
                  <a:pt x="2774689" y="814679"/>
                </a:lnTo>
                <a:lnTo>
                  <a:pt x="2740552" y="814679"/>
                </a:lnTo>
                <a:cubicBezTo>
                  <a:pt x="2741193" y="813600"/>
                  <a:pt x="2741644" y="812266"/>
                  <a:pt x="2742279" y="811180"/>
                </a:cubicBezTo>
                <a:cubicBezTo>
                  <a:pt x="2743149" y="809878"/>
                  <a:pt x="2745155" y="810050"/>
                  <a:pt x="2745790" y="808539"/>
                </a:cubicBezTo>
                <a:cubicBezTo>
                  <a:pt x="2746222" y="807434"/>
                  <a:pt x="2745606" y="806145"/>
                  <a:pt x="2745790" y="805033"/>
                </a:cubicBezTo>
                <a:cubicBezTo>
                  <a:pt x="2746019" y="803929"/>
                  <a:pt x="2745352" y="802620"/>
                  <a:pt x="2745790" y="801535"/>
                </a:cubicBezTo>
                <a:cubicBezTo>
                  <a:pt x="2746457" y="800004"/>
                  <a:pt x="2748419" y="800004"/>
                  <a:pt x="2749296" y="798912"/>
                </a:cubicBezTo>
                <a:cubicBezTo>
                  <a:pt x="2750178" y="797833"/>
                  <a:pt x="2750826" y="796289"/>
                  <a:pt x="2751937" y="795401"/>
                </a:cubicBezTo>
                <a:cubicBezTo>
                  <a:pt x="2753004" y="794575"/>
                  <a:pt x="2754325" y="794321"/>
                  <a:pt x="2755449" y="793654"/>
                </a:cubicBezTo>
                <a:cubicBezTo>
                  <a:pt x="2754115" y="792340"/>
                  <a:pt x="2753671" y="790797"/>
                  <a:pt x="2751937" y="790155"/>
                </a:cubicBezTo>
                <a:cubicBezTo>
                  <a:pt x="2749950" y="789508"/>
                  <a:pt x="2748641" y="790155"/>
                  <a:pt x="2746457" y="790155"/>
                </a:cubicBezTo>
                <a:lnTo>
                  <a:pt x="2741434" y="790155"/>
                </a:lnTo>
                <a:cubicBezTo>
                  <a:pt x="2740113" y="790155"/>
                  <a:pt x="2739218" y="791013"/>
                  <a:pt x="2737910" y="791013"/>
                </a:cubicBezTo>
                <a:cubicBezTo>
                  <a:pt x="2732455" y="791483"/>
                  <a:pt x="2729388" y="791013"/>
                  <a:pt x="2723896" y="790371"/>
                </a:cubicBezTo>
                <a:cubicBezTo>
                  <a:pt x="2723896" y="793007"/>
                  <a:pt x="2724137" y="794575"/>
                  <a:pt x="2723896" y="797153"/>
                </a:cubicBezTo>
                <a:cubicBezTo>
                  <a:pt x="2723896" y="798468"/>
                  <a:pt x="2723483" y="799572"/>
                  <a:pt x="2723026" y="800658"/>
                </a:cubicBezTo>
                <a:cubicBezTo>
                  <a:pt x="2722175" y="802436"/>
                  <a:pt x="2719952" y="803065"/>
                  <a:pt x="2719952" y="805033"/>
                </a:cubicBezTo>
                <a:cubicBezTo>
                  <a:pt x="2719952" y="805707"/>
                  <a:pt x="2719527" y="806145"/>
                  <a:pt x="2719527" y="806786"/>
                </a:cubicBezTo>
                <a:cubicBezTo>
                  <a:pt x="2719304" y="809396"/>
                  <a:pt x="2720403" y="811180"/>
                  <a:pt x="2720403" y="813809"/>
                </a:cubicBezTo>
                <a:cubicBezTo>
                  <a:pt x="2720403" y="815124"/>
                  <a:pt x="2719952" y="815994"/>
                  <a:pt x="2719952" y="817308"/>
                </a:cubicBezTo>
                <a:cubicBezTo>
                  <a:pt x="2716904" y="817498"/>
                  <a:pt x="2714948" y="818191"/>
                  <a:pt x="2711850" y="818191"/>
                </a:cubicBezTo>
                <a:cubicBezTo>
                  <a:pt x="2710357" y="818191"/>
                  <a:pt x="2709456" y="817956"/>
                  <a:pt x="2708135" y="817308"/>
                </a:cubicBezTo>
                <a:cubicBezTo>
                  <a:pt x="2706370" y="816425"/>
                  <a:pt x="2705950" y="813809"/>
                  <a:pt x="2703760" y="813809"/>
                </a:cubicBezTo>
                <a:cubicBezTo>
                  <a:pt x="2701556" y="813809"/>
                  <a:pt x="2699391" y="814679"/>
                  <a:pt x="2698508" y="816425"/>
                </a:cubicBezTo>
                <a:cubicBezTo>
                  <a:pt x="2698083" y="817498"/>
                  <a:pt x="2698508" y="818610"/>
                  <a:pt x="2698508" y="819911"/>
                </a:cubicBezTo>
                <a:cubicBezTo>
                  <a:pt x="2698508" y="822559"/>
                  <a:pt x="2697860" y="824972"/>
                  <a:pt x="2699391" y="826916"/>
                </a:cubicBezTo>
                <a:cubicBezTo>
                  <a:pt x="2700267" y="827995"/>
                  <a:pt x="2701556" y="827995"/>
                  <a:pt x="2702909" y="828694"/>
                </a:cubicBezTo>
                <a:cubicBezTo>
                  <a:pt x="2705068" y="829786"/>
                  <a:pt x="2707493" y="830002"/>
                  <a:pt x="2709881" y="830433"/>
                </a:cubicBezTo>
                <a:cubicBezTo>
                  <a:pt x="2709456" y="831761"/>
                  <a:pt x="2708389" y="832624"/>
                  <a:pt x="2708135" y="833932"/>
                </a:cubicBezTo>
                <a:lnTo>
                  <a:pt x="2708135" y="837438"/>
                </a:lnTo>
                <a:cubicBezTo>
                  <a:pt x="2708135" y="838752"/>
                  <a:pt x="2707284" y="839616"/>
                  <a:pt x="2707284" y="840955"/>
                </a:cubicBezTo>
                <a:cubicBezTo>
                  <a:pt x="2707284" y="842467"/>
                  <a:pt x="2709011" y="842905"/>
                  <a:pt x="2709011" y="844454"/>
                </a:cubicBezTo>
                <a:cubicBezTo>
                  <a:pt x="2709011" y="845959"/>
                  <a:pt x="2708135" y="846855"/>
                  <a:pt x="2707284" y="847953"/>
                </a:cubicBezTo>
                <a:cubicBezTo>
                  <a:pt x="2706624" y="848817"/>
                  <a:pt x="2704877" y="848379"/>
                  <a:pt x="2703760" y="848817"/>
                </a:cubicBezTo>
                <a:cubicBezTo>
                  <a:pt x="2702655" y="849242"/>
                  <a:pt x="2701359" y="849242"/>
                  <a:pt x="2700267" y="849680"/>
                </a:cubicBezTo>
                <a:cubicBezTo>
                  <a:pt x="2698508" y="850379"/>
                  <a:pt x="2696768" y="851230"/>
                  <a:pt x="2696768" y="853198"/>
                </a:cubicBezTo>
                <a:cubicBezTo>
                  <a:pt x="2696768" y="855167"/>
                  <a:pt x="2697429" y="856481"/>
                  <a:pt x="2697626" y="858475"/>
                </a:cubicBezTo>
                <a:lnTo>
                  <a:pt x="2704642" y="858475"/>
                </a:lnTo>
                <a:cubicBezTo>
                  <a:pt x="2705950" y="858240"/>
                  <a:pt x="2706624" y="856697"/>
                  <a:pt x="2708135" y="856697"/>
                </a:cubicBezTo>
                <a:cubicBezTo>
                  <a:pt x="2709456" y="856697"/>
                  <a:pt x="2710776" y="857135"/>
                  <a:pt x="2711653" y="857580"/>
                </a:cubicBezTo>
                <a:cubicBezTo>
                  <a:pt x="2712535" y="857999"/>
                  <a:pt x="2710986" y="859986"/>
                  <a:pt x="2711653" y="861066"/>
                </a:cubicBezTo>
                <a:cubicBezTo>
                  <a:pt x="2712535" y="862406"/>
                  <a:pt x="2714294" y="862406"/>
                  <a:pt x="2715177" y="863695"/>
                </a:cubicBezTo>
                <a:lnTo>
                  <a:pt x="2722175" y="863695"/>
                </a:lnTo>
                <a:cubicBezTo>
                  <a:pt x="2722352" y="862406"/>
                  <a:pt x="2721933" y="861498"/>
                  <a:pt x="2722175" y="860202"/>
                </a:cubicBezTo>
                <a:cubicBezTo>
                  <a:pt x="2722352" y="858666"/>
                  <a:pt x="2723483" y="857999"/>
                  <a:pt x="2723896" y="856697"/>
                </a:cubicBezTo>
                <a:lnTo>
                  <a:pt x="2727420" y="859339"/>
                </a:lnTo>
                <a:cubicBezTo>
                  <a:pt x="2727420" y="860634"/>
                  <a:pt x="2726563" y="861498"/>
                  <a:pt x="2726563" y="862812"/>
                </a:cubicBezTo>
                <a:cubicBezTo>
                  <a:pt x="2726747" y="866095"/>
                  <a:pt x="2730042" y="867435"/>
                  <a:pt x="2730042" y="870692"/>
                </a:cubicBezTo>
                <a:cubicBezTo>
                  <a:pt x="2730042" y="872007"/>
                  <a:pt x="2729610" y="873334"/>
                  <a:pt x="2729179" y="874210"/>
                </a:cubicBezTo>
                <a:cubicBezTo>
                  <a:pt x="2728709" y="875080"/>
                  <a:pt x="2726747" y="874439"/>
                  <a:pt x="2725667" y="875080"/>
                </a:cubicBezTo>
                <a:cubicBezTo>
                  <a:pt x="2724556" y="875753"/>
                  <a:pt x="2723483" y="876401"/>
                  <a:pt x="2722175" y="876833"/>
                </a:cubicBezTo>
                <a:cubicBezTo>
                  <a:pt x="2722352" y="877931"/>
                  <a:pt x="2721933" y="879246"/>
                  <a:pt x="2722175" y="880332"/>
                </a:cubicBezTo>
                <a:cubicBezTo>
                  <a:pt x="2722587" y="881894"/>
                  <a:pt x="2724137" y="882313"/>
                  <a:pt x="2724765" y="883831"/>
                </a:cubicBezTo>
                <a:lnTo>
                  <a:pt x="2742279" y="883831"/>
                </a:lnTo>
                <a:lnTo>
                  <a:pt x="2744057" y="880332"/>
                </a:lnTo>
                <a:cubicBezTo>
                  <a:pt x="2745155" y="881221"/>
                  <a:pt x="2746882" y="880973"/>
                  <a:pt x="2747556" y="882078"/>
                </a:cubicBezTo>
                <a:cubicBezTo>
                  <a:pt x="2748203" y="883189"/>
                  <a:pt x="2748641" y="884275"/>
                  <a:pt x="2749296" y="885596"/>
                </a:cubicBezTo>
                <a:cubicBezTo>
                  <a:pt x="2749950" y="887139"/>
                  <a:pt x="2751937" y="887342"/>
                  <a:pt x="2751937" y="889088"/>
                </a:cubicBezTo>
                <a:cubicBezTo>
                  <a:pt x="2751937" y="891285"/>
                  <a:pt x="2750178" y="892168"/>
                  <a:pt x="2750178" y="894365"/>
                </a:cubicBezTo>
                <a:cubicBezTo>
                  <a:pt x="2750178" y="896543"/>
                  <a:pt x="2750407" y="898055"/>
                  <a:pt x="2751937" y="899610"/>
                </a:cubicBezTo>
                <a:cubicBezTo>
                  <a:pt x="2753887" y="901585"/>
                  <a:pt x="2756300" y="901795"/>
                  <a:pt x="2758928" y="903096"/>
                </a:cubicBezTo>
                <a:lnTo>
                  <a:pt x="2757163" y="910132"/>
                </a:lnTo>
                <a:cubicBezTo>
                  <a:pt x="2758255" y="912723"/>
                  <a:pt x="2759773" y="914279"/>
                  <a:pt x="2759773" y="917130"/>
                </a:cubicBezTo>
                <a:cubicBezTo>
                  <a:pt x="2759773" y="918876"/>
                  <a:pt x="2758046" y="919530"/>
                  <a:pt x="2757163" y="920648"/>
                </a:cubicBezTo>
                <a:cubicBezTo>
                  <a:pt x="2756071" y="921956"/>
                  <a:pt x="2753887" y="920648"/>
                  <a:pt x="2751937" y="920648"/>
                </a:cubicBezTo>
                <a:cubicBezTo>
                  <a:pt x="2749950" y="920648"/>
                  <a:pt x="2748419" y="920819"/>
                  <a:pt x="2746654" y="920648"/>
                </a:cubicBezTo>
                <a:cubicBezTo>
                  <a:pt x="2745155" y="920394"/>
                  <a:pt x="2744685" y="918432"/>
                  <a:pt x="2743149" y="917987"/>
                </a:cubicBezTo>
                <a:cubicBezTo>
                  <a:pt x="2741434" y="917568"/>
                  <a:pt x="2739872" y="917987"/>
                  <a:pt x="2737910" y="917987"/>
                </a:cubicBezTo>
                <a:lnTo>
                  <a:pt x="2736183" y="917987"/>
                </a:lnTo>
                <a:cubicBezTo>
                  <a:pt x="2735072" y="917987"/>
                  <a:pt x="2733548" y="917568"/>
                  <a:pt x="2732671" y="917987"/>
                </a:cubicBezTo>
                <a:cubicBezTo>
                  <a:pt x="2731338" y="918876"/>
                  <a:pt x="2731128" y="920394"/>
                  <a:pt x="2730042" y="921499"/>
                </a:cubicBezTo>
                <a:cubicBezTo>
                  <a:pt x="2729179" y="922381"/>
                  <a:pt x="2730042" y="924559"/>
                  <a:pt x="2729179" y="924998"/>
                </a:cubicBezTo>
                <a:cubicBezTo>
                  <a:pt x="2728309" y="925423"/>
                  <a:pt x="2726747" y="924769"/>
                  <a:pt x="2725667" y="924998"/>
                </a:cubicBezTo>
                <a:cubicBezTo>
                  <a:pt x="2724556" y="925201"/>
                  <a:pt x="2723483" y="924998"/>
                  <a:pt x="2722175" y="924998"/>
                </a:cubicBezTo>
                <a:lnTo>
                  <a:pt x="2721254" y="928496"/>
                </a:lnTo>
                <a:cubicBezTo>
                  <a:pt x="2722829" y="928928"/>
                  <a:pt x="2723026" y="931144"/>
                  <a:pt x="2724765" y="931144"/>
                </a:cubicBezTo>
                <a:cubicBezTo>
                  <a:pt x="2728309" y="931144"/>
                  <a:pt x="2730246" y="929354"/>
                  <a:pt x="2733751" y="929354"/>
                </a:cubicBezTo>
                <a:cubicBezTo>
                  <a:pt x="2735719" y="929354"/>
                  <a:pt x="2736818" y="930033"/>
                  <a:pt x="2738805" y="930268"/>
                </a:cubicBezTo>
                <a:cubicBezTo>
                  <a:pt x="2738805" y="931557"/>
                  <a:pt x="2739218" y="932656"/>
                  <a:pt x="2738805" y="933767"/>
                </a:cubicBezTo>
                <a:cubicBezTo>
                  <a:pt x="2738361" y="934834"/>
                  <a:pt x="2738564" y="936396"/>
                  <a:pt x="2737910" y="937253"/>
                </a:cubicBezTo>
                <a:cubicBezTo>
                  <a:pt x="2737250" y="938117"/>
                  <a:pt x="2735268" y="936809"/>
                  <a:pt x="2734398" y="937253"/>
                </a:cubicBezTo>
                <a:cubicBezTo>
                  <a:pt x="2733097" y="938117"/>
                  <a:pt x="2732220" y="939012"/>
                  <a:pt x="2730906" y="939863"/>
                </a:cubicBezTo>
                <a:cubicBezTo>
                  <a:pt x="2729801" y="940555"/>
                  <a:pt x="2730246" y="942733"/>
                  <a:pt x="2729179" y="943387"/>
                </a:cubicBezTo>
                <a:cubicBezTo>
                  <a:pt x="2726975" y="944689"/>
                  <a:pt x="2724765" y="944067"/>
                  <a:pt x="2722175" y="944283"/>
                </a:cubicBezTo>
                <a:lnTo>
                  <a:pt x="2721254" y="947775"/>
                </a:lnTo>
                <a:cubicBezTo>
                  <a:pt x="2721508" y="948861"/>
                  <a:pt x="2721933" y="950156"/>
                  <a:pt x="2722175" y="951242"/>
                </a:cubicBezTo>
                <a:cubicBezTo>
                  <a:pt x="2722587" y="952563"/>
                  <a:pt x="2723483" y="953465"/>
                  <a:pt x="2723896" y="954754"/>
                </a:cubicBezTo>
                <a:cubicBezTo>
                  <a:pt x="2725242" y="954544"/>
                  <a:pt x="2726099" y="954970"/>
                  <a:pt x="2727420" y="954754"/>
                </a:cubicBezTo>
                <a:cubicBezTo>
                  <a:pt x="2728937" y="954544"/>
                  <a:pt x="2729610" y="953465"/>
                  <a:pt x="2730906" y="953007"/>
                </a:cubicBezTo>
                <a:cubicBezTo>
                  <a:pt x="2732900" y="952366"/>
                  <a:pt x="2733948" y="951242"/>
                  <a:pt x="2736183" y="951242"/>
                </a:cubicBezTo>
                <a:cubicBezTo>
                  <a:pt x="2739872" y="951242"/>
                  <a:pt x="2741434" y="953890"/>
                  <a:pt x="2744927" y="954754"/>
                </a:cubicBezTo>
                <a:cubicBezTo>
                  <a:pt x="2746019" y="954970"/>
                  <a:pt x="2747098" y="954754"/>
                  <a:pt x="2748419" y="954754"/>
                </a:cubicBezTo>
                <a:cubicBezTo>
                  <a:pt x="2751042" y="954970"/>
                  <a:pt x="2753004" y="954316"/>
                  <a:pt x="2755449" y="954754"/>
                </a:cubicBezTo>
                <a:cubicBezTo>
                  <a:pt x="2756515" y="954754"/>
                  <a:pt x="2757817" y="954544"/>
                  <a:pt x="2758928" y="954754"/>
                </a:cubicBezTo>
                <a:cubicBezTo>
                  <a:pt x="2760237" y="954970"/>
                  <a:pt x="2759773" y="957395"/>
                  <a:pt x="2760675" y="958272"/>
                </a:cubicBezTo>
                <a:cubicBezTo>
                  <a:pt x="2759367" y="959345"/>
                  <a:pt x="2759595" y="961104"/>
                  <a:pt x="2758046" y="961802"/>
                </a:cubicBezTo>
                <a:cubicBezTo>
                  <a:pt x="2756966" y="962202"/>
                  <a:pt x="2755646" y="962412"/>
                  <a:pt x="2754553" y="962628"/>
                </a:cubicBezTo>
                <a:cubicBezTo>
                  <a:pt x="2751696" y="963517"/>
                  <a:pt x="2749734" y="963275"/>
                  <a:pt x="2746654" y="963517"/>
                </a:cubicBezTo>
                <a:cubicBezTo>
                  <a:pt x="2745352" y="963517"/>
                  <a:pt x="2744254" y="963275"/>
                  <a:pt x="2743149" y="963517"/>
                </a:cubicBezTo>
                <a:cubicBezTo>
                  <a:pt x="2741841" y="963949"/>
                  <a:pt x="2741002" y="964596"/>
                  <a:pt x="2739707" y="965269"/>
                </a:cubicBezTo>
                <a:cubicBezTo>
                  <a:pt x="2738361" y="965911"/>
                  <a:pt x="2739218" y="968120"/>
                  <a:pt x="2737910" y="968775"/>
                </a:cubicBezTo>
                <a:cubicBezTo>
                  <a:pt x="2736818" y="969194"/>
                  <a:pt x="2735522" y="968559"/>
                  <a:pt x="2734398" y="968775"/>
                </a:cubicBezTo>
                <a:cubicBezTo>
                  <a:pt x="2731998" y="969422"/>
                  <a:pt x="2729801" y="970114"/>
                  <a:pt x="2727420" y="970527"/>
                </a:cubicBezTo>
                <a:cubicBezTo>
                  <a:pt x="2727420" y="973188"/>
                  <a:pt x="2728067" y="975118"/>
                  <a:pt x="2727420" y="977518"/>
                </a:cubicBezTo>
                <a:cubicBezTo>
                  <a:pt x="2727178" y="978623"/>
                  <a:pt x="2726975" y="980147"/>
                  <a:pt x="2726563" y="981043"/>
                </a:cubicBezTo>
                <a:cubicBezTo>
                  <a:pt x="2725870" y="982148"/>
                  <a:pt x="2724137" y="982148"/>
                  <a:pt x="2723026" y="982789"/>
                </a:cubicBezTo>
                <a:cubicBezTo>
                  <a:pt x="2721705" y="983672"/>
                  <a:pt x="2721057" y="984751"/>
                  <a:pt x="2719527" y="985392"/>
                </a:cubicBezTo>
                <a:cubicBezTo>
                  <a:pt x="2718415" y="985856"/>
                  <a:pt x="2717107" y="985856"/>
                  <a:pt x="2716015" y="986294"/>
                </a:cubicBezTo>
                <a:cubicBezTo>
                  <a:pt x="2717577" y="986739"/>
                  <a:pt x="2717774" y="988929"/>
                  <a:pt x="2719527" y="988929"/>
                </a:cubicBezTo>
                <a:close/>
                <a:moveTo>
                  <a:pt x="3087268" y="209664"/>
                </a:moveTo>
                <a:cubicBezTo>
                  <a:pt x="3087268" y="210299"/>
                  <a:pt x="3088798" y="210121"/>
                  <a:pt x="3089014" y="210546"/>
                </a:cubicBezTo>
                <a:cubicBezTo>
                  <a:pt x="3088354" y="211861"/>
                  <a:pt x="3088576" y="213804"/>
                  <a:pt x="3087268" y="214045"/>
                </a:cubicBezTo>
                <a:cubicBezTo>
                  <a:pt x="3084423" y="214712"/>
                  <a:pt x="3082455" y="213366"/>
                  <a:pt x="3079375" y="213163"/>
                </a:cubicBezTo>
                <a:lnTo>
                  <a:pt x="3075025" y="213163"/>
                </a:lnTo>
                <a:cubicBezTo>
                  <a:pt x="3073679" y="213163"/>
                  <a:pt x="3072809" y="212286"/>
                  <a:pt x="3071520" y="212286"/>
                </a:cubicBezTo>
                <a:cubicBezTo>
                  <a:pt x="3068878" y="212286"/>
                  <a:pt x="3066903" y="211861"/>
                  <a:pt x="3064503" y="212286"/>
                </a:cubicBezTo>
                <a:cubicBezTo>
                  <a:pt x="3063214" y="212521"/>
                  <a:pt x="3062325" y="213588"/>
                  <a:pt x="3060998" y="214045"/>
                </a:cubicBezTo>
                <a:cubicBezTo>
                  <a:pt x="3059690" y="214452"/>
                  <a:pt x="3058782" y="215588"/>
                  <a:pt x="3057486" y="215785"/>
                </a:cubicBezTo>
                <a:cubicBezTo>
                  <a:pt x="3053314" y="216674"/>
                  <a:pt x="3050489" y="215353"/>
                  <a:pt x="3046114" y="215785"/>
                </a:cubicBezTo>
                <a:cubicBezTo>
                  <a:pt x="3041745" y="216217"/>
                  <a:pt x="3039116" y="216896"/>
                  <a:pt x="3035623" y="219284"/>
                </a:cubicBezTo>
                <a:cubicBezTo>
                  <a:pt x="3034512" y="219938"/>
                  <a:pt x="3034709" y="221494"/>
                  <a:pt x="3034709" y="223024"/>
                </a:cubicBezTo>
                <a:lnTo>
                  <a:pt x="3034709" y="230670"/>
                </a:lnTo>
                <a:cubicBezTo>
                  <a:pt x="3038875" y="229806"/>
                  <a:pt x="3041084" y="228714"/>
                  <a:pt x="3045244" y="228917"/>
                </a:cubicBezTo>
                <a:lnTo>
                  <a:pt x="3048723" y="228917"/>
                </a:lnTo>
                <a:cubicBezTo>
                  <a:pt x="3050057" y="228917"/>
                  <a:pt x="3050914" y="229806"/>
                  <a:pt x="3052235" y="229806"/>
                </a:cubicBezTo>
                <a:cubicBezTo>
                  <a:pt x="3054648" y="230022"/>
                  <a:pt x="3055981" y="230670"/>
                  <a:pt x="3058401" y="230670"/>
                </a:cubicBezTo>
                <a:cubicBezTo>
                  <a:pt x="3061881" y="230670"/>
                  <a:pt x="3064065" y="230231"/>
                  <a:pt x="3067132" y="228917"/>
                </a:cubicBezTo>
                <a:cubicBezTo>
                  <a:pt x="3069755" y="227831"/>
                  <a:pt x="3071520" y="225875"/>
                  <a:pt x="3074104" y="224555"/>
                </a:cubicBezTo>
                <a:cubicBezTo>
                  <a:pt x="3075863" y="223685"/>
                  <a:pt x="3077171" y="221926"/>
                  <a:pt x="3079375" y="221926"/>
                </a:cubicBezTo>
                <a:lnTo>
                  <a:pt x="3081147" y="221926"/>
                </a:lnTo>
                <a:cubicBezTo>
                  <a:pt x="3082455" y="221926"/>
                  <a:pt x="3083528" y="222364"/>
                  <a:pt x="3084626" y="222789"/>
                </a:cubicBezTo>
                <a:cubicBezTo>
                  <a:pt x="3085934" y="223443"/>
                  <a:pt x="3085503" y="225170"/>
                  <a:pt x="3086385" y="226313"/>
                </a:cubicBezTo>
                <a:cubicBezTo>
                  <a:pt x="3085052" y="227152"/>
                  <a:pt x="3085331" y="229381"/>
                  <a:pt x="3083744" y="229806"/>
                </a:cubicBezTo>
                <a:cubicBezTo>
                  <a:pt x="3082677" y="230022"/>
                  <a:pt x="3081343" y="229381"/>
                  <a:pt x="3080264" y="229806"/>
                </a:cubicBezTo>
                <a:cubicBezTo>
                  <a:pt x="3079159" y="230231"/>
                  <a:pt x="3077864" y="230231"/>
                  <a:pt x="3076740" y="230670"/>
                </a:cubicBezTo>
                <a:cubicBezTo>
                  <a:pt x="3075235" y="231127"/>
                  <a:pt x="3075438" y="233311"/>
                  <a:pt x="3074104" y="234168"/>
                </a:cubicBezTo>
                <a:cubicBezTo>
                  <a:pt x="3072383" y="235489"/>
                  <a:pt x="3071069" y="236556"/>
                  <a:pt x="3068878" y="236810"/>
                </a:cubicBezTo>
                <a:cubicBezTo>
                  <a:pt x="3066903" y="237051"/>
                  <a:pt x="3065583" y="235953"/>
                  <a:pt x="3063621" y="235953"/>
                </a:cubicBezTo>
                <a:cubicBezTo>
                  <a:pt x="3058782" y="235699"/>
                  <a:pt x="3056166" y="235699"/>
                  <a:pt x="3051365" y="235953"/>
                </a:cubicBezTo>
                <a:cubicBezTo>
                  <a:pt x="3050057" y="235953"/>
                  <a:pt x="3048952" y="235699"/>
                  <a:pt x="3047847" y="235953"/>
                </a:cubicBezTo>
                <a:cubicBezTo>
                  <a:pt x="3046552" y="236131"/>
                  <a:pt x="3045688" y="237235"/>
                  <a:pt x="3044367" y="237699"/>
                </a:cubicBezTo>
                <a:cubicBezTo>
                  <a:pt x="3043250" y="238118"/>
                  <a:pt x="3041516" y="237699"/>
                  <a:pt x="3040862" y="238556"/>
                </a:cubicBezTo>
                <a:cubicBezTo>
                  <a:pt x="3040195" y="239439"/>
                  <a:pt x="3039992" y="240709"/>
                  <a:pt x="3039992" y="242061"/>
                </a:cubicBezTo>
                <a:cubicBezTo>
                  <a:pt x="3039992" y="243351"/>
                  <a:pt x="3040437" y="244475"/>
                  <a:pt x="3040862" y="245554"/>
                </a:cubicBezTo>
                <a:cubicBezTo>
                  <a:pt x="3042183" y="248399"/>
                  <a:pt x="3044145" y="250583"/>
                  <a:pt x="3046983" y="251694"/>
                </a:cubicBezTo>
                <a:cubicBezTo>
                  <a:pt x="3048088" y="252126"/>
                  <a:pt x="3049181" y="251694"/>
                  <a:pt x="3050489" y="251694"/>
                </a:cubicBezTo>
                <a:cubicBezTo>
                  <a:pt x="3053130" y="251910"/>
                  <a:pt x="3054889" y="251504"/>
                  <a:pt x="3057486" y="251694"/>
                </a:cubicBezTo>
                <a:cubicBezTo>
                  <a:pt x="3058782" y="251694"/>
                  <a:pt x="3059918" y="252355"/>
                  <a:pt x="3060998" y="252552"/>
                </a:cubicBezTo>
                <a:cubicBezTo>
                  <a:pt x="3063849" y="253225"/>
                  <a:pt x="3065583" y="254330"/>
                  <a:pt x="3068002" y="256063"/>
                </a:cubicBezTo>
                <a:cubicBezTo>
                  <a:pt x="3069316" y="256940"/>
                  <a:pt x="3070625" y="257384"/>
                  <a:pt x="3071520" y="258673"/>
                </a:cubicBezTo>
                <a:cubicBezTo>
                  <a:pt x="3072174" y="259784"/>
                  <a:pt x="3072625" y="261086"/>
                  <a:pt x="3073241" y="262223"/>
                </a:cubicBezTo>
                <a:cubicBezTo>
                  <a:pt x="3074104" y="263518"/>
                  <a:pt x="3075025" y="264382"/>
                  <a:pt x="3075863" y="265703"/>
                </a:cubicBezTo>
                <a:cubicBezTo>
                  <a:pt x="3077635" y="268541"/>
                  <a:pt x="3079159" y="270071"/>
                  <a:pt x="3081147" y="272700"/>
                </a:cubicBezTo>
                <a:lnTo>
                  <a:pt x="3084626" y="271811"/>
                </a:lnTo>
                <a:cubicBezTo>
                  <a:pt x="3084842" y="270732"/>
                  <a:pt x="3084182" y="269182"/>
                  <a:pt x="3084626" y="268325"/>
                </a:cubicBezTo>
                <a:cubicBezTo>
                  <a:pt x="3085503" y="267023"/>
                  <a:pt x="3086169" y="265918"/>
                  <a:pt x="3087268" y="264820"/>
                </a:cubicBezTo>
                <a:cubicBezTo>
                  <a:pt x="3088125" y="263956"/>
                  <a:pt x="3089681" y="263740"/>
                  <a:pt x="3090754" y="263074"/>
                </a:cubicBezTo>
                <a:cubicBezTo>
                  <a:pt x="3093148" y="261531"/>
                  <a:pt x="3096253" y="261086"/>
                  <a:pt x="3097771" y="258673"/>
                </a:cubicBezTo>
                <a:cubicBezTo>
                  <a:pt x="3098196" y="257822"/>
                  <a:pt x="3098438" y="256285"/>
                  <a:pt x="3098647" y="255181"/>
                </a:cubicBezTo>
                <a:cubicBezTo>
                  <a:pt x="3099333" y="252355"/>
                  <a:pt x="3098438" y="250405"/>
                  <a:pt x="3098647" y="247307"/>
                </a:cubicBezTo>
                <a:cubicBezTo>
                  <a:pt x="3098647" y="245776"/>
                  <a:pt x="3099962" y="245129"/>
                  <a:pt x="3100387" y="243808"/>
                </a:cubicBezTo>
                <a:cubicBezTo>
                  <a:pt x="3101066" y="242061"/>
                  <a:pt x="3102127" y="241198"/>
                  <a:pt x="3103911" y="240309"/>
                </a:cubicBezTo>
                <a:cubicBezTo>
                  <a:pt x="3105213" y="239629"/>
                  <a:pt x="3105854" y="238556"/>
                  <a:pt x="3107410" y="238556"/>
                </a:cubicBezTo>
                <a:cubicBezTo>
                  <a:pt x="3110033" y="238340"/>
                  <a:pt x="3111322" y="238556"/>
                  <a:pt x="3113976" y="238556"/>
                </a:cubicBezTo>
                <a:lnTo>
                  <a:pt x="3113976" y="221062"/>
                </a:lnTo>
                <a:cubicBezTo>
                  <a:pt x="3116618" y="221062"/>
                  <a:pt x="3118123" y="221722"/>
                  <a:pt x="3120561" y="221062"/>
                </a:cubicBezTo>
                <a:cubicBezTo>
                  <a:pt x="3123374" y="220179"/>
                  <a:pt x="3125158" y="218205"/>
                  <a:pt x="3127546" y="216674"/>
                </a:cubicBezTo>
                <a:cubicBezTo>
                  <a:pt x="3126879" y="215150"/>
                  <a:pt x="3125158" y="214928"/>
                  <a:pt x="3124904" y="213163"/>
                </a:cubicBezTo>
                <a:cubicBezTo>
                  <a:pt x="3124904" y="211861"/>
                  <a:pt x="3125336" y="211220"/>
                  <a:pt x="3125336" y="209861"/>
                </a:cubicBezTo>
                <a:cubicBezTo>
                  <a:pt x="3125336" y="208349"/>
                  <a:pt x="3124904" y="207714"/>
                  <a:pt x="3124904" y="206152"/>
                </a:cubicBezTo>
                <a:cubicBezTo>
                  <a:pt x="3124904" y="204844"/>
                  <a:pt x="3125793" y="203961"/>
                  <a:pt x="3125793" y="202641"/>
                </a:cubicBezTo>
                <a:cubicBezTo>
                  <a:pt x="3125793" y="201155"/>
                  <a:pt x="3125336" y="200259"/>
                  <a:pt x="3125336" y="198735"/>
                </a:cubicBezTo>
                <a:lnTo>
                  <a:pt x="3150298" y="198735"/>
                </a:lnTo>
                <a:cubicBezTo>
                  <a:pt x="3150069" y="200698"/>
                  <a:pt x="3150742" y="201777"/>
                  <a:pt x="3150298" y="203530"/>
                </a:cubicBezTo>
                <a:cubicBezTo>
                  <a:pt x="3149644" y="206394"/>
                  <a:pt x="3147656" y="207714"/>
                  <a:pt x="3147656" y="210762"/>
                </a:cubicBezTo>
                <a:cubicBezTo>
                  <a:pt x="3147656" y="212058"/>
                  <a:pt x="3148552" y="212725"/>
                  <a:pt x="3148552" y="214045"/>
                </a:cubicBezTo>
                <a:cubicBezTo>
                  <a:pt x="3151149" y="214045"/>
                  <a:pt x="3152895" y="213804"/>
                  <a:pt x="3155556" y="214045"/>
                </a:cubicBezTo>
                <a:cubicBezTo>
                  <a:pt x="3157308" y="214045"/>
                  <a:pt x="3158845" y="214928"/>
                  <a:pt x="3159950" y="215785"/>
                </a:cubicBezTo>
                <a:cubicBezTo>
                  <a:pt x="3161036" y="216674"/>
                  <a:pt x="3163227" y="216896"/>
                  <a:pt x="3163462" y="218433"/>
                </a:cubicBezTo>
                <a:cubicBezTo>
                  <a:pt x="3163690" y="219506"/>
                  <a:pt x="3163462" y="220605"/>
                  <a:pt x="3163462" y="221926"/>
                </a:cubicBezTo>
                <a:cubicBezTo>
                  <a:pt x="3163462" y="224555"/>
                  <a:pt x="3163462" y="226510"/>
                  <a:pt x="3162579" y="228917"/>
                </a:cubicBezTo>
                <a:cubicBezTo>
                  <a:pt x="3162115" y="230231"/>
                  <a:pt x="3160153" y="229806"/>
                  <a:pt x="3159067" y="230670"/>
                </a:cubicBezTo>
                <a:cubicBezTo>
                  <a:pt x="3156457" y="233102"/>
                  <a:pt x="3153816" y="235070"/>
                  <a:pt x="3153816" y="238779"/>
                </a:cubicBezTo>
                <a:cubicBezTo>
                  <a:pt x="3153816" y="240309"/>
                  <a:pt x="3154686" y="241407"/>
                  <a:pt x="3154686" y="242938"/>
                </a:cubicBezTo>
                <a:lnTo>
                  <a:pt x="3162350" y="242938"/>
                </a:lnTo>
                <a:cubicBezTo>
                  <a:pt x="3167170" y="242938"/>
                  <a:pt x="3169138" y="239198"/>
                  <a:pt x="3173069" y="236810"/>
                </a:cubicBezTo>
                <a:cubicBezTo>
                  <a:pt x="3175488" y="235489"/>
                  <a:pt x="3176993" y="233311"/>
                  <a:pt x="3180073" y="233311"/>
                </a:cubicBezTo>
                <a:cubicBezTo>
                  <a:pt x="3181807" y="233311"/>
                  <a:pt x="3182702" y="234632"/>
                  <a:pt x="3183585" y="235953"/>
                </a:cubicBezTo>
                <a:cubicBezTo>
                  <a:pt x="3184023" y="236810"/>
                  <a:pt x="3183585" y="238340"/>
                  <a:pt x="3183585" y="239439"/>
                </a:cubicBezTo>
                <a:cubicBezTo>
                  <a:pt x="3183813" y="241846"/>
                  <a:pt x="3183585" y="243808"/>
                  <a:pt x="3183585" y="246443"/>
                </a:cubicBezTo>
                <a:lnTo>
                  <a:pt x="3193205" y="246443"/>
                </a:lnTo>
                <a:cubicBezTo>
                  <a:pt x="3194304" y="245554"/>
                  <a:pt x="3196037" y="245992"/>
                  <a:pt x="3196729" y="244690"/>
                </a:cubicBezTo>
                <a:cubicBezTo>
                  <a:pt x="3197180" y="243592"/>
                  <a:pt x="3197180" y="242271"/>
                  <a:pt x="3197612" y="241198"/>
                </a:cubicBezTo>
                <a:cubicBezTo>
                  <a:pt x="3198234" y="239858"/>
                  <a:pt x="3198914" y="238988"/>
                  <a:pt x="3199333" y="237699"/>
                </a:cubicBezTo>
                <a:lnTo>
                  <a:pt x="3219475" y="237699"/>
                </a:lnTo>
                <a:lnTo>
                  <a:pt x="3226504" y="235953"/>
                </a:lnTo>
                <a:lnTo>
                  <a:pt x="3227374" y="232422"/>
                </a:lnTo>
                <a:cubicBezTo>
                  <a:pt x="3224720" y="228917"/>
                  <a:pt x="3222313" y="225875"/>
                  <a:pt x="3217710" y="225431"/>
                </a:cubicBezTo>
                <a:cubicBezTo>
                  <a:pt x="3216402" y="225431"/>
                  <a:pt x="3215532" y="226313"/>
                  <a:pt x="3214211" y="226313"/>
                </a:cubicBezTo>
                <a:cubicBezTo>
                  <a:pt x="3210928" y="226313"/>
                  <a:pt x="3209169" y="226079"/>
                  <a:pt x="3205899" y="225875"/>
                </a:cubicBezTo>
                <a:cubicBezTo>
                  <a:pt x="3205676" y="222567"/>
                  <a:pt x="3205492" y="220821"/>
                  <a:pt x="3205492" y="217570"/>
                </a:cubicBezTo>
                <a:cubicBezTo>
                  <a:pt x="3205492" y="216217"/>
                  <a:pt x="3205899" y="215353"/>
                  <a:pt x="3205899" y="214045"/>
                </a:cubicBezTo>
                <a:lnTo>
                  <a:pt x="3183585" y="214045"/>
                </a:lnTo>
                <a:cubicBezTo>
                  <a:pt x="3183585" y="208800"/>
                  <a:pt x="3184886" y="204406"/>
                  <a:pt x="3180956" y="200913"/>
                </a:cubicBezTo>
                <a:cubicBezTo>
                  <a:pt x="3180073" y="200259"/>
                  <a:pt x="3178568" y="200698"/>
                  <a:pt x="3177432" y="200018"/>
                </a:cubicBezTo>
                <a:cubicBezTo>
                  <a:pt x="3176352" y="199358"/>
                  <a:pt x="3174834" y="199161"/>
                  <a:pt x="3173926" y="198278"/>
                </a:cubicBezTo>
                <a:cubicBezTo>
                  <a:pt x="3173069" y="197408"/>
                  <a:pt x="3172860" y="195872"/>
                  <a:pt x="3172193" y="194786"/>
                </a:cubicBezTo>
                <a:cubicBezTo>
                  <a:pt x="3171767" y="193890"/>
                  <a:pt x="3172193" y="191903"/>
                  <a:pt x="3171342" y="191281"/>
                </a:cubicBezTo>
                <a:cubicBezTo>
                  <a:pt x="3169138" y="189312"/>
                  <a:pt x="3166287" y="189934"/>
                  <a:pt x="3163462" y="189503"/>
                </a:cubicBezTo>
                <a:cubicBezTo>
                  <a:pt x="3162350" y="189503"/>
                  <a:pt x="3161036" y="189934"/>
                  <a:pt x="3159950" y="189503"/>
                </a:cubicBezTo>
                <a:cubicBezTo>
                  <a:pt x="3158407" y="188887"/>
                  <a:pt x="3157524" y="188004"/>
                  <a:pt x="3156457" y="186893"/>
                </a:cubicBezTo>
                <a:cubicBezTo>
                  <a:pt x="3154489" y="184931"/>
                  <a:pt x="3155137" y="181654"/>
                  <a:pt x="3152895" y="179895"/>
                </a:cubicBezTo>
                <a:cubicBezTo>
                  <a:pt x="3152032" y="179216"/>
                  <a:pt x="3150527" y="179216"/>
                  <a:pt x="3149428" y="179050"/>
                </a:cubicBezTo>
                <a:cubicBezTo>
                  <a:pt x="3148323" y="178796"/>
                  <a:pt x="3147231" y="178130"/>
                  <a:pt x="3145923" y="178130"/>
                </a:cubicBezTo>
                <a:cubicBezTo>
                  <a:pt x="3144602" y="178130"/>
                  <a:pt x="3143529" y="178796"/>
                  <a:pt x="3142430" y="179050"/>
                </a:cubicBezTo>
                <a:cubicBezTo>
                  <a:pt x="3140017" y="179450"/>
                  <a:pt x="3139357" y="182537"/>
                  <a:pt x="3136722" y="182537"/>
                </a:cubicBezTo>
                <a:cubicBezTo>
                  <a:pt x="3134125" y="182537"/>
                  <a:pt x="3132575" y="181438"/>
                  <a:pt x="3130156" y="180778"/>
                </a:cubicBezTo>
                <a:cubicBezTo>
                  <a:pt x="3129083" y="180517"/>
                  <a:pt x="3127762" y="180975"/>
                  <a:pt x="3126657" y="180778"/>
                </a:cubicBezTo>
                <a:cubicBezTo>
                  <a:pt x="3125336" y="180517"/>
                  <a:pt x="3125158" y="178796"/>
                  <a:pt x="3123806" y="178130"/>
                </a:cubicBezTo>
                <a:lnTo>
                  <a:pt x="3123806" y="167639"/>
                </a:lnTo>
                <a:cubicBezTo>
                  <a:pt x="3123374" y="167843"/>
                  <a:pt x="3124479" y="169398"/>
                  <a:pt x="3124028" y="169398"/>
                </a:cubicBezTo>
                <a:cubicBezTo>
                  <a:pt x="3122295" y="169837"/>
                  <a:pt x="3120732" y="169398"/>
                  <a:pt x="3118783" y="169398"/>
                </a:cubicBezTo>
                <a:cubicBezTo>
                  <a:pt x="3116802" y="169398"/>
                  <a:pt x="3115506" y="169595"/>
                  <a:pt x="3113519" y="169398"/>
                </a:cubicBezTo>
                <a:cubicBezTo>
                  <a:pt x="3111995" y="169144"/>
                  <a:pt x="3111322" y="168300"/>
                  <a:pt x="3110033" y="167639"/>
                </a:cubicBezTo>
                <a:cubicBezTo>
                  <a:pt x="3110464" y="166547"/>
                  <a:pt x="3110464" y="165239"/>
                  <a:pt x="3110890" y="164122"/>
                </a:cubicBezTo>
                <a:cubicBezTo>
                  <a:pt x="3112427" y="161093"/>
                  <a:pt x="3115068" y="160420"/>
                  <a:pt x="3116160" y="157162"/>
                </a:cubicBezTo>
                <a:cubicBezTo>
                  <a:pt x="3116376" y="156025"/>
                  <a:pt x="3115919" y="154705"/>
                  <a:pt x="3116160" y="153644"/>
                </a:cubicBezTo>
                <a:lnTo>
                  <a:pt x="3085503" y="148367"/>
                </a:lnTo>
                <a:cubicBezTo>
                  <a:pt x="3084423" y="148609"/>
                  <a:pt x="3083096" y="147942"/>
                  <a:pt x="3081997" y="148367"/>
                </a:cubicBezTo>
                <a:cubicBezTo>
                  <a:pt x="3080264" y="149244"/>
                  <a:pt x="3079375" y="150113"/>
                  <a:pt x="3078505" y="151885"/>
                </a:cubicBezTo>
                <a:cubicBezTo>
                  <a:pt x="3077413" y="154044"/>
                  <a:pt x="3076740" y="156273"/>
                  <a:pt x="3076740" y="158889"/>
                </a:cubicBezTo>
                <a:lnTo>
                  <a:pt x="3076740" y="162382"/>
                </a:lnTo>
                <a:cubicBezTo>
                  <a:pt x="3076740" y="163677"/>
                  <a:pt x="3077413" y="164776"/>
                  <a:pt x="3077635" y="165906"/>
                </a:cubicBezTo>
                <a:cubicBezTo>
                  <a:pt x="3078060" y="168109"/>
                  <a:pt x="3080264" y="169144"/>
                  <a:pt x="3080264" y="171557"/>
                </a:cubicBezTo>
                <a:cubicBezTo>
                  <a:pt x="3080264" y="173983"/>
                  <a:pt x="3079159" y="175488"/>
                  <a:pt x="3077635" y="177234"/>
                </a:cubicBezTo>
                <a:cubicBezTo>
                  <a:pt x="3076327" y="178796"/>
                  <a:pt x="3074574" y="179895"/>
                  <a:pt x="3072383" y="179895"/>
                </a:cubicBezTo>
                <a:cubicBezTo>
                  <a:pt x="3070193" y="179895"/>
                  <a:pt x="3068453" y="179666"/>
                  <a:pt x="3067132" y="178130"/>
                </a:cubicBezTo>
                <a:cubicBezTo>
                  <a:pt x="3065386" y="175945"/>
                  <a:pt x="3064941" y="173120"/>
                  <a:pt x="3064503" y="170268"/>
                </a:cubicBezTo>
                <a:lnTo>
                  <a:pt x="3064503" y="166763"/>
                </a:lnTo>
                <a:cubicBezTo>
                  <a:pt x="3064503" y="165442"/>
                  <a:pt x="3063621" y="164591"/>
                  <a:pt x="3063621" y="163239"/>
                </a:cubicBezTo>
                <a:lnTo>
                  <a:pt x="3063621" y="159765"/>
                </a:lnTo>
                <a:cubicBezTo>
                  <a:pt x="3063398" y="157327"/>
                  <a:pt x="3062966" y="156025"/>
                  <a:pt x="3062719" y="153644"/>
                </a:cubicBezTo>
                <a:lnTo>
                  <a:pt x="3055759" y="152742"/>
                </a:lnTo>
                <a:cubicBezTo>
                  <a:pt x="3053130" y="154044"/>
                  <a:pt x="3050914" y="154495"/>
                  <a:pt x="3048723" y="156273"/>
                </a:cubicBezTo>
                <a:cubicBezTo>
                  <a:pt x="3047676" y="157162"/>
                  <a:pt x="3047847" y="158648"/>
                  <a:pt x="3046983" y="159765"/>
                </a:cubicBezTo>
                <a:cubicBezTo>
                  <a:pt x="3046114" y="160870"/>
                  <a:pt x="3044583" y="161499"/>
                  <a:pt x="3043472" y="162382"/>
                </a:cubicBezTo>
                <a:cubicBezTo>
                  <a:pt x="3042392" y="163239"/>
                  <a:pt x="3041516" y="165023"/>
                  <a:pt x="3039751" y="165023"/>
                </a:cubicBezTo>
                <a:lnTo>
                  <a:pt x="3028588" y="165023"/>
                </a:lnTo>
                <a:lnTo>
                  <a:pt x="3028588" y="158889"/>
                </a:lnTo>
                <a:cubicBezTo>
                  <a:pt x="3029470" y="158013"/>
                  <a:pt x="3029045" y="156025"/>
                  <a:pt x="3030353" y="155384"/>
                </a:cubicBezTo>
                <a:cubicBezTo>
                  <a:pt x="3031432" y="154959"/>
                  <a:pt x="3032753" y="155822"/>
                  <a:pt x="3033858" y="155384"/>
                </a:cubicBezTo>
                <a:cubicBezTo>
                  <a:pt x="3035395" y="154705"/>
                  <a:pt x="3035833" y="153384"/>
                  <a:pt x="3037363" y="152742"/>
                </a:cubicBezTo>
                <a:lnTo>
                  <a:pt x="3036487" y="149244"/>
                </a:lnTo>
                <a:cubicBezTo>
                  <a:pt x="3035395" y="149472"/>
                  <a:pt x="3034074" y="148818"/>
                  <a:pt x="3032950" y="149244"/>
                </a:cubicBezTo>
                <a:cubicBezTo>
                  <a:pt x="3031432" y="149904"/>
                  <a:pt x="3030778" y="151225"/>
                  <a:pt x="3029470" y="151885"/>
                </a:cubicBezTo>
                <a:cubicBezTo>
                  <a:pt x="3028365" y="152546"/>
                  <a:pt x="3027070" y="152965"/>
                  <a:pt x="3025965" y="153644"/>
                </a:cubicBezTo>
                <a:cubicBezTo>
                  <a:pt x="3024854" y="154285"/>
                  <a:pt x="3025101" y="156025"/>
                  <a:pt x="3024244" y="157162"/>
                </a:cubicBezTo>
                <a:lnTo>
                  <a:pt x="3001657" y="157162"/>
                </a:lnTo>
                <a:cubicBezTo>
                  <a:pt x="3000152" y="157162"/>
                  <a:pt x="2999492" y="157803"/>
                  <a:pt x="2997974" y="158013"/>
                </a:cubicBezTo>
                <a:cubicBezTo>
                  <a:pt x="2994882" y="158451"/>
                  <a:pt x="2992920" y="158451"/>
                  <a:pt x="2990126" y="158889"/>
                </a:cubicBezTo>
                <a:cubicBezTo>
                  <a:pt x="2988773" y="159124"/>
                  <a:pt x="2987897" y="160185"/>
                  <a:pt x="2986576" y="160610"/>
                </a:cubicBezTo>
                <a:cubicBezTo>
                  <a:pt x="2986785" y="163239"/>
                  <a:pt x="2986576" y="165239"/>
                  <a:pt x="2987452" y="167639"/>
                </a:cubicBezTo>
                <a:cubicBezTo>
                  <a:pt x="2988094" y="169398"/>
                  <a:pt x="2989630" y="170052"/>
                  <a:pt x="2990964" y="171151"/>
                </a:cubicBezTo>
                <a:cubicBezTo>
                  <a:pt x="2992259" y="172231"/>
                  <a:pt x="2992031" y="174428"/>
                  <a:pt x="2993567" y="174644"/>
                </a:cubicBezTo>
                <a:cubicBezTo>
                  <a:pt x="2997511" y="175488"/>
                  <a:pt x="2999936" y="174428"/>
                  <a:pt x="3004070" y="174644"/>
                </a:cubicBezTo>
                <a:cubicBezTo>
                  <a:pt x="3005391" y="174644"/>
                  <a:pt x="3006286" y="175298"/>
                  <a:pt x="3007575" y="175488"/>
                </a:cubicBezTo>
                <a:cubicBezTo>
                  <a:pt x="3007575" y="176828"/>
                  <a:pt x="3008014" y="177946"/>
                  <a:pt x="3007575" y="179050"/>
                </a:cubicBezTo>
                <a:cubicBezTo>
                  <a:pt x="3007150" y="180117"/>
                  <a:pt x="3007150" y="181438"/>
                  <a:pt x="3006693" y="182537"/>
                </a:cubicBezTo>
                <a:cubicBezTo>
                  <a:pt x="3006045" y="184035"/>
                  <a:pt x="3003226" y="183394"/>
                  <a:pt x="3003226" y="185146"/>
                </a:cubicBezTo>
                <a:cubicBezTo>
                  <a:pt x="3003226" y="187134"/>
                  <a:pt x="3003454" y="188633"/>
                  <a:pt x="3004070" y="190398"/>
                </a:cubicBezTo>
                <a:cubicBezTo>
                  <a:pt x="3004743" y="191903"/>
                  <a:pt x="3006966" y="191744"/>
                  <a:pt x="3007575" y="193033"/>
                </a:cubicBezTo>
                <a:cubicBezTo>
                  <a:pt x="3008452" y="194563"/>
                  <a:pt x="3008452" y="196322"/>
                  <a:pt x="3008452" y="198278"/>
                </a:cubicBezTo>
                <a:cubicBezTo>
                  <a:pt x="3008452" y="200698"/>
                  <a:pt x="3007575" y="202209"/>
                  <a:pt x="3006693" y="204406"/>
                </a:cubicBezTo>
                <a:cubicBezTo>
                  <a:pt x="3005391" y="203771"/>
                  <a:pt x="3004292" y="203339"/>
                  <a:pt x="3003226" y="202641"/>
                </a:cubicBezTo>
                <a:cubicBezTo>
                  <a:pt x="3002108" y="202018"/>
                  <a:pt x="3000590" y="202018"/>
                  <a:pt x="2999720" y="200913"/>
                </a:cubicBezTo>
                <a:cubicBezTo>
                  <a:pt x="2999028" y="200018"/>
                  <a:pt x="2999282" y="198494"/>
                  <a:pt x="2998831" y="197408"/>
                </a:cubicBezTo>
                <a:cubicBezTo>
                  <a:pt x="2998171" y="195872"/>
                  <a:pt x="2998171" y="193890"/>
                  <a:pt x="2997079" y="193033"/>
                </a:cubicBezTo>
                <a:cubicBezTo>
                  <a:pt x="2996006" y="192163"/>
                  <a:pt x="2995110" y="191084"/>
                  <a:pt x="2993567" y="190398"/>
                </a:cubicBezTo>
                <a:cubicBezTo>
                  <a:pt x="2992259" y="189934"/>
                  <a:pt x="2991427" y="189096"/>
                  <a:pt x="2990126" y="188633"/>
                </a:cubicBezTo>
                <a:cubicBezTo>
                  <a:pt x="2988989" y="188213"/>
                  <a:pt x="2987897" y="188887"/>
                  <a:pt x="2986576" y="188633"/>
                </a:cubicBezTo>
                <a:cubicBezTo>
                  <a:pt x="2987897" y="191281"/>
                  <a:pt x="2989402" y="192824"/>
                  <a:pt x="2990126" y="195668"/>
                </a:cubicBezTo>
                <a:cubicBezTo>
                  <a:pt x="2990322" y="196748"/>
                  <a:pt x="2989859" y="198069"/>
                  <a:pt x="2990126" y="199161"/>
                </a:cubicBezTo>
                <a:cubicBezTo>
                  <a:pt x="2990322" y="200259"/>
                  <a:pt x="2990761" y="201561"/>
                  <a:pt x="2990964" y="202641"/>
                </a:cubicBezTo>
                <a:cubicBezTo>
                  <a:pt x="2991599" y="204406"/>
                  <a:pt x="2993148" y="204844"/>
                  <a:pt x="2994450" y="206152"/>
                </a:cubicBezTo>
                <a:cubicBezTo>
                  <a:pt x="2995758" y="207479"/>
                  <a:pt x="2996190" y="208800"/>
                  <a:pt x="2997974" y="209664"/>
                </a:cubicBezTo>
                <a:cubicBezTo>
                  <a:pt x="3000787" y="210978"/>
                  <a:pt x="3002775" y="212286"/>
                  <a:pt x="3006045" y="212286"/>
                </a:cubicBezTo>
                <a:cubicBezTo>
                  <a:pt x="3007575" y="212286"/>
                  <a:pt x="3008229" y="211404"/>
                  <a:pt x="3009804" y="211404"/>
                </a:cubicBezTo>
                <a:cubicBezTo>
                  <a:pt x="3009538" y="208800"/>
                  <a:pt x="3009347" y="207048"/>
                  <a:pt x="3009347" y="204406"/>
                </a:cubicBezTo>
                <a:cubicBezTo>
                  <a:pt x="3009347" y="203066"/>
                  <a:pt x="3009804" y="202209"/>
                  <a:pt x="3009804" y="200913"/>
                </a:cubicBezTo>
                <a:cubicBezTo>
                  <a:pt x="3012617" y="201155"/>
                  <a:pt x="3015037" y="200018"/>
                  <a:pt x="3017227" y="201777"/>
                </a:cubicBezTo>
                <a:cubicBezTo>
                  <a:pt x="3019405" y="203530"/>
                  <a:pt x="3018097" y="206597"/>
                  <a:pt x="3019844" y="208800"/>
                </a:cubicBezTo>
                <a:cubicBezTo>
                  <a:pt x="3020739" y="210121"/>
                  <a:pt x="3022015" y="210546"/>
                  <a:pt x="3023349" y="211404"/>
                </a:cubicBezTo>
                <a:cubicBezTo>
                  <a:pt x="3024435" y="212058"/>
                  <a:pt x="3025527" y="212947"/>
                  <a:pt x="3026848" y="213163"/>
                </a:cubicBezTo>
                <a:cubicBezTo>
                  <a:pt x="3029286" y="213804"/>
                  <a:pt x="3031229" y="213163"/>
                  <a:pt x="3033858" y="213163"/>
                </a:cubicBezTo>
                <a:lnTo>
                  <a:pt x="3037363" y="213163"/>
                </a:lnTo>
                <a:cubicBezTo>
                  <a:pt x="3038455" y="213163"/>
                  <a:pt x="3039751" y="213804"/>
                  <a:pt x="3040862" y="213163"/>
                </a:cubicBezTo>
                <a:cubicBezTo>
                  <a:pt x="3042183" y="212286"/>
                  <a:pt x="3042824" y="210978"/>
                  <a:pt x="3043472" y="209664"/>
                </a:cubicBezTo>
                <a:cubicBezTo>
                  <a:pt x="3044145" y="208559"/>
                  <a:pt x="3042824" y="207257"/>
                  <a:pt x="3043472" y="206152"/>
                </a:cubicBezTo>
                <a:cubicBezTo>
                  <a:pt x="3044145" y="204844"/>
                  <a:pt x="3044793" y="203530"/>
                  <a:pt x="3046114" y="202641"/>
                </a:cubicBezTo>
                <a:cubicBezTo>
                  <a:pt x="3046983" y="202018"/>
                  <a:pt x="3048527" y="203066"/>
                  <a:pt x="3049606" y="202641"/>
                </a:cubicBezTo>
                <a:cubicBezTo>
                  <a:pt x="3050914" y="202209"/>
                  <a:pt x="3051809" y="201320"/>
                  <a:pt x="3053130" y="200913"/>
                </a:cubicBezTo>
                <a:cubicBezTo>
                  <a:pt x="3052902" y="199599"/>
                  <a:pt x="3052235" y="198735"/>
                  <a:pt x="3052235" y="197408"/>
                </a:cubicBezTo>
                <a:lnTo>
                  <a:pt x="3052235" y="192163"/>
                </a:lnTo>
                <a:lnTo>
                  <a:pt x="3059258" y="191281"/>
                </a:lnTo>
                <a:cubicBezTo>
                  <a:pt x="3060115" y="192576"/>
                  <a:pt x="3062325" y="192379"/>
                  <a:pt x="3062719" y="193890"/>
                </a:cubicBezTo>
                <a:cubicBezTo>
                  <a:pt x="3062966" y="194989"/>
                  <a:pt x="3062528" y="196322"/>
                  <a:pt x="3062719" y="197408"/>
                </a:cubicBezTo>
                <a:cubicBezTo>
                  <a:pt x="3063214" y="199834"/>
                  <a:pt x="3063398" y="201777"/>
                  <a:pt x="3063621" y="204406"/>
                </a:cubicBezTo>
                <a:lnTo>
                  <a:pt x="3076740" y="204406"/>
                </a:lnTo>
                <a:lnTo>
                  <a:pt x="3083744" y="199161"/>
                </a:lnTo>
                <a:lnTo>
                  <a:pt x="3087268" y="201777"/>
                </a:lnTo>
                <a:cubicBezTo>
                  <a:pt x="3087268" y="204844"/>
                  <a:pt x="3086823" y="206597"/>
                  <a:pt x="3087268" y="209664"/>
                </a:cubicBezTo>
                <a:close/>
                <a:moveTo>
                  <a:pt x="3122295" y="143148"/>
                </a:moveTo>
                <a:cubicBezTo>
                  <a:pt x="3122949" y="144678"/>
                  <a:pt x="3125158" y="144430"/>
                  <a:pt x="3126657" y="144875"/>
                </a:cubicBezTo>
                <a:cubicBezTo>
                  <a:pt x="3127965" y="145294"/>
                  <a:pt x="3128835" y="146405"/>
                  <a:pt x="3130156" y="146621"/>
                </a:cubicBezTo>
                <a:lnTo>
                  <a:pt x="3133680" y="146621"/>
                </a:lnTo>
                <a:cubicBezTo>
                  <a:pt x="3134760" y="146621"/>
                  <a:pt x="3136080" y="147288"/>
                  <a:pt x="3137179" y="147504"/>
                </a:cubicBezTo>
                <a:cubicBezTo>
                  <a:pt x="3139154" y="147942"/>
                  <a:pt x="3140252" y="149244"/>
                  <a:pt x="3142430" y="149244"/>
                </a:cubicBezTo>
                <a:cubicBezTo>
                  <a:pt x="3144418" y="149244"/>
                  <a:pt x="3145923" y="148818"/>
                  <a:pt x="3147656" y="148367"/>
                </a:cubicBezTo>
                <a:cubicBezTo>
                  <a:pt x="3149644" y="147942"/>
                  <a:pt x="3150742" y="146621"/>
                  <a:pt x="3152895" y="146621"/>
                </a:cubicBezTo>
                <a:cubicBezTo>
                  <a:pt x="3154895" y="146621"/>
                  <a:pt x="3156457" y="147065"/>
                  <a:pt x="3158204" y="147504"/>
                </a:cubicBezTo>
                <a:cubicBezTo>
                  <a:pt x="3159264" y="147720"/>
                  <a:pt x="3160591" y="147720"/>
                  <a:pt x="3161684" y="148367"/>
                </a:cubicBezTo>
                <a:cubicBezTo>
                  <a:pt x="3162992" y="149034"/>
                  <a:pt x="3163887" y="149904"/>
                  <a:pt x="3165182" y="150996"/>
                </a:cubicBezTo>
                <a:cubicBezTo>
                  <a:pt x="3166046" y="151669"/>
                  <a:pt x="3165614" y="153384"/>
                  <a:pt x="3166046" y="154495"/>
                </a:cubicBezTo>
                <a:lnTo>
                  <a:pt x="3139782" y="154495"/>
                </a:lnTo>
                <a:lnTo>
                  <a:pt x="3139782" y="162382"/>
                </a:lnTo>
                <a:cubicBezTo>
                  <a:pt x="3142430" y="163493"/>
                  <a:pt x="3144418" y="164122"/>
                  <a:pt x="3146812" y="165023"/>
                </a:cubicBezTo>
                <a:cubicBezTo>
                  <a:pt x="3149428" y="166090"/>
                  <a:pt x="3150984" y="168548"/>
                  <a:pt x="3154019" y="168548"/>
                </a:cubicBezTo>
                <a:lnTo>
                  <a:pt x="3172860" y="168548"/>
                </a:lnTo>
                <a:cubicBezTo>
                  <a:pt x="3174377" y="168548"/>
                  <a:pt x="3175044" y="167639"/>
                  <a:pt x="3176568" y="167639"/>
                </a:cubicBezTo>
                <a:cubicBezTo>
                  <a:pt x="3179210" y="167639"/>
                  <a:pt x="3181172" y="167639"/>
                  <a:pt x="3183585" y="168548"/>
                </a:cubicBezTo>
                <a:cubicBezTo>
                  <a:pt x="3185115" y="168973"/>
                  <a:pt x="3184886" y="171151"/>
                  <a:pt x="3186226" y="172015"/>
                </a:cubicBezTo>
                <a:cubicBezTo>
                  <a:pt x="3187528" y="172897"/>
                  <a:pt x="3189052" y="173545"/>
                  <a:pt x="3190582" y="173767"/>
                </a:cubicBezTo>
                <a:cubicBezTo>
                  <a:pt x="3191694" y="173983"/>
                  <a:pt x="3193008" y="174428"/>
                  <a:pt x="3194088" y="174644"/>
                </a:cubicBezTo>
                <a:cubicBezTo>
                  <a:pt x="3195847" y="174866"/>
                  <a:pt x="3197364" y="174644"/>
                  <a:pt x="3199333" y="174644"/>
                </a:cubicBezTo>
                <a:cubicBezTo>
                  <a:pt x="3202838" y="174644"/>
                  <a:pt x="3204806" y="174866"/>
                  <a:pt x="3208089" y="173767"/>
                </a:cubicBezTo>
                <a:cubicBezTo>
                  <a:pt x="3209410" y="173335"/>
                  <a:pt x="3210280" y="172669"/>
                  <a:pt x="3211601" y="172015"/>
                </a:cubicBezTo>
                <a:cubicBezTo>
                  <a:pt x="3213131" y="171348"/>
                  <a:pt x="3213798" y="170268"/>
                  <a:pt x="3215100" y="169398"/>
                </a:cubicBezTo>
                <a:cubicBezTo>
                  <a:pt x="3216852" y="168300"/>
                  <a:pt x="3217278" y="165906"/>
                  <a:pt x="3219475" y="165906"/>
                </a:cubicBezTo>
                <a:cubicBezTo>
                  <a:pt x="3224066" y="165906"/>
                  <a:pt x="3226263" y="169398"/>
                  <a:pt x="3230841" y="169398"/>
                </a:cubicBezTo>
                <a:cubicBezTo>
                  <a:pt x="3234372" y="169398"/>
                  <a:pt x="3236772" y="168548"/>
                  <a:pt x="3239623" y="166763"/>
                </a:cubicBezTo>
                <a:cubicBezTo>
                  <a:pt x="3240709" y="166090"/>
                  <a:pt x="3242481" y="166090"/>
                  <a:pt x="3243122" y="165023"/>
                </a:cubicBezTo>
                <a:cubicBezTo>
                  <a:pt x="3244405" y="162820"/>
                  <a:pt x="3242227" y="160420"/>
                  <a:pt x="3243122" y="158013"/>
                </a:cubicBezTo>
                <a:cubicBezTo>
                  <a:pt x="3243973" y="155384"/>
                  <a:pt x="3245751" y="153644"/>
                  <a:pt x="3248393" y="152742"/>
                </a:cubicBezTo>
                <a:cubicBezTo>
                  <a:pt x="3249441" y="152546"/>
                  <a:pt x="3250780" y="152742"/>
                  <a:pt x="3251860" y="152742"/>
                </a:cubicBezTo>
                <a:cubicBezTo>
                  <a:pt x="3253390" y="152546"/>
                  <a:pt x="3254749" y="152304"/>
                  <a:pt x="3256254" y="151885"/>
                </a:cubicBezTo>
                <a:cubicBezTo>
                  <a:pt x="3257784" y="151453"/>
                  <a:pt x="3258426" y="149904"/>
                  <a:pt x="3259766" y="149244"/>
                </a:cubicBezTo>
                <a:lnTo>
                  <a:pt x="3263252" y="147504"/>
                </a:lnTo>
                <a:cubicBezTo>
                  <a:pt x="3261067" y="145116"/>
                  <a:pt x="3259950" y="142709"/>
                  <a:pt x="3257124" y="141370"/>
                </a:cubicBezTo>
                <a:cubicBezTo>
                  <a:pt x="3254749" y="140265"/>
                  <a:pt x="3252527" y="140506"/>
                  <a:pt x="3249707" y="140506"/>
                </a:cubicBezTo>
                <a:cubicBezTo>
                  <a:pt x="3248139" y="140506"/>
                  <a:pt x="3247059" y="140265"/>
                  <a:pt x="3245751" y="140506"/>
                </a:cubicBezTo>
                <a:cubicBezTo>
                  <a:pt x="3242900" y="140931"/>
                  <a:pt x="3241560" y="143148"/>
                  <a:pt x="3238538" y="143148"/>
                </a:cubicBezTo>
                <a:lnTo>
                  <a:pt x="3231749" y="143148"/>
                </a:lnTo>
                <a:cubicBezTo>
                  <a:pt x="3231534" y="141370"/>
                  <a:pt x="3231946" y="140506"/>
                  <a:pt x="3231749" y="138760"/>
                </a:cubicBezTo>
                <a:cubicBezTo>
                  <a:pt x="3231534" y="137223"/>
                  <a:pt x="3230626" y="136556"/>
                  <a:pt x="3229984" y="135235"/>
                </a:cubicBezTo>
                <a:cubicBezTo>
                  <a:pt x="3229108" y="133489"/>
                  <a:pt x="3227120" y="133261"/>
                  <a:pt x="3225596" y="131743"/>
                </a:cubicBezTo>
                <a:cubicBezTo>
                  <a:pt x="3224504" y="130625"/>
                  <a:pt x="3223863" y="129546"/>
                  <a:pt x="3223018" y="128244"/>
                </a:cubicBezTo>
                <a:cubicBezTo>
                  <a:pt x="3221869" y="128670"/>
                  <a:pt x="3220358" y="128670"/>
                  <a:pt x="3219475" y="129127"/>
                </a:cubicBezTo>
                <a:cubicBezTo>
                  <a:pt x="3218160" y="129984"/>
                  <a:pt x="3217945" y="131743"/>
                  <a:pt x="3216852" y="132619"/>
                </a:cubicBezTo>
                <a:cubicBezTo>
                  <a:pt x="3215532" y="133699"/>
                  <a:pt x="3214649" y="135039"/>
                  <a:pt x="3213360" y="136118"/>
                </a:cubicBezTo>
                <a:cubicBezTo>
                  <a:pt x="3210718" y="138302"/>
                  <a:pt x="3208972" y="140506"/>
                  <a:pt x="3205492" y="140506"/>
                </a:cubicBezTo>
                <a:cubicBezTo>
                  <a:pt x="3204159" y="140506"/>
                  <a:pt x="3203263" y="141370"/>
                  <a:pt x="3201968" y="141370"/>
                </a:cubicBezTo>
                <a:cubicBezTo>
                  <a:pt x="3200253" y="141370"/>
                  <a:pt x="3199999" y="139198"/>
                  <a:pt x="3198444" y="138760"/>
                </a:cubicBezTo>
                <a:lnTo>
                  <a:pt x="3205492" y="130848"/>
                </a:lnTo>
                <a:lnTo>
                  <a:pt x="3205492" y="129127"/>
                </a:lnTo>
                <a:cubicBezTo>
                  <a:pt x="3205251" y="127819"/>
                  <a:pt x="3204806" y="126917"/>
                  <a:pt x="3204571" y="125602"/>
                </a:cubicBezTo>
                <a:cubicBezTo>
                  <a:pt x="3203511" y="126034"/>
                  <a:pt x="3202171" y="125844"/>
                  <a:pt x="3201098" y="126491"/>
                </a:cubicBezTo>
                <a:cubicBezTo>
                  <a:pt x="3199574" y="127342"/>
                  <a:pt x="3199574" y="129984"/>
                  <a:pt x="3197612" y="129984"/>
                </a:cubicBezTo>
                <a:lnTo>
                  <a:pt x="3195847" y="129984"/>
                </a:lnTo>
                <a:cubicBezTo>
                  <a:pt x="3194304" y="130206"/>
                  <a:pt x="3193656" y="128244"/>
                  <a:pt x="3192125" y="128244"/>
                </a:cubicBezTo>
                <a:lnTo>
                  <a:pt x="3181807" y="128244"/>
                </a:lnTo>
                <a:cubicBezTo>
                  <a:pt x="3181394" y="131743"/>
                  <a:pt x="3181172" y="133489"/>
                  <a:pt x="3180956" y="137001"/>
                </a:cubicBezTo>
                <a:cubicBezTo>
                  <a:pt x="3180956" y="139642"/>
                  <a:pt x="3180727" y="141585"/>
                  <a:pt x="3180073" y="143979"/>
                </a:cubicBezTo>
                <a:cubicBezTo>
                  <a:pt x="3179641" y="145535"/>
                  <a:pt x="3178130" y="146215"/>
                  <a:pt x="3177432" y="147504"/>
                </a:cubicBezTo>
                <a:lnTo>
                  <a:pt x="3173926" y="146621"/>
                </a:lnTo>
                <a:cubicBezTo>
                  <a:pt x="3173926" y="142468"/>
                  <a:pt x="3174580" y="139198"/>
                  <a:pt x="3172193" y="136118"/>
                </a:cubicBezTo>
                <a:cubicBezTo>
                  <a:pt x="3171342" y="134797"/>
                  <a:pt x="3170008" y="134353"/>
                  <a:pt x="3168688" y="133489"/>
                </a:cubicBezTo>
                <a:cubicBezTo>
                  <a:pt x="3167621" y="132835"/>
                  <a:pt x="3166522" y="132187"/>
                  <a:pt x="3165182" y="131743"/>
                </a:cubicBezTo>
                <a:cubicBezTo>
                  <a:pt x="3163887" y="131311"/>
                  <a:pt x="3162992" y="130848"/>
                  <a:pt x="3161461" y="130848"/>
                </a:cubicBezTo>
                <a:cubicBezTo>
                  <a:pt x="3150298" y="130848"/>
                  <a:pt x="3144189" y="129984"/>
                  <a:pt x="3133007" y="129984"/>
                </a:cubicBezTo>
                <a:cubicBezTo>
                  <a:pt x="3131483" y="129984"/>
                  <a:pt x="3130816" y="130625"/>
                  <a:pt x="3129267" y="130848"/>
                </a:cubicBezTo>
                <a:cubicBezTo>
                  <a:pt x="3127965" y="131102"/>
                  <a:pt x="3126879" y="131311"/>
                  <a:pt x="3125793" y="131743"/>
                </a:cubicBezTo>
                <a:cubicBezTo>
                  <a:pt x="3123615" y="132835"/>
                  <a:pt x="3121405" y="134353"/>
                  <a:pt x="3121405" y="137001"/>
                </a:cubicBezTo>
                <a:cubicBezTo>
                  <a:pt x="3121405" y="139407"/>
                  <a:pt x="3121405" y="141154"/>
                  <a:pt x="3122295" y="143148"/>
                </a:cubicBezTo>
                <a:close/>
                <a:moveTo>
                  <a:pt x="3624002" y="113366"/>
                </a:moveTo>
                <a:cubicBezTo>
                  <a:pt x="3621360" y="113366"/>
                  <a:pt x="3619385" y="112890"/>
                  <a:pt x="3616991" y="113366"/>
                </a:cubicBezTo>
                <a:cubicBezTo>
                  <a:pt x="3615677" y="113569"/>
                  <a:pt x="3614801" y="114674"/>
                  <a:pt x="3613511" y="115112"/>
                </a:cubicBezTo>
                <a:cubicBezTo>
                  <a:pt x="3612184" y="115557"/>
                  <a:pt x="3611321" y="116605"/>
                  <a:pt x="3609987" y="116878"/>
                </a:cubicBezTo>
                <a:lnTo>
                  <a:pt x="3608209" y="116878"/>
                </a:lnTo>
                <a:cubicBezTo>
                  <a:pt x="3606260" y="116878"/>
                  <a:pt x="3604742" y="116433"/>
                  <a:pt x="3602970" y="115982"/>
                </a:cubicBezTo>
                <a:cubicBezTo>
                  <a:pt x="3601891" y="115754"/>
                  <a:pt x="3600570" y="115328"/>
                  <a:pt x="3599478" y="115112"/>
                </a:cubicBezTo>
                <a:cubicBezTo>
                  <a:pt x="3597954" y="114674"/>
                  <a:pt x="3596665" y="113811"/>
                  <a:pt x="3595103" y="113366"/>
                </a:cubicBezTo>
                <a:cubicBezTo>
                  <a:pt x="3594220" y="114890"/>
                  <a:pt x="3593357" y="116192"/>
                  <a:pt x="3592461" y="117741"/>
                </a:cubicBezTo>
                <a:cubicBezTo>
                  <a:pt x="3591814" y="118821"/>
                  <a:pt x="3592696" y="121024"/>
                  <a:pt x="3591591" y="121215"/>
                </a:cubicBezTo>
                <a:cubicBezTo>
                  <a:pt x="3590283" y="121672"/>
                  <a:pt x="3589610" y="122967"/>
                  <a:pt x="3588099" y="122967"/>
                </a:cubicBezTo>
                <a:cubicBezTo>
                  <a:pt x="3586327" y="122967"/>
                  <a:pt x="3586130" y="120789"/>
                  <a:pt x="3584594" y="120345"/>
                </a:cubicBezTo>
                <a:cubicBezTo>
                  <a:pt x="3583501" y="120135"/>
                  <a:pt x="3582206" y="119716"/>
                  <a:pt x="3581101" y="119462"/>
                </a:cubicBezTo>
                <a:cubicBezTo>
                  <a:pt x="3578472" y="118821"/>
                  <a:pt x="3576732" y="117741"/>
                  <a:pt x="3573862" y="117741"/>
                </a:cubicBezTo>
                <a:lnTo>
                  <a:pt x="3567080" y="117741"/>
                </a:lnTo>
                <a:cubicBezTo>
                  <a:pt x="3567296" y="120789"/>
                  <a:pt x="3566648" y="122967"/>
                  <a:pt x="3567969" y="125602"/>
                </a:cubicBezTo>
                <a:cubicBezTo>
                  <a:pt x="3569487" y="128885"/>
                  <a:pt x="3572129" y="130848"/>
                  <a:pt x="3575850" y="130848"/>
                </a:cubicBezTo>
                <a:cubicBezTo>
                  <a:pt x="3578701" y="130848"/>
                  <a:pt x="3580212" y="129127"/>
                  <a:pt x="3582835" y="128244"/>
                </a:cubicBezTo>
                <a:cubicBezTo>
                  <a:pt x="3583939" y="128022"/>
                  <a:pt x="3585241" y="127584"/>
                  <a:pt x="3586327" y="127342"/>
                </a:cubicBezTo>
                <a:cubicBezTo>
                  <a:pt x="3587864" y="126917"/>
                  <a:pt x="3589185" y="126034"/>
                  <a:pt x="3590715" y="125602"/>
                </a:cubicBezTo>
                <a:cubicBezTo>
                  <a:pt x="3592036" y="125196"/>
                  <a:pt x="3592906" y="124091"/>
                  <a:pt x="3594220" y="123850"/>
                </a:cubicBezTo>
                <a:cubicBezTo>
                  <a:pt x="3596836" y="123412"/>
                  <a:pt x="3598621" y="122967"/>
                  <a:pt x="3601421" y="122967"/>
                </a:cubicBezTo>
                <a:cubicBezTo>
                  <a:pt x="3604044" y="122967"/>
                  <a:pt x="3605625" y="123666"/>
                  <a:pt x="3608209" y="123850"/>
                </a:cubicBezTo>
                <a:cubicBezTo>
                  <a:pt x="3609543" y="123850"/>
                  <a:pt x="3610406" y="124701"/>
                  <a:pt x="3611714" y="124701"/>
                </a:cubicBezTo>
                <a:cubicBezTo>
                  <a:pt x="3613048" y="124701"/>
                  <a:pt x="3613943" y="123850"/>
                  <a:pt x="3615264" y="123850"/>
                </a:cubicBezTo>
                <a:lnTo>
                  <a:pt x="3616121" y="129127"/>
                </a:lnTo>
                <a:cubicBezTo>
                  <a:pt x="3614801" y="130441"/>
                  <a:pt x="3614381" y="132403"/>
                  <a:pt x="3612622" y="132619"/>
                </a:cubicBezTo>
                <a:cubicBezTo>
                  <a:pt x="3609784" y="133076"/>
                  <a:pt x="3607784" y="132619"/>
                  <a:pt x="3604742" y="132619"/>
                </a:cubicBezTo>
                <a:lnTo>
                  <a:pt x="3604742" y="139858"/>
                </a:lnTo>
                <a:cubicBezTo>
                  <a:pt x="3604742" y="141370"/>
                  <a:pt x="3605625" y="142011"/>
                  <a:pt x="3606476" y="143148"/>
                </a:cubicBezTo>
                <a:cubicBezTo>
                  <a:pt x="3607784" y="144678"/>
                  <a:pt x="3609073" y="145726"/>
                  <a:pt x="3610851" y="146621"/>
                </a:cubicBezTo>
                <a:lnTo>
                  <a:pt x="3614381" y="148367"/>
                </a:lnTo>
                <a:cubicBezTo>
                  <a:pt x="3618077" y="150113"/>
                  <a:pt x="3620281" y="151885"/>
                  <a:pt x="3624433" y="151885"/>
                </a:cubicBezTo>
                <a:cubicBezTo>
                  <a:pt x="3627062" y="151885"/>
                  <a:pt x="3628593" y="150996"/>
                  <a:pt x="3630999" y="150113"/>
                </a:cubicBezTo>
                <a:cubicBezTo>
                  <a:pt x="3632536" y="149472"/>
                  <a:pt x="3633616" y="148818"/>
                  <a:pt x="3634479" y="147504"/>
                </a:cubicBezTo>
                <a:cubicBezTo>
                  <a:pt x="3635813" y="145726"/>
                  <a:pt x="3636892" y="144430"/>
                  <a:pt x="3637133" y="142233"/>
                </a:cubicBezTo>
                <a:cubicBezTo>
                  <a:pt x="3637349" y="139642"/>
                  <a:pt x="3636467" y="137845"/>
                  <a:pt x="3636257" y="135235"/>
                </a:cubicBezTo>
                <a:lnTo>
                  <a:pt x="3636257" y="131743"/>
                </a:lnTo>
                <a:cubicBezTo>
                  <a:pt x="3640188" y="131527"/>
                  <a:pt x="3642588" y="130848"/>
                  <a:pt x="3646551" y="130848"/>
                </a:cubicBezTo>
                <a:cubicBezTo>
                  <a:pt x="3648055" y="130848"/>
                  <a:pt x="3648773" y="131743"/>
                  <a:pt x="3650272" y="131743"/>
                </a:cubicBezTo>
                <a:lnTo>
                  <a:pt x="3652227" y="131743"/>
                </a:lnTo>
                <a:cubicBezTo>
                  <a:pt x="3654653" y="131743"/>
                  <a:pt x="3656158" y="131743"/>
                  <a:pt x="3658152" y="130848"/>
                </a:cubicBezTo>
                <a:cubicBezTo>
                  <a:pt x="3659695" y="130206"/>
                  <a:pt x="3660311" y="129127"/>
                  <a:pt x="3661644" y="128244"/>
                </a:cubicBezTo>
                <a:cubicBezTo>
                  <a:pt x="3662711" y="127342"/>
                  <a:pt x="3664032" y="127342"/>
                  <a:pt x="3665143" y="126491"/>
                </a:cubicBezTo>
                <a:cubicBezTo>
                  <a:pt x="3666216" y="125602"/>
                  <a:pt x="3666896" y="124288"/>
                  <a:pt x="3666896" y="122770"/>
                </a:cubicBezTo>
                <a:lnTo>
                  <a:pt x="3666896" y="115982"/>
                </a:lnTo>
                <a:cubicBezTo>
                  <a:pt x="3663194" y="115112"/>
                  <a:pt x="3660984" y="115112"/>
                  <a:pt x="3657276" y="115112"/>
                </a:cubicBezTo>
                <a:lnTo>
                  <a:pt x="3657276" y="104590"/>
                </a:lnTo>
                <a:cubicBezTo>
                  <a:pt x="3655961" y="104374"/>
                  <a:pt x="3655294" y="102863"/>
                  <a:pt x="3653764" y="102863"/>
                </a:cubicBezTo>
                <a:cubicBezTo>
                  <a:pt x="3652431" y="102863"/>
                  <a:pt x="3651573" y="103727"/>
                  <a:pt x="3650272" y="103727"/>
                </a:cubicBezTo>
                <a:cubicBezTo>
                  <a:pt x="3647643" y="103727"/>
                  <a:pt x="3645217" y="103079"/>
                  <a:pt x="3643268" y="104590"/>
                </a:cubicBezTo>
                <a:cubicBezTo>
                  <a:pt x="3642398" y="105257"/>
                  <a:pt x="3643922" y="107010"/>
                  <a:pt x="3643268" y="108089"/>
                </a:cubicBezTo>
                <a:cubicBezTo>
                  <a:pt x="3642398" y="109423"/>
                  <a:pt x="3640848" y="109423"/>
                  <a:pt x="3639756" y="110724"/>
                </a:cubicBezTo>
                <a:cubicBezTo>
                  <a:pt x="3638683" y="112039"/>
                  <a:pt x="3637991" y="113569"/>
                  <a:pt x="3636257" y="114217"/>
                </a:cubicBezTo>
                <a:cubicBezTo>
                  <a:pt x="3632536" y="115557"/>
                  <a:pt x="3628142" y="113366"/>
                  <a:pt x="3624002" y="113366"/>
                </a:cubicBezTo>
                <a:close/>
                <a:moveTo>
                  <a:pt x="3694029" y="137001"/>
                </a:moveTo>
                <a:cubicBezTo>
                  <a:pt x="3694912" y="136118"/>
                  <a:pt x="3697103" y="136556"/>
                  <a:pt x="3697522" y="135235"/>
                </a:cubicBezTo>
                <a:cubicBezTo>
                  <a:pt x="3697979" y="134156"/>
                  <a:pt x="3696874" y="132835"/>
                  <a:pt x="3697522" y="131743"/>
                </a:cubicBezTo>
                <a:cubicBezTo>
                  <a:pt x="3698208" y="130625"/>
                  <a:pt x="3698208" y="128885"/>
                  <a:pt x="3699281" y="128244"/>
                </a:cubicBezTo>
                <a:cubicBezTo>
                  <a:pt x="3701287" y="126917"/>
                  <a:pt x="3703910" y="128670"/>
                  <a:pt x="3706317" y="128244"/>
                </a:cubicBezTo>
                <a:cubicBezTo>
                  <a:pt x="3707377" y="128022"/>
                  <a:pt x="3708692" y="127584"/>
                  <a:pt x="3709809" y="127342"/>
                </a:cubicBezTo>
                <a:cubicBezTo>
                  <a:pt x="3711327" y="126917"/>
                  <a:pt x="3711778" y="125196"/>
                  <a:pt x="3713327" y="124701"/>
                </a:cubicBezTo>
                <a:cubicBezTo>
                  <a:pt x="3715715" y="124091"/>
                  <a:pt x="3717925" y="125196"/>
                  <a:pt x="3720299" y="124701"/>
                </a:cubicBezTo>
                <a:cubicBezTo>
                  <a:pt x="3721862" y="124523"/>
                  <a:pt x="3722287" y="122351"/>
                  <a:pt x="3723811" y="122104"/>
                </a:cubicBezTo>
                <a:cubicBezTo>
                  <a:pt x="3724903" y="121913"/>
                  <a:pt x="3726224" y="122104"/>
                  <a:pt x="3727278" y="122104"/>
                </a:cubicBezTo>
                <a:cubicBezTo>
                  <a:pt x="3729723" y="121913"/>
                  <a:pt x="3731914" y="122104"/>
                  <a:pt x="3734320" y="121215"/>
                </a:cubicBezTo>
                <a:cubicBezTo>
                  <a:pt x="3735400" y="121024"/>
                  <a:pt x="3736714" y="120789"/>
                  <a:pt x="3737825" y="120345"/>
                </a:cubicBezTo>
                <a:cubicBezTo>
                  <a:pt x="3739146" y="119716"/>
                  <a:pt x="3738022" y="116878"/>
                  <a:pt x="3739553" y="116878"/>
                </a:cubicBezTo>
                <a:cubicBezTo>
                  <a:pt x="3742423" y="116878"/>
                  <a:pt x="3743915" y="118821"/>
                  <a:pt x="3746601" y="119462"/>
                </a:cubicBezTo>
                <a:cubicBezTo>
                  <a:pt x="3747668" y="119716"/>
                  <a:pt x="3748976" y="120135"/>
                  <a:pt x="3750068" y="120345"/>
                </a:cubicBezTo>
                <a:cubicBezTo>
                  <a:pt x="3751643" y="120789"/>
                  <a:pt x="3752932" y="121215"/>
                  <a:pt x="3754666" y="121215"/>
                </a:cubicBezTo>
                <a:lnTo>
                  <a:pt x="3761460" y="121215"/>
                </a:lnTo>
                <a:cubicBezTo>
                  <a:pt x="3761263" y="119900"/>
                  <a:pt x="3761663" y="118821"/>
                  <a:pt x="3761460" y="117741"/>
                </a:cubicBezTo>
                <a:cubicBezTo>
                  <a:pt x="3760800" y="115112"/>
                  <a:pt x="3758818" y="113569"/>
                  <a:pt x="3758818" y="110724"/>
                </a:cubicBezTo>
                <a:cubicBezTo>
                  <a:pt x="3758818" y="107657"/>
                  <a:pt x="3762775" y="106356"/>
                  <a:pt x="3765842" y="106356"/>
                </a:cubicBezTo>
                <a:cubicBezTo>
                  <a:pt x="3768013" y="106356"/>
                  <a:pt x="3769321" y="107232"/>
                  <a:pt x="3771093" y="108089"/>
                </a:cubicBezTo>
                <a:cubicBezTo>
                  <a:pt x="3772173" y="108527"/>
                  <a:pt x="3773716" y="108337"/>
                  <a:pt x="3774605" y="108946"/>
                </a:cubicBezTo>
                <a:cubicBezTo>
                  <a:pt x="3775684" y="109645"/>
                  <a:pt x="3775233" y="111385"/>
                  <a:pt x="3776332" y="112490"/>
                </a:cubicBezTo>
                <a:cubicBezTo>
                  <a:pt x="3778948" y="115112"/>
                  <a:pt x="3781596" y="115982"/>
                  <a:pt x="3785304" y="115982"/>
                </a:cubicBezTo>
                <a:cubicBezTo>
                  <a:pt x="3789038" y="115982"/>
                  <a:pt x="3791032" y="115328"/>
                  <a:pt x="3794721" y="115112"/>
                </a:cubicBezTo>
                <a:cubicBezTo>
                  <a:pt x="3794721" y="113366"/>
                  <a:pt x="3795585" y="112490"/>
                  <a:pt x="3795585" y="110724"/>
                </a:cubicBezTo>
                <a:cubicBezTo>
                  <a:pt x="3795585" y="109423"/>
                  <a:pt x="3794721" y="108527"/>
                  <a:pt x="3794721" y="107232"/>
                </a:cubicBezTo>
                <a:lnTo>
                  <a:pt x="3794721" y="102863"/>
                </a:lnTo>
                <a:cubicBezTo>
                  <a:pt x="3791654" y="102863"/>
                  <a:pt x="3789921" y="102622"/>
                  <a:pt x="3786866" y="102863"/>
                </a:cubicBezTo>
                <a:cubicBezTo>
                  <a:pt x="3785533" y="102863"/>
                  <a:pt x="3784657" y="103727"/>
                  <a:pt x="3783336" y="103727"/>
                </a:cubicBezTo>
                <a:cubicBezTo>
                  <a:pt x="3780739" y="103943"/>
                  <a:pt x="3778948" y="103727"/>
                  <a:pt x="3776332" y="103727"/>
                </a:cubicBezTo>
                <a:cubicBezTo>
                  <a:pt x="3775017" y="103727"/>
                  <a:pt x="3774160" y="103079"/>
                  <a:pt x="3772852" y="102863"/>
                </a:cubicBezTo>
                <a:cubicBezTo>
                  <a:pt x="3774160" y="100869"/>
                  <a:pt x="3774814" y="99358"/>
                  <a:pt x="3776332" y="97580"/>
                </a:cubicBezTo>
                <a:cubicBezTo>
                  <a:pt x="3777653" y="96050"/>
                  <a:pt x="3779177" y="95618"/>
                  <a:pt x="3780739" y="94068"/>
                </a:cubicBezTo>
                <a:cubicBezTo>
                  <a:pt x="3782244" y="92563"/>
                  <a:pt x="3782904" y="91478"/>
                  <a:pt x="3784225" y="89731"/>
                </a:cubicBezTo>
                <a:lnTo>
                  <a:pt x="3783336" y="86207"/>
                </a:lnTo>
                <a:cubicBezTo>
                  <a:pt x="3782028" y="86207"/>
                  <a:pt x="3781158" y="85991"/>
                  <a:pt x="3779837" y="86207"/>
                </a:cubicBezTo>
                <a:cubicBezTo>
                  <a:pt x="3778084" y="86423"/>
                  <a:pt x="3777018" y="86874"/>
                  <a:pt x="3775475" y="87071"/>
                </a:cubicBezTo>
                <a:cubicBezTo>
                  <a:pt x="3774389" y="87071"/>
                  <a:pt x="3773068" y="87960"/>
                  <a:pt x="3772001" y="87960"/>
                </a:cubicBezTo>
                <a:lnTo>
                  <a:pt x="3768451" y="87960"/>
                </a:lnTo>
                <a:cubicBezTo>
                  <a:pt x="3767372" y="87960"/>
                  <a:pt x="3766077" y="88836"/>
                  <a:pt x="3764959" y="88836"/>
                </a:cubicBezTo>
                <a:cubicBezTo>
                  <a:pt x="3763441" y="89052"/>
                  <a:pt x="3761892" y="89052"/>
                  <a:pt x="3760603" y="89731"/>
                </a:cubicBezTo>
                <a:cubicBezTo>
                  <a:pt x="3759269" y="90379"/>
                  <a:pt x="3757275" y="90779"/>
                  <a:pt x="3757091" y="92341"/>
                </a:cubicBezTo>
                <a:cubicBezTo>
                  <a:pt x="3756856" y="93446"/>
                  <a:pt x="3757091" y="94545"/>
                  <a:pt x="3757091" y="95840"/>
                </a:cubicBezTo>
                <a:cubicBezTo>
                  <a:pt x="3757091" y="97154"/>
                  <a:pt x="3757961" y="98012"/>
                  <a:pt x="3757961" y="99358"/>
                </a:cubicBezTo>
                <a:cubicBezTo>
                  <a:pt x="3757961" y="101085"/>
                  <a:pt x="3757091" y="101980"/>
                  <a:pt x="3757091" y="103727"/>
                </a:cubicBezTo>
                <a:cubicBezTo>
                  <a:pt x="3754024" y="103727"/>
                  <a:pt x="3752265" y="103943"/>
                  <a:pt x="3749211" y="103727"/>
                </a:cubicBezTo>
                <a:cubicBezTo>
                  <a:pt x="3747903" y="103727"/>
                  <a:pt x="3746995" y="102863"/>
                  <a:pt x="3745706" y="102863"/>
                </a:cubicBezTo>
                <a:lnTo>
                  <a:pt x="3741305" y="102863"/>
                </a:lnTo>
                <a:lnTo>
                  <a:pt x="3737825" y="102863"/>
                </a:lnTo>
                <a:cubicBezTo>
                  <a:pt x="3736289" y="103079"/>
                  <a:pt x="3734752" y="102190"/>
                  <a:pt x="3733450" y="102863"/>
                </a:cubicBezTo>
                <a:cubicBezTo>
                  <a:pt x="3732142" y="103485"/>
                  <a:pt x="3730847" y="104590"/>
                  <a:pt x="3730847" y="106356"/>
                </a:cubicBezTo>
                <a:cubicBezTo>
                  <a:pt x="3730847" y="107657"/>
                  <a:pt x="3731914" y="108762"/>
                  <a:pt x="3731704" y="109861"/>
                </a:cubicBezTo>
                <a:cubicBezTo>
                  <a:pt x="3731253" y="111169"/>
                  <a:pt x="3728167" y="110077"/>
                  <a:pt x="3728167" y="111601"/>
                </a:cubicBezTo>
                <a:cubicBezTo>
                  <a:pt x="3728167" y="113144"/>
                  <a:pt x="3729945" y="113569"/>
                  <a:pt x="3729945" y="115112"/>
                </a:cubicBezTo>
                <a:lnTo>
                  <a:pt x="3729945" y="121215"/>
                </a:lnTo>
                <a:cubicBezTo>
                  <a:pt x="3724471" y="121913"/>
                  <a:pt x="3721379" y="121672"/>
                  <a:pt x="3715950" y="122104"/>
                </a:cubicBezTo>
                <a:cubicBezTo>
                  <a:pt x="3714178" y="122104"/>
                  <a:pt x="3713099" y="122770"/>
                  <a:pt x="3711555" y="122967"/>
                </a:cubicBezTo>
                <a:cubicBezTo>
                  <a:pt x="3710444" y="123209"/>
                  <a:pt x="3709136" y="123666"/>
                  <a:pt x="3708031" y="123850"/>
                </a:cubicBezTo>
                <a:cubicBezTo>
                  <a:pt x="3706742" y="124091"/>
                  <a:pt x="3705872" y="125380"/>
                  <a:pt x="3704526" y="125602"/>
                </a:cubicBezTo>
                <a:cubicBezTo>
                  <a:pt x="3703466" y="125844"/>
                  <a:pt x="3702145" y="125380"/>
                  <a:pt x="3701033" y="125602"/>
                </a:cubicBezTo>
                <a:cubicBezTo>
                  <a:pt x="3699725" y="125844"/>
                  <a:pt x="3698862" y="126701"/>
                  <a:pt x="3697522" y="127342"/>
                </a:cubicBezTo>
                <a:cubicBezTo>
                  <a:pt x="3695807" y="128244"/>
                  <a:pt x="3695350" y="129546"/>
                  <a:pt x="3694029" y="130848"/>
                </a:cubicBezTo>
                <a:lnTo>
                  <a:pt x="3690562" y="134353"/>
                </a:lnTo>
                <a:close/>
                <a:moveTo>
                  <a:pt x="3743915" y="135235"/>
                </a:moveTo>
                <a:lnTo>
                  <a:pt x="3743915" y="145726"/>
                </a:lnTo>
                <a:lnTo>
                  <a:pt x="3759707" y="145726"/>
                </a:lnTo>
                <a:cubicBezTo>
                  <a:pt x="3761028" y="144430"/>
                  <a:pt x="3762343" y="143979"/>
                  <a:pt x="3763200" y="142233"/>
                </a:cubicBezTo>
                <a:cubicBezTo>
                  <a:pt x="3763651" y="141154"/>
                  <a:pt x="3762775" y="139858"/>
                  <a:pt x="3763200" y="138760"/>
                </a:cubicBezTo>
                <a:cubicBezTo>
                  <a:pt x="3763651" y="137845"/>
                  <a:pt x="3765200" y="137845"/>
                  <a:pt x="3765842" y="137001"/>
                </a:cubicBezTo>
                <a:cubicBezTo>
                  <a:pt x="3765842" y="140506"/>
                  <a:pt x="3764959" y="143573"/>
                  <a:pt x="3767581" y="145726"/>
                </a:cubicBezTo>
                <a:cubicBezTo>
                  <a:pt x="3768915" y="146837"/>
                  <a:pt x="3770210" y="147504"/>
                  <a:pt x="3772001" y="147504"/>
                </a:cubicBezTo>
                <a:cubicBezTo>
                  <a:pt x="3773468" y="147504"/>
                  <a:pt x="3773931" y="145726"/>
                  <a:pt x="3775475" y="145726"/>
                </a:cubicBezTo>
                <a:cubicBezTo>
                  <a:pt x="3777018" y="145726"/>
                  <a:pt x="3777907" y="145961"/>
                  <a:pt x="3779405" y="145726"/>
                </a:cubicBezTo>
                <a:cubicBezTo>
                  <a:pt x="3779627" y="141585"/>
                  <a:pt x="3779837" y="139407"/>
                  <a:pt x="3779405" y="135235"/>
                </a:cubicBezTo>
                <a:lnTo>
                  <a:pt x="3794721" y="135235"/>
                </a:lnTo>
                <a:lnTo>
                  <a:pt x="3794721" y="131743"/>
                </a:lnTo>
                <a:cubicBezTo>
                  <a:pt x="3794721" y="130441"/>
                  <a:pt x="3794067" y="129546"/>
                  <a:pt x="3793858" y="128244"/>
                </a:cubicBezTo>
                <a:lnTo>
                  <a:pt x="3767823" y="128244"/>
                </a:lnTo>
                <a:cubicBezTo>
                  <a:pt x="3764743" y="128244"/>
                  <a:pt x="3763441" y="129768"/>
                  <a:pt x="3760603" y="130848"/>
                </a:cubicBezTo>
                <a:cubicBezTo>
                  <a:pt x="3759053" y="131311"/>
                  <a:pt x="3757720" y="131927"/>
                  <a:pt x="3756196" y="132619"/>
                </a:cubicBezTo>
                <a:cubicBezTo>
                  <a:pt x="3754666" y="133261"/>
                  <a:pt x="3754208" y="134613"/>
                  <a:pt x="3752691" y="135235"/>
                </a:cubicBezTo>
                <a:cubicBezTo>
                  <a:pt x="3749636" y="136766"/>
                  <a:pt x="3747465" y="137223"/>
                  <a:pt x="3743915" y="137845"/>
                </a:cubicBezTo>
                <a:close/>
                <a:moveTo>
                  <a:pt x="3805224" y="140506"/>
                </a:moveTo>
                <a:cubicBezTo>
                  <a:pt x="3803707" y="140931"/>
                  <a:pt x="3802373" y="142011"/>
                  <a:pt x="3800875" y="142233"/>
                </a:cubicBezTo>
                <a:lnTo>
                  <a:pt x="3797376" y="142233"/>
                </a:lnTo>
                <a:cubicBezTo>
                  <a:pt x="3796455" y="142233"/>
                  <a:pt x="3795845" y="143148"/>
                  <a:pt x="3794721" y="143148"/>
                </a:cubicBezTo>
                <a:lnTo>
                  <a:pt x="3791204" y="143148"/>
                </a:lnTo>
                <a:cubicBezTo>
                  <a:pt x="3791451" y="144430"/>
                  <a:pt x="3790778" y="145726"/>
                  <a:pt x="3791204" y="146621"/>
                </a:cubicBezTo>
                <a:cubicBezTo>
                  <a:pt x="3791883" y="147720"/>
                  <a:pt x="3791883" y="149472"/>
                  <a:pt x="3792962" y="150113"/>
                </a:cubicBezTo>
                <a:cubicBezTo>
                  <a:pt x="3794067" y="150787"/>
                  <a:pt x="3795388" y="150113"/>
                  <a:pt x="3796906" y="150113"/>
                </a:cubicBezTo>
                <a:cubicBezTo>
                  <a:pt x="3798430" y="150113"/>
                  <a:pt x="3799554" y="150355"/>
                  <a:pt x="3800875" y="150113"/>
                </a:cubicBezTo>
                <a:cubicBezTo>
                  <a:pt x="3802170" y="149904"/>
                  <a:pt x="3803040" y="148609"/>
                  <a:pt x="3804348" y="148367"/>
                </a:cubicBezTo>
                <a:cubicBezTo>
                  <a:pt x="3806774" y="147720"/>
                  <a:pt x="3808952" y="147065"/>
                  <a:pt x="3811365" y="146621"/>
                </a:cubicBezTo>
                <a:cubicBezTo>
                  <a:pt x="3811168" y="145535"/>
                  <a:pt x="3811574" y="144195"/>
                  <a:pt x="3811365" y="143148"/>
                </a:cubicBezTo>
                <a:cubicBezTo>
                  <a:pt x="3810933" y="141585"/>
                  <a:pt x="3809390" y="141154"/>
                  <a:pt x="3808736" y="139642"/>
                </a:cubicBezTo>
                <a:cubicBezTo>
                  <a:pt x="3807644" y="139858"/>
                  <a:pt x="3806355" y="140265"/>
                  <a:pt x="3805224" y="140506"/>
                </a:cubicBezTo>
                <a:close/>
                <a:moveTo>
                  <a:pt x="3811365" y="108946"/>
                </a:moveTo>
                <a:cubicBezTo>
                  <a:pt x="3811365" y="110286"/>
                  <a:pt x="3811574" y="111385"/>
                  <a:pt x="3811365" y="112490"/>
                </a:cubicBezTo>
                <a:cubicBezTo>
                  <a:pt x="3811168" y="113569"/>
                  <a:pt x="3812031" y="115112"/>
                  <a:pt x="3811365" y="115982"/>
                </a:cubicBezTo>
                <a:cubicBezTo>
                  <a:pt x="3810723" y="116878"/>
                  <a:pt x="3808952" y="116192"/>
                  <a:pt x="3807872" y="116878"/>
                </a:cubicBezTo>
                <a:cubicBezTo>
                  <a:pt x="3805485" y="118414"/>
                  <a:pt x="3803040" y="119462"/>
                  <a:pt x="3800875" y="121215"/>
                </a:cubicBezTo>
                <a:cubicBezTo>
                  <a:pt x="3799751" y="122104"/>
                  <a:pt x="3799751" y="123666"/>
                  <a:pt x="3799122" y="124701"/>
                </a:cubicBezTo>
                <a:lnTo>
                  <a:pt x="3802614" y="126491"/>
                </a:lnTo>
                <a:cubicBezTo>
                  <a:pt x="3803910" y="127158"/>
                  <a:pt x="3804615" y="128460"/>
                  <a:pt x="3806113" y="129127"/>
                </a:cubicBezTo>
                <a:cubicBezTo>
                  <a:pt x="3807872" y="129984"/>
                  <a:pt x="3809390" y="129984"/>
                  <a:pt x="3811365" y="129984"/>
                </a:cubicBezTo>
                <a:lnTo>
                  <a:pt x="3813124" y="129984"/>
                </a:lnTo>
                <a:cubicBezTo>
                  <a:pt x="3814876" y="129768"/>
                  <a:pt x="3815099" y="127819"/>
                  <a:pt x="3816604" y="127342"/>
                </a:cubicBezTo>
                <a:cubicBezTo>
                  <a:pt x="3818375" y="126701"/>
                  <a:pt x="3819886" y="127342"/>
                  <a:pt x="3821868" y="127342"/>
                </a:cubicBezTo>
                <a:lnTo>
                  <a:pt x="3827113" y="127342"/>
                </a:lnTo>
                <a:cubicBezTo>
                  <a:pt x="3828859" y="127342"/>
                  <a:pt x="3829748" y="128244"/>
                  <a:pt x="3831513" y="128244"/>
                </a:cubicBezTo>
                <a:cubicBezTo>
                  <a:pt x="3836555" y="128670"/>
                  <a:pt x="3839635" y="128460"/>
                  <a:pt x="3844632" y="128244"/>
                </a:cubicBezTo>
                <a:cubicBezTo>
                  <a:pt x="3846163" y="128244"/>
                  <a:pt x="3846836" y="127158"/>
                  <a:pt x="3848144" y="126917"/>
                </a:cubicBezTo>
                <a:cubicBezTo>
                  <a:pt x="3847064" y="125602"/>
                  <a:pt x="3845540" y="124523"/>
                  <a:pt x="3844632" y="122967"/>
                </a:cubicBezTo>
                <a:cubicBezTo>
                  <a:pt x="3843972" y="121672"/>
                  <a:pt x="3842461" y="121024"/>
                  <a:pt x="3842004" y="119462"/>
                </a:cubicBezTo>
                <a:cubicBezTo>
                  <a:pt x="3841794" y="118414"/>
                  <a:pt x="3842461" y="117043"/>
                  <a:pt x="3842004" y="115982"/>
                </a:cubicBezTo>
                <a:cubicBezTo>
                  <a:pt x="3840899" y="113366"/>
                  <a:pt x="3838289" y="111823"/>
                  <a:pt x="3837635" y="108946"/>
                </a:cubicBezTo>
                <a:cubicBezTo>
                  <a:pt x="3836993" y="106572"/>
                  <a:pt x="3837635" y="104590"/>
                  <a:pt x="3837635" y="101980"/>
                </a:cubicBezTo>
                <a:lnTo>
                  <a:pt x="3832377" y="101085"/>
                </a:lnTo>
                <a:cubicBezTo>
                  <a:pt x="3831291" y="101542"/>
                  <a:pt x="3829748" y="101542"/>
                  <a:pt x="3828859" y="101980"/>
                </a:cubicBezTo>
                <a:cubicBezTo>
                  <a:pt x="3827576" y="102863"/>
                  <a:pt x="3827335" y="104590"/>
                  <a:pt x="3826262" y="105498"/>
                </a:cubicBezTo>
                <a:cubicBezTo>
                  <a:pt x="3824954" y="106572"/>
                  <a:pt x="3824516" y="108089"/>
                  <a:pt x="3822757" y="108946"/>
                </a:cubicBezTo>
                <a:cubicBezTo>
                  <a:pt x="3821664" y="109423"/>
                  <a:pt x="3820337" y="109423"/>
                  <a:pt x="3819232" y="109861"/>
                </a:cubicBezTo>
                <a:cubicBezTo>
                  <a:pt x="3817912" y="110509"/>
                  <a:pt x="3817061" y="111169"/>
                  <a:pt x="3815759" y="111601"/>
                </a:cubicBezTo>
                <a:close/>
                <a:moveTo>
                  <a:pt x="3854265" y="108946"/>
                </a:moveTo>
                <a:lnTo>
                  <a:pt x="3856024" y="112490"/>
                </a:lnTo>
                <a:cubicBezTo>
                  <a:pt x="3858450" y="114890"/>
                  <a:pt x="3860177" y="116878"/>
                  <a:pt x="3863041" y="118624"/>
                </a:cubicBezTo>
                <a:cubicBezTo>
                  <a:pt x="3864355" y="119462"/>
                  <a:pt x="3865225" y="120554"/>
                  <a:pt x="3866546" y="121215"/>
                </a:cubicBezTo>
                <a:cubicBezTo>
                  <a:pt x="3869385" y="122967"/>
                  <a:pt x="3871785" y="123850"/>
                  <a:pt x="3875290" y="123850"/>
                </a:cubicBezTo>
                <a:cubicBezTo>
                  <a:pt x="3877240" y="123850"/>
                  <a:pt x="3878795" y="123412"/>
                  <a:pt x="3880516" y="122967"/>
                </a:cubicBezTo>
                <a:cubicBezTo>
                  <a:pt x="3881837" y="122535"/>
                  <a:pt x="3882720" y="121913"/>
                  <a:pt x="3884021" y="121215"/>
                </a:cubicBezTo>
                <a:cubicBezTo>
                  <a:pt x="3885330" y="120554"/>
                  <a:pt x="3886447" y="120345"/>
                  <a:pt x="3887533" y="119462"/>
                </a:cubicBezTo>
                <a:cubicBezTo>
                  <a:pt x="3888625" y="118624"/>
                  <a:pt x="3888441" y="117043"/>
                  <a:pt x="3889317" y="115982"/>
                </a:cubicBezTo>
                <a:cubicBezTo>
                  <a:pt x="3890187" y="114890"/>
                  <a:pt x="3890613" y="113366"/>
                  <a:pt x="3891902" y="112490"/>
                </a:cubicBezTo>
                <a:cubicBezTo>
                  <a:pt x="3892810" y="111823"/>
                  <a:pt x="3894328" y="112039"/>
                  <a:pt x="3895413" y="111601"/>
                </a:cubicBezTo>
                <a:cubicBezTo>
                  <a:pt x="3896734" y="110940"/>
                  <a:pt x="3897610" y="110286"/>
                  <a:pt x="3898919" y="109861"/>
                </a:cubicBezTo>
                <a:cubicBezTo>
                  <a:pt x="3900214" y="109423"/>
                  <a:pt x="3901109" y="108527"/>
                  <a:pt x="3902443" y="108089"/>
                </a:cubicBezTo>
                <a:cubicBezTo>
                  <a:pt x="3904843" y="107232"/>
                  <a:pt x="3907053" y="106787"/>
                  <a:pt x="3909409" y="106356"/>
                </a:cubicBezTo>
                <a:lnTo>
                  <a:pt x="3908539" y="102863"/>
                </a:lnTo>
                <a:cubicBezTo>
                  <a:pt x="3907218" y="102419"/>
                  <a:pt x="3906348" y="101288"/>
                  <a:pt x="3905065" y="101085"/>
                </a:cubicBezTo>
                <a:lnTo>
                  <a:pt x="3901547" y="101085"/>
                </a:lnTo>
                <a:cubicBezTo>
                  <a:pt x="3900468" y="101085"/>
                  <a:pt x="3899357" y="100222"/>
                  <a:pt x="3898055" y="100222"/>
                </a:cubicBezTo>
                <a:cubicBezTo>
                  <a:pt x="3896093" y="99980"/>
                  <a:pt x="3894747" y="100222"/>
                  <a:pt x="3892810" y="100222"/>
                </a:cubicBezTo>
                <a:cubicBezTo>
                  <a:pt x="3890816" y="100222"/>
                  <a:pt x="3889317" y="99777"/>
                  <a:pt x="3887533" y="100222"/>
                </a:cubicBezTo>
                <a:cubicBezTo>
                  <a:pt x="3886447" y="100444"/>
                  <a:pt x="3885120" y="100660"/>
                  <a:pt x="3884021" y="101085"/>
                </a:cubicBezTo>
                <a:cubicBezTo>
                  <a:pt x="3882942" y="101542"/>
                  <a:pt x="3884263" y="104165"/>
                  <a:pt x="3883164" y="104590"/>
                </a:cubicBezTo>
                <a:cubicBezTo>
                  <a:pt x="3882066" y="105035"/>
                  <a:pt x="3880777" y="104590"/>
                  <a:pt x="3879678" y="104590"/>
                </a:cubicBezTo>
                <a:cubicBezTo>
                  <a:pt x="3875747" y="105257"/>
                  <a:pt x="3873125" y="103943"/>
                  <a:pt x="3869169" y="104590"/>
                </a:cubicBezTo>
                <a:cubicBezTo>
                  <a:pt x="3868070" y="104832"/>
                  <a:pt x="3866756" y="105257"/>
                  <a:pt x="3865676" y="105498"/>
                </a:cubicBezTo>
                <a:cubicBezTo>
                  <a:pt x="3864114" y="105930"/>
                  <a:pt x="3863676" y="107435"/>
                  <a:pt x="3862133" y="108089"/>
                </a:cubicBezTo>
                <a:cubicBezTo>
                  <a:pt x="3860609" y="108762"/>
                  <a:pt x="3860406" y="110724"/>
                  <a:pt x="3858634" y="110724"/>
                </a:cubicBezTo>
                <a:cubicBezTo>
                  <a:pt x="3856901" y="110724"/>
                  <a:pt x="3855796" y="109423"/>
                  <a:pt x="3854265" y="108946"/>
                </a:cubicBezTo>
                <a:close/>
                <a:moveTo>
                  <a:pt x="3979462" y="386518"/>
                </a:moveTo>
                <a:cubicBezTo>
                  <a:pt x="3981437" y="386518"/>
                  <a:pt x="3983005" y="385883"/>
                  <a:pt x="3984732" y="385635"/>
                </a:cubicBezTo>
                <a:cubicBezTo>
                  <a:pt x="3985812" y="385635"/>
                  <a:pt x="3987145" y="385883"/>
                  <a:pt x="3988231" y="385635"/>
                </a:cubicBezTo>
                <a:cubicBezTo>
                  <a:pt x="3989565" y="385464"/>
                  <a:pt x="3990422" y="384130"/>
                  <a:pt x="3991730" y="383889"/>
                </a:cubicBezTo>
                <a:cubicBezTo>
                  <a:pt x="3994111" y="383673"/>
                  <a:pt x="3996105" y="384130"/>
                  <a:pt x="3998747" y="383889"/>
                </a:cubicBezTo>
                <a:lnTo>
                  <a:pt x="4002252" y="383889"/>
                </a:lnTo>
                <a:cubicBezTo>
                  <a:pt x="4003776" y="383673"/>
                  <a:pt x="4004221" y="381914"/>
                  <a:pt x="4005738" y="381266"/>
                </a:cubicBezTo>
                <a:cubicBezTo>
                  <a:pt x="4005529" y="380180"/>
                  <a:pt x="4006195" y="378663"/>
                  <a:pt x="4005738" y="377748"/>
                </a:cubicBezTo>
                <a:cubicBezTo>
                  <a:pt x="4004887" y="376459"/>
                  <a:pt x="4004221" y="375132"/>
                  <a:pt x="4003103" y="374256"/>
                </a:cubicBezTo>
                <a:cubicBezTo>
                  <a:pt x="4002024" y="373392"/>
                  <a:pt x="4000925" y="372960"/>
                  <a:pt x="3999604" y="372510"/>
                </a:cubicBezTo>
                <a:cubicBezTo>
                  <a:pt x="3998525" y="372090"/>
                  <a:pt x="3997198" y="371862"/>
                  <a:pt x="3996105" y="371646"/>
                </a:cubicBezTo>
                <a:cubicBezTo>
                  <a:pt x="3995013" y="371430"/>
                  <a:pt x="3993946" y="370751"/>
                  <a:pt x="3992594" y="370751"/>
                </a:cubicBezTo>
                <a:cubicBezTo>
                  <a:pt x="3989565" y="370751"/>
                  <a:pt x="3988022" y="372770"/>
                  <a:pt x="3985621" y="374256"/>
                </a:cubicBezTo>
                <a:cubicBezTo>
                  <a:pt x="3984078" y="375132"/>
                  <a:pt x="3983424" y="376688"/>
                  <a:pt x="3982116" y="377748"/>
                </a:cubicBezTo>
                <a:cubicBezTo>
                  <a:pt x="3979462" y="379964"/>
                  <a:pt x="3977512" y="381488"/>
                  <a:pt x="3975087" y="383889"/>
                </a:cubicBezTo>
                <a:cubicBezTo>
                  <a:pt x="3976636" y="384778"/>
                  <a:pt x="3977512" y="386518"/>
                  <a:pt x="3979462" y="386518"/>
                </a:cubicBezTo>
                <a:close/>
                <a:moveTo>
                  <a:pt x="3715950" y="378663"/>
                </a:moveTo>
                <a:cubicBezTo>
                  <a:pt x="3713327" y="378409"/>
                  <a:pt x="3711555" y="377748"/>
                  <a:pt x="3708927" y="377748"/>
                </a:cubicBezTo>
                <a:cubicBezTo>
                  <a:pt x="3707180" y="377748"/>
                  <a:pt x="3706317" y="378409"/>
                  <a:pt x="3704526" y="378663"/>
                </a:cubicBezTo>
                <a:lnTo>
                  <a:pt x="3704526" y="390048"/>
                </a:lnTo>
                <a:cubicBezTo>
                  <a:pt x="3701033" y="390048"/>
                  <a:pt x="3699084" y="389591"/>
                  <a:pt x="3695807" y="390048"/>
                </a:cubicBezTo>
                <a:cubicBezTo>
                  <a:pt x="3693172" y="390270"/>
                  <a:pt x="3691407" y="391572"/>
                  <a:pt x="3688778" y="392652"/>
                </a:cubicBezTo>
                <a:cubicBezTo>
                  <a:pt x="3689007" y="393979"/>
                  <a:pt x="3688778" y="395058"/>
                  <a:pt x="3688778" y="396157"/>
                </a:cubicBezTo>
                <a:cubicBezTo>
                  <a:pt x="3689007" y="397471"/>
                  <a:pt x="3690562" y="398125"/>
                  <a:pt x="3690562" y="399643"/>
                </a:cubicBezTo>
                <a:cubicBezTo>
                  <a:pt x="3690562" y="400970"/>
                  <a:pt x="3689883" y="402075"/>
                  <a:pt x="3689661" y="403155"/>
                </a:cubicBezTo>
                <a:cubicBezTo>
                  <a:pt x="3689229" y="404679"/>
                  <a:pt x="3686810" y="404253"/>
                  <a:pt x="3686136" y="405784"/>
                </a:cubicBezTo>
                <a:cubicBezTo>
                  <a:pt x="3685711" y="406888"/>
                  <a:pt x="3686390" y="408222"/>
                  <a:pt x="3686136" y="409308"/>
                </a:cubicBezTo>
                <a:cubicBezTo>
                  <a:pt x="3685940" y="410387"/>
                  <a:pt x="3685514" y="411499"/>
                  <a:pt x="3685266" y="412813"/>
                </a:cubicBezTo>
                <a:cubicBezTo>
                  <a:pt x="3682669" y="412813"/>
                  <a:pt x="3680669" y="412572"/>
                  <a:pt x="3678256" y="412813"/>
                </a:cubicBezTo>
                <a:cubicBezTo>
                  <a:pt x="3677177" y="412813"/>
                  <a:pt x="3675868" y="412134"/>
                  <a:pt x="3674764" y="412813"/>
                </a:cubicBezTo>
                <a:cubicBezTo>
                  <a:pt x="3673455" y="413645"/>
                  <a:pt x="3673005" y="414959"/>
                  <a:pt x="3672154" y="416286"/>
                </a:cubicBezTo>
                <a:cubicBezTo>
                  <a:pt x="3671506" y="417169"/>
                  <a:pt x="3672789" y="418706"/>
                  <a:pt x="3672154" y="419811"/>
                </a:cubicBezTo>
                <a:cubicBezTo>
                  <a:pt x="3671506" y="421119"/>
                  <a:pt x="3669099" y="420230"/>
                  <a:pt x="3668668" y="421551"/>
                </a:cubicBezTo>
                <a:cubicBezTo>
                  <a:pt x="3667531" y="423957"/>
                  <a:pt x="3668229" y="425913"/>
                  <a:pt x="3668229" y="428771"/>
                </a:cubicBezTo>
                <a:cubicBezTo>
                  <a:pt x="3668229" y="430079"/>
                  <a:pt x="3667766" y="430752"/>
                  <a:pt x="3667766" y="432079"/>
                </a:cubicBezTo>
                <a:cubicBezTo>
                  <a:pt x="3667766" y="433362"/>
                  <a:pt x="3668668" y="434251"/>
                  <a:pt x="3668668" y="435571"/>
                </a:cubicBezTo>
                <a:cubicBezTo>
                  <a:pt x="3668668" y="436886"/>
                  <a:pt x="3668229" y="437730"/>
                  <a:pt x="3668229" y="439051"/>
                </a:cubicBezTo>
                <a:lnTo>
                  <a:pt x="3677399" y="439921"/>
                </a:lnTo>
                <a:cubicBezTo>
                  <a:pt x="3678059" y="438861"/>
                  <a:pt x="3677627" y="437324"/>
                  <a:pt x="3678256" y="436429"/>
                </a:cubicBezTo>
                <a:cubicBezTo>
                  <a:pt x="3679189" y="435349"/>
                  <a:pt x="3680669" y="435571"/>
                  <a:pt x="3681780" y="434689"/>
                </a:cubicBezTo>
                <a:cubicBezTo>
                  <a:pt x="3682873" y="435349"/>
                  <a:pt x="3684828" y="434689"/>
                  <a:pt x="3685266" y="435571"/>
                </a:cubicBezTo>
                <a:cubicBezTo>
                  <a:pt x="3685711" y="436429"/>
                  <a:pt x="3685711" y="438188"/>
                  <a:pt x="3686136" y="439051"/>
                </a:cubicBezTo>
                <a:cubicBezTo>
                  <a:pt x="3687032" y="440359"/>
                  <a:pt x="3688124" y="441242"/>
                  <a:pt x="3688778" y="442544"/>
                </a:cubicBezTo>
                <a:cubicBezTo>
                  <a:pt x="3690067" y="441242"/>
                  <a:pt x="3691407" y="440816"/>
                  <a:pt x="3692283" y="439051"/>
                </a:cubicBezTo>
                <a:cubicBezTo>
                  <a:pt x="3692709" y="437959"/>
                  <a:pt x="3692061" y="436651"/>
                  <a:pt x="3692283" y="435571"/>
                </a:cubicBezTo>
                <a:cubicBezTo>
                  <a:pt x="3693617" y="436225"/>
                  <a:pt x="3694671" y="436651"/>
                  <a:pt x="3695807" y="437324"/>
                </a:cubicBezTo>
                <a:cubicBezTo>
                  <a:pt x="3697312" y="438391"/>
                  <a:pt x="3697751" y="439737"/>
                  <a:pt x="3699281" y="440816"/>
                </a:cubicBezTo>
                <a:cubicBezTo>
                  <a:pt x="3701903" y="442804"/>
                  <a:pt x="3704767" y="442804"/>
                  <a:pt x="3707180" y="445185"/>
                </a:cubicBezTo>
                <a:cubicBezTo>
                  <a:pt x="3708266" y="446252"/>
                  <a:pt x="3708031" y="447598"/>
                  <a:pt x="3708927" y="448710"/>
                </a:cubicBezTo>
                <a:lnTo>
                  <a:pt x="3702786" y="456577"/>
                </a:lnTo>
                <a:lnTo>
                  <a:pt x="3702786" y="458317"/>
                </a:lnTo>
                <a:cubicBezTo>
                  <a:pt x="3703243" y="459644"/>
                  <a:pt x="3704101" y="460514"/>
                  <a:pt x="3704526" y="461835"/>
                </a:cubicBezTo>
                <a:lnTo>
                  <a:pt x="3723601" y="461835"/>
                </a:lnTo>
                <a:cubicBezTo>
                  <a:pt x="3728637" y="461835"/>
                  <a:pt x="3731025" y="464007"/>
                  <a:pt x="3736073" y="464445"/>
                </a:cubicBezTo>
                <a:cubicBezTo>
                  <a:pt x="3737825" y="464445"/>
                  <a:pt x="3738930" y="464229"/>
                  <a:pt x="3740435" y="464445"/>
                </a:cubicBezTo>
                <a:cubicBezTo>
                  <a:pt x="3743280" y="464686"/>
                  <a:pt x="3745249" y="465759"/>
                  <a:pt x="3748328" y="466191"/>
                </a:cubicBezTo>
                <a:cubicBezTo>
                  <a:pt x="3750735" y="466432"/>
                  <a:pt x="3751840" y="466191"/>
                  <a:pt x="3754208" y="466191"/>
                </a:cubicBezTo>
                <a:lnTo>
                  <a:pt x="3759707" y="466191"/>
                </a:lnTo>
                <a:cubicBezTo>
                  <a:pt x="3761028" y="466191"/>
                  <a:pt x="3761892" y="465334"/>
                  <a:pt x="3763200" y="465334"/>
                </a:cubicBezTo>
                <a:cubicBezTo>
                  <a:pt x="3764299" y="465334"/>
                  <a:pt x="3764743" y="465759"/>
                  <a:pt x="3765842" y="465759"/>
                </a:cubicBezTo>
                <a:lnTo>
                  <a:pt x="3765842" y="458317"/>
                </a:lnTo>
                <a:cubicBezTo>
                  <a:pt x="3765200" y="457206"/>
                  <a:pt x="3765632" y="455675"/>
                  <a:pt x="3764959" y="454806"/>
                </a:cubicBezTo>
                <a:cubicBezTo>
                  <a:pt x="3764299" y="453726"/>
                  <a:pt x="3761892" y="454380"/>
                  <a:pt x="3761460" y="453059"/>
                </a:cubicBezTo>
                <a:cubicBezTo>
                  <a:pt x="3760603" y="450678"/>
                  <a:pt x="3761460" y="448710"/>
                  <a:pt x="3761460" y="446074"/>
                </a:cubicBezTo>
                <a:cubicBezTo>
                  <a:pt x="3760362" y="445827"/>
                  <a:pt x="3758818" y="446709"/>
                  <a:pt x="3757961" y="446074"/>
                </a:cubicBezTo>
                <a:cubicBezTo>
                  <a:pt x="3756640" y="444969"/>
                  <a:pt x="3755320" y="444538"/>
                  <a:pt x="3754481" y="443458"/>
                </a:cubicBezTo>
                <a:cubicBezTo>
                  <a:pt x="3753808" y="442544"/>
                  <a:pt x="3754907" y="441032"/>
                  <a:pt x="3754481" y="439921"/>
                </a:cubicBezTo>
                <a:cubicBezTo>
                  <a:pt x="3753573" y="438391"/>
                  <a:pt x="3752049" y="438638"/>
                  <a:pt x="3750970" y="437324"/>
                </a:cubicBezTo>
                <a:cubicBezTo>
                  <a:pt x="3749859" y="436003"/>
                  <a:pt x="3748747" y="435121"/>
                  <a:pt x="3747465" y="433819"/>
                </a:cubicBezTo>
                <a:cubicBezTo>
                  <a:pt x="3745915" y="432282"/>
                  <a:pt x="3744385" y="431158"/>
                  <a:pt x="3743064" y="429431"/>
                </a:cubicBezTo>
                <a:cubicBezTo>
                  <a:pt x="3742423" y="428548"/>
                  <a:pt x="3742867" y="426802"/>
                  <a:pt x="3742181" y="425913"/>
                </a:cubicBezTo>
                <a:cubicBezTo>
                  <a:pt x="3741547" y="425043"/>
                  <a:pt x="3739146" y="426173"/>
                  <a:pt x="3738695" y="425043"/>
                </a:cubicBezTo>
                <a:cubicBezTo>
                  <a:pt x="3738251" y="423957"/>
                  <a:pt x="3738930" y="422636"/>
                  <a:pt x="3738695" y="421551"/>
                </a:cubicBezTo>
                <a:cubicBezTo>
                  <a:pt x="3738473" y="420427"/>
                  <a:pt x="3738695" y="419385"/>
                  <a:pt x="3738695" y="418033"/>
                </a:cubicBezTo>
                <a:cubicBezTo>
                  <a:pt x="3738473" y="415867"/>
                  <a:pt x="3736943" y="414959"/>
                  <a:pt x="3736943" y="412813"/>
                </a:cubicBezTo>
                <a:lnTo>
                  <a:pt x="3736943" y="411035"/>
                </a:lnTo>
                <a:cubicBezTo>
                  <a:pt x="3737375" y="409524"/>
                  <a:pt x="3739781" y="409955"/>
                  <a:pt x="3740435" y="408425"/>
                </a:cubicBezTo>
                <a:cubicBezTo>
                  <a:pt x="3740873" y="407320"/>
                  <a:pt x="3741102" y="406006"/>
                  <a:pt x="3741305" y="404901"/>
                </a:cubicBezTo>
                <a:cubicBezTo>
                  <a:pt x="3742181" y="400970"/>
                  <a:pt x="3740251" y="398360"/>
                  <a:pt x="3741305" y="394404"/>
                </a:cubicBezTo>
                <a:cubicBezTo>
                  <a:pt x="3741547" y="393122"/>
                  <a:pt x="3743725" y="393738"/>
                  <a:pt x="3744810" y="392652"/>
                </a:cubicBezTo>
                <a:cubicBezTo>
                  <a:pt x="3747223" y="390270"/>
                  <a:pt x="3748976" y="388505"/>
                  <a:pt x="3750970" y="385635"/>
                </a:cubicBezTo>
                <a:cubicBezTo>
                  <a:pt x="3751389" y="384778"/>
                  <a:pt x="3750970" y="382809"/>
                  <a:pt x="3751840" y="382155"/>
                </a:cubicBezTo>
                <a:cubicBezTo>
                  <a:pt x="3752691" y="381488"/>
                  <a:pt x="3754481" y="381692"/>
                  <a:pt x="3755320" y="381266"/>
                </a:cubicBezTo>
                <a:cubicBezTo>
                  <a:pt x="3756196" y="380847"/>
                  <a:pt x="3757961" y="381050"/>
                  <a:pt x="3758818" y="380390"/>
                </a:cubicBezTo>
                <a:cubicBezTo>
                  <a:pt x="3759707" y="379729"/>
                  <a:pt x="3757961" y="377583"/>
                  <a:pt x="3758818" y="376897"/>
                </a:cubicBezTo>
                <a:cubicBezTo>
                  <a:pt x="3759707" y="376269"/>
                  <a:pt x="3761460" y="376688"/>
                  <a:pt x="3762343" y="376021"/>
                </a:cubicBezTo>
                <a:cubicBezTo>
                  <a:pt x="3764743" y="374091"/>
                  <a:pt x="3766693" y="372510"/>
                  <a:pt x="3768451" y="369868"/>
                </a:cubicBezTo>
                <a:cubicBezTo>
                  <a:pt x="3769112" y="368782"/>
                  <a:pt x="3767823" y="367461"/>
                  <a:pt x="3768451" y="366394"/>
                </a:cubicBezTo>
                <a:cubicBezTo>
                  <a:pt x="3769112" y="365290"/>
                  <a:pt x="3771093" y="365531"/>
                  <a:pt x="3772001" y="364636"/>
                </a:cubicBezTo>
                <a:cubicBezTo>
                  <a:pt x="3772852" y="363791"/>
                  <a:pt x="3772611" y="361791"/>
                  <a:pt x="3773716" y="361143"/>
                </a:cubicBezTo>
                <a:cubicBezTo>
                  <a:pt x="3774814" y="360476"/>
                  <a:pt x="3776332" y="361581"/>
                  <a:pt x="3777214" y="361143"/>
                </a:cubicBezTo>
                <a:cubicBezTo>
                  <a:pt x="3779627" y="359613"/>
                  <a:pt x="3781158" y="357625"/>
                  <a:pt x="3782472" y="355009"/>
                </a:cubicBezTo>
                <a:cubicBezTo>
                  <a:pt x="3782904" y="353904"/>
                  <a:pt x="3782904" y="352583"/>
                  <a:pt x="3783336" y="351497"/>
                </a:cubicBezTo>
                <a:cubicBezTo>
                  <a:pt x="3783971" y="350196"/>
                  <a:pt x="3784428" y="349084"/>
                  <a:pt x="3785107" y="347992"/>
                </a:cubicBezTo>
                <a:cubicBezTo>
                  <a:pt x="3785958" y="346690"/>
                  <a:pt x="3787736" y="346690"/>
                  <a:pt x="3788600" y="345408"/>
                </a:cubicBezTo>
                <a:cubicBezTo>
                  <a:pt x="3789470" y="344055"/>
                  <a:pt x="3790346" y="343198"/>
                  <a:pt x="3791204" y="341883"/>
                </a:cubicBezTo>
                <a:cubicBezTo>
                  <a:pt x="3791883" y="340785"/>
                  <a:pt x="3791032" y="339458"/>
                  <a:pt x="3791204" y="338378"/>
                </a:cubicBezTo>
                <a:cubicBezTo>
                  <a:pt x="3794296" y="338378"/>
                  <a:pt x="3796271" y="338594"/>
                  <a:pt x="3799122" y="338378"/>
                </a:cubicBezTo>
                <a:cubicBezTo>
                  <a:pt x="3800640" y="338169"/>
                  <a:pt x="3801935" y="338810"/>
                  <a:pt x="3803491" y="338378"/>
                </a:cubicBezTo>
                <a:cubicBezTo>
                  <a:pt x="3805021" y="337953"/>
                  <a:pt x="3804615" y="335527"/>
                  <a:pt x="3806113" y="334867"/>
                </a:cubicBezTo>
                <a:cubicBezTo>
                  <a:pt x="3807644" y="334232"/>
                  <a:pt x="3808952" y="335292"/>
                  <a:pt x="3810514" y="334867"/>
                </a:cubicBezTo>
                <a:cubicBezTo>
                  <a:pt x="3812247" y="334232"/>
                  <a:pt x="3813803" y="333806"/>
                  <a:pt x="3814876" y="332225"/>
                </a:cubicBezTo>
                <a:cubicBezTo>
                  <a:pt x="3815524" y="331381"/>
                  <a:pt x="3813968" y="329393"/>
                  <a:pt x="3814876" y="328733"/>
                </a:cubicBezTo>
                <a:cubicBezTo>
                  <a:pt x="3815759" y="328072"/>
                  <a:pt x="3817296" y="328072"/>
                  <a:pt x="3818375" y="327869"/>
                </a:cubicBezTo>
                <a:cubicBezTo>
                  <a:pt x="3819455" y="327640"/>
                  <a:pt x="3820763" y="328072"/>
                  <a:pt x="3821868" y="327869"/>
                </a:cubicBezTo>
                <a:cubicBezTo>
                  <a:pt x="3822966" y="327640"/>
                  <a:pt x="3824255" y="327444"/>
                  <a:pt x="3825379" y="326993"/>
                </a:cubicBezTo>
                <a:cubicBezTo>
                  <a:pt x="3826910" y="326326"/>
                  <a:pt x="3827576" y="325462"/>
                  <a:pt x="3828859" y="324364"/>
                </a:cubicBezTo>
                <a:cubicBezTo>
                  <a:pt x="3829989" y="323500"/>
                  <a:pt x="3829748" y="321964"/>
                  <a:pt x="3830618" y="320859"/>
                </a:cubicBezTo>
                <a:cubicBezTo>
                  <a:pt x="3831513" y="319773"/>
                  <a:pt x="3833050" y="319982"/>
                  <a:pt x="3834155" y="319112"/>
                </a:cubicBezTo>
                <a:cubicBezTo>
                  <a:pt x="3835444" y="318014"/>
                  <a:pt x="3837635" y="317588"/>
                  <a:pt x="3837635" y="315626"/>
                </a:cubicBezTo>
                <a:cubicBezTo>
                  <a:pt x="3837635" y="313188"/>
                  <a:pt x="3836993" y="311899"/>
                  <a:pt x="3836765" y="309467"/>
                </a:cubicBezTo>
                <a:cubicBezTo>
                  <a:pt x="3839381" y="309251"/>
                  <a:pt x="3841127" y="308597"/>
                  <a:pt x="3843781" y="308597"/>
                </a:cubicBezTo>
                <a:cubicBezTo>
                  <a:pt x="3849211" y="308387"/>
                  <a:pt x="3852754" y="309695"/>
                  <a:pt x="3857771" y="307708"/>
                </a:cubicBezTo>
                <a:cubicBezTo>
                  <a:pt x="3859314" y="307270"/>
                  <a:pt x="3859098" y="305307"/>
                  <a:pt x="3860406" y="304228"/>
                </a:cubicBezTo>
                <a:cubicBezTo>
                  <a:pt x="3861930" y="302914"/>
                  <a:pt x="3862819" y="301377"/>
                  <a:pt x="3864813" y="300716"/>
                </a:cubicBezTo>
                <a:cubicBezTo>
                  <a:pt x="3865848" y="300501"/>
                  <a:pt x="3867169" y="300951"/>
                  <a:pt x="3868293" y="300716"/>
                </a:cubicBezTo>
                <a:cubicBezTo>
                  <a:pt x="3871144" y="299859"/>
                  <a:pt x="3872407" y="298107"/>
                  <a:pt x="3875481" y="298107"/>
                </a:cubicBezTo>
                <a:lnTo>
                  <a:pt x="3896093" y="298107"/>
                </a:lnTo>
                <a:cubicBezTo>
                  <a:pt x="3897610" y="298107"/>
                  <a:pt x="3898734" y="297008"/>
                  <a:pt x="3899801" y="296373"/>
                </a:cubicBezTo>
                <a:cubicBezTo>
                  <a:pt x="3901319" y="295243"/>
                  <a:pt x="3901547" y="293503"/>
                  <a:pt x="3903287" y="292836"/>
                </a:cubicBezTo>
                <a:cubicBezTo>
                  <a:pt x="3905719" y="291992"/>
                  <a:pt x="3907656" y="291992"/>
                  <a:pt x="3910298" y="291992"/>
                </a:cubicBezTo>
                <a:cubicBezTo>
                  <a:pt x="3912933" y="291992"/>
                  <a:pt x="3914914" y="292398"/>
                  <a:pt x="3917321" y="291992"/>
                </a:cubicBezTo>
                <a:cubicBezTo>
                  <a:pt x="3920572" y="291534"/>
                  <a:pt x="3921036" y="286727"/>
                  <a:pt x="3924547" y="286727"/>
                </a:cubicBezTo>
                <a:lnTo>
                  <a:pt x="3941591" y="286727"/>
                </a:lnTo>
                <a:cubicBezTo>
                  <a:pt x="3943127" y="286727"/>
                  <a:pt x="3944245" y="285622"/>
                  <a:pt x="3945337" y="284981"/>
                </a:cubicBezTo>
                <a:cubicBezTo>
                  <a:pt x="3948188" y="283013"/>
                  <a:pt x="3949274" y="280574"/>
                  <a:pt x="3951452" y="277958"/>
                </a:cubicBezTo>
                <a:cubicBezTo>
                  <a:pt x="3952354" y="276847"/>
                  <a:pt x="3952100" y="275120"/>
                  <a:pt x="3953217" y="274459"/>
                </a:cubicBezTo>
                <a:cubicBezTo>
                  <a:pt x="3954100" y="274021"/>
                  <a:pt x="3955624" y="273799"/>
                  <a:pt x="3956735" y="273596"/>
                </a:cubicBezTo>
                <a:cubicBezTo>
                  <a:pt x="3959110" y="272916"/>
                  <a:pt x="3961072" y="273596"/>
                  <a:pt x="3963695" y="273596"/>
                </a:cubicBezTo>
                <a:cubicBezTo>
                  <a:pt x="3964381" y="271608"/>
                  <a:pt x="3965454" y="270522"/>
                  <a:pt x="3965454" y="268325"/>
                </a:cubicBezTo>
                <a:cubicBezTo>
                  <a:pt x="3965454" y="266566"/>
                  <a:pt x="3963301" y="266382"/>
                  <a:pt x="3962819" y="264820"/>
                </a:cubicBezTo>
                <a:cubicBezTo>
                  <a:pt x="3962374" y="263518"/>
                  <a:pt x="3961745" y="262413"/>
                  <a:pt x="3961072" y="261346"/>
                </a:cubicBezTo>
                <a:cubicBezTo>
                  <a:pt x="3960660" y="260464"/>
                  <a:pt x="3961314" y="258470"/>
                  <a:pt x="3960215" y="257822"/>
                </a:cubicBezTo>
                <a:cubicBezTo>
                  <a:pt x="3957815" y="256285"/>
                  <a:pt x="3955421" y="258019"/>
                  <a:pt x="3952354" y="257822"/>
                </a:cubicBezTo>
                <a:cubicBezTo>
                  <a:pt x="3950582" y="257822"/>
                  <a:pt x="3949700" y="256063"/>
                  <a:pt x="3947941" y="256063"/>
                </a:cubicBezTo>
                <a:lnTo>
                  <a:pt x="3944429" y="256063"/>
                </a:lnTo>
                <a:lnTo>
                  <a:pt x="3940975" y="256063"/>
                </a:lnTo>
                <a:cubicBezTo>
                  <a:pt x="3939641" y="256063"/>
                  <a:pt x="3938765" y="256940"/>
                  <a:pt x="3937469" y="256940"/>
                </a:cubicBezTo>
                <a:cubicBezTo>
                  <a:pt x="3934828" y="257175"/>
                  <a:pt x="3932859" y="256463"/>
                  <a:pt x="3930459" y="256940"/>
                </a:cubicBezTo>
                <a:cubicBezTo>
                  <a:pt x="3927589" y="257384"/>
                  <a:pt x="3925176" y="258273"/>
                  <a:pt x="3923410" y="260464"/>
                </a:cubicBezTo>
                <a:cubicBezTo>
                  <a:pt x="3922820" y="261346"/>
                  <a:pt x="3923226" y="262832"/>
                  <a:pt x="3922553" y="263956"/>
                </a:cubicBezTo>
                <a:cubicBezTo>
                  <a:pt x="3921925" y="265036"/>
                  <a:pt x="3921683" y="266382"/>
                  <a:pt x="3920813" y="267449"/>
                </a:cubicBezTo>
                <a:cubicBezTo>
                  <a:pt x="3919943" y="268541"/>
                  <a:pt x="3918858" y="269392"/>
                  <a:pt x="3917321" y="270071"/>
                </a:cubicBezTo>
                <a:cubicBezTo>
                  <a:pt x="3914914" y="271202"/>
                  <a:pt x="3912933" y="269887"/>
                  <a:pt x="3910298" y="270071"/>
                </a:cubicBezTo>
                <a:cubicBezTo>
                  <a:pt x="3909002" y="270071"/>
                  <a:pt x="3907891" y="269887"/>
                  <a:pt x="3906786" y="270071"/>
                </a:cubicBezTo>
                <a:cubicBezTo>
                  <a:pt x="3905478" y="270313"/>
                  <a:pt x="3904621" y="271202"/>
                  <a:pt x="3903287" y="271811"/>
                </a:cubicBezTo>
                <a:cubicBezTo>
                  <a:pt x="3901770" y="272478"/>
                  <a:pt x="3901319" y="273799"/>
                  <a:pt x="3899801" y="274459"/>
                </a:cubicBezTo>
                <a:cubicBezTo>
                  <a:pt x="3898480" y="275120"/>
                  <a:pt x="3897610" y="275958"/>
                  <a:pt x="3896277" y="276225"/>
                </a:cubicBezTo>
                <a:cubicBezTo>
                  <a:pt x="3895255" y="276421"/>
                  <a:pt x="3894118" y="276225"/>
                  <a:pt x="3892810" y="276225"/>
                </a:cubicBezTo>
                <a:cubicBezTo>
                  <a:pt x="3890187" y="276421"/>
                  <a:pt x="3888441" y="276225"/>
                  <a:pt x="3885787" y="276225"/>
                </a:cubicBezTo>
                <a:cubicBezTo>
                  <a:pt x="3883793" y="276225"/>
                  <a:pt x="3882307" y="276637"/>
                  <a:pt x="3880516" y="277082"/>
                </a:cubicBezTo>
                <a:cubicBezTo>
                  <a:pt x="3879208" y="277507"/>
                  <a:pt x="3878376" y="278377"/>
                  <a:pt x="3877043" y="278841"/>
                </a:cubicBezTo>
                <a:cubicBezTo>
                  <a:pt x="3875932" y="279272"/>
                  <a:pt x="3874623" y="279272"/>
                  <a:pt x="3873531" y="279698"/>
                </a:cubicBezTo>
                <a:cubicBezTo>
                  <a:pt x="3872001" y="280149"/>
                  <a:pt x="3871550" y="282117"/>
                  <a:pt x="3870032" y="282308"/>
                </a:cubicBezTo>
                <a:cubicBezTo>
                  <a:pt x="3868915" y="282555"/>
                  <a:pt x="3867835" y="282117"/>
                  <a:pt x="3866546" y="282308"/>
                </a:cubicBezTo>
                <a:cubicBezTo>
                  <a:pt x="3861720" y="283013"/>
                  <a:pt x="3859098" y="282555"/>
                  <a:pt x="3854265" y="282308"/>
                </a:cubicBezTo>
                <a:cubicBezTo>
                  <a:pt x="3851655" y="282117"/>
                  <a:pt x="3849884" y="281470"/>
                  <a:pt x="3847261" y="281470"/>
                </a:cubicBezTo>
                <a:lnTo>
                  <a:pt x="3842880" y="281470"/>
                </a:lnTo>
                <a:cubicBezTo>
                  <a:pt x="3841565" y="281470"/>
                  <a:pt x="3840702" y="282308"/>
                  <a:pt x="3839381" y="282308"/>
                </a:cubicBezTo>
                <a:cubicBezTo>
                  <a:pt x="3836301" y="282555"/>
                  <a:pt x="3834352" y="281876"/>
                  <a:pt x="3831513" y="282308"/>
                </a:cubicBezTo>
                <a:cubicBezTo>
                  <a:pt x="3830180" y="282555"/>
                  <a:pt x="3829304" y="283844"/>
                  <a:pt x="3827989" y="284086"/>
                </a:cubicBezTo>
                <a:cubicBezTo>
                  <a:pt x="3825379" y="284759"/>
                  <a:pt x="3822966" y="284981"/>
                  <a:pt x="3821004" y="286727"/>
                </a:cubicBezTo>
                <a:cubicBezTo>
                  <a:pt x="3819886" y="287610"/>
                  <a:pt x="3819886" y="289090"/>
                  <a:pt x="3819232" y="290226"/>
                </a:cubicBezTo>
                <a:cubicBezTo>
                  <a:pt x="3817499" y="292614"/>
                  <a:pt x="3816407" y="294582"/>
                  <a:pt x="3814876" y="297211"/>
                </a:cubicBezTo>
                <a:lnTo>
                  <a:pt x="3790346" y="297211"/>
                </a:lnTo>
                <a:cubicBezTo>
                  <a:pt x="3789254" y="298107"/>
                  <a:pt x="3787933" y="298748"/>
                  <a:pt x="3786866" y="299859"/>
                </a:cubicBezTo>
                <a:cubicBezTo>
                  <a:pt x="3785762" y="300951"/>
                  <a:pt x="3785304" y="302253"/>
                  <a:pt x="3784225" y="303326"/>
                </a:cubicBezTo>
                <a:cubicBezTo>
                  <a:pt x="3783139" y="304450"/>
                  <a:pt x="3782904" y="305962"/>
                  <a:pt x="3781596" y="306844"/>
                </a:cubicBezTo>
                <a:cubicBezTo>
                  <a:pt x="3780739" y="307270"/>
                  <a:pt x="3779177" y="307270"/>
                  <a:pt x="3778084" y="307708"/>
                </a:cubicBezTo>
                <a:cubicBezTo>
                  <a:pt x="3776332" y="308387"/>
                  <a:pt x="3774605" y="308159"/>
                  <a:pt x="3772852" y="308597"/>
                </a:cubicBezTo>
                <a:cubicBezTo>
                  <a:pt x="3771753" y="308832"/>
                  <a:pt x="3770210" y="308832"/>
                  <a:pt x="3769321" y="309467"/>
                </a:cubicBezTo>
                <a:cubicBezTo>
                  <a:pt x="3768242" y="310368"/>
                  <a:pt x="3766515" y="310800"/>
                  <a:pt x="3765842" y="312102"/>
                </a:cubicBezTo>
                <a:cubicBezTo>
                  <a:pt x="3765200" y="313188"/>
                  <a:pt x="3765842" y="314509"/>
                  <a:pt x="3765842" y="315626"/>
                </a:cubicBezTo>
                <a:cubicBezTo>
                  <a:pt x="3765391" y="318427"/>
                  <a:pt x="3765842" y="320414"/>
                  <a:pt x="3765842" y="323500"/>
                </a:cubicBezTo>
                <a:cubicBezTo>
                  <a:pt x="3763879" y="323265"/>
                  <a:pt x="3762571" y="322618"/>
                  <a:pt x="3760603" y="322618"/>
                </a:cubicBezTo>
                <a:cubicBezTo>
                  <a:pt x="3756425" y="322414"/>
                  <a:pt x="3754208" y="322414"/>
                  <a:pt x="3750068" y="322618"/>
                </a:cubicBezTo>
                <a:cubicBezTo>
                  <a:pt x="3748747" y="322618"/>
                  <a:pt x="3747903" y="323265"/>
                  <a:pt x="3746601" y="323500"/>
                </a:cubicBezTo>
                <a:cubicBezTo>
                  <a:pt x="3747465" y="325031"/>
                  <a:pt x="3749211" y="325907"/>
                  <a:pt x="3749211" y="327869"/>
                </a:cubicBezTo>
                <a:cubicBezTo>
                  <a:pt x="3749211" y="330955"/>
                  <a:pt x="3746601" y="332460"/>
                  <a:pt x="3744810" y="334867"/>
                </a:cubicBezTo>
                <a:cubicBezTo>
                  <a:pt x="3743915" y="336181"/>
                  <a:pt x="3742010" y="335959"/>
                  <a:pt x="3741305" y="337496"/>
                </a:cubicBezTo>
                <a:cubicBezTo>
                  <a:pt x="3740873" y="338594"/>
                  <a:pt x="3741305" y="339890"/>
                  <a:pt x="3741305" y="340988"/>
                </a:cubicBezTo>
                <a:lnTo>
                  <a:pt x="3741305" y="344487"/>
                </a:lnTo>
                <a:lnTo>
                  <a:pt x="3741305" y="351497"/>
                </a:lnTo>
                <a:cubicBezTo>
                  <a:pt x="3739343" y="351726"/>
                  <a:pt x="3738022" y="352399"/>
                  <a:pt x="3736073" y="352399"/>
                </a:cubicBezTo>
                <a:cubicBezTo>
                  <a:pt x="3731914" y="352583"/>
                  <a:pt x="3729513" y="351923"/>
                  <a:pt x="3725551" y="352399"/>
                </a:cubicBezTo>
                <a:cubicBezTo>
                  <a:pt x="3722700" y="352831"/>
                  <a:pt x="3720299" y="353714"/>
                  <a:pt x="3717677" y="355009"/>
                </a:cubicBezTo>
                <a:cubicBezTo>
                  <a:pt x="3715950" y="355873"/>
                  <a:pt x="3714832" y="356546"/>
                  <a:pt x="3713327" y="357625"/>
                </a:cubicBezTo>
                <a:cubicBezTo>
                  <a:pt x="3710901" y="359365"/>
                  <a:pt x="3708927" y="361581"/>
                  <a:pt x="3708927" y="364636"/>
                </a:cubicBezTo>
                <a:cubicBezTo>
                  <a:pt x="3708927" y="366394"/>
                  <a:pt x="3710247" y="367461"/>
                  <a:pt x="3710654" y="369030"/>
                </a:cubicBezTo>
                <a:cubicBezTo>
                  <a:pt x="3711975" y="368782"/>
                  <a:pt x="3713099" y="368357"/>
                  <a:pt x="3714178" y="368172"/>
                </a:cubicBezTo>
                <a:cubicBezTo>
                  <a:pt x="3716369" y="367461"/>
                  <a:pt x="3717239" y="365531"/>
                  <a:pt x="3719652" y="365531"/>
                </a:cubicBezTo>
                <a:cubicBezTo>
                  <a:pt x="3721620" y="365531"/>
                  <a:pt x="3722700" y="366172"/>
                  <a:pt x="3724687" y="366394"/>
                </a:cubicBezTo>
                <a:cubicBezTo>
                  <a:pt x="3724008" y="368357"/>
                  <a:pt x="3722928" y="369462"/>
                  <a:pt x="3722928" y="371646"/>
                </a:cubicBezTo>
                <a:lnTo>
                  <a:pt x="3722928" y="373392"/>
                </a:lnTo>
                <a:cubicBezTo>
                  <a:pt x="3722928" y="375132"/>
                  <a:pt x="3724903" y="375608"/>
                  <a:pt x="3725551" y="376897"/>
                </a:cubicBezTo>
                <a:cubicBezTo>
                  <a:pt x="3722928" y="376897"/>
                  <a:pt x="3718572" y="378879"/>
                  <a:pt x="3715950" y="378663"/>
                </a:cubicBezTo>
                <a:close/>
                <a:moveTo>
                  <a:pt x="3648494" y="505593"/>
                </a:moveTo>
                <a:cubicBezTo>
                  <a:pt x="3647439" y="505402"/>
                  <a:pt x="3646081" y="505155"/>
                  <a:pt x="3645033" y="504729"/>
                </a:cubicBezTo>
                <a:cubicBezTo>
                  <a:pt x="3643922" y="504291"/>
                  <a:pt x="3642398" y="504501"/>
                  <a:pt x="3641496" y="503859"/>
                </a:cubicBezTo>
                <a:cubicBezTo>
                  <a:pt x="3640385" y="502970"/>
                  <a:pt x="3640385" y="501446"/>
                  <a:pt x="3639756" y="500341"/>
                </a:cubicBezTo>
                <a:cubicBezTo>
                  <a:pt x="3639096" y="499262"/>
                  <a:pt x="3639978" y="498182"/>
                  <a:pt x="3639756" y="496862"/>
                </a:cubicBezTo>
                <a:lnTo>
                  <a:pt x="3617861" y="496862"/>
                </a:lnTo>
                <a:cubicBezTo>
                  <a:pt x="3617861" y="498614"/>
                  <a:pt x="3616991" y="499484"/>
                  <a:pt x="3616991" y="501224"/>
                </a:cubicBezTo>
                <a:cubicBezTo>
                  <a:pt x="3616991" y="502767"/>
                  <a:pt x="3618509" y="503402"/>
                  <a:pt x="3618757" y="504729"/>
                </a:cubicBezTo>
                <a:lnTo>
                  <a:pt x="3618757" y="521354"/>
                </a:lnTo>
                <a:lnTo>
                  <a:pt x="3629025" y="521354"/>
                </a:lnTo>
                <a:cubicBezTo>
                  <a:pt x="3630574" y="521354"/>
                  <a:pt x="3631653" y="521354"/>
                  <a:pt x="3632733" y="520490"/>
                </a:cubicBezTo>
                <a:cubicBezTo>
                  <a:pt x="3634308" y="519169"/>
                  <a:pt x="3633616" y="516102"/>
                  <a:pt x="3635375" y="515251"/>
                </a:cubicBezTo>
                <a:cubicBezTo>
                  <a:pt x="3635813" y="515023"/>
                  <a:pt x="3636721" y="515448"/>
                  <a:pt x="3637133" y="515251"/>
                </a:cubicBezTo>
                <a:cubicBezTo>
                  <a:pt x="3638880" y="514356"/>
                  <a:pt x="3640385" y="514356"/>
                  <a:pt x="3642398" y="513492"/>
                </a:cubicBezTo>
                <a:cubicBezTo>
                  <a:pt x="3643464" y="513035"/>
                  <a:pt x="3645217" y="513492"/>
                  <a:pt x="3645877" y="512610"/>
                </a:cubicBezTo>
                <a:cubicBezTo>
                  <a:pt x="3646760" y="511295"/>
                  <a:pt x="3647643" y="510381"/>
                  <a:pt x="3648494" y="509104"/>
                </a:cubicBezTo>
                <a:cubicBezTo>
                  <a:pt x="3649192" y="508228"/>
                  <a:pt x="3648303" y="506710"/>
                  <a:pt x="3648494" y="505593"/>
                </a:cubicBezTo>
                <a:close/>
                <a:moveTo>
                  <a:pt x="4331455" y="94983"/>
                </a:moveTo>
                <a:cubicBezTo>
                  <a:pt x="4329290" y="94983"/>
                  <a:pt x="4328388" y="97580"/>
                  <a:pt x="4326216" y="97580"/>
                </a:cubicBezTo>
                <a:cubicBezTo>
                  <a:pt x="4324470" y="97580"/>
                  <a:pt x="4323378" y="96272"/>
                  <a:pt x="4321854" y="95840"/>
                </a:cubicBezTo>
                <a:cubicBezTo>
                  <a:pt x="4320724" y="95618"/>
                  <a:pt x="4319403" y="95205"/>
                  <a:pt x="4318311" y="94983"/>
                </a:cubicBezTo>
                <a:lnTo>
                  <a:pt x="4315682" y="98482"/>
                </a:lnTo>
                <a:lnTo>
                  <a:pt x="4315682" y="105498"/>
                </a:lnTo>
                <a:cubicBezTo>
                  <a:pt x="4317441" y="105695"/>
                  <a:pt x="4318533" y="105695"/>
                  <a:pt x="4320070" y="106356"/>
                </a:cubicBezTo>
                <a:cubicBezTo>
                  <a:pt x="4321600" y="107010"/>
                  <a:pt x="4322279" y="108337"/>
                  <a:pt x="4323575" y="108946"/>
                </a:cubicBezTo>
                <a:cubicBezTo>
                  <a:pt x="4324896" y="109645"/>
                  <a:pt x="4325302" y="111601"/>
                  <a:pt x="4327099" y="111601"/>
                </a:cubicBezTo>
                <a:lnTo>
                  <a:pt x="4328826" y="111601"/>
                </a:lnTo>
                <a:cubicBezTo>
                  <a:pt x="4331030" y="111601"/>
                  <a:pt x="4332351" y="110940"/>
                  <a:pt x="4334078" y="109861"/>
                </a:cubicBezTo>
                <a:cubicBezTo>
                  <a:pt x="4335176" y="109207"/>
                  <a:pt x="4337380" y="109423"/>
                  <a:pt x="4337577" y="108089"/>
                </a:cubicBezTo>
                <a:cubicBezTo>
                  <a:pt x="4337831" y="107010"/>
                  <a:pt x="4338459" y="105930"/>
                  <a:pt x="4338459" y="104590"/>
                </a:cubicBezTo>
                <a:cubicBezTo>
                  <a:pt x="4338459" y="103079"/>
                  <a:pt x="4336948" y="102419"/>
                  <a:pt x="4336694" y="101085"/>
                </a:cubicBezTo>
                <a:cubicBezTo>
                  <a:pt x="4336497" y="99980"/>
                  <a:pt x="4337380" y="98672"/>
                  <a:pt x="4336694" y="97580"/>
                </a:cubicBezTo>
                <a:cubicBezTo>
                  <a:pt x="4335614" y="95840"/>
                  <a:pt x="4333671" y="94983"/>
                  <a:pt x="4331455" y="94983"/>
                </a:cubicBezTo>
                <a:close/>
                <a:moveTo>
                  <a:pt x="4367345" y="151885"/>
                </a:moveTo>
                <a:cubicBezTo>
                  <a:pt x="4366260" y="151885"/>
                  <a:pt x="4364970" y="151225"/>
                  <a:pt x="4363847" y="150996"/>
                </a:cubicBezTo>
                <a:cubicBezTo>
                  <a:pt x="4362538" y="150787"/>
                  <a:pt x="4361675" y="149675"/>
                  <a:pt x="4360354" y="149244"/>
                </a:cubicBezTo>
                <a:cubicBezTo>
                  <a:pt x="4358805" y="148818"/>
                  <a:pt x="4357516" y="148818"/>
                  <a:pt x="4355992" y="148367"/>
                </a:cubicBezTo>
                <a:cubicBezTo>
                  <a:pt x="4354442" y="147942"/>
                  <a:pt x="4353147" y="146837"/>
                  <a:pt x="4351578" y="146621"/>
                </a:cubicBezTo>
                <a:lnTo>
                  <a:pt x="4348079" y="146621"/>
                </a:lnTo>
                <a:cubicBezTo>
                  <a:pt x="4346803" y="146621"/>
                  <a:pt x="4345920" y="145726"/>
                  <a:pt x="4344593" y="145726"/>
                </a:cubicBezTo>
                <a:cubicBezTo>
                  <a:pt x="4343482" y="145726"/>
                  <a:pt x="4343069" y="147504"/>
                  <a:pt x="4341926" y="147504"/>
                </a:cubicBezTo>
                <a:lnTo>
                  <a:pt x="4338459" y="147504"/>
                </a:lnTo>
                <a:lnTo>
                  <a:pt x="4335405" y="147504"/>
                </a:lnTo>
                <a:cubicBezTo>
                  <a:pt x="4335614" y="151669"/>
                  <a:pt x="4335843" y="153854"/>
                  <a:pt x="4335405" y="158013"/>
                </a:cubicBezTo>
                <a:cubicBezTo>
                  <a:pt x="4341069" y="158648"/>
                  <a:pt x="4344149" y="158229"/>
                  <a:pt x="4349877" y="158889"/>
                </a:cubicBezTo>
                <a:lnTo>
                  <a:pt x="4353312" y="158889"/>
                </a:lnTo>
                <a:cubicBezTo>
                  <a:pt x="4354874" y="159124"/>
                  <a:pt x="4355534" y="160610"/>
                  <a:pt x="4356855" y="161499"/>
                </a:cubicBezTo>
                <a:cubicBezTo>
                  <a:pt x="4358176" y="162382"/>
                  <a:pt x="4357071" y="165442"/>
                  <a:pt x="4358620" y="165906"/>
                </a:cubicBezTo>
                <a:cubicBezTo>
                  <a:pt x="4359694" y="166090"/>
                  <a:pt x="4360792" y="165906"/>
                  <a:pt x="4362113" y="165906"/>
                </a:cubicBezTo>
                <a:cubicBezTo>
                  <a:pt x="4363402" y="165906"/>
                  <a:pt x="4364513" y="166090"/>
                  <a:pt x="4365593" y="165906"/>
                </a:cubicBezTo>
                <a:cubicBezTo>
                  <a:pt x="4367123" y="165442"/>
                  <a:pt x="4367796" y="164122"/>
                  <a:pt x="4369111" y="163239"/>
                </a:cubicBezTo>
                <a:cubicBezTo>
                  <a:pt x="4370197" y="162617"/>
                  <a:pt x="4371949" y="162617"/>
                  <a:pt x="4372648" y="161499"/>
                </a:cubicBezTo>
                <a:cubicBezTo>
                  <a:pt x="4373245" y="160420"/>
                  <a:pt x="4372648" y="159315"/>
                  <a:pt x="4372648" y="158013"/>
                </a:cubicBezTo>
                <a:lnTo>
                  <a:pt x="4372648" y="154495"/>
                </a:lnTo>
                <a:cubicBezTo>
                  <a:pt x="4372648" y="152965"/>
                  <a:pt x="4371289" y="152304"/>
                  <a:pt x="4370857" y="150996"/>
                </a:cubicBezTo>
                <a:cubicBezTo>
                  <a:pt x="4369555" y="150996"/>
                  <a:pt x="4368444" y="151885"/>
                  <a:pt x="4367345" y="151885"/>
                </a:cubicBezTo>
                <a:close/>
                <a:moveTo>
                  <a:pt x="4374356" y="143979"/>
                </a:moveTo>
                <a:cubicBezTo>
                  <a:pt x="4375677" y="144678"/>
                  <a:pt x="4376572" y="145294"/>
                  <a:pt x="4377874" y="145726"/>
                </a:cubicBezTo>
                <a:cubicBezTo>
                  <a:pt x="4379607" y="146215"/>
                  <a:pt x="4381138" y="145726"/>
                  <a:pt x="4383144" y="145726"/>
                </a:cubicBezTo>
                <a:cubicBezTo>
                  <a:pt x="4385094" y="145726"/>
                  <a:pt x="4386624" y="145961"/>
                  <a:pt x="4388364" y="145726"/>
                </a:cubicBezTo>
                <a:cubicBezTo>
                  <a:pt x="4389926" y="145535"/>
                  <a:pt x="4390529" y="143789"/>
                  <a:pt x="4391875" y="143148"/>
                </a:cubicBezTo>
                <a:cubicBezTo>
                  <a:pt x="4393406" y="142233"/>
                  <a:pt x="4393609" y="140068"/>
                  <a:pt x="4395374" y="139642"/>
                </a:cubicBezTo>
                <a:cubicBezTo>
                  <a:pt x="4396485" y="139407"/>
                  <a:pt x="4397768" y="139642"/>
                  <a:pt x="4398886" y="139642"/>
                </a:cubicBezTo>
                <a:cubicBezTo>
                  <a:pt x="4401261" y="139407"/>
                  <a:pt x="4403477" y="140068"/>
                  <a:pt x="4405877" y="139642"/>
                </a:cubicBezTo>
                <a:cubicBezTo>
                  <a:pt x="4406969" y="139407"/>
                  <a:pt x="4408290" y="139198"/>
                  <a:pt x="4409401" y="138760"/>
                </a:cubicBezTo>
                <a:cubicBezTo>
                  <a:pt x="4410919" y="138087"/>
                  <a:pt x="4410487" y="135693"/>
                  <a:pt x="4412011" y="135235"/>
                </a:cubicBezTo>
                <a:cubicBezTo>
                  <a:pt x="4414412" y="134353"/>
                  <a:pt x="4416399" y="135235"/>
                  <a:pt x="4419009" y="135235"/>
                </a:cubicBezTo>
                <a:cubicBezTo>
                  <a:pt x="4424495" y="135235"/>
                  <a:pt x="4427569" y="134797"/>
                  <a:pt x="4433011" y="134353"/>
                </a:cubicBezTo>
                <a:cubicBezTo>
                  <a:pt x="4433246" y="132619"/>
                  <a:pt x="4433893" y="131743"/>
                  <a:pt x="4433893" y="129984"/>
                </a:cubicBezTo>
                <a:cubicBezTo>
                  <a:pt x="4434147" y="127342"/>
                  <a:pt x="4433468" y="125196"/>
                  <a:pt x="4434763" y="122967"/>
                </a:cubicBezTo>
                <a:cubicBezTo>
                  <a:pt x="4435424" y="121672"/>
                  <a:pt x="4436084" y="120554"/>
                  <a:pt x="4437418" y="119462"/>
                </a:cubicBezTo>
                <a:cubicBezTo>
                  <a:pt x="4438307" y="118821"/>
                  <a:pt x="4439818" y="120135"/>
                  <a:pt x="4440910" y="119462"/>
                </a:cubicBezTo>
                <a:cubicBezTo>
                  <a:pt x="4442218" y="118624"/>
                  <a:pt x="4442218" y="116878"/>
                  <a:pt x="4443539" y="115982"/>
                </a:cubicBezTo>
                <a:cubicBezTo>
                  <a:pt x="4444625" y="115328"/>
                  <a:pt x="4445958" y="114890"/>
                  <a:pt x="4447051" y="114217"/>
                </a:cubicBezTo>
                <a:cubicBezTo>
                  <a:pt x="4445704" y="113569"/>
                  <a:pt x="4444625" y="113144"/>
                  <a:pt x="4443539" y="112490"/>
                </a:cubicBezTo>
                <a:cubicBezTo>
                  <a:pt x="4443304" y="112490"/>
                  <a:pt x="4443749" y="111823"/>
                  <a:pt x="4443539" y="111601"/>
                </a:cubicBezTo>
                <a:lnTo>
                  <a:pt x="4420774" y="111601"/>
                </a:lnTo>
                <a:cubicBezTo>
                  <a:pt x="4420774" y="108089"/>
                  <a:pt x="4421225" y="105498"/>
                  <a:pt x="4419009" y="102863"/>
                </a:cubicBezTo>
                <a:cubicBezTo>
                  <a:pt x="4418152" y="101765"/>
                  <a:pt x="4418374" y="99980"/>
                  <a:pt x="4417282" y="99358"/>
                </a:cubicBezTo>
                <a:cubicBezTo>
                  <a:pt x="4416399" y="98672"/>
                  <a:pt x="4414869" y="99555"/>
                  <a:pt x="4413783" y="99358"/>
                </a:cubicBezTo>
                <a:cubicBezTo>
                  <a:pt x="4412475" y="99123"/>
                  <a:pt x="4411802" y="97580"/>
                  <a:pt x="4410246" y="97580"/>
                </a:cubicBezTo>
                <a:cubicBezTo>
                  <a:pt x="4407408" y="97580"/>
                  <a:pt x="4405680" y="99123"/>
                  <a:pt x="4403236" y="100222"/>
                </a:cubicBezTo>
                <a:cubicBezTo>
                  <a:pt x="4402156" y="100660"/>
                  <a:pt x="4400835" y="100660"/>
                  <a:pt x="4399756" y="101085"/>
                </a:cubicBezTo>
                <a:cubicBezTo>
                  <a:pt x="4398454" y="101765"/>
                  <a:pt x="4398651" y="103943"/>
                  <a:pt x="4397133" y="104590"/>
                </a:cubicBezTo>
                <a:cubicBezTo>
                  <a:pt x="4394517" y="105695"/>
                  <a:pt x="4392091" y="104832"/>
                  <a:pt x="4389240" y="105498"/>
                </a:cubicBezTo>
                <a:cubicBezTo>
                  <a:pt x="4387932" y="105695"/>
                  <a:pt x="4387075" y="106787"/>
                  <a:pt x="4385741" y="107232"/>
                </a:cubicBezTo>
                <a:cubicBezTo>
                  <a:pt x="4383144" y="108089"/>
                  <a:pt x="4381360" y="109645"/>
                  <a:pt x="4378718" y="109861"/>
                </a:cubicBezTo>
                <a:cubicBezTo>
                  <a:pt x="4375899" y="110286"/>
                  <a:pt x="4373956" y="109861"/>
                  <a:pt x="4370857" y="109861"/>
                </a:cubicBezTo>
                <a:cubicBezTo>
                  <a:pt x="4369555" y="109861"/>
                  <a:pt x="4368698" y="110724"/>
                  <a:pt x="4367345" y="110724"/>
                </a:cubicBezTo>
                <a:cubicBezTo>
                  <a:pt x="4367345" y="113366"/>
                  <a:pt x="4367593" y="115112"/>
                  <a:pt x="4367345" y="117741"/>
                </a:cubicBezTo>
                <a:cubicBezTo>
                  <a:pt x="4367345" y="119278"/>
                  <a:pt x="4366260" y="119900"/>
                  <a:pt x="4365593" y="121215"/>
                </a:cubicBezTo>
                <a:cubicBezTo>
                  <a:pt x="4364723" y="122967"/>
                  <a:pt x="4363847" y="124288"/>
                  <a:pt x="4362113" y="124701"/>
                </a:cubicBezTo>
                <a:cubicBezTo>
                  <a:pt x="4359694" y="125196"/>
                  <a:pt x="4357516" y="124288"/>
                  <a:pt x="4355103" y="124701"/>
                </a:cubicBezTo>
                <a:cubicBezTo>
                  <a:pt x="4353794" y="124955"/>
                  <a:pt x="4352912" y="126034"/>
                  <a:pt x="4351578" y="126491"/>
                </a:cubicBezTo>
                <a:cubicBezTo>
                  <a:pt x="4350061" y="127158"/>
                  <a:pt x="4348753" y="126701"/>
                  <a:pt x="4347235" y="127342"/>
                </a:cubicBezTo>
                <a:cubicBezTo>
                  <a:pt x="4346124" y="127819"/>
                  <a:pt x="4346987" y="129984"/>
                  <a:pt x="4346365" y="130848"/>
                </a:cubicBezTo>
                <a:cubicBezTo>
                  <a:pt x="4346987" y="132187"/>
                  <a:pt x="4346987" y="133699"/>
                  <a:pt x="4348079" y="134353"/>
                </a:cubicBezTo>
                <a:cubicBezTo>
                  <a:pt x="4349877" y="135693"/>
                  <a:pt x="4351166" y="136118"/>
                  <a:pt x="4353312" y="136118"/>
                </a:cubicBezTo>
                <a:cubicBezTo>
                  <a:pt x="4355992" y="136118"/>
                  <a:pt x="4357725" y="134353"/>
                  <a:pt x="4360354" y="134353"/>
                </a:cubicBezTo>
                <a:lnTo>
                  <a:pt x="4362113" y="134353"/>
                </a:lnTo>
                <a:cubicBezTo>
                  <a:pt x="4364088" y="134613"/>
                  <a:pt x="4364285" y="136766"/>
                  <a:pt x="4365593" y="137845"/>
                </a:cubicBezTo>
                <a:cubicBezTo>
                  <a:pt x="4366729" y="138760"/>
                  <a:pt x="4366729" y="140506"/>
                  <a:pt x="4368234" y="141370"/>
                </a:cubicBezTo>
                <a:cubicBezTo>
                  <a:pt x="4369314" y="141827"/>
                  <a:pt x="4370419" y="142233"/>
                  <a:pt x="4371752" y="142233"/>
                </a:cubicBezTo>
                <a:cubicBezTo>
                  <a:pt x="4372819" y="142233"/>
                  <a:pt x="4373486" y="143573"/>
                  <a:pt x="4374356" y="143979"/>
                </a:cubicBezTo>
                <a:close/>
                <a:moveTo>
                  <a:pt x="4426902" y="140506"/>
                </a:moveTo>
                <a:cubicBezTo>
                  <a:pt x="4425588" y="140722"/>
                  <a:pt x="4424718" y="141585"/>
                  <a:pt x="4423403" y="142233"/>
                </a:cubicBezTo>
                <a:cubicBezTo>
                  <a:pt x="4422095" y="142875"/>
                  <a:pt x="4421003" y="143332"/>
                  <a:pt x="4419879" y="143979"/>
                </a:cubicBezTo>
                <a:cubicBezTo>
                  <a:pt x="4418571" y="144875"/>
                  <a:pt x="4418799" y="146837"/>
                  <a:pt x="4417282" y="147504"/>
                </a:cubicBezTo>
                <a:cubicBezTo>
                  <a:pt x="4416183" y="147942"/>
                  <a:pt x="4414869" y="148158"/>
                  <a:pt x="4413783" y="148367"/>
                </a:cubicBezTo>
                <a:cubicBezTo>
                  <a:pt x="4409820" y="149244"/>
                  <a:pt x="4407408" y="148158"/>
                  <a:pt x="4403236" y="148367"/>
                </a:cubicBezTo>
                <a:cubicBezTo>
                  <a:pt x="4401959" y="148367"/>
                  <a:pt x="4400835" y="149034"/>
                  <a:pt x="4399756" y="149244"/>
                </a:cubicBezTo>
                <a:cubicBezTo>
                  <a:pt x="4398651" y="149472"/>
                  <a:pt x="4397355" y="148818"/>
                  <a:pt x="4396244" y="149244"/>
                </a:cubicBezTo>
                <a:cubicBezTo>
                  <a:pt x="4394714" y="149904"/>
                  <a:pt x="4394022" y="151225"/>
                  <a:pt x="4392745" y="151885"/>
                </a:cubicBezTo>
                <a:cubicBezTo>
                  <a:pt x="4391431" y="152546"/>
                  <a:pt x="4391666" y="154705"/>
                  <a:pt x="4390110" y="155384"/>
                </a:cubicBezTo>
                <a:cubicBezTo>
                  <a:pt x="4389037" y="155822"/>
                  <a:pt x="4387703" y="154959"/>
                  <a:pt x="4386624" y="155384"/>
                </a:cubicBezTo>
                <a:cubicBezTo>
                  <a:pt x="4385557" y="155822"/>
                  <a:pt x="4384211" y="156025"/>
                  <a:pt x="4383144" y="156273"/>
                </a:cubicBezTo>
                <a:cubicBezTo>
                  <a:pt x="4381360" y="156902"/>
                  <a:pt x="4380503" y="158229"/>
                  <a:pt x="4379607" y="159765"/>
                </a:cubicBezTo>
                <a:cubicBezTo>
                  <a:pt x="4378718" y="161093"/>
                  <a:pt x="4377639" y="161740"/>
                  <a:pt x="4376997" y="163239"/>
                </a:cubicBezTo>
                <a:cubicBezTo>
                  <a:pt x="4376756" y="164122"/>
                  <a:pt x="4377207" y="165023"/>
                  <a:pt x="4376997" y="165906"/>
                </a:cubicBezTo>
                <a:cubicBezTo>
                  <a:pt x="4379607" y="166763"/>
                  <a:pt x="4381811" y="167189"/>
                  <a:pt x="4383982" y="168548"/>
                </a:cubicBezTo>
                <a:cubicBezTo>
                  <a:pt x="4385094" y="169144"/>
                  <a:pt x="4386846" y="169144"/>
                  <a:pt x="4387500" y="170268"/>
                </a:cubicBezTo>
                <a:cubicBezTo>
                  <a:pt x="4388154" y="171348"/>
                  <a:pt x="4387284" y="172669"/>
                  <a:pt x="4387500" y="173767"/>
                </a:cubicBezTo>
                <a:cubicBezTo>
                  <a:pt x="4387703" y="174866"/>
                  <a:pt x="4387500" y="175945"/>
                  <a:pt x="4387500" y="177234"/>
                </a:cubicBezTo>
                <a:cubicBezTo>
                  <a:pt x="4387500" y="179216"/>
                  <a:pt x="4388154" y="180517"/>
                  <a:pt x="4388364" y="182537"/>
                </a:cubicBezTo>
                <a:lnTo>
                  <a:pt x="4419682" y="182537"/>
                </a:lnTo>
                <a:cubicBezTo>
                  <a:pt x="4421225" y="182537"/>
                  <a:pt x="4422095" y="183178"/>
                  <a:pt x="4423403" y="183394"/>
                </a:cubicBezTo>
                <a:cubicBezTo>
                  <a:pt x="4424495" y="183603"/>
                  <a:pt x="4425797" y="183178"/>
                  <a:pt x="4426902" y="183394"/>
                </a:cubicBezTo>
                <a:cubicBezTo>
                  <a:pt x="4428426" y="183838"/>
                  <a:pt x="4428426" y="185813"/>
                  <a:pt x="4429525" y="186893"/>
                </a:cubicBezTo>
                <a:cubicBezTo>
                  <a:pt x="4430814" y="188213"/>
                  <a:pt x="4431283" y="189757"/>
                  <a:pt x="4432147" y="191281"/>
                </a:cubicBezTo>
                <a:cubicBezTo>
                  <a:pt x="4441132" y="191084"/>
                  <a:pt x="4445958" y="190182"/>
                  <a:pt x="4454925" y="190398"/>
                </a:cubicBezTo>
                <a:cubicBezTo>
                  <a:pt x="4456233" y="190398"/>
                  <a:pt x="4457096" y="191281"/>
                  <a:pt x="4458417" y="191281"/>
                </a:cubicBezTo>
                <a:lnTo>
                  <a:pt x="4463884" y="191281"/>
                </a:lnTo>
                <a:cubicBezTo>
                  <a:pt x="4466304" y="191281"/>
                  <a:pt x="4467390" y="191503"/>
                  <a:pt x="4469803" y="191281"/>
                </a:cubicBezTo>
                <a:cubicBezTo>
                  <a:pt x="4471104" y="191281"/>
                  <a:pt x="4472216" y="190639"/>
                  <a:pt x="4473295" y="190398"/>
                </a:cubicBezTo>
                <a:cubicBezTo>
                  <a:pt x="4475924" y="189934"/>
                  <a:pt x="4477886" y="189096"/>
                  <a:pt x="4480312" y="187775"/>
                </a:cubicBezTo>
                <a:cubicBezTo>
                  <a:pt x="4481404" y="187134"/>
                  <a:pt x="4482045" y="186010"/>
                  <a:pt x="4482045" y="184480"/>
                </a:cubicBezTo>
                <a:lnTo>
                  <a:pt x="4482045" y="177234"/>
                </a:lnTo>
                <a:cubicBezTo>
                  <a:pt x="4480096" y="177234"/>
                  <a:pt x="4478775" y="177501"/>
                  <a:pt x="4476807" y="177234"/>
                </a:cubicBezTo>
                <a:cubicBezTo>
                  <a:pt x="4475257" y="177050"/>
                  <a:pt x="4474603" y="176161"/>
                  <a:pt x="4473295" y="175488"/>
                </a:cubicBezTo>
                <a:cubicBezTo>
                  <a:pt x="4473536" y="172897"/>
                  <a:pt x="4473295" y="170935"/>
                  <a:pt x="4474178" y="168548"/>
                </a:cubicBezTo>
                <a:cubicBezTo>
                  <a:pt x="4474603" y="167189"/>
                  <a:pt x="4475257" y="166331"/>
                  <a:pt x="4475924" y="165023"/>
                </a:cubicBezTo>
                <a:cubicBezTo>
                  <a:pt x="4476578" y="163493"/>
                  <a:pt x="4477683" y="162820"/>
                  <a:pt x="4478540" y="161499"/>
                </a:cubicBezTo>
                <a:cubicBezTo>
                  <a:pt x="4479670" y="159765"/>
                  <a:pt x="4482045" y="159315"/>
                  <a:pt x="4482045" y="157162"/>
                </a:cubicBezTo>
                <a:cubicBezTo>
                  <a:pt x="4482045" y="154495"/>
                  <a:pt x="4480528" y="153181"/>
                  <a:pt x="4479461" y="150996"/>
                </a:cubicBezTo>
                <a:cubicBezTo>
                  <a:pt x="4478775" y="149675"/>
                  <a:pt x="4478540" y="148609"/>
                  <a:pt x="4477683" y="147504"/>
                </a:cubicBezTo>
                <a:cubicBezTo>
                  <a:pt x="4476807" y="146405"/>
                  <a:pt x="4476375" y="144678"/>
                  <a:pt x="4475041" y="143979"/>
                </a:cubicBezTo>
                <a:cubicBezTo>
                  <a:pt x="4472216" y="142233"/>
                  <a:pt x="4469803" y="143148"/>
                  <a:pt x="4466304" y="143148"/>
                </a:cubicBezTo>
                <a:cubicBezTo>
                  <a:pt x="4464323" y="143148"/>
                  <a:pt x="4462805" y="142468"/>
                  <a:pt x="4461065" y="143148"/>
                </a:cubicBezTo>
                <a:cubicBezTo>
                  <a:pt x="4459732" y="143573"/>
                  <a:pt x="4458652" y="144195"/>
                  <a:pt x="4457547" y="144875"/>
                </a:cubicBezTo>
                <a:cubicBezTo>
                  <a:pt x="4456455" y="145535"/>
                  <a:pt x="4456868" y="147504"/>
                  <a:pt x="4455775" y="148367"/>
                </a:cubicBezTo>
                <a:cubicBezTo>
                  <a:pt x="4454493" y="149244"/>
                  <a:pt x="4453845" y="150355"/>
                  <a:pt x="4452283" y="150996"/>
                </a:cubicBezTo>
                <a:cubicBezTo>
                  <a:pt x="4451178" y="151453"/>
                  <a:pt x="4450111" y="150996"/>
                  <a:pt x="4448771" y="150996"/>
                </a:cubicBezTo>
                <a:cubicBezTo>
                  <a:pt x="4446149" y="151225"/>
                  <a:pt x="4444415" y="150996"/>
                  <a:pt x="4441786" y="150996"/>
                </a:cubicBezTo>
                <a:cubicBezTo>
                  <a:pt x="4442453" y="149904"/>
                  <a:pt x="4442650" y="148609"/>
                  <a:pt x="4443539" y="147504"/>
                </a:cubicBezTo>
                <a:cubicBezTo>
                  <a:pt x="4444625" y="146215"/>
                  <a:pt x="4445958" y="145961"/>
                  <a:pt x="4447051" y="144875"/>
                </a:cubicBezTo>
                <a:lnTo>
                  <a:pt x="4446149" y="140722"/>
                </a:lnTo>
                <a:cubicBezTo>
                  <a:pt x="4441786" y="140722"/>
                  <a:pt x="4439373" y="140506"/>
                  <a:pt x="4434998" y="140506"/>
                </a:cubicBezTo>
                <a:cubicBezTo>
                  <a:pt x="4431918" y="140506"/>
                  <a:pt x="4429747" y="140068"/>
                  <a:pt x="4426902" y="140506"/>
                </a:cubicBezTo>
                <a:close/>
                <a:moveTo>
                  <a:pt x="4482928" y="227152"/>
                </a:moveTo>
                <a:cubicBezTo>
                  <a:pt x="4486890" y="227152"/>
                  <a:pt x="4488846" y="224351"/>
                  <a:pt x="4491704" y="221926"/>
                </a:cubicBezTo>
                <a:cubicBezTo>
                  <a:pt x="4493012" y="220821"/>
                  <a:pt x="4493895" y="219754"/>
                  <a:pt x="4495190" y="218433"/>
                </a:cubicBezTo>
                <a:cubicBezTo>
                  <a:pt x="4496498" y="217106"/>
                  <a:pt x="4496930" y="215588"/>
                  <a:pt x="4498701" y="214928"/>
                </a:cubicBezTo>
                <a:cubicBezTo>
                  <a:pt x="4499806" y="214452"/>
                  <a:pt x="4501108" y="214287"/>
                  <a:pt x="4502194" y="214045"/>
                </a:cubicBezTo>
                <a:cubicBezTo>
                  <a:pt x="4503743" y="213804"/>
                  <a:pt x="4504823" y="213163"/>
                  <a:pt x="4506563" y="213163"/>
                </a:cubicBezTo>
                <a:cubicBezTo>
                  <a:pt x="4508106" y="213163"/>
                  <a:pt x="4508766" y="214712"/>
                  <a:pt x="4510087" y="214928"/>
                </a:cubicBezTo>
                <a:lnTo>
                  <a:pt x="4529131" y="214928"/>
                </a:lnTo>
                <a:cubicBezTo>
                  <a:pt x="4530864" y="214928"/>
                  <a:pt x="4531315" y="212947"/>
                  <a:pt x="4532845" y="212286"/>
                </a:cubicBezTo>
                <a:cubicBezTo>
                  <a:pt x="4534147" y="211861"/>
                  <a:pt x="4535036" y="210762"/>
                  <a:pt x="4536357" y="210546"/>
                </a:cubicBezTo>
                <a:cubicBezTo>
                  <a:pt x="4537436" y="210299"/>
                  <a:pt x="4538535" y="210546"/>
                  <a:pt x="4539856" y="210546"/>
                </a:cubicBezTo>
                <a:cubicBezTo>
                  <a:pt x="4542466" y="210299"/>
                  <a:pt x="4544237" y="210546"/>
                  <a:pt x="4546834" y="210546"/>
                </a:cubicBezTo>
                <a:cubicBezTo>
                  <a:pt x="4548155" y="210546"/>
                  <a:pt x="4549038" y="210762"/>
                  <a:pt x="4550346" y="210546"/>
                </a:cubicBezTo>
                <a:cubicBezTo>
                  <a:pt x="4552556" y="210299"/>
                  <a:pt x="4553413" y="208127"/>
                  <a:pt x="4555623" y="207898"/>
                </a:cubicBezTo>
                <a:cubicBezTo>
                  <a:pt x="4559122" y="207479"/>
                  <a:pt x="4560868" y="208800"/>
                  <a:pt x="4564386" y="208800"/>
                </a:cubicBezTo>
                <a:cubicBezTo>
                  <a:pt x="4566989" y="208800"/>
                  <a:pt x="4569625" y="208559"/>
                  <a:pt x="4571358" y="207048"/>
                </a:cubicBezTo>
                <a:cubicBezTo>
                  <a:pt x="4572438" y="206152"/>
                  <a:pt x="4572692" y="204844"/>
                  <a:pt x="4573092" y="203530"/>
                </a:cubicBezTo>
                <a:cubicBezTo>
                  <a:pt x="4573574" y="202469"/>
                  <a:pt x="4573974" y="201561"/>
                  <a:pt x="4573974" y="200259"/>
                </a:cubicBezTo>
                <a:cubicBezTo>
                  <a:pt x="4573974" y="198735"/>
                  <a:pt x="4573092" y="198069"/>
                  <a:pt x="4573092" y="196526"/>
                </a:cubicBezTo>
                <a:lnTo>
                  <a:pt x="4573092" y="192163"/>
                </a:lnTo>
                <a:lnTo>
                  <a:pt x="4558258" y="192163"/>
                </a:lnTo>
                <a:cubicBezTo>
                  <a:pt x="4558258" y="189096"/>
                  <a:pt x="4558658" y="187134"/>
                  <a:pt x="4558258" y="184283"/>
                </a:cubicBezTo>
                <a:cubicBezTo>
                  <a:pt x="4558258" y="183178"/>
                  <a:pt x="4558658" y="181654"/>
                  <a:pt x="4558258" y="180778"/>
                </a:cubicBezTo>
                <a:cubicBezTo>
                  <a:pt x="4557560" y="179666"/>
                  <a:pt x="4556048" y="179666"/>
                  <a:pt x="4554728" y="179050"/>
                </a:cubicBezTo>
                <a:cubicBezTo>
                  <a:pt x="4553623" y="178574"/>
                  <a:pt x="4552334" y="178365"/>
                  <a:pt x="4551210" y="178130"/>
                </a:cubicBezTo>
                <a:cubicBezTo>
                  <a:pt x="4547088" y="177050"/>
                  <a:pt x="4544663" y="176390"/>
                  <a:pt x="4540288" y="176390"/>
                </a:cubicBezTo>
                <a:cubicBezTo>
                  <a:pt x="4538745" y="176390"/>
                  <a:pt x="4537652" y="176161"/>
                  <a:pt x="4536357" y="176390"/>
                </a:cubicBezTo>
                <a:cubicBezTo>
                  <a:pt x="4535036" y="176618"/>
                  <a:pt x="4535697" y="179050"/>
                  <a:pt x="4534592" y="179895"/>
                </a:cubicBezTo>
                <a:cubicBezTo>
                  <a:pt x="4533290" y="180975"/>
                  <a:pt x="4533074" y="183394"/>
                  <a:pt x="4531118" y="183394"/>
                </a:cubicBezTo>
                <a:lnTo>
                  <a:pt x="4529340" y="183394"/>
                </a:lnTo>
                <a:cubicBezTo>
                  <a:pt x="4527581" y="183394"/>
                  <a:pt x="4527156" y="181438"/>
                  <a:pt x="4525822" y="180778"/>
                </a:cubicBezTo>
                <a:cubicBezTo>
                  <a:pt x="4527156" y="179450"/>
                  <a:pt x="4528248" y="178574"/>
                  <a:pt x="4529340" y="177234"/>
                </a:cubicBezTo>
                <a:cubicBezTo>
                  <a:pt x="4530420" y="175945"/>
                  <a:pt x="4531982" y="176161"/>
                  <a:pt x="4532845" y="174644"/>
                </a:cubicBezTo>
                <a:cubicBezTo>
                  <a:pt x="4533290" y="173545"/>
                  <a:pt x="4532623" y="172231"/>
                  <a:pt x="4532845" y="171151"/>
                </a:cubicBezTo>
                <a:cubicBezTo>
                  <a:pt x="4531728" y="170935"/>
                  <a:pt x="4530420" y="170700"/>
                  <a:pt x="4529340" y="170268"/>
                </a:cubicBezTo>
                <a:cubicBezTo>
                  <a:pt x="4528248" y="169837"/>
                  <a:pt x="4526927" y="169837"/>
                  <a:pt x="4525822" y="169398"/>
                </a:cubicBezTo>
                <a:cubicBezTo>
                  <a:pt x="4524070" y="168725"/>
                  <a:pt x="4524298" y="165906"/>
                  <a:pt x="4522330" y="165906"/>
                </a:cubicBezTo>
                <a:lnTo>
                  <a:pt x="4520564" y="165906"/>
                </a:lnTo>
                <a:cubicBezTo>
                  <a:pt x="4518837" y="165906"/>
                  <a:pt x="4518621" y="168109"/>
                  <a:pt x="4517104" y="168548"/>
                </a:cubicBezTo>
                <a:cubicBezTo>
                  <a:pt x="4515542" y="168973"/>
                  <a:pt x="4514246" y="168725"/>
                  <a:pt x="4512703" y="169398"/>
                </a:cubicBezTo>
                <a:cubicBezTo>
                  <a:pt x="4511605" y="169837"/>
                  <a:pt x="4510297" y="169595"/>
                  <a:pt x="4509204" y="170268"/>
                </a:cubicBezTo>
                <a:cubicBezTo>
                  <a:pt x="4507871" y="170935"/>
                  <a:pt x="4507674" y="172897"/>
                  <a:pt x="4506563" y="173767"/>
                </a:cubicBezTo>
                <a:cubicBezTo>
                  <a:pt x="4505464" y="174644"/>
                  <a:pt x="4503940" y="175082"/>
                  <a:pt x="4503083" y="176390"/>
                </a:cubicBezTo>
                <a:cubicBezTo>
                  <a:pt x="4502423" y="177501"/>
                  <a:pt x="4501984" y="178574"/>
                  <a:pt x="4501318" y="179895"/>
                </a:cubicBezTo>
                <a:cubicBezTo>
                  <a:pt x="4500873" y="180975"/>
                  <a:pt x="4501108" y="182295"/>
                  <a:pt x="4500441" y="183394"/>
                </a:cubicBezTo>
                <a:cubicBezTo>
                  <a:pt x="4499806" y="184715"/>
                  <a:pt x="4499806" y="186010"/>
                  <a:pt x="4498701" y="186893"/>
                </a:cubicBezTo>
                <a:cubicBezTo>
                  <a:pt x="4497806" y="187566"/>
                  <a:pt x="4496060" y="186245"/>
                  <a:pt x="4495190" y="186893"/>
                </a:cubicBezTo>
                <a:cubicBezTo>
                  <a:pt x="4493895" y="187775"/>
                  <a:pt x="4492561" y="188213"/>
                  <a:pt x="4491704" y="189503"/>
                </a:cubicBezTo>
                <a:cubicBezTo>
                  <a:pt x="4491005" y="190639"/>
                  <a:pt x="4491704" y="191903"/>
                  <a:pt x="4491704" y="193033"/>
                </a:cubicBezTo>
                <a:cubicBezTo>
                  <a:pt x="4491469" y="195446"/>
                  <a:pt x="4492561" y="197631"/>
                  <a:pt x="4491704" y="200018"/>
                </a:cubicBezTo>
                <a:cubicBezTo>
                  <a:pt x="4491259" y="201320"/>
                  <a:pt x="4490580" y="202209"/>
                  <a:pt x="4489938" y="203530"/>
                </a:cubicBezTo>
                <a:cubicBezTo>
                  <a:pt x="4489272" y="204844"/>
                  <a:pt x="4487513" y="204628"/>
                  <a:pt x="4486440" y="205282"/>
                </a:cubicBezTo>
                <a:cubicBezTo>
                  <a:pt x="4485093" y="206152"/>
                  <a:pt x="4483366" y="206394"/>
                  <a:pt x="4482045" y="207048"/>
                </a:cubicBezTo>
                <a:cubicBezTo>
                  <a:pt x="4480979" y="207714"/>
                  <a:pt x="4479194" y="207714"/>
                  <a:pt x="4478540" y="208800"/>
                </a:cubicBezTo>
                <a:cubicBezTo>
                  <a:pt x="4477683" y="210121"/>
                  <a:pt x="4476375" y="210762"/>
                  <a:pt x="4475924" y="212286"/>
                </a:cubicBezTo>
                <a:cubicBezTo>
                  <a:pt x="4475473" y="213804"/>
                  <a:pt x="4476121" y="214928"/>
                  <a:pt x="4475924" y="216674"/>
                </a:cubicBezTo>
                <a:cubicBezTo>
                  <a:pt x="4475708" y="218433"/>
                  <a:pt x="4475924" y="219284"/>
                  <a:pt x="4475924" y="221062"/>
                </a:cubicBezTo>
                <a:cubicBezTo>
                  <a:pt x="4477886" y="221926"/>
                  <a:pt x="4480750" y="227152"/>
                  <a:pt x="4482928" y="227152"/>
                </a:cubicBezTo>
                <a:close/>
                <a:moveTo>
                  <a:pt x="4406760" y="258673"/>
                </a:moveTo>
                <a:cubicBezTo>
                  <a:pt x="4408062" y="258273"/>
                  <a:pt x="4408728" y="256940"/>
                  <a:pt x="4410246" y="256940"/>
                </a:cubicBezTo>
                <a:cubicBezTo>
                  <a:pt x="4412919" y="256940"/>
                  <a:pt x="4414869" y="257384"/>
                  <a:pt x="4417282" y="257822"/>
                </a:cubicBezTo>
                <a:cubicBezTo>
                  <a:pt x="4418571" y="258019"/>
                  <a:pt x="4419473" y="259353"/>
                  <a:pt x="4420774" y="259581"/>
                </a:cubicBezTo>
                <a:lnTo>
                  <a:pt x="4424279" y="259581"/>
                </a:lnTo>
                <a:cubicBezTo>
                  <a:pt x="4424718" y="259581"/>
                  <a:pt x="4424718" y="258673"/>
                  <a:pt x="4425175" y="258673"/>
                </a:cubicBezTo>
                <a:cubicBezTo>
                  <a:pt x="4424921" y="256285"/>
                  <a:pt x="4425175" y="254742"/>
                  <a:pt x="4424279" y="252552"/>
                </a:cubicBezTo>
                <a:cubicBezTo>
                  <a:pt x="4423854" y="251504"/>
                  <a:pt x="4425175" y="249942"/>
                  <a:pt x="4424279" y="249085"/>
                </a:cubicBezTo>
                <a:cubicBezTo>
                  <a:pt x="4422730" y="247554"/>
                  <a:pt x="4421225" y="247307"/>
                  <a:pt x="4419009" y="247307"/>
                </a:cubicBezTo>
                <a:lnTo>
                  <a:pt x="4417282" y="247307"/>
                </a:lnTo>
                <a:cubicBezTo>
                  <a:pt x="4415504" y="247554"/>
                  <a:pt x="4415974" y="249701"/>
                  <a:pt x="4414640" y="250831"/>
                </a:cubicBezTo>
                <a:cubicBezTo>
                  <a:pt x="4412227" y="252787"/>
                  <a:pt x="4410036" y="253657"/>
                  <a:pt x="4406760" y="254330"/>
                </a:cubicBezTo>
                <a:close/>
                <a:moveTo>
                  <a:pt x="4610766" y="217570"/>
                </a:moveTo>
                <a:cubicBezTo>
                  <a:pt x="4609896" y="216007"/>
                  <a:pt x="4607921" y="216217"/>
                  <a:pt x="4607274" y="214928"/>
                </a:cubicBezTo>
                <a:cubicBezTo>
                  <a:pt x="4606607" y="213804"/>
                  <a:pt x="4608163" y="212058"/>
                  <a:pt x="4607274" y="211404"/>
                </a:cubicBezTo>
                <a:cubicBezTo>
                  <a:pt x="4606378" y="210762"/>
                  <a:pt x="4604861" y="210762"/>
                  <a:pt x="4603775" y="210546"/>
                </a:cubicBezTo>
                <a:cubicBezTo>
                  <a:pt x="4602270" y="210121"/>
                  <a:pt x="4600936" y="209861"/>
                  <a:pt x="4599368" y="209664"/>
                </a:cubicBezTo>
                <a:lnTo>
                  <a:pt x="4595888" y="209664"/>
                </a:lnTo>
                <a:cubicBezTo>
                  <a:pt x="4594593" y="209435"/>
                  <a:pt x="4593723" y="207898"/>
                  <a:pt x="4592377" y="207898"/>
                </a:cubicBezTo>
                <a:cubicBezTo>
                  <a:pt x="4590859" y="207714"/>
                  <a:pt x="4589735" y="207898"/>
                  <a:pt x="4587989" y="207898"/>
                </a:cubicBezTo>
                <a:lnTo>
                  <a:pt x="4584477" y="207898"/>
                </a:lnTo>
                <a:cubicBezTo>
                  <a:pt x="4582979" y="208127"/>
                  <a:pt x="4582521" y="209861"/>
                  <a:pt x="4581010" y="210546"/>
                </a:cubicBezTo>
                <a:lnTo>
                  <a:pt x="4581867" y="214045"/>
                </a:lnTo>
                <a:cubicBezTo>
                  <a:pt x="4583176" y="214287"/>
                  <a:pt x="4584306" y="214712"/>
                  <a:pt x="4585373" y="214928"/>
                </a:cubicBezTo>
                <a:cubicBezTo>
                  <a:pt x="4586465" y="215150"/>
                  <a:pt x="4587830" y="214452"/>
                  <a:pt x="4588852" y="214928"/>
                </a:cubicBezTo>
                <a:cubicBezTo>
                  <a:pt x="4590395" y="215588"/>
                  <a:pt x="4591069" y="216674"/>
                  <a:pt x="4592377" y="217570"/>
                </a:cubicBezTo>
                <a:cubicBezTo>
                  <a:pt x="4593723" y="218433"/>
                  <a:pt x="4593469" y="220395"/>
                  <a:pt x="4595018" y="221062"/>
                </a:cubicBezTo>
                <a:cubicBezTo>
                  <a:pt x="4597641" y="222364"/>
                  <a:pt x="4600041" y="221926"/>
                  <a:pt x="4603108" y="221926"/>
                </a:cubicBezTo>
                <a:lnTo>
                  <a:pt x="4607274" y="221926"/>
                </a:lnTo>
                <a:cubicBezTo>
                  <a:pt x="4608595" y="221926"/>
                  <a:pt x="4609445" y="221062"/>
                  <a:pt x="4610766" y="221062"/>
                </a:cubicBezTo>
                <a:cubicBezTo>
                  <a:pt x="4610563" y="219938"/>
                  <a:pt x="4611204" y="218636"/>
                  <a:pt x="4610766" y="217570"/>
                </a:cubicBezTo>
                <a:close/>
                <a:moveTo>
                  <a:pt x="5076558" y="346259"/>
                </a:moveTo>
                <a:cubicBezTo>
                  <a:pt x="5077021" y="347351"/>
                  <a:pt x="5077021" y="348665"/>
                  <a:pt x="5077466" y="349764"/>
                </a:cubicBezTo>
                <a:cubicBezTo>
                  <a:pt x="5078774" y="352399"/>
                  <a:pt x="5080742" y="354145"/>
                  <a:pt x="5081854" y="356781"/>
                </a:cubicBezTo>
                <a:cubicBezTo>
                  <a:pt x="5082279" y="358057"/>
                  <a:pt x="5083359" y="358940"/>
                  <a:pt x="5083594" y="360260"/>
                </a:cubicBezTo>
                <a:cubicBezTo>
                  <a:pt x="5084013" y="362673"/>
                  <a:pt x="5083594" y="364216"/>
                  <a:pt x="5083594" y="366852"/>
                </a:cubicBezTo>
                <a:lnTo>
                  <a:pt x="5099323" y="366852"/>
                </a:lnTo>
                <a:cubicBezTo>
                  <a:pt x="5098465" y="365715"/>
                  <a:pt x="5098897" y="363550"/>
                  <a:pt x="5097576" y="362889"/>
                </a:cubicBezTo>
                <a:cubicBezTo>
                  <a:pt x="5096040" y="362229"/>
                  <a:pt x="5094535" y="362673"/>
                  <a:pt x="5093208" y="362007"/>
                </a:cubicBezTo>
                <a:cubicBezTo>
                  <a:pt x="5092077" y="361353"/>
                  <a:pt x="5090795" y="361143"/>
                  <a:pt x="5089702" y="360260"/>
                </a:cubicBezTo>
                <a:cubicBezTo>
                  <a:pt x="5087518" y="358514"/>
                  <a:pt x="5086851" y="355873"/>
                  <a:pt x="5085321" y="353269"/>
                </a:cubicBezTo>
                <a:lnTo>
                  <a:pt x="5083594" y="349764"/>
                </a:lnTo>
                <a:cubicBezTo>
                  <a:pt x="5082914" y="348233"/>
                  <a:pt x="5081854" y="347567"/>
                  <a:pt x="5080958" y="346259"/>
                </a:cubicBezTo>
                <a:close/>
                <a:moveTo>
                  <a:pt x="5086184" y="308597"/>
                </a:moveTo>
                <a:cubicBezTo>
                  <a:pt x="5085994" y="307270"/>
                  <a:pt x="5085321" y="306419"/>
                  <a:pt x="5085321" y="305123"/>
                </a:cubicBezTo>
                <a:cubicBezTo>
                  <a:pt x="5085321" y="302463"/>
                  <a:pt x="5085772" y="300716"/>
                  <a:pt x="5086184" y="298107"/>
                </a:cubicBezTo>
                <a:cubicBezTo>
                  <a:pt x="5084445" y="297865"/>
                  <a:pt x="5083594" y="298107"/>
                  <a:pt x="5081854" y="298107"/>
                </a:cubicBezTo>
                <a:cubicBezTo>
                  <a:pt x="5080292" y="298107"/>
                  <a:pt x="5079866" y="296373"/>
                  <a:pt x="5078342" y="296373"/>
                </a:cubicBezTo>
                <a:cubicBezTo>
                  <a:pt x="5076361" y="296373"/>
                  <a:pt x="5075262" y="298107"/>
                  <a:pt x="5074799" y="299859"/>
                </a:cubicBezTo>
                <a:cubicBezTo>
                  <a:pt x="5074596" y="300951"/>
                  <a:pt x="5074799" y="302037"/>
                  <a:pt x="5074799" y="303326"/>
                </a:cubicBezTo>
                <a:cubicBezTo>
                  <a:pt x="5074799" y="304666"/>
                  <a:pt x="5074596" y="305765"/>
                  <a:pt x="5074799" y="306844"/>
                </a:cubicBezTo>
                <a:cubicBezTo>
                  <a:pt x="5075053" y="308387"/>
                  <a:pt x="5076793" y="308597"/>
                  <a:pt x="5078342" y="309467"/>
                </a:cubicBezTo>
                <a:cubicBezTo>
                  <a:pt x="5079866" y="310368"/>
                  <a:pt x="5080095" y="312102"/>
                  <a:pt x="5081854" y="312102"/>
                </a:cubicBezTo>
                <a:cubicBezTo>
                  <a:pt x="5084013" y="312102"/>
                  <a:pt x="5084445" y="309911"/>
                  <a:pt x="5086184" y="308597"/>
                </a:cubicBezTo>
                <a:close/>
                <a:moveTo>
                  <a:pt x="5104612" y="315626"/>
                </a:moveTo>
                <a:cubicBezTo>
                  <a:pt x="5105482" y="316934"/>
                  <a:pt x="5106104" y="317792"/>
                  <a:pt x="5107209" y="319112"/>
                </a:cubicBezTo>
                <a:cubicBezTo>
                  <a:pt x="5108111" y="320217"/>
                  <a:pt x="5107857" y="321722"/>
                  <a:pt x="5108962" y="322618"/>
                </a:cubicBezTo>
                <a:cubicBezTo>
                  <a:pt x="5109851" y="323265"/>
                  <a:pt x="5111381" y="323024"/>
                  <a:pt x="5112467" y="323500"/>
                </a:cubicBezTo>
                <a:cubicBezTo>
                  <a:pt x="5113788" y="324142"/>
                  <a:pt x="5114467" y="325462"/>
                  <a:pt x="5115947" y="326135"/>
                </a:cubicBezTo>
                <a:cubicBezTo>
                  <a:pt x="5117071" y="326567"/>
                  <a:pt x="5118373" y="326567"/>
                  <a:pt x="5119484" y="326993"/>
                </a:cubicBezTo>
                <a:cubicBezTo>
                  <a:pt x="5121230" y="327869"/>
                  <a:pt x="5122748" y="328733"/>
                  <a:pt x="5123853" y="330460"/>
                </a:cubicBezTo>
                <a:cubicBezTo>
                  <a:pt x="5124494" y="331603"/>
                  <a:pt x="5124938" y="332682"/>
                  <a:pt x="5125593" y="333965"/>
                </a:cubicBezTo>
                <a:cubicBezTo>
                  <a:pt x="5126259" y="335292"/>
                  <a:pt x="5126469" y="336416"/>
                  <a:pt x="5127377" y="337496"/>
                </a:cubicBezTo>
                <a:cubicBezTo>
                  <a:pt x="5128666" y="339032"/>
                  <a:pt x="5130876" y="338378"/>
                  <a:pt x="5133270" y="338378"/>
                </a:cubicBezTo>
                <a:cubicBezTo>
                  <a:pt x="5136788" y="338378"/>
                  <a:pt x="5138750" y="337718"/>
                  <a:pt x="5142230" y="337496"/>
                </a:cubicBezTo>
                <a:cubicBezTo>
                  <a:pt x="5142471" y="335527"/>
                  <a:pt x="5142884" y="333965"/>
                  <a:pt x="5143118" y="332225"/>
                </a:cubicBezTo>
                <a:cubicBezTo>
                  <a:pt x="5143341" y="331152"/>
                  <a:pt x="5142884" y="329857"/>
                  <a:pt x="5143118" y="328733"/>
                </a:cubicBezTo>
                <a:cubicBezTo>
                  <a:pt x="5143341" y="327190"/>
                  <a:pt x="5145081" y="326783"/>
                  <a:pt x="5145728" y="325227"/>
                </a:cubicBezTo>
                <a:cubicBezTo>
                  <a:pt x="5149214" y="327444"/>
                  <a:pt x="5151843" y="329634"/>
                  <a:pt x="5156263" y="329634"/>
                </a:cubicBezTo>
                <a:cubicBezTo>
                  <a:pt x="5160403" y="329634"/>
                  <a:pt x="5162607" y="328942"/>
                  <a:pt x="5166753" y="328733"/>
                </a:cubicBezTo>
                <a:cubicBezTo>
                  <a:pt x="5169827" y="328510"/>
                  <a:pt x="5172030" y="329177"/>
                  <a:pt x="5174640" y="327869"/>
                </a:cubicBezTo>
                <a:cubicBezTo>
                  <a:pt x="5175738" y="327444"/>
                  <a:pt x="5174424" y="324802"/>
                  <a:pt x="5175529" y="324364"/>
                </a:cubicBezTo>
                <a:cubicBezTo>
                  <a:pt x="5176608" y="323926"/>
                  <a:pt x="5177701" y="324364"/>
                  <a:pt x="5179034" y="324364"/>
                </a:cubicBezTo>
                <a:cubicBezTo>
                  <a:pt x="5180342" y="324364"/>
                  <a:pt x="5181422" y="323926"/>
                  <a:pt x="5182508" y="324364"/>
                </a:cubicBezTo>
                <a:cubicBezTo>
                  <a:pt x="5184051" y="324802"/>
                  <a:pt x="5183587" y="327444"/>
                  <a:pt x="5185143" y="327869"/>
                </a:cubicBezTo>
                <a:cubicBezTo>
                  <a:pt x="5186248" y="328072"/>
                  <a:pt x="5187327" y="328733"/>
                  <a:pt x="5188629" y="328733"/>
                </a:cubicBezTo>
                <a:cubicBezTo>
                  <a:pt x="5191715" y="328733"/>
                  <a:pt x="5193233" y="326135"/>
                  <a:pt x="5195665" y="324364"/>
                </a:cubicBezTo>
                <a:cubicBezTo>
                  <a:pt x="5196986" y="323500"/>
                  <a:pt x="5196986" y="321722"/>
                  <a:pt x="5198306" y="320859"/>
                </a:cubicBezTo>
                <a:cubicBezTo>
                  <a:pt x="5199811" y="319773"/>
                  <a:pt x="5201583" y="319982"/>
                  <a:pt x="5203526" y="319982"/>
                </a:cubicBezTo>
                <a:lnTo>
                  <a:pt x="5205285" y="319982"/>
                </a:lnTo>
                <a:cubicBezTo>
                  <a:pt x="5206828" y="320217"/>
                  <a:pt x="5207266" y="322160"/>
                  <a:pt x="5208784" y="322618"/>
                </a:cubicBezTo>
                <a:cubicBezTo>
                  <a:pt x="5209889" y="323024"/>
                  <a:pt x="5211197" y="323265"/>
                  <a:pt x="5212276" y="323500"/>
                </a:cubicBezTo>
                <a:cubicBezTo>
                  <a:pt x="5213597" y="323926"/>
                  <a:pt x="5214467" y="324364"/>
                  <a:pt x="5215997" y="324364"/>
                </a:cubicBezTo>
                <a:lnTo>
                  <a:pt x="5229790" y="324364"/>
                </a:lnTo>
                <a:cubicBezTo>
                  <a:pt x="5229790" y="320643"/>
                  <a:pt x="5228932" y="318427"/>
                  <a:pt x="5229790" y="314725"/>
                </a:cubicBezTo>
                <a:cubicBezTo>
                  <a:pt x="5230025" y="313188"/>
                  <a:pt x="5230895" y="312527"/>
                  <a:pt x="5231561" y="311232"/>
                </a:cubicBezTo>
                <a:cubicBezTo>
                  <a:pt x="5232438" y="309467"/>
                  <a:pt x="5234184" y="309251"/>
                  <a:pt x="5235079" y="307708"/>
                </a:cubicBezTo>
                <a:cubicBezTo>
                  <a:pt x="5235708" y="306419"/>
                  <a:pt x="5237245" y="305765"/>
                  <a:pt x="5237683" y="304228"/>
                </a:cubicBezTo>
                <a:cubicBezTo>
                  <a:pt x="5237892" y="303129"/>
                  <a:pt x="5237486" y="301796"/>
                  <a:pt x="5237683" y="300716"/>
                </a:cubicBezTo>
                <a:cubicBezTo>
                  <a:pt x="5236375" y="300501"/>
                  <a:pt x="5235251" y="300056"/>
                  <a:pt x="5234184" y="299859"/>
                </a:cubicBezTo>
                <a:cubicBezTo>
                  <a:pt x="5233079" y="299631"/>
                  <a:pt x="5231771" y="300291"/>
                  <a:pt x="5230679" y="299859"/>
                </a:cubicBezTo>
                <a:cubicBezTo>
                  <a:pt x="5229358" y="299389"/>
                  <a:pt x="5230228" y="296786"/>
                  <a:pt x="5228932" y="296373"/>
                </a:cubicBezTo>
                <a:cubicBezTo>
                  <a:pt x="5227834" y="295890"/>
                  <a:pt x="5226500" y="296373"/>
                  <a:pt x="5225421" y="296373"/>
                </a:cubicBezTo>
                <a:cubicBezTo>
                  <a:pt x="5221478" y="295713"/>
                  <a:pt x="5219064" y="296570"/>
                  <a:pt x="5214905" y="296373"/>
                </a:cubicBezTo>
                <a:cubicBezTo>
                  <a:pt x="5212930" y="296373"/>
                  <a:pt x="5211667" y="295452"/>
                  <a:pt x="5209679" y="295452"/>
                </a:cubicBezTo>
                <a:lnTo>
                  <a:pt x="5207908" y="295452"/>
                </a:lnTo>
                <a:cubicBezTo>
                  <a:pt x="5206599" y="295890"/>
                  <a:pt x="5205285" y="296373"/>
                  <a:pt x="5204396" y="297211"/>
                </a:cubicBezTo>
                <a:cubicBezTo>
                  <a:pt x="5203526" y="298107"/>
                  <a:pt x="5203958" y="299859"/>
                  <a:pt x="5203526" y="300716"/>
                </a:cubicBezTo>
                <a:cubicBezTo>
                  <a:pt x="5202447" y="302253"/>
                  <a:pt x="5200688" y="302463"/>
                  <a:pt x="5200021" y="304228"/>
                </a:cubicBezTo>
                <a:cubicBezTo>
                  <a:pt x="5199811" y="305307"/>
                  <a:pt x="5199386" y="306660"/>
                  <a:pt x="5199157" y="307708"/>
                </a:cubicBezTo>
                <a:cubicBezTo>
                  <a:pt x="5198713" y="310368"/>
                  <a:pt x="5199157" y="312318"/>
                  <a:pt x="5199157" y="315156"/>
                </a:cubicBezTo>
                <a:cubicBezTo>
                  <a:pt x="5196516" y="314959"/>
                  <a:pt x="5194795" y="314725"/>
                  <a:pt x="5192141" y="314725"/>
                </a:cubicBezTo>
                <a:cubicBezTo>
                  <a:pt x="5190839" y="314725"/>
                  <a:pt x="5189937" y="315156"/>
                  <a:pt x="5188629" y="315156"/>
                </a:cubicBezTo>
                <a:lnTo>
                  <a:pt x="5188629" y="304882"/>
                </a:lnTo>
                <a:cubicBezTo>
                  <a:pt x="5188629" y="303326"/>
                  <a:pt x="5190636" y="302679"/>
                  <a:pt x="5191277" y="301612"/>
                </a:cubicBezTo>
                <a:cubicBezTo>
                  <a:pt x="5192572" y="299186"/>
                  <a:pt x="5194795" y="297668"/>
                  <a:pt x="5194795" y="294582"/>
                </a:cubicBezTo>
                <a:cubicBezTo>
                  <a:pt x="5194795" y="293065"/>
                  <a:pt x="5193233" y="292398"/>
                  <a:pt x="5193023" y="291090"/>
                </a:cubicBezTo>
                <a:cubicBezTo>
                  <a:pt x="5190394" y="291090"/>
                  <a:pt x="5188629" y="291299"/>
                  <a:pt x="5186032" y="291090"/>
                </a:cubicBezTo>
                <a:cubicBezTo>
                  <a:pt x="5184698" y="291090"/>
                  <a:pt x="5183835" y="290226"/>
                  <a:pt x="5182508" y="290226"/>
                </a:cubicBezTo>
                <a:cubicBezTo>
                  <a:pt x="5179898" y="290004"/>
                  <a:pt x="5178139" y="290226"/>
                  <a:pt x="5175529" y="290226"/>
                </a:cubicBezTo>
                <a:cubicBezTo>
                  <a:pt x="5174195" y="290226"/>
                  <a:pt x="5173338" y="290874"/>
                  <a:pt x="5172030" y="291090"/>
                </a:cubicBezTo>
                <a:lnTo>
                  <a:pt x="5172030" y="300716"/>
                </a:lnTo>
                <a:cubicBezTo>
                  <a:pt x="5169408" y="300501"/>
                  <a:pt x="5167617" y="299859"/>
                  <a:pt x="5165026" y="299859"/>
                </a:cubicBezTo>
                <a:cubicBezTo>
                  <a:pt x="5162384" y="299859"/>
                  <a:pt x="5160403" y="300056"/>
                  <a:pt x="5158003" y="299859"/>
                </a:cubicBezTo>
                <a:cubicBezTo>
                  <a:pt x="5156911" y="299859"/>
                  <a:pt x="5155590" y="300056"/>
                  <a:pt x="5154510" y="299859"/>
                </a:cubicBezTo>
                <a:cubicBezTo>
                  <a:pt x="5152961" y="299631"/>
                  <a:pt x="5152961" y="297211"/>
                  <a:pt x="5151843" y="296373"/>
                </a:cubicBezTo>
                <a:cubicBezTo>
                  <a:pt x="5150764" y="295452"/>
                  <a:pt x="5150097" y="293941"/>
                  <a:pt x="5149214" y="292836"/>
                </a:cubicBezTo>
                <a:cubicBezTo>
                  <a:pt x="5148351" y="291731"/>
                  <a:pt x="5146827" y="291992"/>
                  <a:pt x="5145728" y="291090"/>
                </a:cubicBezTo>
                <a:cubicBezTo>
                  <a:pt x="5144858" y="290429"/>
                  <a:pt x="5146617" y="288251"/>
                  <a:pt x="5145728" y="287610"/>
                </a:cubicBezTo>
                <a:cubicBezTo>
                  <a:pt x="5144204" y="286283"/>
                  <a:pt x="5142471" y="287610"/>
                  <a:pt x="5140280" y="287610"/>
                </a:cubicBezTo>
                <a:lnTo>
                  <a:pt x="5135232" y="287610"/>
                </a:lnTo>
                <a:cubicBezTo>
                  <a:pt x="5133898" y="287610"/>
                  <a:pt x="5133054" y="288467"/>
                  <a:pt x="5131746" y="288467"/>
                </a:cubicBezTo>
                <a:cubicBezTo>
                  <a:pt x="5124938" y="288664"/>
                  <a:pt x="5121001" y="288467"/>
                  <a:pt x="5114220" y="288467"/>
                </a:cubicBezTo>
                <a:cubicBezTo>
                  <a:pt x="5114467" y="291534"/>
                  <a:pt x="5115775" y="293503"/>
                  <a:pt x="5115090" y="296373"/>
                </a:cubicBezTo>
                <a:cubicBezTo>
                  <a:pt x="5114467" y="299186"/>
                  <a:pt x="5112696" y="300716"/>
                  <a:pt x="5111584" y="303326"/>
                </a:cubicBezTo>
                <a:cubicBezTo>
                  <a:pt x="5111159" y="304450"/>
                  <a:pt x="5111159" y="305765"/>
                  <a:pt x="5110721" y="306844"/>
                </a:cubicBezTo>
                <a:cubicBezTo>
                  <a:pt x="5110048" y="308597"/>
                  <a:pt x="5108320" y="309467"/>
                  <a:pt x="5108111" y="311232"/>
                </a:cubicBezTo>
                <a:cubicBezTo>
                  <a:pt x="5107857" y="312318"/>
                  <a:pt x="5108320" y="313639"/>
                  <a:pt x="5108111" y="314725"/>
                </a:cubicBezTo>
                <a:cubicBezTo>
                  <a:pt x="5107857" y="315804"/>
                  <a:pt x="5107438" y="316934"/>
                  <a:pt x="5107209" y="318230"/>
                </a:cubicBezTo>
                <a:close/>
                <a:moveTo>
                  <a:pt x="5170290" y="355009"/>
                </a:moveTo>
                <a:cubicBezTo>
                  <a:pt x="5171770" y="355009"/>
                  <a:pt x="5172678" y="353904"/>
                  <a:pt x="5173770" y="353269"/>
                </a:cubicBezTo>
                <a:cubicBezTo>
                  <a:pt x="5174856" y="352583"/>
                  <a:pt x="5173999" y="350862"/>
                  <a:pt x="5174640" y="349764"/>
                </a:cubicBezTo>
                <a:cubicBezTo>
                  <a:pt x="5173338" y="349326"/>
                  <a:pt x="5172462" y="348233"/>
                  <a:pt x="5171154" y="347992"/>
                </a:cubicBezTo>
                <a:cubicBezTo>
                  <a:pt x="5170036" y="347770"/>
                  <a:pt x="5168703" y="348233"/>
                  <a:pt x="5167617" y="347992"/>
                </a:cubicBezTo>
                <a:cubicBezTo>
                  <a:pt x="5164797" y="347351"/>
                  <a:pt x="5163477" y="345408"/>
                  <a:pt x="5160403" y="345408"/>
                </a:cubicBezTo>
                <a:lnTo>
                  <a:pt x="5153647" y="345408"/>
                </a:lnTo>
                <a:cubicBezTo>
                  <a:pt x="5153647" y="347129"/>
                  <a:pt x="5152739" y="347992"/>
                  <a:pt x="5152739" y="349764"/>
                </a:cubicBezTo>
                <a:cubicBezTo>
                  <a:pt x="5152739" y="351497"/>
                  <a:pt x="5154072" y="352183"/>
                  <a:pt x="5155374" y="353269"/>
                </a:cubicBezTo>
                <a:cubicBezTo>
                  <a:pt x="5156263" y="353904"/>
                  <a:pt x="5157793" y="353904"/>
                  <a:pt x="5158873" y="354145"/>
                </a:cubicBezTo>
                <a:cubicBezTo>
                  <a:pt x="5161286" y="355009"/>
                  <a:pt x="5163229" y="355873"/>
                  <a:pt x="5165871" y="355873"/>
                </a:cubicBezTo>
                <a:cubicBezTo>
                  <a:pt x="5167617" y="355873"/>
                  <a:pt x="5168525" y="355009"/>
                  <a:pt x="5170290" y="355009"/>
                </a:cubicBezTo>
                <a:close/>
                <a:moveTo>
                  <a:pt x="5152739" y="376897"/>
                </a:moveTo>
                <a:cubicBezTo>
                  <a:pt x="5155374" y="377323"/>
                  <a:pt x="5157152" y="377583"/>
                  <a:pt x="5159743" y="377748"/>
                </a:cubicBezTo>
                <a:cubicBezTo>
                  <a:pt x="5162384" y="377990"/>
                  <a:pt x="5164099" y="378663"/>
                  <a:pt x="5166753" y="378663"/>
                </a:cubicBezTo>
                <a:lnTo>
                  <a:pt x="5170290" y="378663"/>
                </a:lnTo>
                <a:cubicBezTo>
                  <a:pt x="5172030" y="378663"/>
                  <a:pt x="5172887" y="377748"/>
                  <a:pt x="5174640" y="377748"/>
                </a:cubicBezTo>
                <a:cubicBezTo>
                  <a:pt x="5178780" y="377583"/>
                  <a:pt x="5180990" y="377990"/>
                  <a:pt x="5185143" y="377748"/>
                </a:cubicBezTo>
                <a:cubicBezTo>
                  <a:pt x="5187111" y="377748"/>
                  <a:pt x="5188432" y="376897"/>
                  <a:pt x="5190394" y="376897"/>
                </a:cubicBezTo>
                <a:lnTo>
                  <a:pt x="5192141" y="376897"/>
                </a:lnTo>
                <a:cubicBezTo>
                  <a:pt x="5193671" y="377323"/>
                  <a:pt x="5194103" y="378879"/>
                  <a:pt x="5195665" y="379545"/>
                </a:cubicBezTo>
                <a:cubicBezTo>
                  <a:pt x="5198065" y="380625"/>
                  <a:pt x="5200021" y="381488"/>
                  <a:pt x="5202662" y="382155"/>
                </a:cubicBezTo>
                <a:cubicBezTo>
                  <a:pt x="5204212" y="382593"/>
                  <a:pt x="5205520" y="383031"/>
                  <a:pt x="5207266" y="383031"/>
                </a:cubicBezTo>
                <a:lnTo>
                  <a:pt x="5213146" y="383031"/>
                </a:lnTo>
                <a:lnTo>
                  <a:pt x="5214035" y="376021"/>
                </a:lnTo>
                <a:cubicBezTo>
                  <a:pt x="5213146" y="374916"/>
                  <a:pt x="5213388" y="373176"/>
                  <a:pt x="5212276" y="372510"/>
                </a:cubicBezTo>
                <a:cubicBezTo>
                  <a:pt x="5211197" y="371862"/>
                  <a:pt x="5209889" y="371430"/>
                  <a:pt x="5208784" y="370751"/>
                </a:cubicBezTo>
                <a:cubicBezTo>
                  <a:pt x="5207476" y="370103"/>
                  <a:pt x="5206828" y="368579"/>
                  <a:pt x="5205285" y="368172"/>
                </a:cubicBezTo>
                <a:cubicBezTo>
                  <a:pt x="5204212" y="367899"/>
                  <a:pt x="5202866" y="368357"/>
                  <a:pt x="5201780" y="368172"/>
                </a:cubicBezTo>
                <a:cubicBezTo>
                  <a:pt x="5200688" y="367899"/>
                  <a:pt x="5199386" y="367722"/>
                  <a:pt x="5198306" y="367258"/>
                </a:cubicBezTo>
                <a:cubicBezTo>
                  <a:pt x="5196732" y="366394"/>
                  <a:pt x="5196103" y="365715"/>
                  <a:pt x="5194795" y="364636"/>
                </a:cubicBezTo>
                <a:cubicBezTo>
                  <a:pt x="5193906" y="363975"/>
                  <a:pt x="5194992" y="361791"/>
                  <a:pt x="5193906" y="361143"/>
                </a:cubicBezTo>
                <a:cubicBezTo>
                  <a:pt x="5192795" y="360476"/>
                  <a:pt x="5191486" y="361143"/>
                  <a:pt x="5190394" y="361143"/>
                </a:cubicBezTo>
                <a:lnTo>
                  <a:pt x="5186914" y="361143"/>
                </a:lnTo>
                <a:cubicBezTo>
                  <a:pt x="5182730" y="361143"/>
                  <a:pt x="5179898" y="360260"/>
                  <a:pt x="5176412" y="362007"/>
                </a:cubicBezTo>
                <a:cubicBezTo>
                  <a:pt x="5174856" y="362673"/>
                  <a:pt x="5174195" y="363791"/>
                  <a:pt x="5172887" y="364636"/>
                </a:cubicBezTo>
                <a:cubicBezTo>
                  <a:pt x="5171770" y="365290"/>
                  <a:pt x="5172462" y="367461"/>
                  <a:pt x="5171154" y="368172"/>
                </a:cubicBezTo>
                <a:cubicBezTo>
                  <a:pt x="5169827" y="368782"/>
                  <a:pt x="5168303" y="367722"/>
                  <a:pt x="5166753" y="368172"/>
                </a:cubicBezTo>
                <a:cubicBezTo>
                  <a:pt x="5162156" y="369671"/>
                  <a:pt x="5160175" y="373176"/>
                  <a:pt x="5156263" y="376021"/>
                </a:cubicBezTo>
                <a:close/>
                <a:moveTo>
                  <a:pt x="5257812" y="320859"/>
                </a:moveTo>
                <a:cubicBezTo>
                  <a:pt x="5258936" y="321297"/>
                  <a:pt x="5260219" y="321297"/>
                  <a:pt x="5261336" y="321722"/>
                </a:cubicBezTo>
                <a:cubicBezTo>
                  <a:pt x="5262632" y="322414"/>
                  <a:pt x="5263724" y="322840"/>
                  <a:pt x="5264829" y="323500"/>
                </a:cubicBezTo>
                <a:cubicBezTo>
                  <a:pt x="5265934" y="324142"/>
                  <a:pt x="5265483" y="326135"/>
                  <a:pt x="5266575" y="326993"/>
                </a:cubicBezTo>
                <a:cubicBezTo>
                  <a:pt x="5268321" y="328314"/>
                  <a:pt x="5269864" y="328733"/>
                  <a:pt x="5272258" y="328733"/>
                </a:cubicBezTo>
                <a:cubicBezTo>
                  <a:pt x="5274456" y="328733"/>
                  <a:pt x="5275986" y="328314"/>
                  <a:pt x="5277954" y="327869"/>
                </a:cubicBezTo>
                <a:cubicBezTo>
                  <a:pt x="5280818" y="327190"/>
                  <a:pt x="5282780" y="325227"/>
                  <a:pt x="5285847" y="325227"/>
                </a:cubicBezTo>
                <a:cubicBezTo>
                  <a:pt x="5288895" y="325227"/>
                  <a:pt x="5290419" y="327190"/>
                  <a:pt x="5292852" y="328733"/>
                </a:cubicBezTo>
                <a:cubicBezTo>
                  <a:pt x="5294350" y="329634"/>
                  <a:pt x="5294591" y="331381"/>
                  <a:pt x="5296350" y="332225"/>
                </a:cubicBezTo>
                <a:cubicBezTo>
                  <a:pt x="5297430" y="332682"/>
                  <a:pt x="5298776" y="332682"/>
                  <a:pt x="5299843" y="333101"/>
                </a:cubicBezTo>
                <a:cubicBezTo>
                  <a:pt x="5301170" y="333540"/>
                  <a:pt x="5302021" y="334644"/>
                  <a:pt x="5303342" y="334867"/>
                </a:cubicBezTo>
                <a:cubicBezTo>
                  <a:pt x="5305755" y="335292"/>
                  <a:pt x="5307710" y="334867"/>
                  <a:pt x="5310365" y="334867"/>
                </a:cubicBezTo>
                <a:lnTo>
                  <a:pt x="5313857" y="334867"/>
                </a:lnTo>
                <a:cubicBezTo>
                  <a:pt x="5314950" y="334867"/>
                  <a:pt x="5316264" y="335102"/>
                  <a:pt x="5317369" y="334867"/>
                </a:cubicBezTo>
                <a:cubicBezTo>
                  <a:pt x="5319083" y="334448"/>
                  <a:pt x="5319553" y="332460"/>
                  <a:pt x="5320868" y="331381"/>
                </a:cubicBezTo>
                <a:cubicBezTo>
                  <a:pt x="5322189" y="330295"/>
                  <a:pt x="5321960" y="328072"/>
                  <a:pt x="5323503" y="327869"/>
                </a:cubicBezTo>
                <a:cubicBezTo>
                  <a:pt x="5324614" y="327640"/>
                  <a:pt x="5325903" y="327869"/>
                  <a:pt x="5326983" y="327869"/>
                </a:cubicBezTo>
                <a:cubicBezTo>
                  <a:pt x="5328754" y="327640"/>
                  <a:pt x="5330272" y="327869"/>
                  <a:pt x="5332222" y="327869"/>
                </a:cubicBezTo>
                <a:lnTo>
                  <a:pt x="5332222" y="320859"/>
                </a:lnTo>
                <a:cubicBezTo>
                  <a:pt x="5332222" y="319576"/>
                  <a:pt x="5331358" y="318655"/>
                  <a:pt x="5331358" y="317347"/>
                </a:cubicBezTo>
                <a:cubicBezTo>
                  <a:pt x="5331358" y="316934"/>
                  <a:pt x="5332031" y="316934"/>
                  <a:pt x="5332031" y="316477"/>
                </a:cubicBezTo>
                <a:cubicBezTo>
                  <a:pt x="5327434" y="316255"/>
                  <a:pt x="5324798" y="315626"/>
                  <a:pt x="5320220" y="315626"/>
                </a:cubicBezTo>
                <a:cubicBezTo>
                  <a:pt x="5318677" y="315626"/>
                  <a:pt x="5317794" y="316255"/>
                  <a:pt x="5316474" y="316477"/>
                </a:cubicBezTo>
                <a:cubicBezTo>
                  <a:pt x="5313857" y="316934"/>
                  <a:pt x="5312130" y="317347"/>
                  <a:pt x="5309247" y="317347"/>
                </a:cubicBezTo>
                <a:lnTo>
                  <a:pt x="5305964" y="317347"/>
                </a:lnTo>
                <a:cubicBezTo>
                  <a:pt x="5304662" y="317347"/>
                  <a:pt x="5303793" y="316477"/>
                  <a:pt x="5302491" y="316477"/>
                </a:cubicBezTo>
                <a:lnTo>
                  <a:pt x="5298090" y="316477"/>
                </a:lnTo>
                <a:cubicBezTo>
                  <a:pt x="5296795" y="316477"/>
                  <a:pt x="5295925" y="317131"/>
                  <a:pt x="5294591" y="317131"/>
                </a:cubicBezTo>
                <a:lnTo>
                  <a:pt x="5294591" y="307708"/>
                </a:lnTo>
                <a:cubicBezTo>
                  <a:pt x="5290216" y="307517"/>
                  <a:pt x="5287803" y="306844"/>
                  <a:pt x="5283441" y="306844"/>
                </a:cubicBezTo>
                <a:cubicBezTo>
                  <a:pt x="5281885" y="306844"/>
                  <a:pt x="5280818" y="307085"/>
                  <a:pt x="5279713" y="307708"/>
                </a:cubicBezTo>
                <a:cubicBezTo>
                  <a:pt x="5278831" y="308159"/>
                  <a:pt x="5279713" y="310800"/>
                  <a:pt x="5278831" y="311232"/>
                </a:cubicBezTo>
                <a:cubicBezTo>
                  <a:pt x="5277307" y="312318"/>
                  <a:pt x="5275554" y="311232"/>
                  <a:pt x="5273592" y="311232"/>
                </a:cubicBezTo>
                <a:cubicBezTo>
                  <a:pt x="5271604" y="311232"/>
                  <a:pt x="5270087" y="311899"/>
                  <a:pt x="5268321" y="311232"/>
                </a:cubicBezTo>
                <a:cubicBezTo>
                  <a:pt x="5264162" y="309251"/>
                  <a:pt x="5262854" y="305765"/>
                  <a:pt x="5260460" y="301612"/>
                </a:cubicBezTo>
                <a:lnTo>
                  <a:pt x="5256974" y="303326"/>
                </a:lnTo>
                <a:lnTo>
                  <a:pt x="5256974" y="318230"/>
                </a:lnTo>
                <a:cubicBezTo>
                  <a:pt x="5258269" y="318877"/>
                  <a:pt x="5256295" y="320217"/>
                  <a:pt x="5257812" y="320859"/>
                </a:cubicBezTo>
                <a:close/>
                <a:moveTo>
                  <a:pt x="5805062" y="454806"/>
                </a:moveTo>
                <a:cubicBezTo>
                  <a:pt x="5806154" y="455047"/>
                  <a:pt x="5807481" y="454806"/>
                  <a:pt x="5808560" y="454806"/>
                </a:cubicBezTo>
                <a:cubicBezTo>
                  <a:pt x="5811856" y="455256"/>
                  <a:pt x="5814244" y="454806"/>
                  <a:pt x="5817755" y="454806"/>
                </a:cubicBezTo>
                <a:cubicBezTo>
                  <a:pt x="5822772" y="454806"/>
                  <a:pt x="5825629" y="455485"/>
                  <a:pt x="5830449" y="454806"/>
                </a:cubicBezTo>
                <a:cubicBezTo>
                  <a:pt x="5833078" y="454596"/>
                  <a:pt x="5834843" y="453059"/>
                  <a:pt x="5837459" y="452196"/>
                </a:cubicBezTo>
                <a:cubicBezTo>
                  <a:pt x="5838780" y="451745"/>
                  <a:pt x="5839650" y="450678"/>
                  <a:pt x="5840952" y="450443"/>
                </a:cubicBezTo>
                <a:cubicBezTo>
                  <a:pt x="5843790" y="449776"/>
                  <a:pt x="5845556" y="450443"/>
                  <a:pt x="5848604" y="450443"/>
                </a:cubicBezTo>
                <a:lnTo>
                  <a:pt x="5855836" y="450443"/>
                </a:lnTo>
                <a:cubicBezTo>
                  <a:pt x="5857170" y="450443"/>
                  <a:pt x="5858046" y="451307"/>
                  <a:pt x="5859341" y="451307"/>
                </a:cubicBezTo>
                <a:lnTo>
                  <a:pt x="5863729" y="451307"/>
                </a:lnTo>
                <a:cubicBezTo>
                  <a:pt x="5865050" y="451307"/>
                  <a:pt x="5865920" y="450678"/>
                  <a:pt x="5867228" y="450678"/>
                </a:cubicBezTo>
                <a:lnTo>
                  <a:pt x="5867228" y="445185"/>
                </a:lnTo>
                <a:cubicBezTo>
                  <a:pt x="5866568" y="444099"/>
                  <a:pt x="5866568" y="442321"/>
                  <a:pt x="5865488" y="441667"/>
                </a:cubicBezTo>
                <a:cubicBezTo>
                  <a:pt x="5864155" y="440816"/>
                  <a:pt x="5863501" y="439737"/>
                  <a:pt x="5861983" y="439051"/>
                </a:cubicBezTo>
                <a:cubicBezTo>
                  <a:pt x="5858465" y="437324"/>
                  <a:pt x="5855633" y="438391"/>
                  <a:pt x="5851474" y="438188"/>
                </a:cubicBezTo>
                <a:cubicBezTo>
                  <a:pt x="5850166" y="438188"/>
                  <a:pt x="5849061" y="437324"/>
                  <a:pt x="5847962" y="437324"/>
                </a:cubicBezTo>
                <a:cubicBezTo>
                  <a:pt x="5846419" y="437083"/>
                  <a:pt x="5845321" y="437514"/>
                  <a:pt x="5843581" y="437324"/>
                </a:cubicBezTo>
                <a:cubicBezTo>
                  <a:pt x="5842044" y="437083"/>
                  <a:pt x="5841390" y="436003"/>
                  <a:pt x="5840075" y="435571"/>
                </a:cubicBezTo>
                <a:cubicBezTo>
                  <a:pt x="5838329" y="434892"/>
                  <a:pt x="5838329" y="432282"/>
                  <a:pt x="5836602" y="432079"/>
                </a:cubicBezTo>
                <a:cubicBezTo>
                  <a:pt x="5835268" y="431857"/>
                  <a:pt x="5834183" y="432079"/>
                  <a:pt x="5832614" y="432079"/>
                </a:cubicBezTo>
                <a:cubicBezTo>
                  <a:pt x="5831116" y="432079"/>
                  <a:pt x="5829992" y="431622"/>
                  <a:pt x="5828684" y="432079"/>
                </a:cubicBezTo>
                <a:cubicBezTo>
                  <a:pt x="5827179" y="432701"/>
                  <a:pt x="5826518" y="433819"/>
                  <a:pt x="5825185" y="434689"/>
                </a:cubicBezTo>
                <a:cubicBezTo>
                  <a:pt x="5824327" y="435349"/>
                  <a:pt x="5825407" y="437730"/>
                  <a:pt x="5824327" y="438188"/>
                </a:cubicBezTo>
                <a:cubicBezTo>
                  <a:pt x="5823216" y="438638"/>
                  <a:pt x="5821883" y="438188"/>
                  <a:pt x="5820822" y="438188"/>
                </a:cubicBezTo>
                <a:cubicBezTo>
                  <a:pt x="5819305" y="438391"/>
                  <a:pt x="5818174" y="438188"/>
                  <a:pt x="5816447" y="438188"/>
                </a:cubicBezTo>
                <a:cubicBezTo>
                  <a:pt x="5813825" y="438188"/>
                  <a:pt x="5812059" y="437959"/>
                  <a:pt x="5809456" y="438188"/>
                </a:cubicBezTo>
                <a:cubicBezTo>
                  <a:pt x="5807925" y="438188"/>
                  <a:pt x="5807252" y="439312"/>
                  <a:pt x="5805932" y="439921"/>
                </a:cubicBezTo>
                <a:cubicBezTo>
                  <a:pt x="5802001" y="441921"/>
                  <a:pt x="5802433" y="446074"/>
                  <a:pt x="5802433" y="450443"/>
                </a:cubicBezTo>
                <a:cubicBezTo>
                  <a:pt x="5803322" y="451980"/>
                  <a:pt x="5803322" y="454380"/>
                  <a:pt x="5805062" y="454806"/>
                </a:cubicBezTo>
                <a:close/>
                <a:moveTo>
                  <a:pt x="5960014" y="669328"/>
                </a:moveTo>
                <a:cubicBezTo>
                  <a:pt x="5962459" y="669772"/>
                  <a:pt x="5964618" y="669124"/>
                  <a:pt x="5967044" y="669328"/>
                </a:cubicBezTo>
                <a:cubicBezTo>
                  <a:pt x="5968136" y="669328"/>
                  <a:pt x="5969476" y="668908"/>
                  <a:pt x="5970536" y="669328"/>
                </a:cubicBezTo>
                <a:cubicBezTo>
                  <a:pt x="5972073" y="669772"/>
                  <a:pt x="5971647" y="672172"/>
                  <a:pt x="5973140" y="672839"/>
                </a:cubicBezTo>
                <a:cubicBezTo>
                  <a:pt x="5975794" y="673919"/>
                  <a:pt x="5977966" y="673715"/>
                  <a:pt x="5981045" y="673715"/>
                </a:cubicBezTo>
                <a:lnTo>
                  <a:pt x="5985421" y="673715"/>
                </a:lnTo>
                <a:cubicBezTo>
                  <a:pt x="5987611" y="673715"/>
                  <a:pt x="5988469" y="671956"/>
                  <a:pt x="5990678" y="671956"/>
                </a:cubicBezTo>
                <a:cubicBezTo>
                  <a:pt x="5994184" y="671956"/>
                  <a:pt x="5996355" y="673277"/>
                  <a:pt x="5999422" y="674592"/>
                </a:cubicBezTo>
                <a:cubicBezTo>
                  <a:pt x="6001639" y="675462"/>
                  <a:pt x="6002477" y="677208"/>
                  <a:pt x="6004902" y="677208"/>
                </a:cubicBezTo>
                <a:cubicBezTo>
                  <a:pt x="6006877" y="677208"/>
                  <a:pt x="6007982" y="676567"/>
                  <a:pt x="6009925" y="676313"/>
                </a:cubicBezTo>
                <a:lnTo>
                  <a:pt x="6009925" y="669328"/>
                </a:lnTo>
                <a:cubicBezTo>
                  <a:pt x="6008852" y="669124"/>
                  <a:pt x="6007512" y="668674"/>
                  <a:pt x="6006445" y="668451"/>
                </a:cubicBezTo>
                <a:cubicBezTo>
                  <a:pt x="6005125" y="668026"/>
                  <a:pt x="6004255" y="667162"/>
                  <a:pt x="6002947" y="666730"/>
                </a:cubicBezTo>
                <a:cubicBezTo>
                  <a:pt x="6001823" y="666489"/>
                  <a:pt x="6000546" y="666064"/>
                  <a:pt x="5999422" y="665841"/>
                </a:cubicBezTo>
                <a:cubicBezTo>
                  <a:pt x="5996597" y="665181"/>
                  <a:pt x="5994393" y="664521"/>
                  <a:pt x="5991555" y="664076"/>
                </a:cubicBezTo>
                <a:cubicBezTo>
                  <a:pt x="5989154" y="663619"/>
                  <a:pt x="5986951" y="663619"/>
                  <a:pt x="5984538" y="663200"/>
                </a:cubicBezTo>
                <a:cubicBezTo>
                  <a:pt x="5983249" y="662984"/>
                  <a:pt x="5982379" y="661676"/>
                  <a:pt x="5981045" y="661454"/>
                </a:cubicBezTo>
                <a:cubicBezTo>
                  <a:pt x="5979941" y="661454"/>
                  <a:pt x="5978874" y="661676"/>
                  <a:pt x="5977528" y="661454"/>
                </a:cubicBezTo>
                <a:cubicBezTo>
                  <a:pt x="5975578" y="661238"/>
                  <a:pt x="5974289" y="660571"/>
                  <a:pt x="5972289" y="660571"/>
                </a:cubicBezTo>
                <a:cubicBezTo>
                  <a:pt x="5967044" y="660571"/>
                  <a:pt x="5964186" y="662101"/>
                  <a:pt x="5959151" y="663200"/>
                </a:cubicBezTo>
                <a:cubicBezTo>
                  <a:pt x="5960471" y="664076"/>
                  <a:pt x="5958497" y="669124"/>
                  <a:pt x="5960014" y="669328"/>
                </a:cubicBezTo>
                <a:close/>
                <a:moveTo>
                  <a:pt x="5555303" y="791483"/>
                </a:moveTo>
                <a:cubicBezTo>
                  <a:pt x="5556821" y="791483"/>
                  <a:pt x="5557697" y="789730"/>
                  <a:pt x="5559018" y="789292"/>
                </a:cubicBezTo>
                <a:cubicBezTo>
                  <a:pt x="5560536" y="788606"/>
                  <a:pt x="5561215" y="787546"/>
                  <a:pt x="5562536" y="786650"/>
                </a:cubicBezTo>
                <a:cubicBezTo>
                  <a:pt x="5563419" y="786206"/>
                  <a:pt x="5565368" y="786650"/>
                  <a:pt x="5566035" y="785780"/>
                </a:cubicBezTo>
                <a:cubicBezTo>
                  <a:pt x="5567578" y="783818"/>
                  <a:pt x="5566676" y="781392"/>
                  <a:pt x="5566898" y="778802"/>
                </a:cubicBezTo>
                <a:cubicBezTo>
                  <a:pt x="5565578" y="778344"/>
                  <a:pt x="5564911" y="777030"/>
                  <a:pt x="5563419" y="777030"/>
                </a:cubicBezTo>
                <a:lnTo>
                  <a:pt x="5561647" y="777030"/>
                </a:lnTo>
                <a:cubicBezTo>
                  <a:pt x="5559672" y="777030"/>
                  <a:pt x="5558364" y="777671"/>
                  <a:pt x="5556383" y="777900"/>
                </a:cubicBezTo>
                <a:cubicBezTo>
                  <a:pt x="5553760" y="778103"/>
                  <a:pt x="5551576" y="777671"/>
                  <a:pt x="5549404" y="778802"/>
                </a:cubicBezTo>
                <a:cubicBezTo>
                  <a:pt x="5546763" y="780097"/>
                  <a:pt x="5544140" y="781621"/>
                  <a:pt x="5544140" y="784669"/>
                </a:cubicBezTo>
                <a:lnTo>
                  <a:pt x="5544140" y="791483"/>
                </a:lnTo>
                <a:cubicBezTo>
                  <a:pt x="5545474" y="791483"/>
                  <a:pt x="5546331" y="791933"/>
                  <a:pt x="5547658" y="791933"/>
                </a:cubicBezTo>
                <a:cubicBezTo>
                  <a:pt x="5550712" y="791933"/>
                  <a:pt x="5552217" y="791483"/>
                  <a:pt x="5555303" y="791483"/>
                </a:cubicBezTo>
                <a:close/>
                <a:moveTo>
                  <a:pt x="5601042" y="886466"/>
                </a:moveTo>
                <a:cubicBezTo>
                  <a:pt x="5600611" y="885164"/>
                  <a:pt x="5599506" y="884275"/>
                  <a:pt x="5599303" y="882980"/>
                </a:cubicBezTo>
                <a:cubicBezTo>
                  <a:pt x="5598668" y="880109"/>
                  <a:pt x="5599728" y="878147"/>
                  <a:pt x="5599303" y="875080"/>
                </a:cubicBezTo>
                <a:cubicBezTo>
                  <a:pt x="5599074" y="873334"/>
                  <a:pt x="5597359" y="873118"/>
                  <a:pt x="5596674" y="871588"/>
                </a:cubicBezTo>
                <a:cubicBezTo>
                  <a:pt x="5595785" y="869854"/>
                  <a:pt x="5595143" y="868565"/>
                  <a:pt x="5594032" y="867225"/>
                </a:cubicBezTo>
                <a:cubicBezTo>
                  <a:pt x="5592743" y="865682"/>
                  <a:pt x="5591409" y="865022"/>
                  <a:pt x="5589689" y="863695"/>
                </a:cubicBezTo>
                <a:cubicBezTo>
                  <a:pt x="5589689" y="867225"/>
                  <a:pt x="5589219" y="869162"/>
                  <a:pt x="5589689" y="872470"/>
                </a:cubicBezTo>
                <a:cubicBezTo>
                  <a:pt x="5589873" y="873791"/>
                  <a:pt x="5591409" y="874439"/>
                  <a:pt x="5591409" y="875944"/>
                </a:cubicBezTo>
                <a:cubicBezTo>
                  <a:pt x="5591619" y="879030"/>
                  <a:pt x="5591213" y="880764"/>
                  <a:pt x="5591409" y="883831"/>
                </a:cubicBezTo>
                <a:cubicBezTo>
                  <a:pt x="5591409" y="886466"/>
                  <a:pt x="5592076" y="887806"/>
                  <a:pt x="5592286" y="890409"/>
                </a:cubicBezTo>
                <a:lnTo>
                  <a:pt x="5602808" y="890409"/>
                </a:lnTo>
                <a:cubicBezTo>
                  <a:pt x="5602357" y="889088"/>
                  <a:pt x="5601487" y="887806"/>
                  <a:pt x="5601042" y="886466"/>
                </a:cubicBezTo>
                <a:close/>
                <a:moveTo>
                  <a:pt x="5624690" y="883831"/>
                </a:moveTo>
                <a:lnTo>
                  <a:pt x="5622918" y="880332"/>
                </a:lnTo>
                <a:cubicBezTo>
                  <a:pt x="5622277" y="879030"/>
                  <a:pt x="5620118" y="878382"/>
                  <a:pt x="5618562" y="878579"/>
                </a:cubicBezTo>
                <a:cubicBezTo>
                  <a:pt x="5617457" y="878820"/>
                  <a:pt x="5615933" y="877931"/>
                  <a:pt x="5615051" y="878579"/>
                </a:cubicBezTo>
                <a:cubicBezTo>
                  <a:pt x="5613749" y="879443"/>
                  <a:pt x="5614619" y="881449"/>
                  <a:pt x="5614200" y="882980"/>
                </a:cubicBezTo>
                <a:cubicBezTo>
                  <a:pt x="5613749" y="884948"/>
                  <a:pt x="5614200" y="886466"/>
                  <a:pt x="5614200" y="888638"/>
                </a:cubicBezTo>
                <a:lnTo>
                  <a:pt x="5624690" y="888638"/>
                </a:lnTo>
                <a:cubicBezTo>
                  <a:pt x="5624480" y="886682"/>
                  <a:pt x="5625560" y="885393"/>
                  <a:pt x="5624690" y="883831"/>
                </a:cubicBezTo>
                <a:close/>
                <a:moveTo>
                  <a:pt x="5415432" y="975772"/>
                </a:moveTo>
                <a:cubicBezTo>
                  <a:pt x="5415006" y="977303"/>
                  <a:pt x="5414333" y="978623"/>
                  <a:pt x="5413673" y="980147"/>
                </a:cubicBezTo>
                <a:cubicBezTo>
                  <a:pt x="5413013" y="981709"/>
                  <a:pt x="5411495" y="982148"/>
                  <a:pt x="5411063" y="983672"/>
                </a:cubicBezTo>
                <a:cubicBezTo>
                  <a:pt x="5410860" y="984751"/>
                  <a:pt x="5411495" y="986072"/>
                  <a:pt x="5411063" y="987190"/>
                </a:cubicBezTo>
                <a:cubicBezTo>
                  <a:pt x="5410161" y="989545"/>
                  <a:pt x="5408212" y="990441"/>
                  <a:pt x="5406682" y="992447"/>
                </a:cubicBezTo>
                <a:lnTo>
                  <a:pt x="5404935" y="995895"/>
                </a:lnTo>
                <a:cubicBezTo>
                  <a:pt x="5406021" y="995483"/>
                  <a:pt x="5407564" y="996378"/>
                  <a:pt x="5408428" y="995895"/>
                </a:cubicBezTo>
                <a:cubicBezTo>
                  <a:pt x="5409952" y="994816"/>
                  <a:pt x="5409952" y="992847"/>
                  <a:pt x="5411063" y="991533"/>
                </a:cubicBezTo>
                <a:cubicBezTo>
                  <a:pt x="5412168" y="990225"/>
                  <a:pt x="5412581" y="989107"/>
                  <a:pt x="5413673" y="988028"/>
                </a:cubicBezTo>
                <a:cubicBezTo>
                  <a:pt x="5414791" y="986936"/>
                  <a:pt x="5416511" y="987374"/>
                  <a:pt x="5417172" y="986294"/>
                </a:cubicBezTo>
                <a:cubicBezTo>
                  <a:pt x="5417832" y="985392"/>
                  <a:pt x="5417629" y="983868"/>
                  <a:pt x="5418029" y="982789"/>
                </a:cubicBezTo>
                <a:cubicBezTo>
                  <a:pt x="5418512" y="981449"/>
                  <a:pt x="5419578" y="980586"/>
                  <a:pt x="5419807" y="979290"/>
                </a:cubicBezTo>
                <a:cubicBezTo>
                  <a:pt x="5420023" y="978217"/>
                  <a:pt x="5419578" y="977080"/>
                  <a:pt x="5419807" y="975772"/>
                </a:cubicBezTo>
                <a:lnTo>
                  <a:pt x="5416295" y="974902"/>
                </a:lnTo>
                <a:close/>
                <a:moveTo>
                  <a:pt x="5329612" y="1069460"/>
                </a:moveTo>
                <a:cubicBezTo>
                  <a:pt x="5328513" y="1069676"/>
                  <a:pt x="5327192" y="1069022"/>
                  <a:pt x="5326119" y="1069460"/>
                </a:cubicBezTo>
                <a:cubicBezTo>
                  <a:pt x="5324614" y="1070133"/>
                  <a:pt x="5324125" y="1071416"/>
                  <a:pt x="5322608" y="1072076"/>
                </a:cubicBezTo>
                <a:cubicBezTo>
                  <a:pt x="5321274" y="1072743"/>
                  <a:pt x="5320220" y="1073194"/>
                  <a:pt x="5319083" y="1073842"/>
                </a:cubicBezTo>
                <a:cubicBezTo>
                  <a:pt x="5317566" y="1074705"/>
                  <a:pt x="5317159" y="1076267"/>
                  <a:pt x="5315616" y="1077340"/>
                </a:cubicBezTo>
                <a:cubicBezTo>
                  <a:pt x="5314505" y="1077995"/>
                  <a:pt x="5313432" y="1078420"/>
                  <a:pt x="5312130" y="1079118"/>
                </a:cubicBezTo>
                <a:cubicBezTo>
                  <a:pt x="5314314" y="1080420"/>
                  <a:pt x="5316048" y="1081703"/>
                  <a:pt x="5318677" y="1081703"/>
                </a:cubicBezTo>
                <a:cubicBezTo>
                  <a:pt x="5320868" y="1081703"/>
                  <a:pt x="5323033" y="1082382"/>
                  <a:pt x="5324341" y="1080852"/>
                </a:cubicBezTo>
                <a:cubicBezTo>
                  <a:pt x="5325008" y="1079982"/>
                  <a:pt x="5324614" y="1078198"/>
                  <a:pt x="5325224" y="1077340"/>
                </a:cubicBezTo>
                <a:cubicBezTo>
                  <a:pt x="5327434" y="1074705"/>
                  <a:pt x="5328291" y="1072743"/>
                  <a:pt x="5329612" y="1069460"/>
                </a:cubicBezTo>
                <a:close/>
                <a:moveTo>
                  <a:pt x="5297233" y="1086091"/>
                </a:moveTo>
                <a:cubicBezTo>
                  <a:pt x="5295925" y="1086338"/>
                  <a:pt x="5294833" y="1085653"/>
                  <a:pt x="5293715" y="1086091"/>
                </a:cubicBezTo>
                <a:cubicBezTo>
                  <a:pt x="5291080" y="1087189"/>
                  <a:pt x="5288470" y="1088269"/>
                  <a:pt x="5286724" y="1090466"/>
                </a:cubicBezTo>
                <a:cubicBezTo>
                  <a:pt x="5286044" y="1091361"/>
                  <a:pt x="5286476" y="1092892"/>
                  <a:pt x="5285847" y="1093997"/>
                </a:cubicBezTo>
                <a:cubicBezTo>
                  <a:pt x="5285181" y="1095070"/>
                  <a:pt x="5284927" y="1096390"/>
                  <a:pt x="5284076" y="1097476"/>
                </a:cubicBezTo>
                <a:cubicBezTo>
                  <a:pt x="5283200" y="1098575"/>
                  <a:pt x="5281701" y="1098575"/>
                  <a:pt x="5280564" y="1099223"/>
                </a:cubicBezTo>
                <a:cubicBezTo>
                  <a:pt x="5278177" y="1100969"/>
                  <a:pt x="5276430" y="1102956"/>
                  <a:pt x="5273592" y="1103604"/>
                </a:cubicBezTo>
                <a:cubicBezTo>
                  <a:pt x="5272474" y="1103814"/>
                  <a:pt x="5271408" y="1103604"/>
                  <a:pt x="5270087" y="1103604"/>
                </a:cubicBezTo>
                <a:cubicBezTo>
                  <a:pt x="5267445" y="1103814"/>
                  <a:pt x="5265693" y="1103395"/>
                  <a:pt x="5263070" y="1103604"/>
                </a:cubicBezTo>
                <a:lnTo>
                  <a:pt x="5259558" y="1103604"/>
                </a:lnTo>
                <a:cubicBezTo>
                  <a:pt x="5258269" y="1103814"/>
                  <a:pt x="5257380" y="1105115"/>
                  <a:pt x="5256060" y="1105376"/>
                </a:cubicBezTo>
                <a:lnTo>
                  <a:pt x="5252548" y="1105376"/>
                </a:lnTo>
                <a:cubicBezTo>
                  <a:pt x="5249938" y="1105573"/>
                  <a:pt x="5247976" y="1104252"/>
                  <a:pt x="5245569" y="1105376"/>
                </a:cubicBezTo>
                <a:cubicBezTo>
                  <a:pt x="5244039" y="1105998"/>
                  <a:pt x="5244249" y="1108202"/>
                  <a:pt x="5242915" y="1108881"/>
                </a:cubicBezTo>
                <a:cubicBezTo>
                  <a:pt x="5241823" y="1109522"/>
                  <a:pt x="5240737" y="1109973"/>
                  <a:pt x="5239416" y="1110602"/>
                </a:cubicBezTo>
                <a:cubicBezTo>
                  <a:pt x="5238102" y="1111269"/>
                  <a:pt x="5237245" y="1111923"/>
                  <a:pt x="5235949" y="1112348"/>
                </a:cubicBezTo>
                <a:cubicBezTo>
                  <a:pt x="5233955" y="1113231"/>
                  <a:pt x="5232863" y="1114101"/>
                  <a:pt x="5230679" y="1114101"/>
                </a:cubicBezTo>
                <a:cubicBezTo>
                  <a:pt x="5228494" y="1114101"/>
                  <a:pt x="5227396" y="1113027"/>
                  <a:pt x="5225421" y="1112348"/>
                </a:cubicBezTo>
                <a:cubicBezTo>
                  <a:pt x="5221071" y="1111034"/>
                  <a:pt x="5218639" y="1109522"/>
                  <a:pt x="5214905" y="1107103"/>
                </a:cubicBezTo>
                <a:cubicBezTo>
                  <a:pt x="5213388" y="1106252"/>
                  <a:pt x="5211838" y="1105573"/>
                  <a:pt x="5210549" y="1104487"/>
                </a:cubicBezTo>
                <a:cubicBezTo>
                  <a:pt x="5207908" y="1102290"/>
                  <a:pt x="5207692" y="1099896"/>
                  <a:pt x="5205285" y="1097476"/>
                </a:cubicBezTo>
                <a:cubicBezTo>
                  <a:pt x="5204212" y="1096390"/>
                  <a:pt x="5203094" y="1095730"/>
                  <a:pt x="5201780" y="1094854"/>
                </a:cubicBezTo>
                <a:cubicBezTo>
                  <a:pt x="5200453" y="1093997"/>
                  <a:pt x="5199811" y="1092669"/>
                  <a:pt x="5198306" y="1092244"/>
                </a:cubicBezTo>
                <a:cubicBezTo>
                  <a:pt x="5194103" y="1091107"/>
                  <a:pt x="5191061" y="1091584"/>
                  <a:pt x="5186914" y="1090466"/>
                </a:cubicBezTo>
                <a:cubicBezTo>
                  <a:pt x="5185143" y="1090021"/>
                  <a:pt x="5184051" y="1088720"/>
                  <a:pt x="5182508" y="1087837"/>
                </a:cubicBezTo>
                <a:cubicBezTo>
                  <a:pt x="5182298" y="1089158"/>
                  <a:pt x="5180755" y="1089799"/>
                  <a:pt x="5180755" y="1091361"/>
                </a:cubicBezTo>
                <a:cubicBezTo>
                  <a:pt x="5180545" y="1094397"/>
                  <a:pt x="5180545" y="1096156"/>
                  <a:pt x="5180755" y="1099223"/>
                </a:cubicBezTo>
                <a:cubicBezTo>
                  <a:pt x="5180755" y="1100537"/>
                  <a:pt x="5181650" y="1101426"/>
                  <a:pt x="5181650" y="1102734"/>
                </a:cubicBezTo>
                <a:cubicBezTo>
                  <a:pt x="5181847" y="1105376"/>
                  <a:pt x="5182508" y="1107103"/>
                  <a:pt x="5182508" y="1109745"/>
                </a:cubicBezTo>
                <a:cubicBezTo>
                  <a:pt x="5182508" y="1111034"/>
                  <a:pt x="5181847" y="1112132"/>
                  <a:pt x="5181650" y="1113231"/>
                </a:cubicBezTo>
                <a:cubicBezTo>
                  <a:pt x="5181422" y="1114336"/>
                  <a:pt x="5182082" y="1115637"/>
                  <a:pt x="5181650" y="1116736"/>
                </a:cubicBezTo>
                <a:cubicBezTo>
                  <a:pt x="5180990" y="1118266"/>
                  <a:pt x="5179034" y="1118050"/>
                  <a:pt x="5178139" y="1119371"/>
                </a:cubicBezTo>
                <a:cubicBezTo>
                  <a:pt x="5177256" y="1120470"/>
                  <a:pt x="5177256" y="1122000"/>
                  <a:pt x="5176412" y="1122895"/>
                </a:cubicBezTo>
                <a:cubicBezTo>
                  <a:pt x="5175529" y="1123734"/>
                  <a:pt x="5173770" y="1123537"/>
                  <a:pt x="5172887" y="1124629"/>
                </a:cubicBezTo>
                <a:cubicBezTo>
                  <a:pt x="5171770" y="1125924"/>
                  <a:pt x="5170925" y="1126616"/>
                  <a:pt x="5170290" y="1128147"/>
                </a:cubicBezTo>
                <a:cubicBezTo>
                  <a:pt x="5168525" y="1131633"/>
                  <a:pt x="5169408" y="1134465"/>
                  <a:pt x="5169408" y="1138631"/>
                </a:cubicBezTo>
                <a:cubicBezTo>
                  <a:pt x="5167833" y="1138631"/>
                  <a:pt x="5167433" y="1140364"/>
                  <a:pt x="5165871" y="1140364"/>
                </a:cubicBezTo>
                <a:cubicBezTo>
                  <a:pt x="5163927" y="1140364"/>
                  <a:pt x="5163477" y="1138427"/>
                  <a:pt x="5162384" y="1136859"/>
                </a:cubicBezTo>
                <a:cubicBezTo>
                  <a:pt x="5161724" y="1135805"/>
                  <a:pt x="5161286" y="1134700"/>
                  <a:pt x="5160645" y="1133379"/>
                </a:cubicBezTo>
                <a:cubicBezTo>
                  <a:pt x="5159743" y="1134922"/>
                  <a:pt x="5158873" y="1136243"/>
                  <a:pt x="5158003" y="1137748"/>
                </a:cubicBezTo>
                <a:cubicBezTo>
                  <a:pt x="5157565" y="1138631"/>
                  <a:pt x="5158212" y="1140606"/>
                  <a:pt x="5157152" y="1141272"/>
                </a:cubicBezTo>
                <a:cubicBezTo>
                  <a:pt x="5156034" y="1141914"/>
                  <a:pt x="5154714" y="1140606"/>
                  <a:pt x="5153647" y="1141272"/>
                </a:cubicBezTo>
                <a:cubicBezTo>
                  <a:pt x="5152326" y="1142123"/>
                  <a:pt x="5151843" y="1143692"/>
                  <a:pt x="5150993" y="1144752"/>
                </a:cubicBezTo>
                <a:cubicBezTo>
                  <a:pt x="5148808" y="1147387"/>
                  <a:pt x="5146617" y="1149769"/>
                  <a:pt x="5146617" y="1153515"/>
                </a:cubicBezTo>
                <a:cubicBezTo>
                  <a:pt x="5146617" y="1155700"/>
                  <a:pt x="5147075" y="1157008"/>
                  <a:pt x="5148351" y="1158786"/>
                </a:cubicBezTo>
                <a:cubicBezTo>
                  <a:pt x="5149043" y="1159871"/>
                  <a:pt x="5150764" y="1159871"/>
                  <a:pt x="5151843" y="1160538"/>
                </a:cubicBezTo>
                <a:cubicBezTo>
                  <a:pt x="5153412" y="1161637"/>
                  <a:pt x="5154714" y="1162500"/>
                  <a:pt x="5155374" y="1164018"/>
                </a:cubicBezTo>
                <a:cubicBezTo>
                  <a:pt x="5155818" y="1165142"/>
                  <a:pt x="5154714" y="1166647"/>
                  <a:pt x="5155374" y="1167542"/>
                </a:cubicBezTo>
                <a:cubicBezTo>
                  <a:pt x="5156263" y="1168857"/>
                  <a:pt x="5157343" y="1169714"/>
                  <a:pt x="5158873" y="1170171"/>
                </a:cubicBezTo>
                <a:lnTo>
                  <a:pt x="5160645" y="1170171"/>
                </a:lnTo>
                <a:cubicBezTo>
                  <a:pt x="5162810" y="1170171"/>
                  <a:pt x="5163927" y="1168438"/>
                  <a:pt x="5165871" y="1167542"/>
                </a:cubicBezTo>
                <a:lnTo>
                  <a:pt x="5165871" y="1176286"/>
                </a:lnTo>
                <a:lnTo>
                  <a:pt x="5152739" y="1176286"/>
                </a:lnTo>
                <a:cubicBezTo>
                  <a:pt x="5152542" y="1178915"/>
                  <a:pt x="5151843" y="1180661"/>
                  <a:pt x="5151843" y="1183309"/>
                </a:cubicBezTo>
                <a:lnTo>
                  <a:pt x="5151843" y="1187665"/>
                </a:lnTo>
                <a:cubicBezTo>
                  <a:pt x="5151843" y="1189418"/>
                  <a:pt x="5152961" y="1190542"/>
                  <a:pt x="5152739" y="1192047"/>
                </a:cubicBezTo>
                <a:cubicBezTo>
                  <a:pt x="5152542" y="1193571"/>
                  <a:pt x="5150351" y="1194009"/>
                  <a:pt x="5150097" y="1195527"/>
                </a:cubicBezTo>
                <a:cubicBezTo>
                  <a:pt x="5149913" y="1196651"/>
                  <a:pt x="5149659" y="1197508"/>
                  <a:pt x="5149659" y="1198835"/>
                </a:cubicBezTo>
                <a:cubicBezTo>
                  <a:pt x="5149659" y="1200372"/>
                  <a:pt x="5150097" y="1201026"/>
                  <a:pt x="5150097" y="1202562"/>
                </a:cubicBezTo>
                <a:lnTo>
                  <a:pt x="5150097" y="1213929"/>
                </a:lnTo>
                <a:cubicBezTo>
                  <a:pt x="5150097" y="1216983"/>
                  <a:pt x="5150764" y="1218971"/>
                  <a:pt x="5150097" y="1221828"/>
                </a:cubicBezTo>
                <a:cubicBezTo>
                  <a:pt x="5149913" y="1222889"/>
                  <a:pt x="5149913" y="1224470"/>
                  <a:pt x="5149214" y="1225315"/>
                </a:cubicBezTo>
                <a:cubicBezTo>
                  <a:pt x="5148351" y="1226400"/>
                  <a:pt x="5147075" y="1226400"/>
                  <a:pt x="5145728" y="1227080"/>
                </a:cubicBezTo>
                <a:cubicBezTo>
                  <a:pt x="5144655" y="1227518"/>
                  <a:pt x="5143341" y="1226839"/>
                  <a:pt x="5142230" y="1227080"/>
                </a:cubicBezTo>
                <a:cubicBezTo>
                  <a:pt x="5140477" y="1227702"/>
                  <a:pt x="5139632" y="1229042"/>
                  <a:pt x="5138750" y="1230585"/>
                </a:cubicBezTo>
                <a:cubicBezTo>
                  <a:pt x="5137416" y="1232973"/>
                  <a:pt x="5136788" y="1235202"/>
                  <a:pt x="5135232" y="1237583"/>
                </a:cubicBezTo>
                <a:cubicBezTo>
                  <a:pt x="5134121" y="1239519"/>
                  <a:pt x="5132393" y="1240205"/>
                  <a:pt x="5130876" y="1241945"/>
                </a:cubicBezTo>
                <a:cubicBezTo>
                  <a:pt x="5129123" y="1244136"/>
                  <a:pt x="5127574" y="1245882"/>
                  <a:pt x="5125593" y="1248092"/>
                </a:cubicBezTo>
                <a:cubicBezTo>
                  <a:pt x="5125593" y="1246752"/>
                  <a:pt x="5124723" y="1245882"/>
                  <a:pt x="5124723" y="1244568"/>
                </a:cubicBezTo>
                <a:cubicBezTo>
                  <a:pt x="5124723" y="1243056"/>
                  <a:pt x="5126469" y="1242599"/>
                  <a:pt x="5126469" y="1241082"/>
                </a:cubicBezTo>
                <a:cubicBezTo>
                  <a:pt x="5126723" y="1238465"/>
                  <a:pt x="5125834" y="1236694"/>
                  <a:pt x="5125593" y="1234084"/>
                </a:cubicBezTo>
                <a:cubicBezTo>
                  <a:pt x="5124938" y="1234700"/>
                  <a:pt x="5123230" y="1234084"/>
                  <a:pt x="5122995" y="1234941"/>
                </a:cubicBezTo>
                <a:cubicBezTo>
                  <a:pt x="5122532" y="1236497"/>
                  <a:pt x="5122532" y="1237786"/>
                  <a:pt x="5122087" y="1239323"/>
                </a:cubicBezTo>
                <a:cubicBezTo>
                  <a:pt x="5121440" y="1241736"/>
                  <a:pt x="5121440" y="1243710"/>
                  <a:pt x="5121230" y="1246308"/>
                </a:cubicBezTo>
                <a:lnTo>
                  <a:pt x="5108111" y="1246308"/>
                </a:lnTo>
                <a:lnTo>
                  <a:pt x="5108111" y="1260347"/>
                </a:lnTo>
                <a:lnTo>
                  <a:pt x="5104612" y="1261205"/>
                </a:lnTo>
                <a:cubicBezTo>
                  <a:pt x="5103482" y="1260347"/>
                  <a:pt x="5101761" y="1260773"/>
                  <a:pt x="5101088" y="1259471"/>
                </a:cubicBezTo>
                <a:cubicBezTo>
                  <a:pt x="5100472" y="1258125"/>
                  <a:pt x="5099545" y="1257274"/>
                  <a:pt x="5099323" y="1255953"/>
                </a:cubicBezTo>
                <a:cubicBezTo>
                  <a:pt x="5098662" y="1253559"/>
                  <a:pt x="5099773" y="1251591"/>
                  <a:pt x="5100199" y="1248962"/>
                </a:cubicBezTo>
                <a:lnTo>
                  <a:pt x="5096719" y="1248092"/>
                </a:lnTo>
                <a:cubicBezTo>
                  <a:pt x="5096040" y="1249610"/>
                  <a:pt x="5094535" y="1250054"/>
                  <a:pt x="5094077" y="1251591"/>
                </a:cubicBezTo>
                <a:cubicBezTo>
                  <a:pt x="5093646" y="1253121"/>
                  <a:pt x="5094319" y="1254448"/>
                  <a:pt x="5094077" y="1255953"/>
                </a:cubicBezTo>
                <a:cubicBezTo>
                  <a:pt x="5093646" y="1258385"/>
                  <a:pt x="5093436" y="1260347"/>
                  <a:pt x="5093208" y="1262964"/>
                </a:cubicBezTo>
                <a:cubicBezTo>
                  <a:pt x="5091906" y="1263186"/>
                  <a:pt x="5091023" y="1263872"/>
                  <a:pt x="5089702" y="1263872"/>
                </a:cubicBezTo>
                <a:cubicBezTo>
                  <a:pt x="5087092" y="1264075"/>
                  <a:pt x="5085772" y="1263872"/>
                  <a:pt x="5083143" y="1263872"/>
                </a:cubicBezTo>
                <a:lnTo>
                  <a:pt x="5083143" y="1284871"/>
                </a:lnTo>
                <a:lnTo>
                  <a:pt x="5075701" y="1284871"/>
                </a:lnTo>
                <a:cubicBezTo>
                  <a:pt x="5074596" y="1283963"/>
                  <a:pt x="5072849" y="1284185"/>
                  <a:pt x="5072195" y="1283106"/>
                </a:cubicBezTo>
                <a:cubicBezTo>
                  <a:pt x="5071541" y="1282230"/>
                  <a:pt x="5072195" y="1280248"/>
                  <a:pt x="5071300" y="1279601"/>
                </a:cubicBezTo>
                <a:cubicBezTo>
                  <a:pt x="5070240" y="1278743"/>
                  <a:pt x="5069141" y="1278058"/>
                  <a:pt x="5067833" y="1276991"/>
                </a:cubicBezTo>
                <a:cubicBezTo>
                  <a:pt x="5066957" y="1276318"/>
                  <a:pt x="5065395" y="1276565"/>
                  <a:pt x="5064315" y="1276102"/>
                </a:cubicBezTo>
                <a:cubicBezTo>
                  <a:pt x="5062797" y="1278743"/>
                  <a:pt x="5062327" y="1281569"/>
                  <a:pt x="5059914" y="1283106"/>
                </a:cubicBezTo>
                <a:cubicBezTo>
                  <a:pt x="5059057" y="1283531"/>
                  <a:pt x="5057527" y="1283792"/>
                  <a:pt x="5056435" y="1283963"/>
                </a:cubicBezTo>
                <a:cubicBezTo>
                  <a:pt x="5054022" y="1284401"/>
                  <a:pt x="5052079" y="1283341"/>
                  <a:pt x="5049437" y="1283106"/>
                </a:cubicBezTo>
                <a:cubicBezTo>
                  <a:pt x="5045036" y="1282865"/>
                  <a:pt x="5042420" y="1282865"/>
                  <a:pt x="5038051" y="1283106"/>
                </a:cubicBezTo>
                <a:cubicBezTo>
                  <a:pt x="5036731" y="1283106"/>
                  <a:pt x="5035651" y="1282865"/>
                  <a:pt x="5034565" y="1283106"/>
                </a:cubicBezTo>
                <a:cubicBezTo>
                  <a:pt x="5033206" y="1283341"/>
                  <a:pt x="5032336" y="1284630"/>
                  <a:pt x="5031035" y="1284871"/>
                </a:cubicBezTo>
                <a:cubicBezTo>
                  <a:pt x="5029962" y="1285093"/>
                  <a:pt x="5028628" y="1285735"/>
                  <a:pt x="5027523" y="1285735"/>
                </a:cubicBezTo>
                <a:cubicBezTo>
                  <a:pt x="5025135" y="1285951"/>
                  <a:pt x="5022951" y="1284871"/>
                  <a:pt x="5020538" y="1285735"/>
                </a:cubicBezTo>
                <a:cubicBezTo>
                  <a:pt x="5017687" y="1286814"/>
                  <a:pt x="5015953" y="1289234"/>
                  <a:pt x="5014448" y="1291875"/>
                </a:cubicBezTo>
                <a:cubicBezTo>
                  <a:pt x="5013750" y="1293196"/>
                  <a:pt x="5012874" y="1294047"/>
                  <a:pt x="5012645" y="1295349"/>
                </a:cubicBezTo>
                <a:cubicBezTo>
                  <a:pt x="5012442" y="1296479"/>
                  <a:pt x="5012645" y="1297546"/>
                  <a:pt x="5012645" y="1298848"/>
                </a:cubicBezTo>
                <a:cubicBezTo>
                  <a:pt x="5012442" y="1301730"/>
                  <a:pt x="5012645" y="1303445"/>
                  <a:pt x="5012645" y="1306296"/>
                </a:cubicBezTo>
                <a:lnTo>
                  <a:pt x="4996694" y="1306296"/>
                </a:lnTo>
                <a:cubicBezTo>
                  <a:pt x="4996472" y="1307807"/>
                  <a:pt x="4996027" y="1308715"/>
                  <a:pt x="4996027" y="1310227"/>
                </a:cubicBezTo>
                <a:cubicBezTo>
                  <a:pt x="4996027" y="1312875"/>
                  <a:pt x="4996694" y="1314646"/>
                  <a:pt x="4996897" y="1317256"/>
                </a:cubicBezTo>
                <a:cubicBezTo>
                  <a:pt x="4993843" y="1317256"/>
                  <a:pt x="4991868" y="1317256"/>
                  <a:pt x="4989029" y="1318113"/>
                </a:cubicBezTo>
                <a:cubicBezTo>
                  <a:pt x="4987912" y="1318348"/>
                  <a:pt x="4986616" y="1318577"/>
                  <a:pt x="4985537" y="1319021"/>
                </a:cubicBezTo>
                <a:cubicBezTo>
                  <a:pt x="4983962" y="1319676"/>
                  <a:pt x="4983778" y="1321180"/>
                  <a:pt x="4982895" y="1322495"/>
                </a:cubicBezTo>
                <a:cubicBezTo>
                  <a:pt x="4982025" y="1323835"/>
                  <a:pt x="4980920" y="1324489"/>
                  <a:pt x="4980241" y="1326026"/>
                </a:cubicBezTo>
                <a:cubicBezTo>
                  <a:pt x="4979816" y="1327118"/>
                  <a:pt x="4979816" y="1328419"/>
                  <a:pt x="4979371" y="1329518"/>
                </a:cubicBezTo>
                <a:cubicBezTo>
                  <a:pt x="4978946" y="1330820"/>
                  <a:pt x="4978063" y="1331696"/>
                  <a:pt x="4977612" y="1333011"/>
                </a:cubicBezTo>
                <a:cubicBezTo>
                  <a:pt x="4977212" y="1334331"/>
                  <a:pt x="4976990" y="1335633"/>
                  <a:pt x="4976749" y="1336973"/>
                </a:cubicBezTo>
                <a:cubicBezTo>
                  <a:pt x="4978304" y="1337157"/>
                  <a:pt x="4979371" y="1338268"/>
                  <a:pt x="4981149" y="1338268"/>
                </a:cubicBezTo>
                <a:cubicBezTo>
                  <a:pt x="4984203" y="1338503"/>
                  <a:pt x="4985962" y="1338268"/>
                  <a:pt x="4989029" y="1338268"/>
                </a:cubicBezTo>
                <a:cubicBezTo>
                  <a:pt x="4992090" y="1338268"/>
                  <a:pt x="4993843" y="1338700"/>
                  <a:pt x="4996897" y="1338268"/>
                </a:cubicBezTo>
                <a:cubicBezTo>
                  <a:pt x="4997335" y="1338268"/>
                  <a:pt x="4996694" y="1336973"/>
                  <a:pt x="4996897" y="1336973"/>
                </a:cubicBezTo>
                <a:cubicBezTo>
                  <a:pt x="4996897" y="1338503"/>
                  <a:pt x="4997107" y="1339576"/>
                  <a:pt x="4996897" y="1340904"/>
                </a:cubicBezTo>
                <a:cubicBezTo>
                  <a:pt x="4996694" y="1341983"/>
                  <a:pt x="4996472" y="1343304"/>
                  <a:pt x="4996027" y="1344421"/>
                </a:cubicBezTo>
                <a:cubicBezTo>
                  <a:pt x="4995570" y="1345926"/>
                  <a:pt x="4994046" y="1346580"/>
                  <a:pt x="4993398" y="1347889"/>
                </a:cubicBezTo>
                <a:lnTo>
                  <a:pt x="4991627" y="1351387"/>
                </a:lnTo>
                <a:cubicBezTo>
                  <a:pt x="4990973" y="1352708"/>
                  <a:pt x="4989677" y="1353369"/>
                  <a:pt x="4989029" y="1354924"/>
                </a:cubicBezTo>
                <a:cubicBezTo>
                  <a:pt x="4988344" y="1356664"/>
                  <a:pt x="4988159" y="1358169"/>
                  <a:pt x="4988159" y="1360169"/>
                </a:cubicBezTo>
                <a:cubicBezTo>
                  <a:pt x="4988159" y="1364957"/>
                  <a:pt x="4992287" y="1368907"/>
                  <a:pt x="4997107" y="1368907"/>
                </a:cubicBezTo>
                <a:lnTo>
                  <a:pt x="5003901" y="1368907"/>
                </a:lnTo>
                <a:cubicBezTo>
                  <a:pt x="5003901" y="1364748"/>
                  <a:pt x="5003673" y="1362563"/>
                  <a:pt x="5003901" y="1358398"/>
                </a:cubicBezTo>
                <a:cubicBezTo>
                  <a:pt x="5004142" y="1355801"/>
                  <a:pt x="5004142" y="1353159"/>
                  <a:pt x="5005647" y="1351387"/>
                </a:cubicBezTo>
                <a:cubicBezTo>
                  <a:pt x="5007375" y="1349432"/>
                  <a:pt x="5010023" y="1349654"/>
                  <a:pt x="5012645" y="1348759"/>
                </a:cubicBezTo>
                <a:cubicBezTo>
                  <a:pt x="5016379" y="1347438"/>
                  <a:pt x="5019668" y="1345717"/>
                  <a:pt x="5019668" y="1341786"/>
                </a:cubicBezTo>
                <a:cubicBezTo>
                  <a:pt x="5019668" y="1338059"/>
                  <a:pt x="5016150" y="1336757"/>
                  <a:pt x="5015287" y="1333011"/>
                </a:cubicBezTo>
                <a:cubicBezTo>
                  <a:pt x="5015064" y="1331696"/>
                  <a:pt x="5015287" y="1330820"/>
                  <a:pt x="5015287" y="1329518"/>
                </a:cubicBezTo>
                <a:cubicBezTo>
                  <a:pt x="5015064" y="1326883"/>
                  <a:pt x="5015287" y="1325568"/>
                  <a:pt x="5015287" y="1322946"/>
                </a:cubicBezTo>
                <a:cubicBezTo>
                  <a:pt x="5013991" y="1322946"/>
                  <a:pt x="5013115" y="1323352"/>
                  <a:pt x="5011788" y="1323352"/>
                </a:cubicBezTo>
                <a:cubicBezTo>
                  <a:pt x="5008708" y="1323352"/>
                  <a:pt x="5006962" y="1323181"/>
                  <a:pt x="5003901" y="1322946"/>
                </a:cubicBezTo>
                <a:cubicBezTo>
                  <a:pt x="5004339" y="1321612"/>
                  <a:pt x="5002809" y="1319879"/>
                  <a:pt x="5003901" y="1319021"/>
                </a:cubicBezTo>
                <a:cubicBezTo>
                  <a:pt x="5004993" y="1318113"/>
                  <a:pt x="5006295" y="1317891"/>
                  <a:pt x="5007375" y="1317256"/>
                </a:cubicBezTo>
                <a:cubicBezTo>
                  <a:pt x="5008511" y="1316602"/>
                  <a:pt x="5009591" y="1315726"/>
                  <a:pt x="5010880" y="1315491"/>
                </a:cubicBezTo>
                <a:cubicBezTo>
                  <a:pt x="5013750" y="1314850"/>
                  <a:pt x="5015725" y="1315491"/>
                  <a:pt x="5018792" y="1315491"/>
                </a:cubicBezTo>
                <a:cubicBezTo>
                  <a:pt x="5022087" y="1315491"/>
                  <a:pt x="5024024" y="1313745"/>
                  <a:pt x="5026660" y="1311979"/>
                </a:cubicBezTo>
                <a:cubicBezTo>
                  <a:pt x="5030597" y="1309389"/>
                  <a:pt x="5032794" y="1306296"/>
                  <a:pt x="5037181" y="1304994"/>
                </a:cubicBezTo>
                <a:cubicBezTo>
                  <a:pt x="5038261" y="1304753"/>
                  <a:pt x="5039569" y="1304994"/>
                  <a:pt x="5040687" y="1304994"/>
                </a:cubicBezTo>
                <a:cubicBezTo>
                  <a:pt x="5041792" y="1304994"/>
                  <a:pt x="5042871" y="1304156"/>
                  <a:pt x="5044179" y="1304156"/>
                </a:cubicBezTo>
                <a:cubicBezTo>
                  <a:pt x="5046802" y="1303877"/>
                  <a:pt x="5048542" y="1304340"/>
                  <a:pt x="5051196" y="1304156"/>
                </a:cubicBezTo>
                <a:cubicBezTo>
                  <a:pt x="5052517" y="1304156"/>
                  <a:pt x="5053596" y="1303229"/>
                  <a:pt x="5054688" y="1303229"/>
                </a:cubicBezTo>
                <a:cubicBezTo>
                  <a:pt x="5055793" y="1303229"/>
                  <a:pt x="5056841" y="1302346"/>
                  <a:pt x="5058175" y="1302346"/>
                </a:cubicBezTo>
                <a:cubicBezTo>
                  <a:pt x="5062327" y="1301934"/>
                  <a:pt x="5064544" y="1302581"/>
                  <a:pt x="5068709" y="1302346"/>
                </a:cubicBezTo>
                <a:cubicBezTo>
                  <a:pt x="5069986" y="1302346"/>
                  <a:pt x="5070868" y="1301730"/>
                  <a:pt x="5072195" y="1301489"/>
                </a:cubicBezTo>
                <a:cubicBezTo>
                  <a:pt x="5070868" y="1302346"/>
                  <a:pt x="5071135" y="1304753"/>
                  <a:pt x="5069566" y="1304994"/>
                </a:cubicBezTo>
                <a:cubicBezTo>
                  <a:pt x="5068493" y="1305217"/>
                  <a:pt x="5067147" y="1304994"/>
                  <a:pt x="5066068" y="1304994"/>
                </a:cubicBezTo>
                <a:cubicBezTo>
                  <a:pt x="5063661" y="1305217"/>
                  <a:pt x="5061477" y="1304569"/>
                  <a:pt x="5059057" y="1304994"/>
                </a:cubicBezTo>
                <a:cubicBezTo>
                  <a:pt x="5053164" y="1306296"/>
                  <a:pt x="5050955" y="1311979"/>
                  <a:pt x="5044859" y="1311979"/>
                </a:cubicBezTo>
                <a:lnTo>
                  <a:pt x="5027523" y="1311979"/>
                </a:lnTo>
                <a:lnTo>
                  <a:pt x="5027523" y="1335633"/>
                </a:lnTo>
                <a:lnTo>
                  <a:pt x="5034337" y="1335633"/>
                </a:lnTo>
                <a:cubicBezTo>
                  <a:pt x="5036312" y="1335633"/>
                  <a:pt x="5037181" y="1334547"/>
                  <a:pt x="5038953" y="1333887"/>
                </a:cubicBezTo>
                <a:cubicBezTo>
                  <a:pt x="5041550" y="1332795"/>
                  <a:pt x="5043519" y="1331918"/>
                  <a:pt x="5045913" y="1330407"/>
                </a:cubicBezTo>
                <a:cubicBezTo>
                  <a:pt x="5047037" y="1329715"/>
                  <a:pt x="5046802" y="1327981"/>
                  <a:pt x="5047672" y="1326883"/>
                </a:cubicBezTo>
                <a:cubicBezTo>
                  <a:pt x="5048783" y="1325568"/>
                  <a:pt x="5049647" y="1324248"/>
                  <a:pt x="5051196" y="1323352"/>
                </a:cubicBezTo>
                <a:cubicBezTo>
                  <a:pt x="5052517" y="1322495"/>
                  <a:pt x="5053164" y="1321180"/>
                  <a:pt x="5054688" y="1320742"/>
                </a:cubicBezTo>
                <a:cubicBezTo>
                  <a:pt x="5055793" y="1320533"/>
                  <a:pt x="5057095" y="1320101"/>
                  <a:pt x="5058175" y="1319879"/>
                </a:cubicBezTo>
                <a:cubicBezTo>
                  <a:pt x="5060581" y="1319434"/>
                  <a:pt x="5063223" y="1321180"/>
                  <a:pt x="5065198" y="1319879"/>
                </a:cubicBezTo>
                <a:cubicBezTo>
                  <a:pt x="5066264" y="1319193"/>
                  <a:pt x="5066264" y="1317459"/>
                  <a:pt x="5066957" y="1316380"/>
                </a:cubicBezTo>
                <a:cubicBezTo>
                  <a:pt x="5067598" y="1315281"/>
                  <a:pt x="5066499" y="1313967"/>
                  <a:pt x="5066957" y="1312875"/>
                </a:cubicBezTo>
                <a:cubicBezTo>
                  <a:pt x="5067388" y="1311554"/>
                  <a:pt x="5069566" y="1311979"/>
                  <a:pt x="5070449" y="1311141"/>
                </a:cubicBezTo>
                <a:cubicBezTo>
                  <a:pt x="5071135" y="1312652"/>
                  <a:pt x="5072424" y="1313103"/>
                  <a:pt x="5073078" y="1314646"/>
                </a:cubicBezTo>
                <a:cubicBezTo>
                  <a:pt x="5073491" y="1315726"/>
                  <a:pt x="5072424" y="1317256"/>
                  <a:pt x="5073078" y="1318113"/>
                </a:cubicBezTo>
                <a:cubicBezTo>
                  <a:pt x="5073935" y="1319434"/>
                  <a:pt x="5075262" y="1320101"/>
                  <a:pt x="5076558" y="1320742"/>
                </a:cubicBezTo>
                <a:cubicBezTo>
                  <a:pt x="5078342" y="1321841"/>
                  <a:pt x="5080095" y="1321612"/>
                  <a:pt x="5082279" y="1321612"/>
                </a:cubicBezTo>
                <a:cubicBezTo>
                  <a:pt x="5084660" y="1321612"/>
                  <a:pt x="5085530" y="1319879"/>
                  <a:pt x="5087092" y="1318113"/>
                </a:cubicBezTo>
                <a:cubicBezTo>
                  <a:pt x="5087943" y="1317047"/>
                  <a:pt x="5087747" y="1315726"/>
                  <a:pt x="5088826" y="1314646"/>
                </a:cubicBezTo>
                <a:cubicBezTo>
                  <a:pt x="5091487" y="1311979"/>
                  <a:pt x="5094732" y="1312875"/>
                  <a:pt x="5098465" y="1312875"/>
                </a:cubicBezTo>
                <a:cubicBezTo>
                  <a:pt x="5098662" y="1311554"/>
                  <a:pt x="5098465" y="1310703"/>
                  <a:pt x="5098465" y="1309389"/>
                </a:cubicBezTo>
                <a:cubicBezTo>
                  <a:pt x="5098465" y="1307807"/>
                  <a:pt x="5100199" y="1307401"/>
                  <a:pt x="5100199" y="1305871"/>
                </a:cubicBezTo>
                <a:cubicBezTo>
                  <a:pt x="5100199" y="1304340"/>
                  <a:pt x="5098662" y="1303686"/>
                  <a:pt x="5098465" y="1302346"/>
                </a:cubicBezTo>
                <a:cubicBezTo>
                  <a:pt x="5098465" y="1301261"/>
                  <a:pt x="5097824" y="1299946"/>
                  <a:pt x="5097576" y="1298848"/>
                </a:cubicBezTo>
                <a:lnTo>
                  <a:pt x="5101088" y="1297546"/>
                </a:lnTo>
                <a:lnTo>
                  <a:pt x="5140477" y="1297990"/>
                </a:lnTo>
                <a:cubicBezTo>
                  <a:pt x="5142687" y="1295793"/>
                  <a:pt x="5143766" y="1293380"/>
                  <a:pt x="5146617" y="1292771"/>
                </a:cubicBezTo>
                <a:cubicBezTo>
                  <a:pt x="5149468" y="1292059"/>
                  <a:pt x="5151431" y="1293850"/>
                  <a:pt x="5154510" y="1293621"/>
                </a:cubicBezTo>
                <a:cubicBezTo>
                  <a:pt x="5157152" y="1293380"/>
                  <a:pt x="5159311" y="1292059"/>
                  <a:pt x="5160645" y="1290129"/>
                </a:cubicBezTo>
                <a:cubicBezTo>
                  <a:pt x="5162384" y="1287703"/>
                  <a:pt x="5164099" y="1285951"/>
                  <a:pt x="5164099" y="1282865"/>
                </a:cubicBezTo>
                <a:lnTo>
                  <a:pt x="5164099" y="1265828"/>
                </a:lnTo>
                <a:cubicBezTo>
                  <a:pt x="5164099" y="1264284"/>
                  <a:pt x="5164550" y="1263415"/>
                  <a:pt x="5165026" y="1262087"/>
                </a:cubicBezTo>
                <a:cubicBezTo>
                  <a:pt x="5165223" y="1261021"/>
                  <a:pt x="5165686" y="1259700"/>
                  <a:pt x="5165871" y="1258582"/>
                </a:cubicBezTo>
                <a:cubicBezTo>
                  <a:pt x="5166982" y="1255306"/>
                  <a:pt x="5170697" y="1254880"/>
                  <a:pt x="5171154" y="1251591"/>
                </a:cubicBezTo>
                <a:lnTo>
                  <a:pt x="5171154" y="1248092"/>
                </a:lnTo>
                <a:cubicBezTo>
                  <a:pt x="5171344" y="1245463"/>
                  <a:pt x="5170455" y="1243710"/>
                  <a:pt x="5170290" y="1241082"/>
                </a:cubicBezTo>
                <a:lnTo>
                  <a:pt x="5170290" y="1235373"/>
                </a:lnTo>
                <a:cubicBezTo>
                  <a:pt x="5170290" y="1233189"/>
                  <a:pt x="5169408" y="1231690"/>
                  <a:pt x="5170290" y="1229702"/>
                </a:cubicBezTo>
                <a:cubicBezTo>
                  <a:pt x="5171154" y="1227937"/>
                  <a:pt x="5173103" y="1228153"/>
                  <a:pt x="5174640" y="1227080"/>
                </a:cubicBezTo>
                <a:cubicBezTo>
                  <a:pt x="5175738" y="1226400"/>
                  <a:pt x="5177701" y="1226629"/>
                  <a:pt x="5178139" y="1225315"/>
                </a:cubicBezTo>
                <a:cubicBezTo>
                  <a:pt x="5179669" y="1221587"/>
                  <a:pt x="5178596" y="1218971"/>
                  <a:pt x="5179034" y="1214818"/>
                </a:cubicBezTo>
                <a:cubicBezTo>
                  <a:pt x="5179034" y="1213472"/>
                  <a:pt x="5179669" y="1212392"/>
                  <a:pt x="5179898" y="1211332"/>
                </a:cubicBezTo>
                <a:cubicBezTo>
                  <a:pt x="5180545" y="1208671"/>
                  <a:pt x="5181422" y="1206715"/>
                  <a:pt x="5182508" y="1204290"/>
                </a:cubicBezTo>
                <a:cubicBezTo>
                  <a:pt x="5183168" y="1202785"/>
                  <a:pt x="5184698" y="1202353"/>
                  <a:pt x="5185143" y="1200791"/>
                </a:cubicBezTo>
                <a:cubicBezTo>
                  <a:pt x="5186248" y="1197933"/>
                  <a:pt x="5186032" y="1195978"/>
                  <a:pt x="5186032" y="1192904"/>
                </a:cubicBezTo>
                <a:cubicBezTo>
                  <a:pt x="5186032" y="1190294"/>
                  <a:pt x="5186248" y="1188116"/>
                  <a:pt x="5185143" y="1185919"/>
                </a:cubicBezTo>
                <a:cubicBezTo>
                  <a:pt x="5184457" y="1184395"/>
                  <a:pt x="5182508" y="1184605"/>
                  <a:pt x="5181650" y="1183309"/>
                </a:cubicBezTo>
                <a:cubicBezTo>
                  <a:pt x="5180990" y="1182192"/>
                  <a:pt x="5180545" y="1180903"/>
                  <a:pt x="5179898" y="1179772"/>
                </a:cubicBezTo>
                <a:cubicBezTo>
                  <a:pt x="5178355" y="1177366"/>
                  <a:pt x="5176412" y="1175607"/>
                  <a:pt x="5175529" y="1172787"/>
                </a:cubicBezTo>
                <a:cubicBezTo>
                  <a:pt x="5175275" y="1171676"/>
                  <a:pt x="5175738" y="1170362"/>
                  <a:pt x="5175529" y="1169282"/>
                </a:cubicBezTo>
                <a:cubicBezTo>
                  <a:pt x="5174640" y="1166444"/>
                  <a:pt x="5172887" y="1165142"/>
                  <a:pt x="5172030" y="1162272"/>
                </a:cubicBezTo>
                <a:cubicBezTo>
                  <a:pt x="5171770" y="1161192"/>
                  <a:pt x="5172462" y="1159871"/>
                  <a:pt x="5172030" y="1158786"/>
                </a:cubicBezTo>
                <a:cubicBezTo>
                  <a:pt x="5171586" y="1157465"/>
                  <a:pt x="5171344" y="1156157"/>
                  <a:pt x="5170290" y="1155268"/>
                </a:cubicBezTo>
                <a:cubicBezTo>
                  <a:pt x="5169408" y="1154633"/>
                  <a:pt x="5167833" y="1154836"/>
                  <a:pt x="5166753" y="1154372"/>
                </a:cubicBezTo>
                <a:cubicBezTo>
                  <a:pt x="5164378" y="1153515"/>
                  <a:pt x="5162156" y="1153077"/>
                  <a:pt x="5159743" y="1152626"/>
                </a:cubicBezTo>
                <a:lnTo>
                  <a:pt x="5159743" y="1147387"/>
                </a:lnTo>
                <a:lnTo>
                  <a:pt x="5177047" y="1147387"/>
                </a:lnTo>
                <a:cubicBezTo>
                  <a:pt x="5179034" y="1147387"/>
                  <a:pt x="5179669" y="1144752"/>
                  <a:pt x="5181650" y="1144752"/>
                </a:cubicBezTo>
                <a:lnTo>
                  <a:pt x="5183409" y="1144752"/>
                </a:lnTo>
                <a:cubicBezTo>
                  <a:pt x="5185581" y="1144752"/>
                  <a:pt x="5186686" y="1146746"/>
                  <a:pt x="5188629" y="1147387"/>
                </a:cubicBezTo>
                <a:cubicBezTo>
                  <a:pt x="5189937" y="1147832"/>
                  <a:pt x="5190839" y="1148702"/>
                  <a:pt x="5192141" y="1149134"/>
                </a:cubicBezTo>
                <a:cubicBezTo>
                  <a:pt x="5193233" y="1149559"/>
                  <a:pt x="5194554" y="1148702"/>
                  <a:pt x="5195665" y="1149134"/>
                </a:cubicBezTo>
                <a:cubicBezTo>
                  <a:pt x="5196986" y="1149769"/>
                  <a:pt x="5196103" y="1152220"/>
                  <a:pt x="5197379" y="1152626"/>
                </a:cubicBezTo>
                <a:cubicBezTo>
                  <a:pt x="5200021" y="1153706"/>
                  <a:pt x="5202224" y="1153299"/>
                  <a:pt x="5205285" y="1153515"/>
                </a:cubicBezTo>
                <a:cubicBezTo>
                  <a:pt x="5208327" y="1153706"/>
                  <a:pt x="5210105" y="1154188"/>
                  <a:pt x="5213146" y="1154372"/>
                </a:cubicBezTo>
                <a:cubicBezTo>
                  <a:pt x="5213388" y="1153077"/>
                  <a:pt x="5214035" y="1152220"/>
                  <a:pt x="5214035" y="1150905"/>
                </a:cubicBezTo>
                <a:cubicBezTo>
                  <a:pt x="5214467" y="1146746"/>
                  <a:pt x="5213597" y="1144536"/>
                  <a:pt x="5213388" y="1140364"/>
                </a:cubicBezTo>
                <a:lnTo>
                  <a:pt x="5232215" y="1140364"/>
                </a:lnTo>
                <a:cubicBezTo>
                  <a:pt x="5233955" y="1140364"/>
                  <a:pt x="5234387" y="1138186"/>
                  <a:pt x="5235949" y="1137748"/>
                </a:cubicBezTo>
                <a:cubicBezTo>
                  <a:pt x="5237016" y="1137539"/>
                  <a:pt x="5238337" y="1137316"/>
                  <a:pt x="5239416" y="1136859"/>
                </a:cubicBezTo>
                <a:cubicBezTo>
                  <a:pt x="5240521" y="1136427"/>
                  <a:pt x="5242286" y="1136859"/>
                  <a:pt x="5242915" y="1136021"/>
                </a:cubicBezTo>
                <a:cubicBezTo>
                  <a:pt x="5243607" y="1135138"/>
                  <a:pt x="5243607" y="1133589"/>
                  <a:pt x="5243810" y="1132497"/>
                </a:cubicBezTo>
                <a:cubicBezTo>
                  <a:pt x="5244464" y="1130077"/>
                  <a:pt x="5243607" y="1127899"/>
                  <a:pt x="5243810" y="1125499"/>
                </a:cubicBezTo>
                <a:cubicBezTo>
                  <a:pt x="5243810" y="1124375"/>
                  <a:pt x="5244249" y="1123080"/>
                  <a:pt x="5244668" y="1122000"/>
                </a:cubicBezTo>
                <a:cubicBezTo>
                  <a:pt x="5245125" y="1120692"/>
                  <a:pt x="5245334" y="1119371"/>
                  <a:pt x="5246439" y="1118482"/>
                </a:cubicBezTo>
                <a:cubicBezTo>
                  <a:pt x="5247309" y="1117841"/>
                  <a:pt x="5248827" y="1118050"/>
                  <a:pt x="5249938" y="1117625"/>
                </a:cubicBezTo>
                <a:cubicBezTo>
                  <a:pt x="5251246" y="1117168"/>
                  <a:pt x="5252116" y="1116095"/>
                  <a:pt x="5253437" y="1115853"/>
                </a:cubicBezTo>
                <a:cubicBezTo>
                  <a:pt x="5255856" y="1115440"/>
                  <a:pt x="5258041" y="1116514"/>
                  <a:pt x="5260460" y="1115853"/>
                </a:cubicBezTo>
                <a:cubicBezTo>
                  <a:pt x="5261946" y="1115440"/>
                  <a:pt x="5262435" y="1113682"/>
                  <a:pt x="5263953" y="1113231"/>
                </a:cubicBezTo>
                <a:cubicBezTo>
                  <a:pt x="5267674" y="1111923"/>
                  <a:pt x="5270512" y="1111269"/>
                  <a:pt x="5274456" y="1110602"/>
                </a:cubicBezTo>
                <a:lnTo>
                  <a:pt x="5277954" y="1110602"/>
                </a:lnTo>
                <a:cubicBezTo>
                  <a:pt x="5279047" y="1110602"/>
                  <a:pt x="5280393" y="1109973"/>
                  <a:pt x="5281447" y="1109745"/>
                </a:cubicBezTo>
                <a:cubicBezTo>
                  <a:pt x="5282552" y="1109522"/>
                  <a:pt x="5284076" y="1109745"/>
                  <a:pt x="5284927" y="1108881"/>
                </a:cubicBezTo>
                <a:cubicBezTo>
                  <a:pt x="5285847" y="1107986"/>
                  <a:pt x="5285181" y="1106455"/>
                  <a:pt x="5285847" y="1105376"/>
                </a:cubicBezTo>
                <a:cubicBezTo>
                  <a:pt x="5286476" y="1104252"/>
                  <a:pt x="5286279" y="1102734"/>
                  <a:pt x="5286724" y="1101852"/>
                </a:cubicBezTo>
                <a:cubicBezTo>
                  <a:pt x="5287352" y="1100778"/>
                  <a:pt x="5289340" y="1100969"/>
                  <a:pt x="5290216" y="1100105"/>
                </a:cubicBezTo>
                <a:cubicBezTo>
                  <a:pt x="5291283" y="1099007"/>
                  <a:pt x="5291969" y="1097705"/>
                  <a:pt x="5292852" y="1096600"/>
                </a:cubicBezTo>
                <a:cubicBezTo>
                  <a:pt x="5293715" y="1095527"/>
                  <a:pt x="5295684" y="1095311"/>
                  <a:pt x="5296350" y="1093997"/>
                </a:cubicBezTo>
                <a:cubicBezTo>
                  <a:pt x="5296795" y="1092892"/>
                  <a:pt x="5296795" y="1091584"/>
                  <a:pt x="5297233" y="1090466"/>
                </a:cubicBezTo>
                <a:cubicBezTo>
                  <a:pt x="5297671" y="1089386"/>
                  <a:pt x="5297233" y="1087412"/>
                  <a:pt x="5297233" y="1086091"/>
                </a:cubicBezTo>
                <a:close/>
                <a:moveTo>
                  <a:pt x="4850657" y="1478127"/>
                </a:moveTo>
                <a:cubicBezTo>
                  <a:pt x="4850657" y="1476184"/>
                  <a:pt x="4851349" y="1475085"/>
                  <a:pt x="4851558" y="1473098"/>
                </a:cubicBezTo>
                <a:cubicBezTo>
                  <a:pt x="4848923" y="1473098"/>
                  <a:pt x="4846948" y="1472882"/>
                  <a:pt x="4844535" y="1473098"/>
                </a:cubicBezTo>
                <a:cubicBezTo>
                  <a:pt x="4843468" y="1473098"/>
                  <a:pt x="4842160" y="1472666"/>
                  <a:pt x="4841043" y="1473098"/>
                </a:cubicBezTo>
                <a:cubicBezTo>
                  <a:pt x="4839519" y="1473765"/>
                  <a:pt x="4839735" y="1475714"/>
                  <a:pt x="4838414" y="1476628"/>
                </a:cubicBezTo>
                <a:cubicBezTo>
                  <a:pt x="4837106" y="1477486"/>
                  <a:pt x="4836039" y="1478343"/>
                  <a:pt x="4834889" y="1479257"/>
                </a:cubicBezTo>
                <a:cubicBezTo>
                  <a:pt x="4833804" y="1480115"/>
                  <a:pt x="4832292" y="1480559"/>
                  <a:pt x="4831429" y="1481848"/>
                </a:cubicBezTo>
                <a:cubicBezTo>
                  <a:pt x="4830546" y="1483156"/>
                  <a:pt x="4829663" y="1484287"/>
                  <a:pt x="4828813" y="1485372"/>
                </a:cubicBezTo>
                <a:cubicBezTo>
                  <a:pt x="4827924" y="1486452"/>
                  <a:pt x="4827924" y="1487760"/>
                  <a:pt x="4827054" y="1488890"/>
                </a:cubicBezTo>
                <a:cubicBezTo>
                  <a:pt x="4826393" y="1489729"/>
                  <a:pt x="4823987" y="1488890"/>
                  <a:pt x="4823517" y="1489729"/>
                </a:cubicBezTo>
                <a:cubicBezTo>
                  <a:pt x="4823079" y="1490624"/>
                  <a:pt x="4823079" y="1492148"/>
                  <a:pt x="4822666" y="1493227"/>
                </a:cubicBezTo>
                <a:cubicBezTo>
                  <a:pt x="4821770" y="1495640"/>
                  <a:pt x="4820888" y="1497418"/>
                  <a:pt x="4820888" y="1500028"/>
                </a:cubicBezTo>
                <a:lnTo>
                  <a:pt x="4820888" y="1530013"/>
                </a:lnTo>
                <a:lnTo>
                  <a:pt x="4831429" y="1530013"/>
                </a:lnTo>
                <a:cubicBezTo>
                  <a:pt x="4831429" y="1526940"/>
                  <a:pt x="4831181" y="1525219"/>
                  <a:pt x="4831429" y="1522133"/>
                </a:cubicBezTo>
                <a:cubicBezTo>
                  <a:pt x="4831429" y="1520831"/>
                  <a:pt x="4832083" y="1519726"/>
                  <a:pt x="4832292" y="1518627"/>
                </a:cubicBezTo>
                <a:cubicBezTo>
                  <a:pt x="4832508" y="1517548"/>
                  <a:pt x="4832737" y="1516221"/>
                  <a:pt x="4833175" y="1515129"/>
                </a:cubicBezTo>
                <a:cubicBezTo>
                  <a:pt x="4833804" y="1513833"/>
                  <a:pt x="4836039" y="1513833"/>
                  <a:pt x="4836687" y="1512493"/>
                </a:cubicBezTo>
                <a:lnTo>
                  <a:pt x="4838414" y="1508988"/>
                </a:lnTo>
                <a:cubicBezTo>
                  <a:pt x="4838852" y="1507947"/>
                  <a:pt x="4838185" y="1506588"/>
                  <a:pt x="4838414" y="1505508"/>
                </a:cubicBezTo>
                <a:cubicBezTo>
                  <a:pt x="4839093" y="1503762"/>
                  <a:pt x="4841043" y="1503533"/>
                  <a:pt x="4841913" y="1502003"/>
                </a:cubicBezTo>
                <a:cubicBezTo>
                  <a:pt x="4842598" y="1500911"/>
                  <a:pt x="4843018" y="1499812"/>
                  <a:pt x="4843665" y="1498504"/>
                </a:cubicBezTo>
                <a:cubicBezTo>
                  <a:pt x="4845399" y="1495640"/>
                  <a:pt x="4848053" y="1494351"/>
                  <a:pt x="4849787" y="1491494"/>
                </a:cubicBezTo>
                <a:cubicBezTo>
                  <a:pt x="4850460" y="1490160"/>
                  <a:pt x="4852187" y="1489532"/>
                  <a:pt x="4852409" y="1488001"/>
                </a:cubicBezTo>
                <a:lnTo>
                  <a:pt x="4852409" y="1484490"/>
                </a:lnTo>
                <a:lnTo>
                  <a:pt x="4852409" y="1481004"/>
                </a:lnTo>
                <a:cubicBezTo>
                  <a:pt x="4852409" y="1479664"/>
                  <a:pt x="4850657" y="1479448"/>
                  <a:pt x="4850657" y="1478127"/>
                </a:cubicBezTo>
                <a:close/>
                <a:moveTo>
                  <a:pt x="4833480" y="1588662"/>
                </a:moveTo>
                <a:lnTo>
                  <a:pt x="4825079" y="1588662"/>
                </a:lnTo>
                <a:cubicBezTo>
                  <a:pt x="4825079" y="1589341"/>
                  <a:pt x="4825307" y="1589785"/>
                  <a:pt x="4825307" y="1590420"/>
                </a:cubicBezTo>
                <a:cubicBezTo>
                  <a:pt x="4825307" y="1591087"/>
                  <a:pt x="4824837" y="1591506"/>
                  <a:pt x="4824837" y="1592192"/>
                </a:cubicBezTo>
                <a:cubicBezTo>
                  <a:pt x="4824837" y="1592948"/>
                  <a:pt x="4825079" y="1593265"/>
                  <a:pt x="4825079" y="1594053"/>
                </a:cubicBezTo>
                <a:cubicBezTo>
                  <a:pt x="4825079" y="1594681"/>
                  <a:pt x="4824837" y="1595012"/>
                  <a:pt x="4824837" y="1595691"/>
                </a:cubicBezTo>
                <a:cubicBezTo>
                  <a:pt x="4824837" y="1596548"/>
                  <a:pt x="4825168" y="1596999"/>
                  <a:pt x="4825307" y="1597850"/>
                </a:cubicBezTo>
                <a:cubicBezTo>
                  <a:pt x="4825307" y="1598536"/>
                  <a:pt x="4825168" y="1599056"/>
                  <a:pt x="4825307" y="1599590"/>
                </a:cubicBezTo>
                <a:cubicBezTo>
                  <a:pt x="4825396" y="1600288"/>
                  <a:pt x="4826057" y="1600727"/>
                  <a:pt x="4826146" y="1601387"/>
                </a:cubicBezTo>
                <a:cubicBezTo>
                  <a:pt x="4826393" y="1602562"/>
                  <a:pt x="4826603" y="1603546"/>
                  <a:pt x="4826603" y="1604860"/>
                </a:cubicBezTo>
                <a:cubicBezTo>
                  <a:pt x="4826603" y="1605527"/>
                  <a:pt x="4826704" y="1606086"/>
                  <a:pt x="4826603" y="1606645"/>
                </a:cubicBezTo>
                <a:cubicBezTo>
                  <a:pt x="4826393" y="1607597"/>
                  <a:pt x="4825307" y="1607959"/>
                  <a:pt x="4824837" y="1608848"/>
                </a:cubicBezTo>
                <a:cubicBezTo>
                  <a:pt x="4824539" y="1609496"/>
                  <a:pt x="4824075" y="1609890"/>
                  <a:pt x="4823987" y="1610588"/>
                </a:cubicBezTo>
                <a:cubicBezTo>
                  <a:pt x="4823771" y="1611877"/>
                  <a:pt x="4823517" y="1612868"/>
                  <a:pt x="4823517" y="1614265"/>
                </a:cubicBezTo>
                <a:cubicBezTo>
                  <a:pt x="4823517" y="1617491"/>
                  <a:pt x="4824837" y="1619218"/>
                  <a:pt x="4824837" y="1622374"/>
                </a:cubicBezTo>
                <a:cubicBezTo>
                  <a:pt x="4824837" y="1623371"/>
                  <a:pt x="4823866" y="1623580"/>
                  <a:pt x="4823079" y="1624120"/>
                </a:cubicBezTo>
                <a:cubicBezTo>
                  <a:pt x="4822424" y="1624577"/>
                  <a:pt x="4821999" y="1625130"/>
                  <a:pt x="4821345" y="1625422"/>
                </a:cubicBezTo>
                <a:cubicBezTo>
                  <a:pt x="4820031" y="1626222"/>
                  <a:pt x="4818824" y="1626546"/>
                  <a:pt x="4817421" y="1627193"/>
                </a:cubicBezTo>
                <a:cubicBezTo>
                  <a:pt x="4816113" y="1627847"/>
                  <a:pt x="4814982" y="1628489"/>
                  <a:pt x="4813909" y="1629371"/>
                </a:cubicBezTo>
                <a:cubicBezTo>
                  <a:pt x="4813249" y="1629898"/>
                  <a:pt x="4812677" y="1630591"/>
                  <a:pt x="4812588" y="1631575"/>
                </a:cubicBezTo>
                <a:cubicBezTo>
                  <a:pt x="4812506" y="1632438"/>
                  <a:pt x="4812588" y="1632877"/>
                  <a:pt x="4812588" y="1633759"/>
                </a:cubicBezTo>
                <a:cubicBezTo>
                  <a:pt x="4812588" y="1634648"/>
                  <a:pt x="4812506" y="1635163"/>
                  <a:pt x="4812588" y="1635963"/>
                </a:cubicBezTo>
                <a:cubicBezTo>
                  <a:pt x="4812677" y="1637068"/>
                  <a:pt x="4813693" y="1637588"/>
                  <a:pt x="4814347" y="1638560"/>
                </a:cubicBezTo>
                <a:cubicBezTo>
                  <a:pt x="4814982" y="1639671"/>
                  <a:pt x="4815535" y="1640655"/>
                  <a:pt x="4816532" y="1641640"/>
                </a:cubicBezTo>
                <a:cubicBezTo>
                  <a:pt x="4817522" y="1642624"/>
                  <a:pt x="4818475" y="1643068"/>
                  <a:pt x="4819567" y="1643856"/>
                </a:cubicBezTo>
                <a:cubicBezTo>
                  <a:pt x="4820475" y="1644503"/>
                  <a:pt x="4820888" y="1645050"/>
                  <a:pt x="4821770" y="1645589"/>
                </a:cubicBezTo>
                <a:cubicBezTo>
                  <a:pt x="4823440" y="1646669"/>
                  <a:pt x="4824387" y="1647666"/>
                  <a:pt x="4826146" y="1648663"/>
                </a:cubicBezTo>
                <a:cubicBezTo>
                  <a:pt x="4826812" y="1648942"/>
                  <a:pt x="4827117" y="1649742"/>
                  <a:pt x="4827924" y="1649964"/>
                </a:cubicBezTo>
                <a:cubicBezTo>
                  <a:pt x="4828451" y="1650072"/>
                  <a:pt x="4829130" y="1649837"/>
                  <a:pt x="4829663" y="1649964"/>
                </a:cubicBezTo>
                <a:cubicBezTo>
                  <a:pt x="4828451" y="1652498"/>
                  <a:pt x="4827454" y="1654009"/>
                  <a:pt x="4827454" y="1656765"/>
                </a:cubicBezTo>
                <a:cubicBezTo>
                  <a:pt x="4827454" y="1658048"/>
                  <a:pt x="4828019" y="1658816"/>
                  <a:pt x="4828330" y="1660055"/>
                </a:cubicBezTo>
                <a:cubicBezTo>
                  <a:pt x="4828895" y="1661680"/>
                  <a:pt x="4829454" y="1662779"/>
                  <a:pt x="4830984" y="1663541"/>
                </a:cubicBezTo>
                <a:cubicBezTo>
                  <a:pt x="4831759" y="1663827"/>
                  <a:pt x="4832413" y="1663827"/>
                  <a:pt x="4833175" y="1663992"/>
                </a:cubicBezTo>
                <a:cubicBezTo>
                  <a:pt x="4834134" y="1664201"/>
                  <a:pt x="4834788" y="1664836"/>
                  <a:pt x="4835906" y="1664836"/>
                </a:cubicBezTo>
                <a:lnTo>
                  <a:pt x="4843665" y="1664836"/>
                </a:lnTo>
                <a:lnTo>
                  <a:pt x="4843665" y="1659242"/>
                </a:lnTo>
                <a:cubicBezTo>
                  <a:pt x="4843665" y="1657642"/>
                  <a:pt x="4842789" y="1656765"/>
                  <a:pt x="4842789" y="1655089"/>
                </a:cubicBezTo>
                <a:lnTo>
                  <a:pt x="4842789" y="1647018"/>
                </a:lnTo>
                <a:cubicBezTo>
                  <a:pt x="4842789" y="1645050"/>
                  <a:pt x="4844211" y="1643938"/>
                  <a:pt x="4845399" y="1642529"/>
                </a:cubicBezTo>
                <a:cubicBezTo>
                  <a:pt x="4846510" y="1641208"/>
                  <a:pt x="4847615" y="1640465"/>
                  <a:pt x="4848923" y="1639455"/>
                </a:cubicBezTo>
                <a:cubicBezTo>
                  <a:pt x="4849463" y="1639125"/>
                  <a:pt x="4850149" y="1638890"/>
                  <a:pt x="4850657" y="1638560"/>
                </a:cubicBezTo>
                <a:cubicBezTo>
                  <a:pt x="4851228" y="1638268"/>
                  <a:pt x="4851069" y="1637385"/>
                  <a:pt x="4851558" y="1636814"/>
                </a:cubicBezTo>
                <a:cubicBezTo>
                  <a:pt x="4852079" y="1636052"/>
                  <a:pt x="4852765" y="1635417"/>
                  <a:pt x="4853324" y="1634648"/>
                </a:cubicBezTo>
                <a:cubicBezTo>
                  <a:pt x="4853832" y="1633861"/>
                  <a:pt x="4854613" y="1633327"/>
                  <a:pt x="4855076" y="1632438"/>
                </a:cubicBezTo>
                <a:cubicBezTo>
                  <a:pt x="4855495" y="1631575"/>
                  <a:pt x="4855597" y="1630813"/>
                  <a:pt x="4855933" y="1629803"/>
                </a:cubicBezTo>
                <a:cubicBezTo>
                  <a:pt x="4856473" y="1628292"/>
                  <a:pt x="4857254" y="1627441"/>
                  <a:pt x="4857680" y="1625853"/>
                </a:cubicBezTo>
                <a:cubicBezTo>
                  <a:pt x="4858004" y="1624456"/>
                  <a:pt x="4858435" y="1623371"/>
                  <a:pt x="4858562" y="1621942"/>
                </a:cubicBezTo>
                <a:lnTo>
                  <a:pt x="4858562" y="1619777"/>
                </a:lnTo>
                <a:cubicBezTo>
                  <a:pt x="4858562" y="1618881"/>
                  <a:pt x="4859000" y="1618424"/>
                  <a:pt x="4859000" y="1617560"/>
                </a:cubicBezTo>
                <a:lnTo>
                  <a:pt x="4859000" y="1615814"/>
                </a:lnTo>
                <a:cubicBezTo>
                  <a:pt x="4859000" y="1614265"/>
                  <a:pt x="4859000" y="1613300"/>
                  <a:pt x="4858562" y="1611877"/>
                </a:cubicBezTo>
                <a:cubicBezTo>
                  <a:pt x="4858435" y="1611223"/>
                  <a:pt x="4857908" y="1610804"/>
                  <a:pt x="4857680" y="1610144"/>
                </a:cubicBezTo>
                <a:cubicBezTo>
                  <a:pt x="4857438" y="1609496"/>
                  <a:pt x="4857013" y="1609026"/>
                  <a:pt x="4856803" y="1608385"/>
                </a:cubicBezTo>
                <a:cubicBezTo>
                  <a:pt x="4856587" y="1607839"/>
                  <a:pt x="4856473" y="1607184"/>
                  <a:pt x="4856397" y="1606645"/>
                </a:cubicBezTo>
                <a:cubicBezTo>
                  <a:pt x="4856118" y="1605838"/>
                  <a:pt x="4855692" y="1605197"/>
                  <a:pt x="4855495" y="1604429"/>
                </a:cubicBezTo>
                <a:cubicBezTo>
                  <a:pt x="4855279" y="1603667"/>
                  <a:pt x="4854816" y="1603025"/>
                  <a:pt x="4854613" y="1602231"/>
                </a:cubicBezTo>
                <a:cubicBezTo>
                  <a:pt x="4854403" y="1601692"/>
                  <a:pt x="4854403" y="1601050"/>
                  <a:pt x="4854187" y="1600498"/>
                </a:cubicBezTo>
                <a:cubicBezTo>
                  <a:pt x="4853959" y="1599736"/>
                  <a:pt x="4853324" y="1599406"/>
                  <a:pt x="4852860" y="1598764"/>
                </a:cubicBezTo>
                <a:cubicBezTo>
                  <a:pt x="4852409" y="1597996"/>
                  <a:pt x="4851761" y="1597539"/>
                  <a:pt x="4851069" y="1596999"/>
                </a:cubicBezTo>
                <a:cubicBezTo>
                  <a:pt x="4850364" y="1596307"/>
                  <a:pt x="4849787" y="1595691"/>
                  <a:pt x="4848923" y="1595259"/>
                </a:cubicBezTo>
                <a:cubicBezTo>
                  <a:pt x="4848256" y="1594923"/>
                  <a:pt x="4847615" y="1594364"/>
                  <a:pt x="4846707" y="1594364"/>
                </a:cubicBezTo>
                <a:lnTo>
                  <a:pt x="4844986" y="1594364"/>
                </a:lnTo>
                <a:cubicBezTo>
                  <a:pt x="4843665" y="1594250"/>
                  <a:pt x="4842598" y="1594497"/>
                  <a:pt x="4841487" y="1593932"/>
                </a:cubicBezTo>
                <a:cubicBezTo>
                  <a:pt x="4840827" y="1593608"/>
                  <a:pt x="4840281" y="1593380"/>
                  <a:pt x="4839735" y="1593049"/>
                </a:cubicBezTo>
                <a:cubicBezTo>
                  <a:pt x="4839093" y="1592611"/>
                  <a:pt x="4839519" y="1591309"/>
                  <a:pt x="4838852" y="1590840"/>
                </a:cubicBezTo>
                <a:cubicBezTo>
                  <a:pt x="4838306" y="1590528"/>
                  <a:pt x="4837639" y="1590319"/>
                  <a:pt x="4837106" y="1589989"/>
                </a:cubicBezTo>
                <a:cubicBezTo>
                  <a:pt x="4835906" y="1589341"/>
                  <a:pt x="4835042" y="1588662"/>
                  <a:pt x="4833480" y="1588662"/>
                </a:cubicBezTo>
                <a:close/>
                <a:moveTo>
                  <a:pt x="4820031" y="1691100"/>
                </a:moveTo>
                <a:cubicBezTo>
                  <a:pt x="4819383" y="1692408"/>
                  <a:pt x="4818932" y="1693525"/>
                  <a:pt x="4818278" y="1694624"/>
                </a:cubicBezTo>
                <a:cubicBezTo>
                  <a:pt x="4816113" y="1697907"/>
                  <a:pt x="4813458" y="1699018"/>
                  <a:pt x="4812125" y="1702504"/>
                </a:cubicBezTo>
                <a:cubicBezTo>
                  <a:pt x="4811915" y="1703609"/>
                  <a:pt x="4812588" y="1704886"/>
                  <a:pt x="4812125" y="1706016"/>
                </a:cubicBezTo>
                <a:cubicBezTo>
                  <a:pt x="4811477" y="1707553"/>
                  <a:pt x="4810201" y="1708169"/>
                  <a:pt x="4809502" y="1709508"/>
                </a:cubicBezTo>
                <a:cubicBezTo>
                  <a:pt x="4808867" y="1710804"/>
                  <a:pt x="4808423" y="1711915"/>
                  <a:pt x="4807769" y="1713007"/>
                </a:cubicBezTo>
                <a:cubicBezTo>
                  <a:pt x="4806911" y="1714296"/>
                  <a:pt x="4805146" y="1714296"/>
                  <a:pt x="4804276" y="1715642"/>
                </a:cubicBezTo>
                <a:cubicBezTo>
                  <a:pt x="4803616" y="1716722"/>
                  <a:pt x="4803165" y="1718068"/>
                  <a:pt x="4802517" y="1719141"/>
                </a:cubicBezTo>
                <a:cubicBezTo>
                  <a:pt x="4801876" y="1720246"/>
                  <a:pt x="4801438" y="1721542"/>
                  <a:pt x="4800790" y="1722634"/>
                </a:cubicBezTo>
                <a:cubicBezTo>
                  <a:pt x="4800117" y="1723967"/>
                  <a:pt x="4797939" y="1723732"/>
                  <a:pt x="4797253" y="1725250"/>
                </a:cubicBezTo>
                <a:cubicBezTo>
                  <a:pt x="4796821" y="1726323"/>
                  <a:pt x="4797494" y="1727644"/>
                  <a:pt x="4797253" y="1728774"/>
                </a:cubicBezTo>
                <a:cubicBezTo>
                  <a:pt x="4797063" y="1729854"/>
                  <a:pt x="4797253" y="1731187"/>
                  <a:pt x="4797253" y="1732273"/>
                </a:cubicBezTo>
                <a:cubicBezTo>
                  <a:pt x="4797063" y="1733810"/>
                  <a:pt x="4795316" y="1734438"/>
                  <a:pt x="4794650" y="1735785"/>
                </a:cubicBezTo>
                <a:cubicBezTo>
                  <a:pt x="4794008" y="1737080"/>
                  <a:pt x="4793113" y="1737956"/>
                  <a:pt x="4792008" y="1739271"/>
                </a:cubicBezTo>
                <a:cubicBezTo>
                  <a:pt x="4791157" y="1740363"/>
                  <a:pt x="4791354" y="1742116"/>
                  <a:pt x="4790274" y="1742770"/>
                </a:cubicBezTo>
                <a:cubicBezTo>
                  <a:pt x="4788274" y="1744300"/>
                  <a:pt x="4785220" y="1742979"/>
                  <a:pt x="4783264" y="1744503"/>
                </a:cubicBezTo>
                <a:cubicBezTo>
                  <a:pt x="4782369" y="1745195"/>
                  <a:pt x="4783264" y="1747342"/>
                  <a:pt x="4782369" y="1748002"/>
                </a:cubicBezTo>
                <a:cubicBezTo>
                  <a:pt x="4781086" y="1749107"/>
                  <a:pt x="4780419" y="1749774"/>
                  <a:pt x="4778870" y="1750669"/>
                </a:cubicBezTo>
                <a:cubicBezTo>
                  <a:pt x="4777778" y="1751076"/>
                  <a:pt x="4776476" y="1751317"/>
                  <a:pt x="4775377" y="1751514"/>
                </a:cubicBezTo>
                <a:cubicBezTo>
                  <a:pt x="4774298" y="1751749"/>
                  <a:pt x="4772977" y="1750860"/>
                  <a:pt x="4771859" y="1751514"/>
                </a:cubicBezTo>
                <a:cubicBezTo>
                  <a:pt x="4770570" y="1752174"/>
                  <a:pt x="4770126" y="1753711"/>
                  <a:pt x="4769250" y="1755025"/>
                </a:cubicBezTo>
                <a:cubicBezTo>
                  <a:pt x="4767726" y="1757222"/>
                  <a:pt x="4767516" y="1759394"/>
                  <a:pt x="4766627" y="1762036"/>
                </a:cubicBezTo>
                <a:cubicBezTo>
                  <a:pt x="4767935" y="1762036"/>
                  <a:pt x="4768595" y="1762880"/>
                  <a:pt x="4769885" y="1762880"/>
                </a:cubicBezTo>
                <a:cubicBezTo>
                  <a:pt x="4771434" y="1762880"/>
                  <a:pt x="4772304" y="1762036"/>
                  <a:pt x="4773606" y="1762036"/>
                </a:cubicBezTo>
                <a:cubicBezTo>
                  <a:pt x="4774717" y="1762036"/>
                  <a:pt x="4776050" y="1762461"/>
                  <a:pt x="4777130" y="1762036"/>
                </a:cubicBezTo>
                <a:cubicBezTo>
                  <a:pt x="4778660" y="1761375"/>
                  <a:pt x="4779543" y="1760531"/>
                  <a:pt x="4780622" y="1759394"/>
                </a:cubicBezTo>
                <a:cubicBezTo>
                  <a:pt x="4781696" y="1758289"/>
                  <a:pt x="4782610" y="1757400"/>
                  <a:pt x="4783264" y="1755921"/>
                </a:cubicBezTo>
                <a:cubicBezTo>
                  <a:pt x="4783689" y="1754809"/>
                  <a:pt x="4782832" y="1753476"/>
                  <a:pt x="4783264" y="1752415"/>
                </a:cubicBezTo>
                <a:cubicBezTo>
                  <a:pt x="4784356" y="1749774"/>
                  <a:pt x="4786102" y="1747837"/>
                  <a:pt x="4788503" y="1746256"/>
                </a:cubicBezTo>
                <a:cubicBezTo>
                  <a:pt x="4789582" y="1745621"/>
                  <a:pt x="4790890" y="1745837"/>
                  <a:pt x="4792008" y="1745392"/>
                </a:cubicBezTo>
                <a:cubicBezTo>
                  <a:pt x="4793335" y="1744948"/>
                  <a:pt x="4794224" y="1743875"/>
                  <a:pt x="4795513" y="1743640"/>
                </a:cubicBezTo>
                <a:cubicBezTo>
                  <a:pt x="4798364" y="1742979"/>
                  <a:pt x="4800326" y="1743640"/>
                  <a:pt x="4803406" y="1743640"/>
                </a:cubicBezTo>
                <a:cubicBezTo>
                  <a:pt x="4803406" y="1741011"/>
                  <a:pt x="4803165" y="1739042"/>
                  <a:pt x="4803406" y="1736636"/>
                </a:cubicBezTo>
                <a:cubicBezTo>
                  <a:pt x="4803863" y="1733994"/>
                  <a:pt x="4804905" y="1732051"/>
                  <a:pt x="4806035" y="1729625"/>
                </a:cubicBezTo>
                <a:cubicBezTo>
                  <a:pt x="4807356" y="1727047"/>
                  <a:pt x="4808226" y="1724596"/>
                  <a:pt x="4810385" y="1722634"/>
                </a:cubicBezTo>
                <a:cubicBezTo>
                  <a:pt x="4811477" y="1721738"/>
                  <a:pt x="4812798" y="1721738"/>
                  <a:pt x="4813909" y="1720888"/>
                </a:cubicBezTo>
                <a:cubicBezTo>
                  <a:pt x="4814982" y="1719980"/>
                  <a:pt x="4816729" y="1720246"/>
                  <a:pt x="4817421" y="1719141"/>
                </a:cubicBezTo>
                <a:cubicBezTo>
                  <a:pt x="4818278" y="1717814"/>
                  <a:pt x="4818062" y="1716309"/>
                  <a:pt x="4818278" y="1714747"/>
                </a:cubicBezTo>
                <a:cubicBezTo>
                  <a:pt x="4818932" y="1711915"/>
                  <a:pt x="4818062" y="1709959"/>
                  <a:pt x="4818278" y="1706860"/>
                </a:cubicBezTo>
                <a:cubicBezTo>
                  <a:pt x="4818278" y="1705546"/>
                  <a:pt x="4819154" y="1704701"/>
                  <a:pt x="4819154" y="1703400"/>
                </a:cubicBezTo>
                <a:cubicBezTo>
                  <a:pt x="4819383" y="1700307"/>
                  <a:pt x="4820031" y="1694173"/>
                  <a:pt x="4820031" y="1691100"/>
                </a:cubicBezTo>
                <a:close/>
                <a:moveTo>
                  <a:pt x="4853324" y="1675358"/>
                </a:moveTo>
                <a:cubicBezTo>
                  <a:pt x="4856118" y="1677333"/>
                  <a:pt x="4858137" y="1678641"/>
                  <a:pt x="4861179" y="1680610"/>
                </a:cubicBezTo>
                <a:cubicBezTo>
                  <a:pt x="4862499" y="1681283"/>
                  <a:pt x="4863153" y="1682591"/>
                  <a:pt x="4864709" y="1683245"/>
                </a:cubicBezTo>
                <a:cubicBezTo>
                  <a:pt x="4866005" y="1683683"/>
                  <a:pt x="4866874" y="1684318"/>
                  <a:pt x="4868208" y="1684991"/>
                </a:cubicBezTo>
                <a:cubicBezTo>
                  <a:pt x="4869281" y="1685404"/>
                  <a:pt x="4870805" y="1684318"/>
                  <a:pt x="4871681" y="1684991"/>
                </a:cubicBezTo>
                <a:cubicBezTo>
                  <a:pt x="4872564" y="1685613"/>
                  <a:pt x="4871015" y="1687620"/>
                  <a:pt x="4871681" y="1688471"/>
                </a:cubicBezTo>
                <a:cubicBezTo>
                  <a:pt x="4872564" y="1689595"/>
                  <a:pt x="4874082" y="1689163"/>
                  <a:pt x="4875174" y="1690211"/>
                </a:cubicBezTo>
                <a:cubicBezTo>
                  <a:pt x="4876507" y="1691563"/>
                  <a:pt x="4878025" y="1691982"/>
                  <a:pt x="4878698" y="1693697"/>
                </a:cubicBezTo>
                <a:cubicBezTo>
                  <a:pt x="4878914" y="1694814"/>
                  <a:pt x="4879346" y="1696167"/>
                  <a:pt x="4879581" y="1697240"/>
                </a:cubicBezTo>
                <a:cubicBezTo>
                  <a:pt x="4879771" y="1698332"/>
                  <a:pt x="4879124" y="1699660"/>
                  <a:pt x="4879581" y="1700771"/>
                </a:cubicBezTo>
                <a:cubicBezTo>
                  <a:pt x="4880019" y="1702060"/>
                  <a:pt x="4880457" y="1703146"/>
                  <a:pt x="4881340" y="1704257"/>
                </a:cubicBezTo>
                <a:cubicBezTo>
                  <a:pt x="4882197" y="1705355"/>
                  <a:pt x="4883715" y="1705355"/>
                  <a:pt x="4884820" y="1706016"/>
                </a:cubicBezTo>
                <a:cubicBezTo>
                  <a:pt x="4887461" y="1707946"/>
                  <a:pt x="4889207" y="1710150"/>
                  <a:pt x="4891830" y="1712125"/>
                </a:cubicBezTo>
                <a:cubicBezTo>
                  <a:pt x="4892916" y="1713007"/>
                  <a:pt x="4894668" y="1712779"/>
                  <a:pt x="4895367" y="1713896"/>
                </a:cubicBezTo>
                <a:cubicBezTo>
                  <a:pt x="4896218" y="1715192"/>
                  <a:pt x="4897310" y="1715852"/>
                  <a:pt x="4897964" y="1717382"/>
                </a:cubicBezTo>
                <a:cubicBezTo>
                  <a:pt x="4899044" y="1719795"/>
                  <a:pt x="4898631" y="1722012"/>
                  <a:pt x="4898834" y="1724825"/>
                </a:cubicBezTo>
                <a:lnTo>
                  <a:pt x="4913261" y="1724825"/>
                </a:lnTo>
                <a:cubicBezTo>
                  <a:pt x="4913261" y="1723301"/>
                  <a:pt x="4912817" y="1722393"/>
                  <a:pt x="4912817" y="1720888"/>
                </a:cubicBezTo>
                <a:cubicBezTo>
                  <a:pt x="4912817" y="1718246"/>
                  <a:pt x="4913725" y="1716512"/>
                  <a:pt x="4913725" y="1713896"/>
                </a:cubicBezTo>
                <a:cubicBezTo>
                  <a:pt x="4913725" y="1713198"/>
                  <a:pt x="4913261" y="1713007"/>
                  <a:pt x="4913261" y="1712328"/>
                </a:cubicBezTo>
                <a:cubicBezTo>
                  <a:pt x="4913261" y="1707756"/>
                  <a:pt x="4910670" y="1704701"/>
                  <a:pt x="4907597" y="1701628"/>
                </a:cubicBezTo>
                <a:cubicBezTo>
                  <a:pt x="4906702" y="1700771"/>
                  <a:pt x="4904955" y="1700942"/>
                  <a:pt x="4904105" y="1699882"/>
                </a:cubicBezTo>
                <a:cubicBezTo>
                  <a:pt x="4903431" y="1699018"/>
                  <a:pt x="4903857" y="1697443"/>
                  <a:pt x="4903209" y="1696351"/>
                </a:cubicBezTo>
                <a:cubicBezTo>
                  <a:pt x="4902339" y="1694814"/>
                  <a:pt x="4901704" y="1693525"/>
                  <a:pt x="4900593" y="1691982"/>
                </a:cubicBezTo>
                <a:cubicBezTo>
                  <a:pt x="4899501" y="1690471"/>
                  <a:pt x="4898631" y="1689595"/>
                  <a:pt x="4897100" y="1688471"/>
                </a:cubicBezTo>
                <a:cubicBezTo>
                  <a:pt x="4895551" y="1687353"/>
                  <a:pt x="4894237" y="1686744"/>
                  <a:pt x="4892700" y="1685855"/>
                </a:cubicBezTo>
                <a:cubicBezTo>
                  <a:pt x="4891620" y="1685213"/>
                  <a:pt x="4889639" y="1686058"/>
                  <a:pt x="4889207" y="1684991"/>
                </a:cubicBezTo>
                <a:lnTo>
                  <a:pt x="4887461" y="1681467"/>
                </a:lnTo>
                <a:cubicBezTo>
                  <a:pt x="4886794" y="1680178"/>
                  <a:pt x="4888325" y="1679295"/>
                  <a:pt x="4888325" y="1677777"/>
                </a:cubicBezTo>
                <a:lnTo>
                  <a:pt x="4888325" y="1667713"/>
                </a:lnTo>
                <a:cubicBezTo>
                  <a:pt x="4886991" y="1667713"/>
                  <a:pt x="4886128" y="1668367"/>
                  <a:pt x="4884820" y="1668367"/>
                </a:cubicBezTo>
                <a:cubicBezTo>
                  <a:pt x="4883486" y="1668367"/>
                  <a:pt x="4882641" y="1667471"/>
                  <a:pt x="4881340" y="1667471"/>
                </a:cubicBezTo>
                <a:lnTo>
                  <a:pt x="4878025" y="1667471"/>
                </a:lnTo>
                <a:cubicBezTo>
                  <a:pt x="4875174" y="1667471"/>
                  <a:pt x="4873218" y="1667014"/>
                  <a:pt x="4870805" y="1668367"/>
                </a:cubicBezTo>
                <a:cubicBezTo>
                  <a:pt x="4869510" y="1668976"/>
                  <a:pt x="4870138" y="1671205"/>
                  <a:pt x="4869053" y="1671859"/>
                </a:cubicBezTo>
                <a:cubicBezTo>
                  <a:pt x="4867960" y="1672494"/>
                  <a:pt x="4866874" y="1673180"/>
                  <a:pt x="4865560" y="1673605"/>
                </a:cubicBezTo>
                <a:cubicBezTo>
                  <a:pt x="4864468" y="1673828"/>
                  <a:pt x="4863376" y="1673605"/>
                  <a:pt x="4862074" y="1673605"/>
                </a:cubicBezTo>
                <a:cubicBezTo>
                  <a:pt x="4859445" y="1673828"/>
                  <a:pt x="4855933" y="1675358"/>
                  <a:pt x="4853324" y="1675358"/>
                </a:cubicBezTo>
                <a:close/>
                <a:moveTo>
                  <a:pt x="4827924" y="1677974"/>
                </a:moveTo>
                <a:cubicBezTo>
                  <a:pt x="4827720" y="1680178"/>
                  <a:pt x="4827054" y="1681283"/>
                  <a:pt x="4827054" y="1683448"/>
                </a:cubicBezTo>
                <a:cubicBezTo>
                  <a:pt x="4827054" y="1685855"/>
                  <a:pt x="4827924" y="1688083"/>
                  <a:pt x="4829663" y="1689373"/>
                </a:cubicBezTo>
                <a:cubicBezTo>
                  <a:pt x="4830984" y="1690471"/>
                  <a:pt x="4831638" y="1691563"/>
                  <a:pt x="4833175" y="1691982"/>
                </a:cubicBezTo>
                <a:cubicBezTo>
                  <a:pt x="4834242" y="1692224"/>
                  <a:pt x="4835366" y="1691982"/>
                  <a:pt x="4836687" y="1691982"/>
                </a:cubicBezTo>
                <a:cubicBezTo>
                  <a:pt x="4839093" y="1692224"/>
                  <a:pt x="4840389" y="1691982"/>
                  <a:pt x="4842789" y="1691982"/>
                </a:cubicBezTo>
                <a:cubicBezTo>
                  <a:pt x="4842789" y="1696167"/>
                  <a:pt x="4842160" y="1698555"/>
                  <a:pt x="4842789" y="1702504"/>
                </a:cubicBezTo>
                <a:cubicBezTo>
                  <a:pt x="4843018" y="1703793"/>
                  <a:pt x="4844326" y="1704701"/>
                  <a:pt x="4844535" y="1706016"/>
                </a:cubicBezTo>
                <a:cubicBezTo>
                  <a:pt x="4845399" y="1709064"/>
                  <a:pt x="4846294" y="1711248"/>
                  <a:pt x="4846294" y="1714531"/>
                </a:cubicBezTo>
                <a:cubicBezTo>
                  <a:pt x="4846294" y="1716722"/>
                  <a:pt x="4845627" y="1717814"/>
                  <a:pt x="4845399" y="1719980"/>
                </a:cubicBezTo>
                <a:cubicBezTo>
                  <a:pt x="4845399" y="1721326"/>
                  <a:pt x="4844326" y="1722393"/>
                  <a:pt x="4844535" y="1723472"/>
                </a:cubicBezTo>
                <a:cubicBezTo>
                  <a:pt x="4844535" y="1723967"/>
                  <a:pt x="4845399" y="1724596"/>
                  <a:pt x="4845399" y="1725250"/>
                </a:cubicBezTo>
                <a:cubicBezTo>
                  <a:pt x="4845399" y="1726596"/>
                  <a:pt x="4847164" y="1727238"/>
                  <a:pt x="4848053" y="1727904"/>
                </a:cubicBezTo>
                <a:cubicBezTo>
                  <a:pt x="4849348" y="1728965"/>
                  <a:pt x="4850041" y="1729854"/>
                  <a:pt x="4851558" y="1730527"/>
                </a:cubicBezTo>
                <a:cubicBezTo>
                  <a:pt x="4852860" y="1731187"/>
                  <a:pt x="4853724" y="1732051"/>
                  <a:pt x="4855076" y="1732273"/>
                </a:cubicBezTo>
                <a:cubicBezTo>
                  <a:pt x="4857438" y="1732692"/>
                  <a:pt x="4859445" y="1731835"/>
                  <a:pt x="4862074" y="1731371"/>
                </a:cubicBezTo>
                <a:cubicBezTo>
                  <a:pt x="4861375" y="1732953"/>
                  <a:pt x="4859864" y="1733397"/>
                  <a:pt x="4859445" y="1734877"/>
                </a:cubicBezTo>
                <a:cubicBezTo>
                  <a:pt x="4859210" y="1735982"/>
                  <a:pt x="4859648" y="1737321"/>
                  <a:pt x="4859445" y="1738395"/>
                </a:cubicBezTo>
                <a:cubicBezTo>
                  <a:pt x="4859210" y="1739715"/>
                  <a:pt x="4857680" y="1740363"/>
                  <a:pt x="4857680" y="1741874"/>
                </a:cubicBezTo>
                <a:cubicBezTo>
                  <a:pt x="4857680" y="1743214"/>
                  <a:pt x="4857908" y="1744300"/>
                  <a:pt x="4858562" y="1745392"/>
                </a:cubicBezTo>
                <a:cubicBezTo>
                  <a:pt x="4859210" y="1746497"/>
                  <a:pt x="4860740" y="1746497"/>
                  <a:pt x="4862074" y="1747145"/>
                </a:cubicBezTo>
                <a:cubicBezTo>
                  <a:pt x="4863376" y="1747837"/>
                  <a:pt x="4864233" y="1748662"/>
                  <a:pt x="4865560" y="1748923"/>
                </a:cubicBezTo>
                <a:cubicBezTo>
                  <a:pt x="4866652" y="1749107"/>
                  <a:pt x="4867732" y="1748923"/>
                  <a:pt x="4869053" y="1748923"/>
                </a:cubicBezTo>
                <a:cubicBezTo>
                  <a:pt x="4870361" y="1748923"/>
                  <a:pt x="4871472" y="1749323"/>
                  <a:pt x="4872564" y="1748923"/>
                </a:cubicBezTo>
                <a:cubicBezTo>
                  <a:pt x="4873669" y="1748472"/>
                  <a:pt x="4871910" y="1746256"/>
                  <a:pt x="4872564" y="1745392"/>
                </a:cubicBezTo>
                <a:cubicBezTo>
                  <a:pt x="4873218" y="1744503"/>
                  <a:pt x="4874990" y="1744948"/>
                  <a:pt x="4876057" y="1744503"/>
                </a:cubicBezTo>
                <a:cubicBezTo>
                  <a:pt x="4878260" y="1743640"/>
                  <a:pt x="4879771" y="1744503"/>
                  <a:pt x="4882197" y="1744503"/>
                </a:cubicBezTo>
                <a:lnTo>
                  <a:pt x="4882197" y="1734235"/>
                </a:lnTo>
                <a:cubicBezTo>
                  <a:pt x="4882197" y="1731187"/>
                  <a:pt x="4880216" y="1729416"/>
                  <a:pt x="4877816" y="1727904"/>
                </a:cubicBezTo>
                <a:cubicBezTo>
                  <a:pt x="4876939" y="1727460"/>
                  <a:pt x="4875174" y="1727460"/>
                  <a:pt x="4874310" y="1727047"/>
                </a:cubicBezTo>
                <a:cubicBezTo>
                  <a:pt x="4873015" y="1726133"/>
                  <a:pt x="4871681" y="1725701"/>
                  <a:pt x="4870805" y="1724380"/>
                </a:cubicBezTo>
                <a:cubicBezTo>
                  <a:pt x="4870361" y="1723472"/>
                  <a:pt x="4870361" y="1722012"/>
                  <a:pt x="4869954" y="1720888"/>
                </a:cubicBezTo>
                <a:cubicBezTo>
                  <a:pt x="4869510" y="1719795"/>
                  <a:pt x="4870589" y="1718475"/>
                  <a:pt x="4869954" y="1717382"/>
                </a:cubicBezTo>
                <a:cubicBezTo>
                  <a:pt x="4869281" y="1716036"/>
                  <a:pt x="4867732" y="1715642"/>
                  <a:pt x="4866443" y="1714747"/>
                </a:cubicBezTo>
                <a:cubicBezTo>
                  <a:pt x="4865363" y="1714074"/>
                  <a:pt x="4864233" y="1713649"/>
                  <a:pt x="4862931" y="1713007"/>
                </a:cubicBezTo>
                <a:cubicBezTo>
                  <a:pt x="4861864" y="1712582"/>
                  <a:pt x="4860309" y="1712779"/>
                  <a:pt x="4859445" y="1712125"/>
                </a:cubicBezTo>
                <a:cubicBezTo>
                  <a:pt x="4858334" y="1711248"/>
                  <a:pt x="4858334" y="1709959"/>
                  <a:pt x="4857680" y="1708619"/>
                </a:cubicBezTo>
                <a:cubicBezTo>
                  <a:pt x="4857013" y="1707299"/>
                  <a:pt x="4856118" y="1706435"/>
                  <a:pt x="4855933" y="1705121"/>
                </a:cubicBezTo>
                <a:cubicBezTo>
                  <a:pt x="4855495" y="1702695"/>
                  <a:pt x="4856397" y="1700523"/>
                  <a:pt x="4855933" y="1698129"/>
                </a:cubicBezTo>
                <a:cubicBezTo>
                  <a:pt x="4855692" y="1696580"/>
                  <a:pt x="4854187" y="1695913"/>
                  <a:pt x="4853324" y="1694624"/>
                </a:cubicBezTo>
                <a:cubicBezTo>
                  <a:pt x="4851558" y="1691982"/>
                  <a:pt x="4849787" y="1690211"/>
                  <a:pt x="4847164" y="1688471"/>
                </a:cubicBezTo>
                <a:cubicBezTo>
                  <a:pt x="4844764" y="1686953"/>
                  <a:pt x="4842598" y="1686744"/>
                  <a:pt x="4840185" y="1684991"/>
                </a:cubicBezTo>
                <a:cubicBezTo>
                  <a:pt x="4838852" y="1684108"/>
                  <a:pt x="4838852" y="1682381"/>
                  <a:pt x="4837531" y="1681467"/>
                </a:cubicBezTo>
                <a:cubicBezTo>
                  <a:pt x="4836210" y="1680610"/>
                  <a:pt x="4835366" y="1679740"/>
                  <a:pt x="4834045" y="1678857"/>
                </a:cubicBezTo>
                <a:cubicBezTo>
                  <a:pt x="4832946" y="1678177"/>
                  <a:pt x="4829003" y="1678177"/>
                  <a:pt x="4827924" y="1677974"/>
                </a:cubicBezTo>
                <a:close/>
                <a:moveTo>
                  <a:pt x="4879581" y="1759394"/>
                </a:moveTo>
                <a:cubicBezTo>
                  <a:pt x="4876939" y="1759629"/>
                  <a:pt x="4874990" y="1759394"/>
                  <a:pt x="4872564" y="1760251"/>
                </a:cubicBezTo>
                <a:cubicBezTo>
                  <a:pt x="4871472" y="1760708"/>
                  <a:pt x="4869954" y="1760531"/>
                  <a:pt x="4869053" y="1761159"/>
                </a:cubicBezTo>
                <a:cubicBezTo>
                  <a:pt x="4868208" y="1761813"/>
                  <a:pt x="4869954" y="1763998"/>
                  <a:pt x="4869053" y="1764677"/>
                </a:cubicBezTo>
                <a:cubicBezTo>
                  <a:pt x="4867960" y="1765553"/>
                  <a:pt x="4866874" y="1765960"/>
                  <a:pt x="4865560" y="1766411"/>
                </a:cubicBezTo>
                <a:cubicBezTo>
                  <a:pt x="4864468" y="1766843"/>
                  <a:pt x="4863153" y="1766411"/>
                  <a:pt x="4862074" y="1766411"/>
                </a:cubicBezTo>
                <a:cubicBezTo>
                  <a:pt x="4860982" y="1766411"/>
                  <a:pt x="4859648" y="1766201"/>
                  <a:pt x="4858562" y="1766411"/>
                </a:cubicBezTo>
                <a:cubicBezTo>
                  <a:pt x="4857254" y="1766843"/>
                  <a:pt x="4856118" y="1767509"/>
                  <a:pt x="4855076" y="1768170"/>
                </a:cubicBezTo>
                <a:cubicBezTo>
                  <a:pt x="4853724" y="1769040"/>
                  <a:pt x="4853527" y="1770335"/>
                  <a:pt x="4852409" y="1771656"/>
                </a:cubicBezTo>
                <a:cubicBezTo>
                  <a:pt x="4851558" y="1772761"/>
                  <a:pt x="4850657" y="1773402"/>
                  <a:pt x="4850657" y="1774932"/>
                </a:cubicBezTo>
                <a:lnTo>
                  <a:pt x="4850657" y="1792681"/>
                </a:lnTo>
                <a:lnTo>
                  <a:pt x="4854187" y="1795316"/>
                </a:lnTo>
                <a:cubicBezTo>
                  <a:pt x="4854816" y="1793760"/>
                  <a:pt x="4856587" y="1793341"/>
                  <a:pt x="4856803" y="1791811"/>
                </a:cubicBezTo>
                <a:lnTo>
                  <a:pt x="4856803" y="1788293"/>
                </a:lnTo>
                <a:lnTo>
                  <a:pt x="4856803" y="1784788"/>
                </a:lnTo>
                <a:cubicBezTo>
                  <a:pt x="4856803" y="1783689"/>
                  <a:pt x="4856397" y="1782159"/>
                  <a:pt x="4856803" y="1781282"/>
                </a:cubicBezTo>
                <a:cubicBezTo>
                  <a:pt x="4857254" y="1780425"/>
                  <a:pt x="4859210" y="1781073"/>
                  <a:pt x="4860309" y="1780425"/>
                </a:cubicBezTo>
                <a:cubicBezTo>
                  <a:pt x="4861629" y="1779752"/>
                  <a:pt x="4862283" y="1778260"/>
                  <a:pt x="4863801" y="1777796"/>
                </a:cubicBezTo>
                <a:cubicBezTo>
                  <a:pt x="4866652" y="1776907"/>
                  <a:pt x="4868430" y="1776907"/>
                  <a:pt x="4871472" y="1776907"/>
                </a:cubicBezTo>
                <a:cubicBezTo>
                  <a:pt x="4875631" y="1776907"/>
                  <a:pt x="4878025" y="1777587"/>
                  <a:pt x="4882197" y="1777796"/>
                </a:cubicBezTo>
                <a:lnTo>
                  <a:pt x="4882197" y="1784788"/>
                </a:lnTo>
                <a:cubicBezTo>
                  <a:pt x="4882197" y="1787397"/>
                  <a:pt x="4881340" y="1789391"/>
                  <a:pt x="4882197" y="1791811"/>
                </a:cubicBezTo>
                <a:cubicBezTo>
                  <a:pt x="4882641" y="1793132"/>
                  <a:pt x="4883086" y="1794452"/>
                  <a:pt x="4883950" y="1795316"/>
                </a:cubicBezTo>
                <a:cubicBezTo>
                  <a:pt x="4884820" y="1796192"/>
                  <a:pt x="4886128" y="1796389"/>
                  <a:pt x="4887461" y="1797088"/>
                </a:cubicBezTo>
                <a:cubicBezTo>
                  <a:pt x="4888553" y="1797494"/>
                  <a:pt x="4889874" y="1796821"/>
                  <a:pt x="4890941" y="1797088"/>
                </a:cubicBezTo>
                <a:cubicBezTo>
                  <a:pt x="4892490" y="1797494"/>
                  <a:pt x="4892916" y="1799031"/>
                  <a:pt x="4894472" y="1799678"/>
                </a:cubicBezTo>
                <a:cubicBezTo>
                  <a:pt x="4896218" y="1800586"/>
                  <a:pt x="4897100" y="1801660"/>
                  <a:pt x="4898834" y="1802320"/>
                </a:cubicBezTo>
                <a:cubicBezTo>
                  <a:pt x="4900352" y="1802745"/>
                  <a:pt x="4902339" y="1801234"/>
                  <a:pt x="4903209" y="1802320"/>
                </a:cubicBezTo>
                <a:cubicBezTo>
                  <a:pt x="4904105" y="1803406"/>
                  <a:pt x="4904955" y="1804708"/>
                  <a:pt x="4905819" y="1805832"/>
                </a:cubicBezTo>
                <a:cubicBezTo>
                  <a:pt x="4906498" y="1806689"/>
                  <a:pt x="4904955" y="1808435"/>
                  <a:pt x="4905819" y="1809324"/>
                </a:cubicBezTo>
                <a:cubicBezTo>
                  <a:pt x="4906702" y="1810194"/>
                  <a:pt x="4908232" y="1808880"/>
                  <a:pt x="4909312" y="1809324"/>
                </a:cubicBezTo>
                <a:cubicBezTo>
                  <a:pt x="4910670" y="1809972"/>
                  <a:pt x="4911331" y="1811286"/>
                  <a:pt x="4912817" y="1811908"/>
                </a:cubicBezTo>
                <a:lnTo>
                  <a:pt x="4916328" y="1811058"/>
                </a:lnTo>
                <a:lnTo>
                  <a:pt x="4916328" y="1804257"/>
                </a:lnTo>
                <a:cubicBezTo>
                  <a:pt x="4916328" y="1802745"/>
                  <a:pt x="4916138" y="1801660"/>
                  <a:pt x="4915465" y="1800586"/>
                </a:cubicBezTo>
                <a:cubicBezTo>
                  <a:pt x="4914804" y="1799469"/>
                  <a:pt x="4912391" y="1800104"/>
                  <a:pt x="4911966" y="1798815"/>
                </a:cubicBezTo>
                <a:cubicBezTo>
                  <a:pt x="4911528" y="1797729"/>
                  <a:pt x="4912182" y="1796389"/>
                  <a:pt x="4911966" y="1795316"/>
                </a:cubicBezTo>
                <a:cubicBezTo>
                  <a:pt x="4911331" y="1792865"/>
                  <a:pt x="4910670" y="1790725"/>
                  <a:pt x="4910239" y="1788293"/>
                </a:cubicBezTo>
                <a:cubicBezTo>
                  <a:pt x="4911744" y="1787880"/>
                  <a:pt x="4911966" y="1785658"/>
                  <a:pt x="4913725" y="1785658"/>
                </a:cubicBezTo>
                <a:cubicBezTo>
                  <a:pt x="4915465" y="1785658"/>
                  <a:pt x="4916570" y="1787220"/>
                  <a:pt x="4918119" y="1787397"/>
                </a:cubicBezTo>
                <a:cubicBezTo>
                  <a:pt x="4919211" y="1787620"/>
                  <a:pt x="4920500" y="1788096"/>
                  <a:pt x="4921624" y="1788293"/>
                </a:cubicBezTo>
                <a:cubicBezTo>
                  <a:pt x="4922691" y="1788534"/>
                  <a:pt x="4923777" y="1788293"/>
                  <a:pt x="4925110" y="1788293"/>
                </a:cubicBezTo>
                <a:lnTo>
                  <a:pt x="4927707" y="1784788"/>
                </a:lnTo>
                <a:lnTo>
                  <a:pt x="4924240" y="1777796"/>
                </a:lnTo>
                <a:lnTo>
                  <a:pt x="4924240" y="1751749"/>
                </a:lnTo>
                <a:cubicBezTo>
                  <a:pt x="4924240" y="1750244"/>
                  <a:pt x="4923777" y="1749323"/>
                  <a:pt x="4923351" y="1748002"/>
                </a:cubicBezTo>
                <a:cubicBezTo>
                  <a:pt x="4922913" y="1746719"/>
                  <a:pt x="4922234" y="1745621"/>
                  <a:pt x="4921624" y="1744503"/>
                </a:cubicBezTo>
                <a:cubicBezTo>
                  <a:pt x="4920056" y="1742338"/>
                  <a:pt x="4918316" y="1740128"/>
                  <a:pt x="4915465" y="1740128"/>
                </a:cubicBezTo>
                <a:cubicBezTo>
                  <a:pt x="4913503" y="1740128"/>
                  <a:pt x="4912658" y="1742116"/>
                  <a:pt x="4911966" y="1743640"/>
                </a:cubicBezTo>
                <a:lnTo>
                  <a:pt x="4910239" y="1747145"/>
                </a:lnTo>
                <a:cubicBezTo>
                  <a:pt x="4909750" y="1748243"/>
                  <a:pt x="4909978" y="1749774"/>
                  <a:pt x="4909312" y="1750669"/>
                </a:cubicBezTo>
                <a:cubicBezTo>
                  <a:pt x="4907597" y="1752866"/>
                  <a:pt x="4905178" y="1753476"/>
                  <a:pt x="4902339" y="1754174"/>
                </a:cubicBezTo>
                <a:cubicBezTo>
                  <a:pt x="4901266" y="1754358"/>
                  <a:pt x="4900142" y="1753311"/>
                  <a:pt x="4898834" y="1753311"/>
                </a:cubicBezTo>
                <a:cubicBezTo>
                  <a:pt x="4897100" y="1753476"/>
                  <a:pt x="4896859" y="1755273"/>
                  <a:pt x="4895367" y="1755921"/>
                </a:cubicBezTo>
                <a:cubicBezTo>
                  <a:pt x="4893792" y="1756562"/>
                  <a:pt x="4892916" y="1757883"/>
                  <a:pt x="4891830" y="1759394"/>
                </a:cubicBezTo>
                <a:cubicBezTo>
                  <a:pt x="4891398" y="1760251"/>
                  <a:pt x="4891830" y="1762277"/>
                  <a:pt x="4890941" y="1762880"/>
                </a:cubicBezTo>
                <a:cubicBezTo>
                  <a:pt x="4888991" y="1764677"/>
                  <a:pt x="4886579" y="1764677"/>
                  <a:pt x="4883950" y="1764677"/>
                </a:cubicBezTo>
                <a:cubicBezTo>
                  <a:pt x="4882641" y="1764677"/>
                  <a:pt x="4881524" y="1764880"/>
                  <a:pt x="4880457" y="1764677"/>
                </a:cubicBezTo>
                <a:cubicBezTo>
                  <a:pt x="4878914" y="1764455"/>
                  <a:pt x="4880883" y="1760251"/>
                  <a:pt x="4879581" y="1759394"/>
                </a:cubicBezTo>
                <a:close/>
                <a:moveTo>
                  <a:pt x="4426902" y="1819821"/>
                </a:moveTo>
                <a:cubicBezTo>
                  <a:pt x="4425588" y="1819821"/>
                  <a:pt x="4424495" y="1820036"/>
                  <a:pt x="4423403" y="1819821"/>
                </a:cubicBezTo>
                <a:cubicBezTo>
                  <a:pt x="4421854" y="1819389"/>
                  <a:pt x="4421422" y="1817871"/>
                  <a:pt x="4419879" y="1817204"/>
                </a:cubicBezTo>
                <a:cubicBezTo>
                  <a:pt x="4418799" y="1816754"/>
                  <a:pt x="4417479" y="1816754"/>
                  <a:pt x="4416399" y="1816296"/>
                </a:cubicBezTo>
                <a:cubicBezTo>
                  <a:pt x="4413332" y="1814798"/>
                  <a:pt x="4412634" y="1811908"/>
                  <a:pt x="4409401" y="1811058"/>
                </a:cubicBezTo>
                <a:cubicBezTo>
                  <a:pt x="4408062" y="1810861"/>
                  <a:pt x="4407408" y="1809324"/>
                  <a:pt x="4405877" y="1809324"/>
                </a:cubicBezTo>
                <a:cubicBezTo>
                  <a:pt x="4404372" y="1809324"/>
                  <a:pt x="4403928" y="1810861"/>
                  <a:pt x="4402385" y="1811058"/>
                </a:cubicBezTo>
                <a:cubicBezTo>
                  <a:pt x="4402594" y="1812366"/>
                  <a:pt x="4402156" y="1813477"/>
                  <a:pt x="4402385" y="1814550"/>
                </a:cubicBezTo>
                <a:cubicBezTo>
                  <a:pt x="4403236" y="1817427"/>
                  <a:pt x="4404544" y="1819160"/>
                  <a:pt x="4405877" y="1821548"/>
                </a:cubicBezTo>
                <a:cubicBezTo>
                  <a:pt x="4406760" y="1823110"/>
                  <a:pt x="4408290" y="1823783"/>
                  <a:pt x="4409401" y="1825066"/>
                </a:cubicBezTo>
                <a:cubicBezTo>
                  <a:pt x="4410697" y="1826609"/>
                  <a:pt x="4411554" y="1827898"/>
                  <a:pt x="4412919" y="1829447"/>
                </a:cubicBezTo>
                <a:cubicBezTo>
                  <a:pt x="4413961" y="1830768"/>
                  <a:pt x="4415104" y="1831663"/>
                  <a:pt x="4416399" y="1832933"/>
                </a:cubicBezTo>
                <a:cubicBezTo>
                  <a:pt x="4417707" y="1834254"/>
                  <a:pt x="4418374" y="1835816"/>
                  <a:pt x="4419879" y="1836451"/>
                </a:cubicBezTo>
                <a:cubicBezTo>
                  <a:pt x="4422305" y="1837778"/>
                  <a:pt x="4424495" y="1837994"/>
                  <a:pt x="4426902" y="1839074"/>
                </a:cubicBezTo>
                <a:cubicBezTo>
                  <a:pt x="4428655" y="1839918"/>
                  <a:pt x="4429302" y="1841271"/>
                  <a:pt x="4430395" y="1842566"/>
                </a:cubicBezTo>
                <a:cubicBezTo>
                  <a:pt x="4431506" y="1843887"/>
                  <a:pt x="4431918" y="1844776"/>
                  <a:pt x="4433011" y="1846097"/>
                </a:cubicBezTo>
                <a:cubicBezTo>
                  <a:pt x="4434147" y="1847399"/>
                  <a:pt x="4435868" y="1848059"/>
                  <a:pt x="4436522" y="1849589"/>
                </a:cubicBezTo>
                <a:cubicBezTo>
                  <a:pt x="4437862" y="1852002"/>
                  <a:pt x="4438307" y="1853952"/>
                  <a:pt x="4439183" y="1856581"/>
                </a:cubicBezTo>
                <a:cubicBezTo>
                  <a:pt x="4439608" y="1858117"/>
                  <a:pt x="4440040" y="1859667"/>
                  <a:pt x="4440910" y="1860994"/>
                </a:cubicBezTo>
                <a:cubicBezTo>
                  <a:pt x="4441545" y="1862074"/>
                  <a:pt x="4441316" y="1864023"/>
                  <a:pt x="4442650" y="1864461"/>
                </a:cubicBezTo>
                <a:cubicBezTo>
                  <a:pt x="4443749" y="1864899"/>
                  <a:pt x="4445069" y="1865102"/>
                  <a:pt x="4446149" y="1865350"/>
                </a:cubicBezTo>
                <a:cubicBezTo>
                  <a:pt x="4447266" y="1865579"/>
                  <a:pt x="4448562" y="1865102"/>
                  <a:pt x="4449667" y="1865350"/>
                </a:cubicBezTo>
                <a:cubicBezTo>
                  <a:pt x="4450759" y="1865579"/>
                  <a:pt x="4452067" y="1865756"/>
                  <a:pt x="4453185" y="1866220"/>
                </a:cubicBezTo>
                <a:cubicBezTo>
                  <a:pt x="4455775" y="1867541"/>
                  <a:pt x="4457096" y="1869732"/>
                  <a:pt x="4458417" y="1872354"/>
                </a:cubicBezTo>
                <a:cubicBezTo>
                  <a:pt x="4459732" y="1874761"/>
                  <a:pt x="4460627" y="1876717"/>
                  <a:pt x="4461065" y="1879358"/>
                </a:cubicBezTo>
                <a:cubicBezTo>
                  <a:pt x="4461275" y="1881765"/>
                  <a:pt x="4460824" y="1883752"/>
                  <a:pt x="4461065" y="1886369"/>
                </a:cubicBezTo>
                <a:lnTo>
                  <a:pt x="4461065" y="1889867"/>
                </a:lnTo>
                <a:cubicBezTo>
                  <a:pt x="4461275" y="1891430"/>
                  <a:pt x="4463014" y="1892026"/>
                  <a:pt x="4463681" y="1893360"/>
                </a:cubicBezTo>
                <a:cubicBezTo>
                  <a:pt x="4465427" y="1896186"/>
                  <a:pt x="4468069" y="1897526"/>
                  <a:pt x="4470654" y="1899494"/>
                </a:cubicBezTo>
                <a:cubicBezTo>
                  <a:pt x="4473295" y="1901463"/>
                  <a:pt x="4475257" y="1903418"/>
                  <a:pt x="4477683" y="1905628"/>
                </a:cubicBezTo>
                <a:cubicBezTo>
                  <a:pt x="4478775" y="1906466"/>
                  <a:pt x="4480096" y="1907139"/>
                  <a:pt x="4481195" y="1908238"/>
                </a:cubicBezTo>
                <a:cubicBezTo>
                  <a:pt x="4483601" y="1910664"/>
                  <a:pt x="4484236" y="1912632"/>
                  <a:pt x="4486440" y="1915267"/>
                </a:cubicBezTo>
                <a:cubicBezTo>
                  <a:pt x="4488618" y="1917852"/>
                  <a:pt x="4491005" y="1919192"/>
                  <a:pt x="4492561" y="1922265"/>
                </a:cubicBezTo>
                <a:cubicBezTo>
                  <a:pt x="4493895" y="1924881"/>
                  <a:pt x="4495190" y="1926412"/>
                  <a:pt x="4496060" y="1929250"/>
                </a:cubicBezTo>
                <a:cubicBezTo>
                  <a:pt x="4496930" y="1932108"/>
                  <a:pt x="4496301" y="1934311"/>
                  <a:pt x="4496930" y="1937169"/>
                </a:cubicBezTo>
                <a:cubicBezTo>
                  <a:pt x="4497165" y="1938458"/>
                  <a:pt x="4498251" y="1939340"/>
                  <a:pt x="4498701" y="1940661"/>
                </a:cubicBezTo>
                <a:cubicBezTo>
                  <a:pt x="4499806" y="1943271"/>
                  <a:pt x="4500873" y="1945258"/>
                  <a:pt x="4502194" y="1947659"/>
                </a:cubicBezTo>
                <a:cubicBezTo>
                  <a:pt x="4503083" y="1949176"/>
                  <a:pt x="4504607" y="1949843"/>
                  <a:pt x="4505725" y="1951151"/>
                </a:cubicBezTo>
                <a:cubicBezTo>
                  <a:pt x="4507033" y="1952688"/>
                  <a:pt x="4507871" y="1954002"/>
                  <a:pt x="4509204" y="1955545"/>
                </a:cubicBezTo>
                <a:cubicBezTo>
                  <a:pt x="4510297" y="1956835"/>
                  <a:pt x="4511605" y="1957711"/>
                  <a:pt x="4512703" y="1959013"/>
                </a:cubicBezTo>
                <a:cubicBezTo>
                  <a:pt x="4513592" y="1960143"/>
                  <a:pt x="4514246" y="1961432"/>
                  <a:pt x="4515326" y="1962518"/>
                </a:cubicBezTo>
                <a:cubicBezTo>
                  <a:pt x="4517955" y="1965153"/>
                  <a:pt x="4520380" y="1966258"/>
                  <a:pt x="4523193" y="1968658"/>
                </a:cubicBezTo>
                <a:cubicBezTo>
                  <a:pt x="4525822" y="1970862"/>
                  <a:pt x="4527156" y="1973027"/>
                  <a:pt x="4529340" y="1975675"/>
                </a:cubicBezTo>
                <a:cubicBezTo>
                  <a:pt x="4530420" y="1977002"/>
                  <a:pt x="4531728" y="1977618"/>
                  <a:pt x="4532845" y="1979193"/>
                </a:cubicBezTo>
                <a:cubicBezTo>
                  <a:pt x="4533493" y="1980285"/>
                  <a:pt x="4533931" y="1981561"/>
                  <a:pt x="4534592" y="1982692"/>
                </a:cubicBezTo>
                <a:cubicBezTo>
                  <a:pt x="4536554" y="1985333"/>
                  <a:pt x="4538967" y="1986813"/>
                  <a:pt x="4541608" y="1988826"/>
                </a:cubicBezTo>
                <a:cubicBezTo>
                  <a:pt x="4544237" y="1990763"/>
                  <a:pt x="4546415" y="1992490"/>
                  <a:pt x="4548593" y="1994915"/>
                </a:cubicBezTo>
                <a:cubicBezTo>
                  <a:pt x="4549476" y="1996052"/>
                  <a:pt x="4551210" y="1996255"/>
                  <a:pt x="4552092" y="1997557"/>
                </a:cubicBezTo>
                <a:cubicBezTo>
                  <a:pt x="4552556" y="1998433"/>
                  <a:pt x="4552556" y="1999964"/>
                  <a:pt x="4553000" y="2001069"/>
                </a:cubicBezTo>
                <a:cubicBezTo>
                  <a:pt x="4554321" y="2000637"/>
                  <a:pt x="4555178" y="1999532"/>
                  <a:pt x="4556512" y="1999297"/>
                </a:cubicBezTo>
                <a:cubicBezTo>
                  <a:pt x="4557560" y="1999132"/>
                  <a:pt x="4558893" y="1998433"/>
                  <a:pt x="4559979" y="1998433"/>
                </a:cubicBezTo>
                <a:cubicBezTo>
                  <a:pt x="4562836" y="1997995"/>
                  <a:pt x="4564799" y="1998433"/>
                  <a:pt x="4567866" y="1998433"/>
                </a:cubicBezTo>
                <a:cubicBezTo>
                  <a:pt x="4570482" y="1998433"/>
                  <a:pt x="4572438" y="1998865"/>
                  <a:pt x="4574870" y="1998433"/>
                </a:cubicBezTo>
                <a:cubicBezTo>
                  <a:pt x="4576603" y="1997995"/>
                  <a:pt x="4577505" y="1996478"/>
                  <a:pt x="4578400" y="1994915"/>
                </a:cubicBezTo>
                <a:cubicBezTo>
                  <a:pt x="4579029" y="1993626"/>
                  <a:pt x="4580762" y="1992979"/>
                  <a:pt x="4581010" y="1991417"/>
                </a:cubicBezTo>
                <a:lnTo>
                  <a:pt x="4581010" y="1987911"/>
                </a:lnTo>
                <a:cubicBezTo>
                  <a:pt x="4581436" y="1983778"/>
                  <a:pt x="4580553" y="1981561"/>
                  <a:pt x="4581010" y="1977434"/>
                </a:cubicBezTo>
                <a:cubicBezTo>
                  <a:pt x="4581010" y="1976113"/>
                  <a:pt x="4581867" y="1975002"/>
                  <a:pt x="4581867" y="1973929"/>
                </a:cubicBezTo>
                <a:cubicBezTo>
                  <a:pt x="4582083" y="1971509"/>
                  <a:pt x="4582521" y="1969535"/>
                  <a:pt x="4582756" y="1966931"/>
                </a:cubicBezTo>
                <a:lnTo>
                  <a:pt x="4582756" y="1963407"/>
                </a:lnTo>
                <a:cubicBezTo>
                  <a:pt x="4582756" y="1961889"/>
                  <a:pt x="4583830" y="1961222"/>
                  <a:pt x="4584477" y="1959908"/>
                </a:cubicBezTo>
                <a:cubicBezTo>
                  <a:pt x="4585373" y="1958136"/>
                  <a:pt x="4586693" y="1956396"/>
                  <a:pt x="4588852" y="1956396"/>
                </a:cubicBezTo>
                <a:cubicBezTo>
                  <a:pt x="4590859" y="1956396"/>
                  <a:pt x="4592180" y="1957050"/>
                  <a:pt x="4594136" y="1957266"/>
                </a:cubicBezTo>
                <a:cubicBezTo>
                  <a:pt x="4595685" y="1957266"/>
                  <a:pt x="4596110" y="1959013"/>
                  <a:pt x="4597641" y="1959013"/>
                </a:cubicBezTo>
                <a:cubicBezTo>
                  <a:pt x="4599368" y="1959013"/>
                  <a:pt x="4599635" y="1956835"/>
                  <a:pt x="4601133" y="1956396"/>
                </a:cubicBezTo>
                <a:cubicBezTo>
                  <a:pt x="4600936" y="1955304"/>
                  <a:pt x="4601349" y="1954002"/>
                  <a:pt x="4601133" y="1952917"/>
                </a:cubicBezTo>
                <a:cubicBezTo>
                  <a:pt x="4600695" y="1951151"/>
                  <a:pt x="4599635" y="1950027"/>
                  <a:pt x="4598511" y="1948535"/>
                </a:cubicBezTo>
                <a:cubicBezTo>
                  <a:pt x="4597419" y="1947030"/>
                  <a:pt x="4596758" y="1945697"/>
                  <a:pt x="4595018" y="1944998"/>
                </a:cubicBezTo>
                <a:cubicBezTo>
                  <a:pt x="4593894" y="1944808"/>
                  <a:pt x="4592599" y="1945258"/>
                  <a:pt x="4591481" y="1944998"/>
                </a:cubicBezTo>
                <a:cubicBezTo>
                  <a:pt x="4590199" y="1944604"/>
                  <a:pt x="4589310" y="1943677"/>
                  <a:pt x="4587989" y="1943271"/>
                </a:cubicBezTo>
                <a:cubicBezTo>
                  <a:pt x="4588243" y="1942166"/>
                  <a:pt x="4587557" y="1940877"/>
                  <a:pt x="4587989" y="1939759"/>
                </a:cubicBezTo>
                <a:cubicBezTo>
                  <a:pt x="4588852" y="1938039"/>
                  <a:pt x="4590199" y="1937575"/>
                  <a:pt x="4591481" y="1936254"/>
                </a:cubicBezTo>
                <a:cubicBezTo>
                  <a:pt x="4590630" y="1935149"/>
                  <a:pt x="4590859" y="1933428"/>
                  <a:pt x="4589735" y="1932762"/>
                </a:cubicBezTo>
                <a:cubicBezTo>
                  <a:pt x="4588668" y="1932108"/>
                  <a:pt x="4587557" y="1931460"/>
                  <a:pt x="4586255" y="1930984"/>
                </a:cubicBezTo>
                <a:cubicBezTo>
                  <a:pt x="4585163" y="1930577"/>
                  <a:pt x="4583830" y="1930120"/>
                  <a:pt x="4582756" y="1930120"/>
                </a:cubicBezTo>
                <a:cubicBezTo>
                  <a:pt x="4581226" y="1929923"/>
                  <a:pt x="4580134" y="1929250"/>
                  <a:pt x="4578400" y="1929250"/>
                </a:cubicBezTo>
                <a:cubicBezTo>
                  <a:pt x="4576603" y="1929250"/>
                  <a:pt x="4575524" y="1929720"/>
                  <a:pt x="4573974" y="1930120"/>
                </a:cubicBezTo>
                <a:cubicBezTo>
                  <a:pt x="4572882" y="1930374"/>
                  <a:pt x="4571358" y="1930374"/>
                  <a:pt x="4570482" y="1930984"/>
                </a:cubicBezTo>
                <a:cubicBezTo>
                  <a:pt x="4569625" y="1931701"/>
                  <a:pt x="4570050" y="1933428"/>
                  <a:pt x="4569625" y="1934508"/>
                </a:cubicBezTo>
                <a:cubicBezTo>
                  <a:pt x="4569186" y="1935613"/>
                  <a:pt x="4568952" y="1936934"/>
                  <a:pt x="4568748" y="1938039"/>
                </a:cubicBezTo>
                <a:lnTo>
                  <a:pt x="4559122" y="1938039"/>
                </a:lnTo>
                <a:cubicBezTo>
                  <a:pt x="4558893" y="1935403"/>
                  <a:pt x="4558258" y="1933651"/>
                  <a:pt x="4558258" y="1930984"/>
                </a:cubicBezTo>
                <a:cubicBezTo>
                  <a:pt x="4558258" y="1928361"/>
                  <a:pt x="4558893" y="1926647"/>
                  <a:pt x="4559122" y="1924018"/>
                </a:cubicBezTo>
                <a:cubicBezTo>
                  <a:pt x="4557998" y="1923345"/>
                  <a:pt x="4557560" y="1921376"/>
                  <a:pt x="4556512" y="1921376"/>
                </a:cubicBezTo>
                <a:lnTo>
                  <a:pt x="4553000" y="1921376"/>
                </a:lnTo>
                <a:cubicBezTo>
                  <a:pt x="4549908" y="1921186"/>
                  <a:pt x="4547946" y="1921802"/>
                  <a:pt x="4545107" y="1921376"/>
                </a:cubicBezTo>
                <a:cubicBezTo>
                  <a:pt x="4543564" y="1921186"/>
                  <a:pt x="4543088" y="1919433"/>
                  <a:pt x="4541608" y="1918773"/>
                </a:cubicBezTo>
                <a:cubicBezTo>
                  <a:pt x="4540078" y="1918119"/>
                  <a:pt x="4539653" y="1916760"/>
                  <a:pt x="4538091" y="1916125"/>
                </a:cubicBezTo>
                <a:cubicBezTo>
                  <a:pt x="4536554" y="1915452"/>
                  <a:pt x="4534795" y="1915706"/>
                  <a:pt x="4533715" y="1914353"/>
                </a:cubicBezTo>
                <a:cubicBezTo>
                  <a:pt x="4532845" y="1913293"/>
                  <a:pt x="4532845" y="1911762"/>
                  <a:pt x="4532845" y="1910232"/>
                </a:cubicBezTo>
                <a:lnTo>
                  <a:pt x="4532845" y="1892496"/>
                </a:lnTo>
                <a:cubicBezTo>
                  <a:pt x="4529131" y="1892496"/>
                  <a:pt x="4526718" y="1893360"/>
                  <a:pt x="4523193" y="1892496"/>
                </a:cubicBezTo>
                <a:cubicBezTo>
                  <a:pt x="4522133" y="1892293"/>
                  <a:pt x="4520806" y="1892712"/>
                  <a:pt x="4519701" y="1892496"/>
                </a:cubicBezTo>
                <a:cubicBezTo>
                  <a:pt x="4517955" y="1892026"/>
                  <a:pt x="4517275" y="1890293"/>
                  <a:pt x="4516208" y="1888997"/>
                </a:cubicBezTo>
                <a:cubicBezTo>
                  <a:pt x="4515326" y="1887874"/>
                  <a:pt x="4513370" y="1887874"/>
                  <a:pt x="4512703" y="1886369"/>
                </a:cubicBezTo>
                <a:cubicBezTo>
                  <a:pt x="4512278" y="1885264"/>
                  <a:pt x="4512278" y="1883943"/>
                  <a:pt x="4511814" y="1882844"/>
                </a:cubicBezTo>
                <a:cubicBezTo>
                  <a:pt x="4511382" y="1881524"/>
                  <a:pt x="4510297" y="1880666"/>
                  <a:pt x="4510087" y="1879358"/>
                </a:cubicBezTo>
                <a:cubicBezTo>
                  <a:pt x="4509877" y="1878279"/>
                  <a:pt x="4510297" y="1876977"/>
                  <a:pt x="4510087" y="1875853"/>
                </a:cubicBezTo>
                <a:cubicBezTo>
                  <a:pt x="4509877" y="1874761"/>
                  <a:pt x="4510087" y="1873478"/>
                  <a:pt x="4510087" y="1872354"/>
                </a:cubicBezTo>
                <a:cubicBezTo>
                  <a:pt x="4509877" y="1870811"/>
                  <a:pt x="4508106" y="1870379"/>
                  <a:pt x="4507458" y="1868874"/>
                </a:cubicBezTo>
                <a:cubicBezTo>
                  <a:pt x="4506137" y="1869281"/>
                  <a:pt x="4505464" y="1870602"/>
                  <a:pt x="4503940" y="1870602"/>
                </a:cubicBezTo>
                <a:lnTo>
                  <a:pt x="4500441" y="1870602"/>
                </a:lnTo>
                <a:cubicBezTo>
                  <a:pt x="4497806" y="1870602"/>
                  <a:pt x="4495863" y="1870379"/>
                  <a:pt x="4493431" y="1869732"/>
                </a:cubicBezTo>
                <a:cubicBezTo>
                  <a:pt x="4491704" y="1869281"/>
                  <a:pt x="4490580" y="1868201"/>
                  <a:pt x="4489068" y="1867134"/>
                </a:cubicBezTo>
                <a:cubicBezTo>
                  <a:pt x="4487513" y="1866004"/>
                  <a:pt x="4486643" y="1865102"/>
                  <a:pt x="4485538" y="1863610"/>
                </a:cubicBezTo>
                <a:cubicBezTo>
                  <a:pt x="4484922" y="1862721"/>
                  <a:pt x="4485341" y="1860994"/>
                  <a:pt x="4484687" y="1860105"/>
                </a:cubicBezTo>
                <a:cubicBezTo>
                  <a:pt x="4484033" y="1859216"/>
                  <a:pt x="4482045" y="1859857"/>
                  <a:pt x="4481195" y="1859216"/>
                </a:cubicBezTo>
                <a:cubicBezTo>
                  <a:pt x="4479855" y="1858117"/>
                  <a:pt x="4479670" y="1856803"/>
                  <a:pt x="4478540" y="1855717"/>
                </a:cubicBezTo>
                <a:cubicBezTo>
                  <a:pt x="4477467" y="1854638"/>
                  <a:pt x="4477029" y="1853330"/>
                  <a:pt x="4475924" y="1852212"/>
                </a:cubicBezTo>
                <a:cubicBezTo>
                  <a:pt x="4474845" y="1851145"/>
                  <a:pt x="4473536" y="1850485"/>
                  <a:pt x="4472438" y="1849589"/>
                </a:cubicBezTo>
                <a:cubicBezTo>
                  <a:pt x="4471104" y="1848472"/>
                  <a:pt x="4470488" y="1847157"/>
                  <a:pt x="4468926" y="1846097"/>
                </a:cubicBezTo>
                <a:cubicBezTo>
                  <a:pt x="4467390" y="1844979"/>
                  <a:pt x="4465885" y="1844776"/>
                  <a:pt x="4464577" y="1843449"/>
                </a:cubicBezTo>
                <a:cubicBezTo>
                  <a:pt x="4463681" y="1842566"/>
                  <a:pt x="4463884" y="1840623"/>
                  <a:pt x="4462805" y="1839918"/>
                </a:cubicBezTo>
                <a:cubicBezTo>
                  <a:pt x="4460627" y="1838439"/>
                  <a:pt x="4458188" y="1838439"/>
                  <a:pt x="4455775" y="1837308"/>
                </a:cubicBezTo>
                <a:cubicBezTo>
                  <a:pt x="4454690" y="1836883"/>
                  <a:pt x="4452924" y="1837308"/>
                  <a:pt x="4452283" y="1836451"/>
                </a:cubicBezTo>
                <a:cubicBezTo>
                  <a:pt x="4451629" y="1835581"/>
                  <a:pt x="4451838" y="1834064"/>
                  <a:pt x="4451413" y="1832933"/>
                </a:cubicBezTo>
                <a:cubicBezTo>
                  <a:pt x="4450988" y="1831854"/>
                  <a:pt x="4451629" y="1830539"/>
                  <a:pt x="4451413" y="1829447"/>
                </a:cubicBezTo>
                <a:cubicBezTo>
                  <a:pt x="4451178" y="1828380"/>
                  <a:pt x="4448771" y="1829257"/>
                  <a:pt x="4447908" y="1828603"/>
                </a:cubicBezTo>
                <a:cubicBezTo>
                  <a:pt x="4446390" y="1827250"/>
                  <a:pt x="4445704" y="1825936"/>
                  <a:pt x="4444415" y="1824177"/>
                </a:cubicBezTo>
                <a:cubicBezTo>
                  <a:pt x="4442453" y="1821548"/>
                  <a:pt x="4441316" y="1819586"/>
                  <a:pt x="4440040" y="1816296"/>
                </a:cubicBezTo>
                <a:cubicBezTo>
                  <a:pt x="4435868" y="1816296"/>
                  <a:pt x="4431068" y="1820278"/>
                  <a:pt x="4426902" y="1819821"/>
                </a:cubicBezTo>
                <a:close/>
                <a:moveTo>
                  <a:pt x="4420774" y="1859857"/>
                </a:moveTo>
                <a:cubicBezTo>
                  <a:pt x="4420774" y="1858581"/>
                  <a:pt x="4420342" y="1857686"/>
                  <a:pt x="4419879" y="1856581"/>
                </a:cubicBezTo>
                <a:lnTo>
                  <a:pt x="4416399" y="1853952"/>
                </a:lnTo>
                <a:cubicBezTo>
                  <a:pt x="4416399" y="1855489"/>
                  <a:pt x="4415504" y="1856181"/>
                  <a:pt x="4415504" y="1857686"/>
                </a:cubicBezTo>
                <a:cubicBezTo>
                  <a:pt x="4415504" y="1859216"/>
                  <a:pt x="4417053" y="1859667"/>
                  <a:pt x="4417282" y="1860994"/>
                </a:cubicBezTo>
                <a:cubicBezTo>
                  <a:pt x="4417479" y="1862074"/>
                  <a:pt x="4417707" y="1863369"/>
                  <a:pt x="4418152" y="1864461"/>
                </a:cubicBezTo>
                <a:cubicBezTo>
                  <a:pt x="4418571" y="1865579"/>
                  <a:pt x="4418152" y="1867319"/>
                  <a:pt x="4419009" y="1867992"/>
                </a:cubicBezTo>
                <a:cubicBezTo>
                  <a:pt x="4420774" y="1869503"/>
                  <a:pt x="4423403" y="1868608"/>
                  <a:pt x="4426026" y="1868874"/>
                </a:cubicBezTo>
                <a:lnTo>
                  <a:pt x="4426902" y="1865350"/>
                </a:lnTo>
                <a:cubicBezTo>
                  <a:pt x="4424495" y="1863610"/>
                  <a:pt x="4420774" y="1862931"/>
                  <a:pt x="4420774" y="1859857"/>
                </a:cubicBezTo>
                <a:close/>
                <a:moveTo>
                  <a:pt x="4433893" y="1882844"/>
                </a:moveTo>
                <a:cubicBezTo>
                  <a:pt x="4435640" y="1886369"/>
                  <a:pt x="4437189" y="1888362"/>
                  <a:pt x="4440040" y="1890750"/>
                </a:cubicBezTo>
                <a:cubicBezTo>
                  <a:pt x="4441545" y="1892026"/>
                  <a:pt x="4442650" y="1892928"/>
                  <a:pt x="4444415" y="1894243"/>
                </a:cubicBezTo>
                <a:cubicBezTo>
                  <a:pt x="4445704" y="1895087"/>
                  <a:pt x="4447051" y="1895563"/>
                  <a:pt x="4447908" y="1896891"/>
                </a:cubicBezTo>
                <a:cubicBezTo>
                  <a:pt x="4449197" y="1898643"/>
                  <a:pt x="4449667" y="1900161"/>
                  <a:pt x="4450530" y="1902142"/>
                </a:cubicBezTo>
                <a:cubicBezTo>
                  <a:pt x="4450530" y="1901678"/>
                  <a:pt x="4451413" y="1901037"/>
                  <a:pt x="4451413" y="1900396"/>
                </a:cubicBezTo>
                <a:lnTo>
                  <a:pt x="4451413" y="1897075"/>
                </a:lnTo>
                <a:cubicBezTo>
                  <a:pt x="4451413" y="1894243"/>
                  <a:pt x="4450988" y="1892026"/>
                  <a:pt x="4449667" y="1889867"/>
                </a:cubicBezTo>
                <a:cubicBezTo>
                  <a:pt x="4448771" y="1888547"/>
                  <a:pt x="4447051" y="1888362"/>
                  <a:pt x="4446149" y="1887264"/>
                </a:cubicBezTo>
                <a:cubicBezTo>
                  <a:pt x="4443964" y="1884838"/>
                  <a:pt x="4442879" y="1882006"/>
                  <a:pt x="4440040" y="1880234"/>
                </a:cubicBezTo>
                <a:cubicBezTo>
                  <a:pt x="4438910" y="1879561"/>
                  <a:pt x="4437614" y="1879784"/>
                  <a:pt x="4436522" y="1879358"/>
                </a:cubicBezTo>
                <a:cubicBezTo>
                  <a:pt x="4436084" y="1880666"/>
                  <a:pt x="4434998" y="1881301"/>
                  <a:pt x="4434763" y="1882844"/>
                </a:cubicBezTo>
                <a:cubicBezTo>
                  <a:pt x="4434560" y="1884165"/>
                  <a:pt x="4434998" y="1885048"/>
                  <a:pt x="4434763" y="1886369"/>
                </a:cubicBezTo>
                <a:close/>
                <a:moveTo>
                  <a:pt x="4461935" y="1921376"/>
                </a:moveTo>
                <a:cubicBezTo>
                  <a:pt x="4462132" y="1924018"/>
                  <a:pt x="4461275" y="1925961"/>
                  <a:pt x="4461935" y="1928361"/>
                </a:cubicBezTo>
                <a:cubicBezTo>
                  <a:pt x="4462576" y="1931219"/>
                  <a:pt x="4464761" y="1932997"/>
                  <a:pt x="4466304" y="1935403"/>
                </a:cubicBezTo>
                <a:cubicBezTo>
                  <a:pt x="4468069" y="1938235"/>
                  <a:pt x="4469377" y="1939759"/>
                  <a:pt x="4471523" y="1942388"/>
                </a:cubicBezTo>
                <a:cubicBezTo>
                  <a:pt x="4473733" y="1944998"/>
                  <a:pt x="4475257" y="1947030"/>
                  <a:pt x="4477683" y="1949392"/>
                </a:cubicBezTo>
                <a:cubicBezTo>
                  <a:pt x="4478775" y="1950497"/>
                  <a:pt x="4479004" y="1952047"/>
                  <a:pt x="4480312" y="1952917"/>
                </a:cubicBezTo>
                <a:cubicBezTo>
                  <a:pt x="4481195" y="1953342"/>
                  <a:pt x="4482928" y="1952917"/>
                  <a:pt x="4483804" y="1953774"/>
                </a:cubicBezTo>
                <a:cubicBezTo>
                  <a:pt x="4484922" y="1954898"/>
                  <a:pt x="4485538" y="1955952"/>
                  <a:pt x="4486440" y="1957266"/>
                </a:cubicBezTo>
                <a:cubicBezTo>
                  <a:pt x="4486890" y="1958136"/>
                  <a:pt x="4486643" y="1959908"/>
                  <a:pt x="4487310" y="1960797"/>
                </a:cubicBezTo>
                <a:cubicBezTo>
                  <a:pt x="4488180" y="1962073"/>
                  <a:pt x="4489068" y="1963185"/>
                  <a:pt x="4489938" y="1964302"/>
                </a:cubicBezTo>
                <a:cubicBezTo>
                  <a:pt x="4490580" y="1965153"/>
                  <a:pt x="4492351" y="1964054"/>
                  <a:pt x="4493431" y="1964302"/>
                </a:cubicBezTo>
                <a:lnTo>
                  <a:pt x="4493431" y="1950294"/>
                </a:lnTo>
                <a:cubicBezTo>
                  <a:pt x="4492136" y="1949621"/>
                  <a:pt x="4491005" y="1949176"/>
                  <a:pt x="4489938" y="1948535"/>
                </a:cubicBezTo>
                <a:cubicBezTo>
                  <a:pt x="4488421" y="1947443"/>
                  <a:pt x="4488180" y="1945449"/>
                  <a:pt x="4486440" y="1944998"/>
                </a:cubicBezTo>
                <a:cubicBezTo>
                  <a:pt x="4485341" y="1944808"/>
                  <a:pt x="4484033" y="1944382"/>
                  <a:pt x="4482928" y="1944141"/>
                </a:cubicBezTo>
                <a:cubicBezTo>
                  <a:pt x="4481404" y="1943677"/>
                  <a:pt x="4480096" y="1944382"/>
                  <a:pt x="4478540" y="1944141"/>
                </a:cubicBezTo>
                <a:cubicBezTo>
                  <a:pt x="4476807" y="1943677"/>
                  <a:pt x="4475924" y="1942166"/>
                  <a:pt x="4475041" y="1940661"/>
                </a:cubicBezTo>
                <a:cubicBezTo>
                  <a:pt x="4474178" y="1939340"/>
                  <a:pt x="4472870" y="1938667"/>
                  <a:pt x="4472438" y="1937169"/>
                </a:cubicBezTo>
                <a:cubicBezTo>
                  <a:pt x="4472216" y="1936070"/>
                  <a:pt x="4471809" y="1934711"/>
                  <a:pt x="4471523" y="1933651"/>
                </a:cubicBezTo>
                <a:cubicBezTo>
                  <a:pt x="4471104" y="1931219"/>
                  <a:pt x="4471523" y="1929250"/>
                  <a:pt x="4471523" y="1926647"/>
                </a:cubicBezTo>
                <a:cubicBezTo>
                  <a:pt x="4471523" y="1924018"/>
                  <a:pt x="4471974" y="1921617"/>
                  <a:pt x="4470654" y="1919624"/>
                </a:cubicBezTo>
                <a:cubicBezTo>
                  <a:pt x="4468926" y="1917230"/>
                  <a:pt x="4466304" y="1917230"/>
                  <a:pt x="4463681" y="1916125"/>
                </a:cubicBezTo>
                <a:lnTo>
                  <a:pt x="4461935" y="1919624"/>
                </a:lnTo>
                <a:cubicBezTo>
                  <a:pt x="4462341" y="1920938"/>
                  <a:pt x="4461935" y="1919858"/>
                  <a:pt x="4461935" y="1921376"/>
                </a:cubicBezTo>
                <a:close/>
                <a:moveTo>
                  <a:pt x="4646676" y="1869732"/>
                </a:moveTo>
                <a:lnTo>
                  <a:pt x="4643183" y="1869732"/>
                </a:lnTo>
                <a:cubicBezTo>
                  <a:pt x="4641843" y="1869732"/>
                  <a:pt x="4640954" y="1870379"/>
                  <a:pt x="4639646" y="1870602"/>
                </a:cubicBezTo>
                <a:cubicBezTo>
                  <a:pt x="4639646" y="1876063"/>
                  <a:pt x="4640510" y="1880038"/>
                  <a:pt x="4637912" y="1884622"/>
                </a:cubicBezTo>
                <a:cubicBezTo>
                  <a:pt x="4637271" y="1885937"/>
                  <a:pt x="4635049" y="1885702"/>
                  <a:pt x="4634407" y="1887264"/>
                </a:cubicBezTo>
                <a:cubicBezTo>
                  <a:pt x="4633982" y="1888362"/>
                  <a:pt x="4633760" y="1889652"/>
                  <a:pt x="4633537" y="1890750"/>
                </a:cubicBezTo>
                <a:cubicBezTo>
                  <a:pt x="4632890" y="1893582"/>
                  <a:pt x="4633537" y="1895563"/>
                  <a:pt x="4633537" y="1898643"/>
                </a:cubicBezTo>
                <a:cubicBezTo>
                  <a:pt x="4633537" y="1901678"/>
                  <a:pt x="4632890" y="1903653"/>
                  <a:pt x="4633537" y="1906466"/>
                </a:cubicBezTo>
                <a:cubicBezTo>
                  <a:pt x="4633760" y="1907603"/>
                  <a:pt x="4633982" y="1909102"/>
                  <a:pt x="4634407" y="1909991"/>
                </a:cubicBezTo>
                <a:cubicBezTo>
                  <a:pt x="4635290" y="1911337"/>
                  <a:pt x="4636611" y="1911762"/>
                  <a:pt x="4637912" y="1912632"/>
                </a:cubicBezTo>
                <a:cubicBezTo>
                  <a:pt x="4640357" y="1914353"/>
                  <a:pt x="4642504" y="1914353"/>
                  <a:pt x="4644923" y="1916125"/>
                </a:cubicBezTo>
                <a:cubicBezTo>
                  <a:pt x="4646231" y="1917014"/>
                  <a:pt x="4646676" y="1918334"/>
                  <a:pt x="4647552" y="1919624"/>
                </a:cubicBezTo>
                <a:cubicBezTo>
                  <a:pt x="4648422" y="1920938"/>
                  <a:pt x="4650409" y="1920938"/>
                  <a:pt x="4651032" y="1922265"/>
                </a:cubicBezTo>
                <a:cubicBezTo>
                  <a:pt x="4651914" y="1923776"/>
                  <a:pt x="4650174" y="1925548"/>
                  <a:pt x="4650174" y="1927510"/>
                </a:cubicBezTo>
                <a:cubicBezTo>
                  <a:pt x="4650174" y="1928158"/>
                  <a:pt x="4651032" y="1928615"/>
                  <a:pt x="4651032" y="1929250"/>
                </a:cubicBezTo>
                <a:lnTo>
                  <a:pt x="4651032" y="1932762"/>
                </a:lnTo>
                <a:cubicBezTo>
                  <a:pt x="4651032" y="1934959"/>
                  <a:pt x="4649317" y="1935816"/>
                  <a:pt x="4649317" y="1938039"/>
                </a:cubicBezTo>
                <a:cubicBezTo>
                  <a:pt x="4649317" y="1940001"/>
                  <a:pt x="4649724" y="1941531"/>
                  <a:pt x="4650174" y="1943271"/>
                </a:cubicBezTo>
                <a:cubicBezTo>
                  <a:pt x="4650409" y="1944382"/>
                  <a:pt x="4650606" y="1945697"/>
                  <a:pt x="4651032" y="1946751"/>
                </a:cubicBezTo>
                <a:cubicBezTo>
                  <a:pt x="4651692" y="1948116"/>
                  <a:pt x="4652378" y="1949176"/>
                  <a:pt x="4653660" y="1950294"/>
                </a:cubicBezTo>
                <a:cubicBezTo>
                  <a:pt x="4654791" y="1951151"/>
                  <a:pt x="4655877" y="1951596"/>
                  <a:pt x="4657185" y="1952047"/>
                </a:cubicBezTo>
                <a:cubicBezTo>
                  <a:pt x="4659610" y="1952917"/>
                  <a:pt x="4661560" y="1952917"/>
                  <a:pt x="4664182" y="1952917"/>
                </a:cubicBezTo>
                <a:cubicBezTo>
                  <a:pt x="4667224" y="1952917"/>
                  <a:pt x="4669212" y="1952263"/>
                  <a:pt x="4672063" y="1952917"/>
                </a:cubicBezTo>
                <a:cubicBezTo>
                  <a:pt x="4673149" y="1953113"/>
                  <a:pt x="4674692" y="1953113"/>
                  <a:pt x="4675574" y="1953774"/>
                </a:cubicBezTo>
                <a:cubicBezTo>
                  <a:pt x="4676419" y="1954434"/>
                  <a:pt x="4675771" y="1956396"/>
                  <a:pt x="4676419" y="1957266"/>
                </a:cubicBezTo>
                <a:cubicBezTo>
                  <a:pt x="4678197" y="1959482"/>
                  <a:pt x="4679734" y="1961654"/>
                  <a:pt x="4682572" y="1962518"/>
                </a:cubicBezTo>
                <a:cubicBezTo>
                  <a:pt x="4684966" y="1963185"/>
                  <a:pt x="4686960" y="1962518"/>
                  <a:pt x="4689563" y="1962518"/>
                </a:cubicBezTo>
                <a:cubicBezTo>
                  <a:pt x="4692205" y="1962518"/>
                  <a:pt x="4693945" y="1962734"/>
                  <a:pt x="4696599" y="1962518"/>
                </a:cubicBezTo>
                <a:cubicBezTo>
                  <a:pt x="4700276" y="1962073"/>
                  <a:pt x="4701609" y="1958136"/>
                  <a:pt x="4705330" y="1958136"/>
                </a:cubicBezTo>
                <a:cubicBezTo>
                  <a:pt x="4707299" y="1958136"/>
                  <a:pt x="4709064" y="1958136"/>
                  <a:pt x="4710576" y="1959013"/>
                </a:cubicBezTo>
                <a:cubicBezTo>
                  <a:pt x="4712119" y="1959908"/>
                  <a:pt x="4712519" y="1960981"/>
                  <a:pt x="4714093" y="1961654"/>
                </a:cubicBezTo>
                <a:cubicBezTo>
                  <a:pt x="4715598" y="1962327"/>
                  <a:pt x="4714989" y="1965153"/>
                  <a:pt x="4716710" y="1965153"/>
                </a:cubicBezTo>
                <a:cubicBezTo>
                  <a:pt x="4718894" y="1965153"/>
                  <a:pt x="4719783" y="1962518"/>
                  <a:pt x="4721948" y="1962518"/>
                </a:cubicBezTo>
                <a:cubicBezTo>
                  <a:pt x="4725917" y="1962518"/>
                  <a:pt x="4728095" y="1965153"/>
                  <a:pt x="4730737" y="1967782"/>
                </a:cubicBezTo>
                <a:cubicBezTo>
                  <a:pt x="4732020" y="1969084"/>
                  <a:pt x="4732470" y="1970862"/>
                  <a:pt x="4734248" y="1971274"/>
                </a:cubicBezTo>
                <a:cubicBezTo>
                  <a:pt x="4735341" y="1971509"/>
                  <a:pt x="4736630" y="1971960"/>
                  <a:pt x="4737754" y="1972170"/>
                </a:cubicBezTo>
                <a:cubicBezTo>
                  <a:pt x="4739697" y="1972595"/>
                  <a:pt x="4740986" y="1972170"/>
                  <a:pt x="4743208" y="1972170"/>
                </a:cubicBezTo>
                <a:lnTo>
                  <a:pt x="4748256" y="1972170"/>
                </a:lnTo>
                <a:cubicBezTo>
                  <a:pt x="4748879" y="1972170"/>
                  <a:pt x="4749342" y="1971274"/>
                  <a:pt x="4749990" y="1971274"/>
                </a:cubicBezTo>
                <a:lnTo>
                  <a:pt x="4749990" y="1964302"/>
                </a:lnTo>
                <a:cubicBezTo>
                  <a:pt x="4750631" y="1963185"/>
                  <a:pt x="4749990" y="1961432"/>
                  <a:pt x="4750873" y="1960797"/>
                </a:cubicBezTo>
                <a:cubicBezTo>
                  <a:pt x="4751939" y="1960143"/>
                  <a:pt x="4753254" y="1959660"/>
                  <a:pt x="4754352" y="1959013"/>
                </a:cubicBezTo>
                <a:cubicBezTo>
                  <a:pt x="4755464" y="1958378"/>
                  <a:pt x="4756785" y="1958136"/>
                  <a:pt x="4757845" y="1957266"/>
                </a:cubicBezTo>
                <a:cubicBezTo>
                  <a:pt x="4759420" y="1956193"/>
                  <a:pt x="4760499" y="1954206"/>
                  <a:pt x="4760499" y="1952047"/>
                </a:cubicBezTo>
                <a:cubicBezTo>
                  <a:pt x="4760499" y="1950027"/>
                  <a:pt x="4760080" y="1948535"/>
                  <a:pt x="4759591" y="1946751"/>
                </a:cubicBezTo>
                <a:cubicBezTo>
                  <a:pt x="4759166" y="1945258"/>
                  <a:pt x="4757654" y="1944808"/>
                  <a:pt x="4756969" y="1943271"/>
                </a:cubicBezTo>
                <a:cubicBezTo>
                  <a:pt x="4756334" y="1941722"/>
                  <a:pt x="4755241" y="1940661"/>
                  <a:pt x="4755241" y="1938908"/>
                </a:cubicBezTo>
                <a:cubicBezTo>
                  <a:pt x="4755241" y="1937169"/>
                  <a:pt x="4757210" y="1936724"/>
                  <a:pt x="4757845" y="1935403"/>
                </a:cubicBezTo>
                <a:cubicBezTo>
                  <a:pt x="4758512" y="1934102"/>
                  <a:pt x="4760499" y="1933860"/>
                  <a:pt x="4761382" y="1932762"/>
                </a:cubicBezTo>
                <a:cubicBezTo>
                  <a:pt x="4762233" y="1931701"/>
                  <a:pt x="4762474" y="1930374"/>
                  <a:pt x="4763115" y="1929250"/>
                </a:cubicBezTo>
                <a:cubicBezTo>
                  <a:pt x="4764017" y="1927726"/>
                  <a:pt x="4765313" y="1926647"/>
                  <a:pt x="4765738" y="1924881"/>
                </a:cubicBezTo>
                <a:cubicBezTo>
                  <a:pt x="4767072" y="1921186"/>
                  <a:pt x="4767516" y="1918334"/>
                  <a:pt x="4768380" y="1914353"/>
                </a:cubicBezTo>
                <a:lnTo>
                  <a:pt x="4778870" y="1914353"/>
                </a:lnTo>
                <a:lnTo>
                  <a:pt x="4778870" y="1895995"/>
                </a:lnTo>
                <a:cubicBezTo>
                  <a:pt x="4783264" y="1895995"/>
                  <a:pt x="4785893" y="1896186"/>
                  <a:pt x="4790274" y="1895995"/>
                </a:cubicBezTo>
                <a:cubicBezTo>
                  <a:pt x="4792008" y="1895995"/>
                  <a:pt x="4793113" y="1895563"/>
                  <a:pt x="4794650" y="1895087"/>
                </a:cubicBezTo>
                <a:cubicBezTo>
                  <a:pt x="4796396" y="1894693"/>
                  <a:pt x="4797063" y="1893144"/>
                  <a:pt x="4798129" y="1891614"/>
                </a:cubicBezTo>
                <a:cubicBezTo>
                  <a:pt x="4798809" y="1890502"/>
                  <a:pt x="4799247" y="1889436"/>
                  <a:pt x="4799888" y="1888115"/>
                </a:cubicBezTo>
                <a:cubicBezTo>
                  <a:pt x="4798574" y="1887264"/>
                  <a:pt x="4798809" y="1884838"/>
                  <a:pt x="4797253" y="1884622"/>
                </a:cubicBezTo>
                <a:cubicBezTo>
                  <a:pt x="4795729" y="1884406"/>
                  <a:pt x="4794434" y="1884838"/>
                  <a:pt x="4792891" y="1884622"/>
                </a:cubicBezTo>
                <a:cubicBezTo>
                  <a:pt x="4791779" y="1884406"/>
                  <a:pt x="4790700" y="1884622"/>
                  <a:pt x="4789392" y="1884622"/>
                </a:cubicBezTo>
                <a:cubicBezTo>
                  <a:pt x="4786769" y="1884622"/>
                  <a:pt x="4785010" y="1883943"/>
                  <a:pt x="4782369" y="1883752"/>
                </a:cubicBezTo>
                <a:cubicBezTo>
                  <a:pt x="4781696" y="1881765"/>
                  <a:pt x="4780622" y="1880666"/>
                  <a:pt x="4780622" y="1878444"/>
                </a:cubicBezTo>
                <a:cubicBezTo>
                  <a:pt x="4780622" y="1876977"/>
                  <a:pt x="4782369" y="1876488"/>
                  <a:pt x="4782369" y="1874964"/>
                </a:cubicBezTo>
                <a:lnTo>
                  <a:pt x="4782369" y="1869732"/>
                </a:lnTo>
                <a:cubicBezTo>
                  <a:pt x="4782369" y="1867750"/>
                  <a:pt x="4782832" y="1866220"/>
                  <a:pt x="4782369" y="1864461"/>
                </a:cubicBezTo>
                <a:cubicBezTo>
                  <a:pt x="4782153" y="1863147"/>
                  <a:pt x="4781086" y="1862258"/>
                  <a:pt x="4780622" y="1860994"/>
                </a:cubicBezTo>
                <a:cubicBezTo>
                  <a:pt x="4779765" y="1858359"/>
                  <a:pt x="4778006" y="1857038"/>
                  <a:pt x="4778006" y="1854212"/>
                </a:cubicBezTo>
                <a:lnTo>
                  <a:pt x="4778006" y="1835994"/>
                </a:lnTo>
                <a:cubicBezTo>
                  <a:pt x="4781696" y="1836242"/>
                  <a:pt x="4783931" y="1836693"/>
                  <a:pt x="4787620" y="1836451"/>
                </a:cubicBezTo>
                <a:cubicBezTo>
                  <a:pt x="4788941" y="1836451"/>
                  <a:pt x="4789855" y="1835994"/>
                  <a:pt x="4791157" y="1835994"/>
                </a:cubicBezTo>
                <a:cubicBezTo>
                  <a:pt x="4791157" y="1834495"/>
                  <a:pt x="4790890" y="1833391"/>
                  <a:pt x="4791157" y="1832089"/>
                </a:cubicBezTo>
                <a:cubicBezTo>
                  <a:pt x="4791157" y="1831003"/>
                  <a:pt x="4790700" y="1829669"/>
                  <a:pt x="4791157" y="1828603"/>
                </a:cubicBezTo>
                <a:cubicBezTo>
                  <a:pt x="4791779" y="1827060"/>
                  <a:pt x="4792478" y="1826183"/>
                  <a:pt x="4793754" y="1825066"/>
                </a:cubicBezTo>
                <a:cubicBezTo>
                  <a:pt x="4794650" y="1824399"/>
                  <a:pt x="4796161" y="1825497"/>
                  <a:pt x="4797253" y="1825066"/>
                </a:cubicBezTo>
                <a:cubicBezTo>
                  <a:pt x="4798809" y="1824399"/>
                  <a:pt x="4799247" y="1822221"/>
                  <a:pt x="4800790" y="1821548"/>
                </a:cubicBezTo>
                <a:cubicBezTo>
                  <a:pt x="4803165" y="1820278"/>
                  <a:pt x="4805146" y="1819821"/>
                  <a:pt x="4807769" y="1818938"/>
                </a:cubicBezTo>
                <a:cubicBezTo>
                  <a:pt x="4806911" y="1816296"/>
                  <a:pt x="4807115" y="1813699"/>
                  <a:pt x="4805146" y="1811908"/>
                </a:cubicBezTo>
                <a:cubicBezTo>
                  <a:pt x="4803406" y="1810416"/>
                  <a:pt x="4800790" y="1810416"/>
                  <a:pt x="4798129" y="1810194"/>
                </a:cubicBezTo>
                <a:cubicBezTo>
                  <a:pt x="4795513" y="1809972"/>
                  <a:pt x="4793754" y="1810416"/>
                  <a:pt x="4791157" y="1810194"/>
                </a:cubicBezTo>
                <a:cubicBezTo>
                  <a:pt x="4789392" y="1810194"/>
                  <a:pt x="4788274" y="1810600"/>
                  <a:pt x="4786769" y="1810194"/>
                </a:cubicBezTo>
                <a:cubicBezTo>
                  <a:pt x="4785220" y="1809756"/>
                  <a:pt x="4784553" y="1808435"/>
                  <a:pt x="4783264" y="1807578"/>
                </a:cubicBezTo>
                <a:cubicBezTo>
                  <a:pt x="4782153" y="1806898"/>
                  <a:pt x="4780419" y="1806898"/>
                  <a:pt x="4779765" y="1805832"/>
                </a:cubicBezTo>
                <a:cubicBezTo>
                  <a:pt x="4779073" y="1804708"/>
                  <a:pt x="4779981" y="1803406"/>
                  <a:pt x="4779765" y="1802320"/>
                </a:cubicBezTo>
                <a:cubicBezTo>
                  <a:pt x="4779543" y="1801234"/>
                  <a:pt x="4780178" y="1799920"/>
                  <a:pt x="4779765" y="1798815"/>
                </a:cubicBezTo>
                <a:cubicBezTo>
                  <a:pt x="4779073" y="1797272"/>
                  <a:pt x="4776908" y="1797494"/>
                  <a:pt x="4776235" y="1796192"/>
                </a:cubicBezTo>
                <a:cubicBezTo>
                  <a:pt x="4774717" y="1793760"/>
                  <a:pt x="4774926" y="1790934"/>
                  <a:pt x="4772736" y="1789182"/>
                </a:cubicBezTo>
                <a:cubicBezTo>
                  <a:pt x="4771859" y="1788534"/>
                  <a:pt x="4770335" y="1788718"/>
                  <a:pt x="4769250" y="1788293"/>
                </a:cubicBezTo>
                <a:cubicBezTo>
                  <a:pt x="4768170" y="1787880"/>
                  <a:pt x="4766837" y="1787620"/>
                  <a:pt x="4765738" y="1787397"/>
                </a:cubicBezTo>
                <a:cubicBezTo>
                  <a:pt x="4765313" y="1788534"/>
                  <a:pt x="4765541" y="1789849"/>
                  <a:pt x="4764874" y="1790934"/>
                </a:cubicBezTo>
                <a:cubicBezTo>
                  <a:pt x="4764017" y="1792465"/>
                  <a:pt x="4762684" y="1793341"/>
                  <a:pt x="4761382" y="1794452"/>
                </a:cubicBezTo>
                <a:cubicBezTo>
                  <a:pt x="4760283" y="1795316"/>
                  <a:pt x="4760283" y="1797272"/>
                  <a:pt x="4758740" y="1797951"/>
                </a:cubicBezTo>
                <a:cubicBezTo>
                  <a:pt x="4756550" y="1798815"/>
                  <a:pt x="4754149" y="1798815"/>
                  <a:pt x="4751724" y="1799678"/>
                </a:cubicBezTo>
                <a:cubicBezTo>
                  <a:pt x="4749990" y="1800339"/>
                  <a:pt x="4749526" y="1801882"/>
                  <a:pt x="4748256" y="1803171"/>
                </a:cubicBezTo>
                <a:cubicBezTo>
                  <a:pt x="4746923" y="1804517"/>
                  <a:pt x="4745615" y="1805152"/>
                  <a:pt x="4744751" y="1806689"/>
                </a:cubicBezTo>
                <a:cubicBezTo>
                  <a:pt x="4743843" y="1807984"/>
                  <a:pt x="4742783" y="1808651"/>
                  <a:pt x="4742122" y="1810194"/>
                </a:cubicBezTo>
                <a:cubicBezTo>
                  <a:pt x="4741672" y="1811286"/>
                  <a:pt x="4741672" y="1812582"/>
                  <a:pt x="4741214" y="1813699"/>
                </a:cubicBezTo>
                <a:cubicBezTo>
                  <a:pt x="4740802" y="1814988"/>
                  <a:pt x="4740128" y="1815884"/>
                  <a:pt x="4739481" y="1817204"/>
                </a:cubicBezTo>
                <a:cubicBezTo>
                  <a:pt x="4738827" y="1818716"/>
                  <a:pt x="4737055" y="1819389"/>
                  <a:pt x="4735976" y="1820710"/>
                </a:cubicBezTo>
                <a:cubicBezTo>
                  <a:pt x="4734877" y="1822011"/>
                  <a:pt x="4734248" y="1823110"/>
                  <a:pt x="4733340" y="1824177"/>
                </a:cubicBezTo>
                <a:cubicBezTo>
                  <a:pt x="4732470" y="1825294"/>
                  <a:pt x="4732242" y="1827060"/>
                  <a:pt x="4730737" y="1827688"/>
                </a:cubicBezTo>
                <a:cubicBezTo>
                  <a:pt x="4729403" y="1828380"/>
                  <a:pt x="4728521" y="1829003"/>
                  <a:pt x="4727213" y="1829447"/>
                </a:cubicBezTo>
                <a:cubicBezTo>
                  <a:pt x="4723282" y="1831003"/>
                  <a:pt x="4719783" y="1829873"/>
                  <a:pt x="4715852" y="1831219"/>
                </a:cubicBezTo>
                <a:cubicBezTo>
                  <a:pt x="4714093" y="1831854"/>
                  <a:pt x="4713655" y="1833600"/>
                  <a:pt x="4712366" y="1834680"/>
                </a:cubicBezTo>
                <a:cubicBezTo>
                  <a:pt x="4711001" y="1835816"/>
                  <a:pt x="4709934" y="1835994"/>
                  <a:pt x="4708829" y="1837308"/>
                </a:cubicBezTo>
                <a:cubicBezTo>
                  <a:pt x="4707743" y="1838629"/>
                  <a:pt x="4707058" y="1840198"/>
                  <a:pt x="4706200" y="1841709"/>
                </a:cubicBezTo>
                <a:cubicBezTo>
                  <a:pt x="4705572" y="1842782"/>
                  <a:pt x="4706200" y="1844522"/>
                  <a:pt x="4705330" y="1845259"/>
                </a:cubicBezTo>
                <a:cubicBezTo>
                  <a:pt x="4704226" y="1846097"/>
                  <a:pt x="4702937" y="1846097"/>
                  <a:pt x="4701825" y="1846980"/>
                </a:cubicBezTo>
                <a:cubicBezTo>
                  <a:pt x="4700517" y="1848059"/>
                  <a:pt x="4699628" y="1848726"/>
                  <a:pt x="4698326" y="1849589"/>
                </a:cubicBezTo>
                <a:cubicBezTo>
                  <a:pt x="4697018" y="1850485"/>
                  <a:pt x="4695907" y="1851145"/>
                  <a:pt x="4694840" y="1852212"/>
                </a:cubicBezTo>
                <a:cubicBezTo>
                  <a:pt x="4693723" y="1853330"/>
                  <a:pt x="4693539" y="1854638"/>
                  <a:pt x="4692205" y="1855717"/>
                </a:cubicBezTo>
                <a:cubicBezTo>
                  <a:pt x="4690891" y="1856803"/>
                  <a:pt x="4689354" y="1857228"/>
                  <a:pt x="4687798" y="1857463"/>
                </a:cubicBezTo>
                <a:cubicBezTo>
                  <a:pt x="4686706" y="1857686"/>
                  <a:pt x="4685423" y="1858359"/>
                  <a:pt x="4684306" y="1858359"/>
                </a:cubicBezTo>
                <a:cubicBezTo>
                  <a:pt x="4681924" y="1858581"/>
                  <a:pt x="4679930" y="1858359"/>
                  <a:pt x="4677308" y="1858359"/>
                </a:cubicBezTo>
                <a:lnTo>
                  <a:pt x="4677308" y="1876717"/>
                </a:lnTo>
                <a:cubicBezTo>
                  <a:pt x="4674876" y="1876488"/>
                  <a:pt x="4673568" y="1875656"/>
                  <a:pt x="4671193" y="1875853"/>
                </a:cubicBezTo>
                <a:cubicBezTo>
                  <a:pt x="4669637" y="1876063"/>
                  <a:pt x="4669212" y="1877593"/>
                  <a:pt x="4667688" y="1877593"/>
                </a:cubicBezTo>
                <a:cubicBezTo>
                  <a:pt x="4665700" y="1877809"/>
                  <a:pt x="4664608" y="1877593"/>
                  <a:pt x="4662646" y="1877593"/>
                </a:cubicBezTo>
                <a:cubicBezTo>
                  <a:pt x="4660449" y="1877593"/>
                  <a:pt x="4659376" y="1877809"/>
                  <a:pt x="4657185" y="1877593"/>
                </a:cubicBezTo>
                <a:cubicBezTo>
                  <a:pt x="4653660" y="1877142"/>
                  <a:pt x="4652124" y="1874119"/>
                  <a:pt x="4650174" y="1871491"/>
                </a:cubicBezTo>
                <a:close/>
                <a:moveTo>
                  <a:pt x="4522330" y="1988826"/>
                </a:moveTo>
                <a:cubicBezTo>
                  <a:pt x="4521688" y="1990331"/>
                  <a:pt x="4520158" y="1990763"/>
                  <a:pt x="4519701" y="1992331"/>
                </a:cubicBezTo>
                <a:cubicBezTo>
                  <a:pt x="4519485" y="1993404"/>
                  <a:pt x="4519930" y="1994719"/>
                  <a:pt x="4519701" y="1995792"/>
                </a:cubicBezTo>
                <a:lnTo>
                  <a:pt x="4523193" y="1998433"/>
                </a:lnTo>
                <a:lnTo>
                  <a:pt x="4523193" y="1994915"/>
                </a:lnTo>
                <a:cubicBezTo>
                  <a:pt x="4523193" y="1993849"/>
                  <a:pt x="4522330" y="1993404"/>
                  <a:pt x="4522330" y="1992331"/>
                </a:cubicBezTo>
                <a:close/>
                <a:moveTo>
                  <a:pt x="4575733" y="2014181"/>
                </a:moveTo>
                <a:lnTo>
                  <a:pt x="4575733" y="2018569"/>
                </a:lnTo>
                <a:lnTo>
                  <a:pt x="4586255" y="2018569"/>
                </a:lnTo>
                <a:lnTo>
                  <a:pt x="4586255" y="2026443"/>
                </a:lnTo>
                <a:cubicBezTo>
                  <a:pt x="4588852" y="2026443"/>
                  <a:pt x="4590630" y="2026234"/>
                  <a:pt x="4593253" y="2026443"/>
                </a:cubicBezTo>
                <a:cubicBezTo>
                  <a:pt x="4594593" y="2026443"/>
                  <a:pt x="4595685" y="2026050"/>
                  <a:pt x="4596758" y="2026443"/>
                </a:cubicBezTo>
                <a:lnTo>
                  <a:pt x="4600270" y="2028196"/>
                </a:lnTo>
                <a:cubicBezTo>
                  <a:pt x="4601775" y="2028863"/>
                  <a:pt x="4601775" y="2030628"/>
                  <a:pt x="4602867" y="2031752"/>
                </a:cubicBezTo>
                <a:cubicBezTo>
                  <a:pt x="4604213" y="2033054"/>
                  <a:pt x="4604645" y="2034362"/>
                  <a:pt x="4606378" y="2035213"/>
                </a:cubicBezTo>
                <a:cubicBezTo>
                  <a:pt x="4608163" y="2036076"/>
                  <a:pt x="4609661" y="2036076"/>
                  <a:pt x="4611674" y="2036076"/>
                </a:cubicBezTo>
                <a:cubicBezTo>
                  <a:pt x="4615364" y="2036076"/>
                  <a:pt x="4616900" y="2033479"/>
                  <a:pt x="4620418" y="2032584"/>
                </a:cubicBezTo>
                <a:cubicBezTo>
                  <a:pt x="4621485" y="2032368"/>
                  <a:pt x="4622596" y="2032584"/>
                  <a:pt x="4623898" y="2032584"/>
                </a:cubicBezTo>
                <a:cubicBezTo>
                  <a:pt x="4626540" y="2032368"/>
                  <a:pt x="4628286" y="2032584"/>
                  <a:pt x="4630921" y="2032584"/>
                </a:cubicBezTo>
                <a:cubicBezTo>
                  <a:pt x="4633760" y="2032368"/>
                  <a:pt x="4635500" y="2031752"/>
                  <a:pt x="4638338" y="2031752"/>
                </a:cubicBezTo>
                <a:cubicBezTo>
                  <a:pt x="4641208" y="2031752"/>
                  <a:pt x="4643380" y="2031282"/>
                  <a:pt x="4645793" y="2032584"/>
                </a:cubicBezTo>
                <a:cubicBezTo>
                  <a:pt x="4647101" y="2033225"/>
                  <a:pt x="4646434" y="2035441"/>
                  <a:pt x="4647552" y="2036076"/>
                </a:cubicBezTo>
                <a:cubicBezTo>
                  <a:pt x="4648631" y="2036730"/>
                  <a:pt x="4649527" y="2038051"/>
                  <a:pt x="4651032" y="2038051"/>
                </a:cubicBezTo>
                <a:cubicBezTo>
                  <a:pt x="4652378" y="2038051"/>
                  <a:pt x="4653235" y="2038711"/>
                  <a:pt x="4654543" y="2038711"/>
                </a:cubicBezTo>
                <a:cubicBezTo>
                  <a:pt x="4657382" y="2038711"/>
                  <a:pt x="4658944" y="2037829"/>
                  <a:pt x="4661757" y="2037829"/>
                </a:cubicBezTo>
                <a:cubicBezTo>
                  <a:pt x="4665033" y="2037829"/>
                  <a:pt x="4667224" y="2038051"/>
                  <a:pt x="4670298" y="2038711"/>
                </a:cubicBezTo>
                <a:cubicBezTo>
                  <a:pt x="4673568" y="2039581"/>
                  <a:pt x="4674273" y="2042439"/>
                  <a:pt x="4677308" y="2043988"/>
                </a:cubicBezTo>
                <a:cubicBezTo>
                  <a:pt x="4678864" y="2044585"/>
                  <a:pt x="4679295" y="2046395"/>
                  <a:pt x="4680813" y="2046592"/>
                </a:cubicBezTo>
                <a:cubicBezTo>
                  <a:pt x="4682331" y="2046820"/>
                  <a:pt x="4683664" y="2046395"/>
                  <a:pt x="4685169" y="2046592"/>
                </a:cubicBezTo>
                <a:cubicBezTo>
                  <a:pt x="4688033" y="2047011"/>
                  <a:pt x="4690027" y="2047252"/>
                  <a:pt x="4693075" y="2047462"/>
                </a:cubicBezTo>
                <a:cubicBezTo>
                  <a:pt x="4693297" y="2046166"/>
                  <a:pt x="4692865" y="2045258"/>
                  <a:pt x="4693075" y="2043988"/>
                </a:cubicBezTo>
                <a:cubicBezTo>
                  <a:pt x="4693297" y="2042439"/>
                  <a:pt x="4694377" y="2041778"/>
                  <a:pt x="4694840" y="2040458"/>
                </a:cubicBezTo>
                <a:cubicBezTo>
                  <a:pt x="4695907" y="2040674"/>
                  <a:pt x="4697241" y="2040242"/>
                  <a:pt x="4698326" y="2040458"/>
                </a:cubicBezTo>
                <a:cubicBezTo>
                  <a:pt x="4699857" y="2040934"/>
                  <a:pt x="4700276" y="2042871"/>
                  <a:pt x="4701825" y="2043080"/>
                </a:cubicBezTo>
                <a:cubicBezTo>
                  <a:pt x="4702937" y="2043322"/>
                  <a:pt x="4704016" y="2043080"/>
                  <a:pt x="4705330" y="2043080"/>
                </a:cubicBezTo>
                <a:lnTo>
                  <a:pt x="4708829" y="2043080"/>
                </a:lnTo>
                <a:cubicBezTo>
                  <a:pt x="4711001" y="2042871"/>
                  <a:pt x="4711915" y="2041321"/>
                  <a:pt x="4714093" y="2041321"/>
                </a:cubicBezTo>
                <a:cubicBezTo>
                  <a:pt x="4716500" y="2041321"/>
                  <a:pt x="4718227" y="2042242"/>
                  <a:pt x="4720215" y="2043080"/>
                </a:cubicBezTo>
                <a:cubicBezTo>
                  <a:pt x="4721307" y="2043525"/>
                  <a:pt x="4722602" y="2043322"/>
                  <a:pt x="4723714" y="2043988"/>
                </a:cubicBezTo>
                <a:cubicBezTo>
                  <a:pt x="4725035" y="2044585"/>
                  <a:pt x="4725035" y="2046592"/>
                  <a:pt x="4726336" y="2047462"/>
                </a:cubicBezTo>
                <a:cubicBezTo>
                  <a:pt x="4728762" y="2049214"/>
                  <a:pt x="4730508" y="2050961"/>
                  <a:pt x="4733340" y="2051843"/>
                </a:cubicBezTo>
                <a:cubicBezTo>
                  <a:pt x="4735976" y="2052732"/>
                  <a:pt x="4737938" y="2052732"/>
                  <a:pt x="4740802" y="2052732"/>
                </a:cubicBezTo>
                <a:lnTo>
                  <a:pt x="4744751" y="2052732"/>
                </a:lnTo>
                <a:cubicBezTo>
                  <a:pt x="4746282" y="2052732"/>
                  <a:pt x="4746923" y="2051177"/>
                  <a:pt x="4748256" y="2050961"/>
                </a:cubicBezTo>
                <a:cubicBezTo>
                  <a:pt x="4746923" y="2048332"/>
                  <a:pt x="4746040" y="2046395"/>
                  <a:pt x="4744751" y="2043988"/>
                </a:cubicBezTo>
                <a:cubicBezTo>
                  <a:pt x="4743843" y="2042439"/>
                  <a:pt x="4742980" y="2041105"/>
                  <a:pt x="4741214" y="2040458"/>
                </a:cubicBezTo>
                <a:cubicBezTo>
                  <a:pt x="4740128" y="2040007"/>
                  <a:pt x="4738827" y="2040934"/>
                  <a:pt x="4737754" y="2040458"/>
                </a:cubicBezTo>
                <a:cubicBezTo>
                  <a:pt x="4734642" y="2039150"/>
                  <a:pt x="4733340" y="2036730"/>
                  <a:pt x="4731600" y="2033879"/>
                </a:cubicBezTo>
                <a:lnTo>
                  <a:pt x="4704467" y="2033879"/>
                </a:lnTo>
                <a:cubicBezTo>
                  <a:pt x="4704664" y="2032368"/>
                  <a:pt x="4703800" y="2031282"/>
                  <a:pt x="4704467" y="2029974"/>
                </a:cubicBezTo>
                <a:cubicBezTo>
                  <a:pt x="4705108" y="2028621"/>
                  <a:pt x="4705108" y="2027313"/>
                  <a:pt x="4706200" y="2026443"/>
                </a:cubicBezTo>
                <a:cubicBezTo>
                  <a:pt x="4707058" y="2025783"/>
                  <a:pt x="4708620" y="2025783"/>
                  <a:pt x="4709693" y="2025561"/>
                </a:cubicBezTo>
                <a:cubicBezTo>
                  <a:pt x="4712119" y="2024913"/>
                  <a:pt x="4714290" y="2026050"/>
                  <a:pt x="4716710" y="2025561"/>
                </a:cubicBezTo>
                <a:cubicBezTo>
                  <a:pt x="4719561" y="2025122"/>
                  <a:pt x="4721098" y="2023611"/>
                  <a:pt x="4723714" y="2022062"/>
                </a:cubicBezTo>
                <a:cubicBezTo>
                  <a:pt x="4721098" y="2021636"/>
                  <a:pt x="4719123" y="2021636"/>
                  <a:pt x="4716710" y="2021185"/>
                </a:cubicBezTo>
                <a:cubicBezTo>
                  <a:pt x="4715383" y="2020982"/>
                  <a:pt x="4714519" y="2019674"/>
                  <a:pt x="4713230" y="2019452"/>
                </a:cubicBezTo>
                <a:cubicBezTo>
                  <a:pt x="4712119" y="2019236"/>
                  <a:pt x="4710798" y="2019674"/>
                  <a:pt x="4709693" y="2019452"/>
                </a:cubicBezTo>
                <a:cubicBezTo>
                  <a:pt x="4706880" y="2019026"/>
                  <a:pt x="4704892" y="2017699"/>
                  <a:pt x="4701825" y="2017699"/>
                </a:cubicBezTo>
                <a:cubicBezTo>
                  <a:pt x="4699209" y="2017699"/>
                  <a:pt x="4697469" y="2018569"/>
                  <a:pt x="4694840" y="2018569"/>
                </a:cubicBezTo>
                <a:cubicBezTo>
                  <a:pt x="4693075" y="2018569"/>
                  <a:pt x="4692205" y="2017699"/>
                  <a:pt x="4690433" y="2017699"/>
                </a:cubicBezTo>
                <a:cubicBezTo>
                  <a:pt x="4686280" y="2017490"/>
                  <a:pt x="4683861" y="2018163"/>
                  <a:pt x="4679930" y="2016823"/>
                </a:cubicBezTo>
                <a:cubicBezTo>
                  <a:pt x="4677079" y="2015947"/>
                  <a:pt x="4675771" y="2014181"/>
                  <a:pt x="4672952" y="2013305"/>
                </a:cubicBezTo>
                <a:cubicBezTo>
                  <a:pt x="4670088" y="2012461"/>
                  <a:pt x="4667910" y="2011997"/>
                  <a:pt x="4665033" y="2011559"/>
                </a:cubicBezTo>
                <a:close/>
                <a:moveTo>
                  <a:pt x="4765738" y="2043988"/>
                </a:moveTo>
                <a:cubicBezTo>
                  <a:pt x="4763331" y="2044179"/>
                  <a:pt x="4760499" y="2045074"/>
                  <a:pt x="4760499" y="2047462"/>
                </a:cubicBezTo>
                <a:cubicBezTo>
                  <a:pt x="4760499" y="2049214"/>
                  <a:pt x="4762233" y="2049652"/>
                  <a:pt x="4763115" y="2050961"/>
                </a:cubicBezTo>
                <a:cubicBezTo>
                  <a:pt x="4765541" y="2054256"/>
                  <a:pt x="4769472" y="2052732"/>
                  <a:pt x="4773606" y="2052732"/>
                </a:cubicBezTo>
                <a:cubicBezTo>
                  <a:pt x="4776235" y="2052732"/>
                  <a:pt x="4778209" y="2053380"/>
                  <a:pt x="4780622" y="2052732"/>
                </a:cubicBezTo>
                <a:cubicBezTo>
                  <a:pt x="4781943" y="2052281"/>
                  <a:pt x="4782832" y="2051627"/>
                  <a:pt x="4784128" y="2050961"/>
                </a:cubicBezTo>
                <a:cubicBezTo>
                  <a:pt x="4785652" y="2050338"/>
                  <a:pt x="4785220" y="2047913"/>
                  <a:pt x="4786769" y="2047462"/>
                </a:cubicBezTo>
                <a:cubicBezTo>
                  <a:pt x="4789582" y="2046592"/>
                  <a:pt x="4791583" y="2048128"/>
                  <a:pt x="4794650" y="2048332"/>
                </a:cubicBezTo>
                <a:cubicBezTo>
                  <a:pt x="4797717" y="2048541"/>
                  <a:pt x="4799450" y="2048332"/>
                  <a:pt x="4802517" y="2048332"/>
                </a:cubicBezTo>
                <a:cubicBezTo>
                  <a:pt x="4803863" y="2048332"/>
                  <a:pt x="4804727" y="2047462"/>
                  <a:pt x="4806035" y="2047462"/>
                </a:cubicBezTo>
                <a:cubicBezTo>
                  <a:pt x="4805807" y="2047011"/>
                  <a:pt x="4804276" y="2047913"/>
                  <a:pt x="4804276" y="2047462"/>
                </a:cubicBezTo>
                <a:cubicBezTo>
                  <a:pt x="4803863" y="2045931"/>
                  <a:pt x="4804473" y="2044852"/>
                  <a:pt x="4804276" y="2043080"/>
                </a:cubicBezTo>
                <a:cubicBezTo>
                  <a:pt x="4801647" y="2043080"/>
                  <a:pt x="4799666" y="2043525"/>
                  <a:pt x="4797253" y="2043080"/>
                </a:cubicBezTo>
                <a:cubicBezTo>
                  <a:pt x="4795958" y="2042871"/>
                  <a:pt x="4795316" y="2041569"/>
                  <a:pt x="4793754" y="2041321"/>
                </a:cubicBezTo>
                <a:cubicBezTo>
                  <a:pt x="4792478" y="2041105"/>
                  <a:pt x="4791354" y="2041569"/>
                  <a:pt x="4790274" y="2041321"/>
                </a:cubicBezTo>
                <a:cubicBezTo>
                  <a:pt x="4788071" y="2040934"/>
                  <a:pt x="4786979" y="2039581"/>
                  <a:pt x="4784553" y="2039581"/>
                </a:cubicBezTo>
                <a:cubicBezTo>
                  <a:pt x="4782369" y="2039581"/>
                  <a:pt x="4780851" y="2039823"/>
                  <a:pt x="4778870" y="2040458"/>
                </a:cubicBezTo>
                <a:cubicBezTo>
                  <a:pt x="4777568" y="2040934"/>
                  <a:pt x="4776685" y="2041778"/>
                  <a:pt x="4775377" y="2042242"/>
                </a:cubicBezTo>
                <a:cubicBezTo>
                  <a:pt x="4774298" y="2042648"/>
                  <a:pt x="4774057" y="2044852"/>
                  <a:pt x="4772736" y="2044852"/>
                </a:cubicBezTo>
                <a:cubicBezTo>
                  <a:pt x="4770126" y="2044852"/>
                  <a:pt x="4768380" y="2043525"/>
                  <a:pt x="4765738" y="2043988"/>
                </a:cubicBezTo>
                <a:close/>
                <a:moveTo>
                  <a:pt x="4809502" y="2058854"/>
                </a:moveTo>
                <a:cubicBezTo>
                  <a:pt x="4806676" y="2059705"/>
                  <a:pt x="4805146" y="2061057"/>
                  <a:pt x="4802517" y="2062346"/>
                </a:cubicBezTo>
                <a:cubicBezTo>
                  <a:pt x="4803165" y="2063451"/>
                  <a:pt x="4803406" y="2064772"/>
                  <a:pt x="4804276" y="2065864"/>
                </a:cubicBezTo>
                <a:cubicBezTo>
                  <a:pt x="4805356" y="2067166"/>
                  <a:pt x="4806911" y="2067166"/>
                  <a:pt x="4807769" y="2068512"/>
                </a:cubicBezTo>
                <a:cubicBezTo>
                  <a:pt x="4808423" y="2069579"/>
                  <a:pt x="4808639" y="2070912"/>
                  <a:pt x="4809502" y="2071992"/>
                </a:cubicBezTo>
                <a:cubicBezTo>
                  <a:pt x="4810385" y="2073078"/>
                  <a:pt x="4810836" y="2074849"/>
                  <a:pt x="4812125" y="2075497"/>
                </a:cubicBezTo>
                <a:cubicBezTo>
                  <a:pt x="4813458" y="2076170"/>
                  <a:pt x="4814982" y="2076170"/>
                  <a:pt x="4816532" y="2076361"/>
                </a:cubicBezTo>
                <a:cubicBezTo>
                  <a:pt x="4819383" y="2077015"/>
                  <a:pt x="4821116" y="2076361"/>
                  <a:pt x="4824215" y="2076361"/>
                </a:cubicBezTo>
                <a:cubicBezTo>
                  <a:pt x="4828330" y="2076361"/>
                  <a:pt x="4830718" y="2076170"/>
                  <a:pt x="4834889" y="2075910"/>
                </a:cubicBezTo>
                <a:lnTo>
                  <a:pt x="4834045" y="2071992"/>
                </a:lnTo>
                <a:cubicBezTo>
                  <a:pt x="4832946" y="2071731"/>
                  <a:pt x="4831638" y="2071325"/>
                  <a:pt x="4830546" y="2071122"/>
                </a:cubicBezTo>
                <a:cubicBezTo>
                  <a:pt x="4829003" y="2070658"/>
                  <a:pt x="4827263" y="2070430"/>
                  <a:pt x="4826146" y="2069344"/>
                </a:cubicBezTo>
                <a:cubicBezTo>
                  <a:pt x="4825307" y="2068512"/>
                  <a:pt x="4826146" y="2066296"/>
                  <a:pt x="4825307" y="2065864"/>
                </a:cubicBezTo>
                <a:cubicBezTo>
                  <a:pt x="4824387" y="2065401"/>
                  <a:pt x="4822907" y="2065674"/>
                  <a:pt x="4821770" y="2064975"/>
                </a:cubicBezTo>
                <a:cubicBezTo>
                  <a:pt x="4820691" y="2064340"/>
                  <a:pt x="4819383" y="2064550"/>
                  <a:pt x="4818278" y="2064080"/>
                </a:cubicBezTo>
                <a:cubicBezTo>
                  <a:pt x="4816729" y="2063451"/>
                  <a:pt x="4816957" y="2061705"/>
                  <a:pt x="4815649" y="2060613"/>
                </a:cubicBezTo>
                <a:cubicBezTo>
                  <a:pt x="4814347" y="2060835"/>
                  <a:pt x="4810607" y="2058619"/>
                  <a:pt x="4809502" y="2058854"/>
                </a:cubicBezTo>
                <a:close/>
                <a:moveTo>
                  <a:pt x="4815649" y="2047462"/>
                </a:moveTo>
                <a:cubicBezTo>
                  <a:pt x="4818062" y="2049881"/>
                  <a:pt x="4819154" y="2052281"/>
                  <a:pt x="4822666" y="2052732"/>
                </a:cubicBezTo>
                <a:cubicBezTo>
                  <a:pt x="4830133" y="2053602"/>
                  <a:pt x="4834045" y="2052732"/>
                  <a:pt x="4841487" y="2052732"/>
                </a:cubicBezTo>
                <a:lnTo>
                  <a:pt x="4844535" y="2052732"/>
                </a:lnTo>
                <a:cubicBezTo>
                  <a:pt x="4850657" y="2052732"/>
                  <a:pt x="4854187" y="2053164"/>
                  <a:pt x="4860309" y="2052732"/>
                </a:cubicBezTo>
                <a:cubicBezTo>
                  <a:pt x="4861629" y="2052732"/>
                  <a:pt x="4862499" y="2051843"/>
                  <a:pt x="4863801" y="2051843"/>
                </a:cubicBezTo>
                <a:cubicBezTo>
                  <a:pt x="4865122" y="2051843"/>
                  <a:pt x="4866214" y="2052065"/>
                  <a:pt x="4867313" y="2051843"/>
                </a:cubicBezTo>
                <a:cubicBezTo>
                  <a:pt x="4868430" y="2051627"/>
                  <a:pt x="4869713" y="2051177"/>
                  <a:pt x="4870805" y="2050961"/>
                </a:cubicBezTo>
                <a:cubicBezTo>
                  <a:pt x="4872139" y="2050751"/>
                  <a:pt x="4873015" y="2049881"/>
                  <a:pt x="4874310" y="2049214"/>
                </a:cubicBezTo>
                <a:cubicBezTo>
                  <a:pt x="4875860" y="2048541"/>
                  <a:pt x="4876057" y="2046166"/>
                  <a:pt x="4877816" y="2045741"/>
                </a:cubicBezTo>
                <a:cubicBezTo>
                  <a:pt x="4878914" y="2045506"/>
                  <a:pt x="4880216" y="2045741"/>
                  <a:pt x="4881340" y="2045741"/>
                </a:cubicBezTo>
                <a:cubicBezTo>
                  <a:pt x="4883715" y="2045506"/>
                  <a:pt x="4885683" y="2045931"/>
                  <a:pt x="4888325" y="2045741"/>
                </a:cubicBezTo>
                <a:cubicBezTo>
                  <a:pt x="4890058" y="2045741"/>
                  <a:pt x="4890941" y="2045931"/>
                  <a:pt x="4892700" y="2045741"/>
                </a:cubicBezTo>
                <a:cubicBezTo>
                  <a:pt x="4894472" y="2045506"/>
                  <a:pt x="4894668" y="2043734"/>
                  <a:pt x="4896218" y="2043080"/>
                </a:cubicBezTo>
                <a:lnTo>
                  <a:pt x="4894472" y="2039581"/>
                </a:lnTo>
                <a:cubicBezTo>
                  <a:pt x="4893360" y="2039823"/>
                  <a:pt x="4892059" y="2039359"/>
                  <a:pt x="4890941" y="2039581"/>
                </a:cubicBezTo>
                <a:cubicBezTo>
                  <a:pt x="4889417" y="2040007"/>
                  <a:pt x="4888991" y="2041963"/>
                  <a:pt x="4887461" y="2042242"/>
                </a:cubicBezTo>
                <a:cubicBezTo>
                  <a:pt x="4883289" y="2043080"/>
                  <a:pt x="4880457" y="2041778"/>
                  <a:pt x="4876057" y="2042242"/>
                </a:cubicBezTo>
                <a:cubicBezTo>
                  <a:pt x="4873447" y="2042439"/>
                  <a:pt x="4871472" y="2043734"/>
                  <a:pt x="4869053" y="2043988"/>
                </a:cubicBezTo>
                <a:lnTo>
                  <a:pt x="4865560" y="2043988"/>
                </a:lnTo>
                <a:cubicBezTo>
                  <a:pt x="4864233" y="2043988"/>
                  <a:pt x="4863376" y="2044852"/>
                  <a:pt x="4862074" y="2044852"/>
                </a:cubicBezTo>
                <a:cubicBezTo>
                  <a:pt x="4860740" y="2044852"/>
                  <a:pt x="4859864" y="2044585"/>
                  <a:pt x="4858562" y="2044852"/>
                </a:cubicBezTo>
                <a:cubicBezTo>
                  <a:pt x="4856397" y="2045074"/>
                  <a:pt x="4855495" y="2046592"/>
                  <a:pt x="4853324" y="2046592"/>
                </a:cubicBezTo>
                <a:cubicBezTo>
                  <a:pt x="4851349" y="2046592"/>
                  <a:pt x="4849787" y="2046395"/>
                  <a:pt x="4848053" y="2045741"/>
                </a:cubicBezTo>
                <a:cubicBezTo>
                  <a:pt x="4846104" y="2045074"/>
                  <a:pt x="4845627" y="2042871"/>
                  <a:pt x="4843665" y="2042242"/>
                </a:cubicBezTo>
                <a:cubicBezTo>
                  <a:pt x="4841265" y="2041569"/>
                  <a:pt x="4839296" y="2041569"/>
                  <a:pt x="4836687" y="2041321"/>
                </a:cubicBezTo>
                <a:cubicBezTo>
                  <a:pt x="4834718" y="2041105"/>
                  <a:pt x="4833385" y="2040458"/>
                  <a:pt x="4831429" y="2040458"/>
                </a:cubicBezTo>
                <a:cubicBezTo>
                  <a:pt x="4829454" y="2040458"/>
                  <a:pt x="4827924" y="2040934"/>
                  <a:pt x="4826146" y="2041321"/>
                </a:cubicBezTo>
                <a:cubicBezTo>
                  <a:pt x="4824641" y="2041569"/>
                  <a:pt x="4823307" y="2042439"/>
                  <a:pt x="4821770" y="2043080"/>
                </a:cubicBezTo>
                <a:cubicBezTo>
                  <a:pt x="4820031" y="2043734"/>
                  <a:pt x="4819154" y="2045741"/>
                  <a:pt x="4817154" y="2045741"/>
                </a:cubicBezTo>
                <a:lnTo>
                  <a:pt x="4813020" y="2045741"/>
                </a:lnTo>
                <a:close/>
                <a:moveTo>
                  <a:pt x="4870805" y="2083377"/>
                </a:moveTo>
                <a:cubicBezTo>
                  <a:pt x="4868208" y="2084431"/>
                  <a:pt x="4866443" y="2085555"/>
                  <a:pt x="4863801" y="2086883"/>
                </a:cubicBezTo>
                <a:cubicBezTo>
                  <a:pt x="4864468" y="2088857"/>
                  <a:pt x="4865122" y="2089918"/>
                  <a:pt x="4865560" y="2092121"/>
                </a:cubicBezTo>
                <a:lnTo>
                  <a:pt x="4876057" y="2092121"/>
                </a:lnTo>
                <a:lnTo>
                  <a:pt x="4876057" y="2085994"/>
                </a:lnTo>
                <a:lnTo>
                  <a:pt x="4874310" y="2082501"/>
                </a:lnTo>
                <a:cubicBezTo>
                  <a:pt x="4873218" y="2082685"/>
                  <a:pt x="4871910" y="2082933"/>
                  <a:pt x="4870805" y="2083377"/>
                </a:cubicBezTo>
                <a:close/>
                <a:moveTo>
                  <a:pt x="4877816" y="2068512"/>
                </a:moveTo>
                <a:cubicBezTo>
                  <a:pt x="4877816" y="2069795"/>
                  <a:pt x="4876939" y="2070658"/>
                  <a:pt x="4876939" y="2071992"/>
                </a:cubicBezTo>
                <a:cubicBezTo>
                  <a:pt x="4876939" y="2074849"/>
                  <a:pt x="4880457" y="2075497"/>
                  <a:pt x="4883086" y="2076361"/>
                </a:cubicBezTo>
                <a:cubicBezTo>
                  <a:pt x="4884178" y="2076596"/>
                  <a:pt x="4885270" y="2077250"/>
                  <a:pt x="4886579" y="2077250"/>
                </a:cubicBezTo>
                <a:cubicBezTo>
                  <a:pt x="4887912" y="2077250"/>
                  <a:pt x="4888750" y="2078101"/>
                  <a:pt x="4890058" y="2078101"/>
                </a:cubicBezTo>
                <a:cubicBezTo>
                  <a:pt x="4893138" y="2078101"/>
                  <a:pt x="4893564" y="2074373"/>
                  <a:pt x="4895367" y="2071992"/>
                </a:cubicBezTo>
                <a:cubicBezTo>
                  <a:pt x="4897310" y="2069344"/>
                  <a:pt x="4899710" y="2068023"/>
                  <a:pt x="4902339" y="2065864"/>
                </a:cubicBezTo>
                <a:cubicBezTo>
                  <a:pt x="4904105" y="2064340"/>
                  <a:pt x="4904739" y="2062346"/>
                  <a:pt x="4906702" y="2061451"/>
                </a:cubicBezTo>
                <a:cubicBezTo>
                  <a:pt x="4907813" y="2061057"/>
                  <a:pt x="4909102" y="2060613"/>
                  <a:pt x="4910239" y="2060613"/>
                </a:cubicBezTo>
                <a:cubicBezTo>
                  <a:pt x="4912658" y="2060162"/>
                  <a:pt x="4914804" y="2060162"/>
                  <a:pt x="4917205" y="2059705"/>
                </a:cubicBezTo>
                <a:cubicBezTo>
                  <a:pt x="4920500" y="2059082"/>
                  <a:pt x="4921180" y="2055101"/>
                  <a:pt x="4924240" y="2053602"/>
                </a:cubicBezTo>
                <a:cubicBezTo>
                  <a:pt x="4926412" y="2052485"/>
                  <a:pt x="4928622" y="2052065"/>
                  <a:pt x="4931232" y="2051843"/>
                </a:cubicBezTo>
                <a:cubicBezTo>
                  <a:pt x="4933861" y="2051627"/>
                  <a:pt x="4935835" y="2052281"/>
                  <a:pt x="4938223" y="2051843"/>
                </a:cubicBezTo>
                <a:cubicBezTo>
                  <a:pt x="4939334" y="2051843"/>
                  <a:pt x="4940655" y="2052065"/>
                  <a:pt x="4941735" y="2051843"/>
                </a:cubicBezTo>
                <a:cubicBezTo>
                  <a:pt x="4943036" y="2051627"/>
                  <a:pt x="4942598" y="2049214"/>
                  <a:pt x="4943494" y="2048332"/>
                </a:cubicBezTo>
                <a:cubicBezTo>
                  <a:pt x="4942160" y="2047678"/>
                  <a:pt x="4941074" y="2047252"/>
                  <a:pt x="4939982" y="2046592"/>
                </a:cubicBezTo>
                <a:cubicBezTo>
                  <a:pt x="4938452" y="2045506"/>
                  <a:pt x="4938223" y="2043734"/>
                  <a:pt x="4936496" y="2043080"/>
                </a:cubicBezTo>
                <a:cubicBezTo>
                  <a:pt x="4934089" y="2042242"/>
                  <a:pt x="4932089" y="2042242"/>
                  <a:pt x="4929473" y="2042242"/>
                </a:cubicBezTo>
                <a:cubicBezTo>
                  <a:pt x="4928139" y="2042242"/>
                  <a:pt x="4927079" y="2041963"/>
                  <a:pt x="4925980" y="2042242"/>
                </a:cubicBezTo>
                <a:cubicBezTo>
                  <a:pt x="4924863" y="2042439"/>
                  <a:pt x="4923567" y="2042871"/>
                  <a:pt x="4922475" y="2043080"/>
                </a:cubicBezTo>
                <a:cubicBezTo>
                  <a:pt x="4920741" y="2043734"/>
                  <a:pt x="4920741" y="2045931"/>
                  <a:pt x="4918983" y="2046592"/>
                </a:cubicBezTo>
                <a:cubicBezTo>
                  <a:pt x="4917890" y="2047011"/>
                  <a:pt x="4916570" y="2047011"/>
                  <a:pt x="4915465" y="2047462"/>
                </a:cubicBezTo>
                <a:cubicBezTo>
                  <a:pt x="4914379" y="2047913"/>
                  <a:pt x="4913058" y="2048128"/>
                  <a:pt x="4911966" y="2048332"/>
                </a:cubicBezTo>
                <a:cubicBezTo>
                  <a:pt x="4910410" y="2048757"/>
                  <a:pt x="4909978" y="2050497"/>
                  <a:pt x="4908454" y="2050961"/>
                </a:cubicBezTo>
                <a:cubicBezTo>
                  <a:pt x="4906924" y="2051418"/>
                  <a:pt x="4905603" y="2051177"/>
                  <a:pt x="4904105" y="2051843"/>
                </a:cubicBezTo>
                <a:cubicBezTo>
                  <a:pt x="4902993" y="2052281"/>
                  <a:pt x="4901704" y="2052065"/>
                  <a:pt x="4900593" y="2052732"/>
                </a:cubicBezTo>
                <a:cubicBezTo>
                  <a:pt x="4899501" y="2053380"/>
                  <a:pt x="4900777" y="2055564"/>
                  <a:pt x="4899710" y="2056231"/>
                </a:cubicBezTo>
                <a:cubicBezTo>
                  <a:pt x="4897513" y="2057552"/>
                  <a:pt x="4895100" y="2056682"/>
                  <a:pt x="4892700" y="2057107"/>
                </a:cubicBezTo>
                <a:cubicBezTo>
                  <a:pt x="4891182" y="2057311"/>
                  <a:pt x="4889874" y="2056441"/>
                  <a:pt x="4888325" y="2057107"/>
                </a:cubicBezTo>
                <a:cubicBezTo>
                  <a:pt x="4886794" y="2057736"/>
                  <a:pt x="4886991" y="2059705"/>
                  <a:pt x="4885683" y="2060613"/>
                </a:cubicBezTo>
                <a:cubicBezTo>
                  <a:pt x="4884388" y="2061451"/>
                  <a:pt x="4883289" y="2062162"/>
                  <a:pt x="4882197" y="2063222"/>
                </a:cubicBezTo>
                <a:cubicBezTo>
                  <a:pt x="4880667" y="2064772"/>
                  <a:pt x="4878698" y="2065401"/>
                  <a:pt x="4878698" y="2067617"/>
                </a:cubicBezTo>
                <a:lnTo>
                  <a:pt x="4878698" y="2069344"/>
                </a:lnTo>
                <a:cubicBezTo>
                  <a:pt x="4878470" y="2070912"/>
                  <a:pt x="4880019" y="2071547"/>
                  <a:pt x="4880457" y="2072855"/>
                </a:cubicBezTo>
                <a:close/>
                <a:moveTo>
                  <a:pt x="4896218" y="1880234"/>
                </a:moveTo>
                <a:cubicBezTo>
                  <a:pt x="4895100" y="1880666"/>
                  <a:pt x="4895989" y="1882635"/>
                  <a:pt x="4895367" y="1883752"/>
                </a:cubicBezTo>
                <a:lnTo>
                  <a:pt x="4836909" y="1883752"/>
                </a:lnTo>
                <a:cubicBezTo>
                  <a:pt x="4833175" y="1883752"/>
                  <a:pt x="4833175" y="1888547"/>
                  <a:pt x="4829663" y="1889867"/>
                </a:cubicBezTo>
                <a:cubicBezTo>
                  <a:pt x="4827263" y="1890750"/>
                  <a:pt x="4825307" y="1890502"/>
                  <a:pt x="4822666" y="1890750"/>
                </a:cubicBezTo>
                <a:cubicBezTo>
                  <a:pt x="4818475" y="1890947"/>
                  <a:pt x="4815649" y="1891430"/>
                  <a:pt x="4812125" y="1893360"/>
                </a:cubicBezTo>
                <a:cubicBezTo>
                  <a:pt x="4810836" y="1894027"/>
                  <a:pt x="4810385" y="1895563"/>
                  <a:pt x="4809502" y="1896891"/>
                </a:cubicBezTo>
                <a:cubicBezTo>
                  <a:pt x="4808423" y="1898643"/>
                  <a:pt x="4807769" y="1900161"/>
                  <a:pt x="4807769" y="1902332"/>
                </a:cubicBezTo>
                <a:cubicBezTo>
                  <a:pt x="4807769" y="1904307"/>
                  <a:pt x="4808423" y="1905393"/>
                  <a:pt x="4808639" y="1907381"/>
                </a:cubicBezTo>
                <a:cubicBezTo>
                  <a:pt x="4812798" y="1905393"/>
                  <a:pt x="4815211" y="1904104"/>
                  <a:pt x="4819154" y="1902142"/>
                </a:cubicBezTo>
                <a:cubicBezTo>
                  <a:pt x="4820272" y="1901678"/>
                  <a:pt x="4821561" y="1901888"/>
                  <a:pt x="4822666" y="1901240"/>
                </a:cubicBezTo>
                <a:cubicBezTo>
                  <a:pt x="4823987" y="1900580"/>
                  <a:pt x="4823987" y="1898643"/>
                  <a:pt x="4825307" y="1897773"/>
                </a:cubicBezTo>
                <a:cubicBezTo>
                  <a:pt x="4826393" y="1897075"/>
                  <a:pt x="4827454" y="1896649"/>
                  <a:pt x="4828813" y="1895995"/>
                </a:cubicBezTo>
                <a:cubicBezTo>
                  <a:pt x="4830133" y="1895328"/>
                  <a:pt x="4830984" y="1894693"/>
                  <a:pt x="4832292" y="1894243"/>
                </a:cubicBezTo>
                <a:cubicBezTo>
                  <a:pt x="4833385" y="1893817"/>
                  <a:pt x="4834718" y="1894433"/>
                  <a:pt x="4835785" y="1894243"/>
                </a:cubicBezTo>
                <a:cubicBezTo>
                  <a:pt x="4837531" y="1893582"/>
                  <a:pt x="4837976" y="1892026"/>
                  <a:pt x="4839296" y="1890750"/>
                </a:cubicBezTo>
                <a:lnTo>
                  <a:pt x="4846294" y="1892496"/>
                </a:lnTo>
                <a:lnTo>
                  <a:pt x="4867960" y="1892496"/>
                </a:lnTo>
                <a:cubicBezTo>
                  <a:pt x="4869510" y="1892496"/>
                  <a:pt x="4870361" y="1892928"/>
                  <a:pt x="4871681" y="1893360"/>
                </a:cubicBezTo>
                <a:cubicBezTo>
                  <a:pt x="4873015" y="1893817"/>
                  <a:pt x="4873885" y="1894693"/>
                  <a:pt x="4875174" y="1895087"/>
                </a:cubicBezTo>
                <a:cubicBezTo>
                  <a:pt x="4877168" y="1895995"/>
                  <a:pt x="4878025" y="1898643"/>
                  <a:pt x="4880457" y="1898643"/>
                </a:cubicBezTo>
                <a:cubicBezTo>
                  <a:pt x="4882394" y="1898643"/>
                  <a:pt x="4883950" y="1898370"/>
                  <a:pt x="4885683" y="1897773"/>
                </a:cubicBezTo>
                <a:cubicBezTo>
                  <a:pt x="4886991" y="1897310"/>
                  <a:pt x="4887912" y="1896649"/>
                  <a:pt x="4889207" y="1895995"/>
                </a:cubicBezTo>
                <a:cubicBezTo>
                  <a:pt x="4890509" y="1895328"/>
                  <a:pt x="4890325" y="1893144"/>
                  <a:pt x="4891830" y="1892496"/>
                </a:cubicBezTo>
                <a:cubicBezTo>
                  <a:pt x="4892916" y="1892026"/>
                  <a:pt x="4894237" y="1892928"/>
                  <a:pt x="4895367" y="1892496"/>
                </a:cubicBezTo>
                <a:lnTo>
                  <a:pt x="4898834" y="1890750"/>
                </a:lnTo>
                <a:cubicBezTo>
                  <a:pt x="4900352" y="1890090"/>
                  <a:pt x="4900352" y="1888547"/>
                  <a:pt x="4901450" y="1887264"/>
                </a:cubicBezTo>
                <a:cubicBezTo>
                  <a:pt x="4903431" y="1884838"/>
                  <a:pt x="4904282" y="1882635"/>
                  <a:pt x="4904955" y="1879358"/>
                </a:cubicBezTo>
                <a:cubicBezTo>
                  <a:pt x="4901450" y="1879358"/>
                  <a:pt x="4899501" y="1878907"/>
                  <a:pt x="4896218" y="1880234"/>
                </a:cubicBezTo>
                <a:close/>
                <a:moveTo>
                  <a:pt x="4794650" y="1954650"/>
                </a:moveTo>
                <a:cubicBezTo>
                  <a:pt x="4794650" y="1957266"/>
                  <a:pt x="4796161" y="1959482"/>
                  <a:pt x="4798129" y="1960797"/>
                </a:cubicBezTo>
                <a:cubicBezTo>
                  <a:pt x="4799012" y="1961222"/>
                  <a:pt x="4800542" y="1961432"/>
                  <a:pt x="4801647" y="1961654"/>
                </a:cubicBezTo>
                <a:cubicBezTo>
                  <a:pt x="4802968" y="1962073"/>
                  <a:pt x="4803863" y="1963185"/>
                  <a:pt x="4805146" y="1963407"/>
                </a:cubicBezTo>
                <a:cubicBezTo>
                  <a:pt x="4807527" y="1963839"/>
                  <a:pt x="4809502" y="1963407"/>
                  <a:pt x="4812125" y="1963407"/>
                </a:cubicBezTo>
                <a:cubicBezTo>
                  <a:pt x="4812125" y="1965153"/>
                  <a:pt x="4813020" y="1966258"/>
                  <a:pt x="4813020" y="1968030"/>
                </a:cubicBezTo>
                <a:cubicBezTo>
                  <a:pt x="4813020" y="1970862"/>
                  <a:pt x="4811280" y="1972170"/>
                  <a:pt x="4810385" y="1974792"/>
                </a:cubicBezTo>
                <a:cubicBezTo>
                  <a:pt x="4809959" y="1976113"/>
                  <a:pt x="4808867" y="1977002"/>
                  <a:pt x="4808639" y="1978317"/>
                </a:cubicBezTo>
                <a:cubicBezTo>
                  <a:pt x="4808423" y="1979625"/>
                  <a:pt x="4808639" y="1980685"/>
                  <a:pt x="4808639" y="1982247"/>
                </a:cubicBezTo>
                <a:cubicBezTo>
                  <a:pt x="4808639" y="1983778"/>
                  <a:pt x="4808423" y="1984851"/>
                  <a:pt x="4808639" y="1986184"/>
                </a:cubicBezTo>
                <a:cubicBezTo>
                  <a:pt x="4808867" y="1987727"/>
                  <a:pt x="4810836" y="1988134"/>
                  <a:pt x="4811280" y="1989689"/>
                </a:cubicBezTo>
                <a:cubicBezTo>
                  <a:pt x="4811699" y="1991207"/>
                  <a:pt x="4811699" y="1992490"/>
                  <a:pt x="4812125" y="1994058"/>
                </a:cubicBezTo>
                <a:cubicBezTo>
                  <a:pt x="4812588" y="1995360"/>
                  <a:pt x="4813458" y="1996255"/>
                  <a:pt x="4813909" y="1997557"/>
                </a:cubicBezTo>
                <a:cubicBezTo>
                  <a:pt x="4815211" y="1996681"/>
                  <a:pt x="4816532" y="1996052"/>
                  <a:pt x="4817421" y="1994915"/>
                </a:cubicBezTo>
                <a:cubicBezTo>
                  <a:pt x="4818278" y="1993849"/>
                  <a:pt x="4820475" y="1993849"/>
                  <a:pt x="4820888" y="1992331"/>
                </a:cubicBezTo>
                <a:cubicBezTo>
                  <a:pt x="4821770" y="1989454"/>
                  <a:pt x="4821770" y="1987486"/>
                  <a:pt x="4821770" y="1984438"/>
                </a:cubicBezTo>
                <a:cubicBezTo>
                  <a:pt x="4821770" y="1981834"/>
                  <a:pt x="4821561" y="1980031"/>
                  <a:pt x="4821770" y="1977434"/>
                </a:cubicBezTo>
                <a:cubicBezTo>
                  <a:pt x="4821770" y="1975878"/>
                  <a:pt x="4823517" y="1975218"/>
                  <a:pt x="4823517" y="1973687"/>
                </a:cubicBezTo>
                <a:lnTo>
                  <a:pt x="4823517" y="1950294"/>
                </a:lnTo>
                <a:lnTo>
                  <a:pt x="4834045" y="1950294"/>
                </a:lnTo>
                <a:lnTo>
                  <a:pt x="4834045" y="1958136"/>
                </a:lnTo>
                <a:lnTo>
                  <a:pt x="4832292" y="1961654"/>
                </a:lnTo>
                <a:lnTo>
                  <a:pt x="4833175" y="1965153"/>
                </a:lnTo>
                <a:cubicBezTo>
                  <a:pt x="4834464" y="1965394"/>
                  <a:pt x="4835601" y="1966017"/>
                  <a:pt x="4836687" y="1966017"/>
                </a:cubicBezTo>
                <a:cubicBezTo>
                  <a:pt x="4837779" y="1966017"/>
                  <a:pt x="4839093" y="1965826"/>
                  <a:pt x="4840185" y="1966017"/>
                </a:cubicBezTo>
                <a:cubicBezTo>
                  <a:pt x="4841487" y="1966258"/>
                  <a:pt x="4842376" y="1967566"/>
                  <a:pt x="4843665" y="1967782"/>
                </a:cubicBezTo>
                <a:cubicBezTo>
                  <a:pt x="4844764" y="1968030"/>
                  <a:pt x="4846104" y="1968436"/>
                  <a:pt x="4847164" y="1968658"/>
                </a:cubicBezTo>
                <a:cubicBezTo>
                  <a:pt x="4848256" y="1968887"/>
                  <a:pt x="4849348" y="1968658"/>
                  <a:pt x="4850657" y="1968658"/>
                </a:cubicBezTo>
                <a:lnTo>
                  <a:pt x="4850657" y="1975878"/>
                </a:lnTo>
                <a:cubicBezTo>
                  <a:pt x="4850657" y="1977434"/>
                  <a:pt x="4849171" y="1977872"/>
                  <a:pt x="4848923" y="1979193"/>
                </a:cubicBezTo>
                <a:cubicBezTo>
                  <a:pt x="4848720" y="1980285"/>
                  <a:pt x="4848053" y="1981561"/>
                  <a:pt x="4848053" y="1982692"/>
                </a:cubicBezTo>
                <a:lnTo>
                  <a:pt x="4848053" y="1986622"/>
                </a:lnTo>
                <a:cubicBezTo>
                  <a:pt x="4848053" y="1988134"/>
                  <a:pt x="4847831" y="1989232"/>
                  <a:pt x="4848053" y="1990572"/>
                </a:cubicBezTo>
                <a:cubicBezTo>
                  <a:pt x="4848256" y="1992064"/>
                  <a:pt x="4850460" y="1992331"/>
                  <a:pt x="4851558" y="1993182"/>
                </a:cubicBezTo>
                <a:cubicBezTo>
                  <a:pt x="4852860" y="1994287"/>
                  <a:pt x="4854187" y="1994915"/>
                  <a:pt x="4856118" y="1994915"/>
                </a:cubicBezTo>
                <a:lnTo>
                  <a:pt x="4867313" y="1994915"/>
                </a:lnTo>
                <a:cubicBezTo>
                  <a:pt x="4867535" y="1993626"/>
                  <a:pt x="4868208" y="1992756"/>
                  <a:pt x="4868208" y="1991417"/>
                </a:cubicBezTo>
                <a:lnTo>
                  <a:pt x="4868208" y="1986413"/>
                </a:lnTo>
                <a:cubicBezTo>
                  <a:pt x="4868208" y="1982882"/>
                  <a:pt x="4868430" y="1980685"/>
                  <a:pt x="4867313" y="1977434"/>
                </a:cubicBezTo>
                <a:cubicBezTo>
                  <a:pt x="4866874" y="1976113"/>
                  <a:pt x="4864912" y="1976539"/>
                  <a:pt x="4863801" y="1975675"/>
                </a:cubicBezTo>
                <a:cubicBezTo>
                  <a:pt x="4862499" y="1974602"/>
                  <a:pt x="4861629" y="1973465"/>
                  <a:pt x="4860309" y="1972170"/>
                </a:cubicBezTo>
                <a:cubicBezTo>
                  <a:pt x="4859210" y="1971071"/>
                  <a:pt x="4857438" y="1970862"/>
                  <a:pt x="4856803" y="1969535"/>
                </a:cubicBezTo>
                <a:cubicBezTo>
                  <a:pt x="4855933" y="1967782"/>
                  <a:pt x="4855076" y="1966467"/>
                  <a:pt x="4855076" y="1964302"/>
                </a:cubicBezTo>
                <a:cubicBezTo>
                  <a:pt x="4855076" y="1962073"/>
                  <a:pt x="4856587" y="1961222"/>
                  <a:pt x="4856803" y="1959013"/>
                </a:cubicBezTo>
                <a:lnTo>
                  <a:pt x="4856803" y="1955545"/>
                </a:lnTo>
                <a:cubicBezTo>
                  <a:pt x="4856803" y="1954206"/>
                  <a:pt x="4857254" y="1953113"/>
                  <a:pt x="4856803" y="1952047"/>
                </a:cubicBezTo>
                <a:cubicBezTo>
                  <a:pt x="4856118" y="1950497"/>
                  <a:pt x="4854403" y="1950681"/>
                  <a:pt x="4853324" y="1949392"/>
                </a:cubicBezTo>
                <a:cubicBezTo>
                  <a:pt x="4852187" y="1948116"/>
                  <a:pt x="4851761" y="1947030"/>
                  <a:pt x="4850657" y="1945893"/>
                </a:cubicBezTo>
                <a:cubicBezTo>
                  <a:pt x="4849571" y="1944808"/>
                  <a:pt x="4848479" y="1944141"/>
                  <a:pt x="4847164" y="1943271"/>
                </a:cubicBezTo>
                <a:cubicBezTo>
                  <a:pt x="4845843" y="1942388"/>
                  <a:pt x="4844122" y="1943525"/>
                  <a:pt x="4842789" y="1942388"/>
                </a:cubicBezTo>
                <a:cubicBezTo>
                  <a:pt x="4841913" y="1941722"/>
                  <a:pt x="4842598" y="1939759"/>
                  <a:pt x="4841913" y="1938908"/>
                </a:cubicBezTo>
                <a:lnTo>
                  <a:pt x="4842789" y="1932762"/>
                </a:lnTo>
                <a:cubicBezTo>
                  <a:pt x="4847164" y="1932762"/>
                  <a:pt x="4850041" y="1933860"/>
                  <a:pt x="4854187" y="1932762"/>
                </a:cubicBezTo>
                <a:cubicBezTo>
                  <a:pt x="4855692" y="1932565"/>
                  <a:pt x="4856118" y="1930577"/>
                  <a:pt x="4857680" y="1930120"/>
                </a:cubicBezTo>
                <a:cubicBezTo>
                  <a:pt x="4858772" y="1929923"/>
                  <a:pt x="4860067" y="1929479"/>
                  <a:pt x="4861179" y="1929250"/>
                </a:cubicBezTo>
                <a:cubicBezTo>
                  <a:pt x="4865122" y="1928615"/>
                  <a:pt x="4867732" y="1929923"/>
                  <a:pt x="4871681" y="1929250"/>
                </a:cubicBezTo>
                <a:cubicBezTo>
                  <a:pt x="4872774" y="1929047"/>
                  <a:pt x="4874082" y="1929479"/>
                  <a:pt x="4875174" y="1929250"/>
                </a:cubicBezTo>
                <a:cubicBezTo>
                  <a:pt x="4876939" y="1928818"/>
                  <a:pt x="4877816" y="1926856"/>
                  <a:pt x="4877816" y="1924881"/>
                </a:cubicBezTo>
                <a:cubicBezTo>
                  <a:pt x="4877816" y="1923345"/>
                  <a:pt x="4876507" y="1922716"/>
                  <a:pt x="4876057" y="1921376"/>
                </a:cubicBezTo>
                <a:cubicBezTo>
                  <a:pt x="4875415" y="1919858"/>
                  <a:pt x="4874526" y="1918773"/>
                  <a:pt x="4873447" y="1917852"/>
                </a:cubicBezTo>
                <a:cubicBezTo>
                  <a:pt x="4872367" y="1917014"/>
                  <a:pt x="4871015" y="1916760"/>
                  <a:pt x="4869954" y="1916125"/>
                </a:cubicBezTo>
                <a:cubicBezTo>
                  <a:pt x="4868621" y="1915267"/>
                  <a:pt x="4867732" y="1914169"/>
                  <a:pt x="4866443" y="1913515"/>
                </a:cubicBezTo>
                <a:cubicBezTo>
                  <a:pt x="4865122" y="1912823"/>
                  <a:pt x="4864468" y="1911089"/>
                  <a:pt x="4862931" y="1910880"/>
                </a:cubicBezTo>
                <a:lnTo>
                  <a:pt x="4859445" y="1910880"/>
                </a:lnTo>
                <a:cubicBezTo>
                  <a:pt x="4858137" y="1910880"/>
                  <a:pt x="4857013" y="1910664"/>
                  <a:pt x="4855933" y="1910880"/>
                </a:cubicBezTo>
                <a:cubicBezTo>
                  <a:pt x="4854613" y="1911337"/>
                  <a:pt x="4853724" y="1911978"/>
                  <a:pt x="4852409" y="1912632"/>
                </a:cubicBezTo>
                <a:cubicBezTo>
                  <a:pt x="4850891" y="1913293"/>
                  <a:pt x="4850891" y="1915045"/>
                  <a:pt x="4849787" y="1916125"/>
                </a:cubicBezTo>
                <a:cubicBezTo>
                  <a:pt x="4846510" y="1919433"/>
                  <a:pt x="4843894" y="1922481"/>
                  <a:pt x="4839296" y="1923129"/>
                </a:cubicBezTo>
                <a:cubicBezTo>
                  <a:pt x="4836909" y="1923586"/>
                  <a:pt x="4834718" y="1922716"/>
                  <a:pt x="4832292" y="1922265"/>
                </a:cubicBezTo>
                <a:cubicBezTo>
                  <a:pt x="4831181" y="1922043"/>
                  <a:pt x="4829860" y="1921617"/>
                  <a:pt x="4828813" y="1921376"/>
                </a:cubicBezTo>
                <a:cubicBezTo>
                  <a:pt x="4826146" y="1920735"/>
                  <a:pt x="4824387" y="1919624"/>
                  <a:pt x="4821770" y="1918773"/>
                </a:cubicBezTo>
                <a:cubicBezTo>
                  <a:pt x="4820888" y="1918544"/>
                  <a:pt x="4820272" y="1917014"/>
                  <a:pt x="4819154" y="1917014"/>
                </a:cubicBezTo>
                <a:lnTo>
                  <a:pt x="4815649" y="1917014"/>
                </a:lnTo>
                <a:cubicBezTo>
                  <a:pt x="4813693" y="1917230"/>
                  <a:pt x="4813249" y="1918989"/>
                  <a:pt x="4812125" y="1920513"/>
                </a:cubicBezTo>
                <a:cubicBezTo>
                  <a:pt x="4810385" y="1922926"/>
                  <a:pt x="4808867" y="1924665"/>
                  <a:pt x="4807769" y="1927510"/>
                </a:cubicBezTo>
                <a:cubicBezTo>
                  <a:pt x="4807115" y="1929250"/>
                  <a:pt x="4807972" y="1930984"/>
                  <a:pt x="4807769" y="1932762"/>
                </a:cubicBezTo>
                <a:cubicBezTo>
                  <a:pt x="4807527" y="1934102"/>
                  <a:pt x="4806035" y="1934711"/>
                  <a:pt x="4806035" y="1936254"/>
                </a:cubicBezTo>
                <a:cubicBezTo>
                  <a:pt x="4806035" y="1937575"/>
                  <a:pt x="4806270" y="1938667"/>
                  <a:pt x="4806035" y="1939759"/>
                </a:cubicBezTo>
                <a:cubicBezTo>
                  <a:pt x="4805807" y="1940877"/>
                  <a:pt x="4806676" y="1942166"/>
                  <a:pt x="4806035" y="1943271"/>
                </a:cubicBezTo>
                <a:cubicBezTo>
                  <a:pt x="4805146" y="1944604"/>
                  <a:pt x="4803863" y="1944998"/>
                  <a:pt x="4802517" y="1945893"/>
                </a:cubicBezTo>
                <a:cubicBezTo>
                  <a:pt x="4801647" y="1946363"/>
                  <a:pt x="4799888" y="1945258"/>
                  <a:pt x="4799012" y="1945893"/>
                </a:cubicBezTo>
                <a:cubicBezTo>
                  <a:pt x="4797717" y="1946751"/>
                  <a:pt x="4797253" y="1948116"/>
                  <a:pt x="4796396" y="1949392"/>
                </a:cubicBezTo>
                <a:cubicBezTo>
                  <a:pt x="4795316" y="1950942"/>
                  <a:pt x="4794650" y="1952447"/>
                  <a:pt x="4794650" y="1954650"/>
                </a:cubicBezTo>
                <a:close/>
                <a:moveTo>
                  <a:pt x="4959248" y="1860994"/>
                </a:moveTo>
                <a:cubicBezTo>
                  <a:pt x="4957292" y="1863610"/>
                  <a:pt x="4955527" y="1865579"/>
                  <a:pt x="4953120" y="1867992"/>
                </a:cubicBezTo>
                <a:cubicBezTo>
                  <a:pt x="4951812" y="1869281"/>
                  <a:pt x="4951133" y="1870602"/>
                  <a:pt x="4949640" y="1871491"/>
                </a:cubicBezTo>
                <a:cubicBezTo>
                  <a:pt x="4948307" y="1872106"/>
                  <a:pt x="4947646" y="1873478"/>
                  <a:pt x="4946091" y="1874119"/>
                </a:cubicBezTo>
                <a:cubicBezTo>
                  <a:pt x="4945011" y="1874558"/>
                  <a:pt x="4943494" y="1873478"/>
                  <a:pt x="4942598" y="1874119"/>
                </a:cubicBezTo>
                <a:cubicBezTo>
                  <a:pt x="4941735" y="1874761"/>
                  <a:pt x="4941957" y="1876488"/>
                  <a:pt x="4941735" y="1877593"/>
                </a:cubicBezTo>
                <a:lnTo>
                  <a:pt x="4941735" y="1879358"/>
                </a:lnTo>
                <a:cubicBezTo>
                  <a:pt x="4941735" y="1882844"/>
                  <a:pt x="4943494" y="1884622"/>
                  <a:pt x="4943494" y="1888115"/>
                </a:cubicBezTo>
                <a:cubicBezTo>
                  <a:pt x="4943494" y="1889436"/>
                  <a:pt x="4942598" y="1890293"/>
                  <a:pt x="4942598" y="1891614"/>
                </a:cubicBezTo>
                <a:cubicBezTo>
                  <a:pt x="4942598" y="1894243"/>
                  <a:pt x="4943278" y="1896186"/>
                  <a:pt x="4942598" y="1898643"/>
                </a:cubicBezTo>
                <a:cubicBezTo>
                  <a:pt x="4942160" y="1900161"/>
                  <a:pt x="4940655" y="1900580"/>
                  <a:pt x="4939982" y="1902142"/>
                </a:cubicBezTo>
                <a:cubicBezTo>
                  <a:pt x="4939093" y="1904530"/>
                  <a:pt x="4937798" y="1906301"/>
                  <a:pt x="4937798" y="1908886"/>
                </a:cubicBezTo>
                <a:cubicBezTo>
                  <a:pt x="4937798" y="1910454"/>
                  <a:pt x="4938223" y="1911089"/>
                  <a:pt x="4938223" y="1912632"/>
                </a:cubicBezTo>
                <a:cubicBezTo>
                  <a:pt x="4938223" y="1915267"/>
                  <a:pt x="4937798" y="1917014"/>
                  <a:pt x="4937798" y="1919624"/>
                </a:cubicBezTo>
                <a:cubicBezTo>
                  <a:pt x="4939334" y="1919858"/>
                  <a:pt x="4940223" y="1919433"/>
                  <a:pt x="4941735" y="1919624"/>
                </a:cubicBezTo>
                <a:cubicBezTo>
                  <a:pt x="4943278" y="1919858"/>
                  <a:pt x="4943690" y="1921376"/>
                  <a:pt x="4945253" y="1921376"/>
                </a:cubicBezTo>
                <a:cubicBezTo>
                  <a:pt x="4947888" y="1921376"/>
                  <a:pt x="4949640" y="1920278"/>
                  <a:pt x="4952237" y="1919624"/>
                </a:cubicBezTo>
                <a:cubicBezTo>
                  <a:pt x="4952466" y="1916322"/>
                  <a:pt x="4953120" y="1914588"/>
                  <a:pt x="4953120" y="1911337"/>
                </a:cubicBezTo>
                <a:cubicBezTo>
                  <a:pt x="4953120" y="1907381"/>
                  <a:pt x="4952466" y="1905171"/>
                  <a:pt x="4952237" y="1901240"/>
                </a:cubicBezTo>
                <a:cubicBezTo>
                  <a:pt x="4952911" y="1901240"/>
                  <a:pt x="4953342" y="1900396"/>
                  <a:pt x="4953971" y="1900396"/>
                </a:cubicBezTo>
                <a:cubicBezTo>
                  <a:pt x="4958816" y="1900161"/>
                  <a:pt x="4961426" y="1900161"/>
                  <a:pt x="4966271" y="1900396"/>
                </a:cubicBezTo>
                <a:cubicBezTo>
                  <a:pt x="4967573" y="1900396"/>
                  <a:pt x="4968430" y="1901037"/>
                  <a:pt x="4969757" y="1901240"/>
                </a:cubicBezTo>
                <a:cubicBezTo>
                  <a:pt x="4969986" y="1898827"/>
                  <a:pt x="4970640" y="1897773"/>
                  <a:pt x="4970640" y="1895328"/>
                </a:cubicBezTo>
                <a:cubicBezTo>
                  <a:pt x="4970640" y="1892928"/>
                  <a:pt x="4969319" y="1891823"/>
                  <a:pt x="4967985" y="1889867"/>
                </a:cubicBezTo>
                <a:cubicBezTo>
                  <a:pt x="4967344" y="1888743"/>
                  <a:pt x="4964493" y="1889652"/>
                  <a:pt x="4964493" y="1888115"/>
                </a:cubicBezTo>
                <a:cubicBezTo>
                  <a:pt x="4964493" y="1886788"/>
                  <a:pt x="4965369" y="1885937"/>
                  <a:pt x="4965369" y="1884622"/>
                </a:cubicBezTo>
                <a:cubicBezTo>
                  <a:pt x="4965160" y="1882844"/>
                  <a:pt x="4965369" y="1882006"/>
                  <a:pt x="4965369" y="1880234"/>
                </a:cubicBezTo>
                <a:cubicBezTo>
                  <a:pt x="4964042" y="1880038"/>
                  <a:pt x="4963191" y="1879358"/>
                  <a:pt x="4961870" y="1879358"/>
                </a:cubicBezTo>
                <a:cubicBezTo>
                  <a:pt x="4959248" y="1879358"/>
                  <a:pt x="4957476" y="1880038"/>
                  <a:pt x="4954879" y="1880234"/>
                </a:cubicBezTo>
                <a:lnTo>
                  <a:pt x="4954879" y="1875199"/>
                </a:lnTo>
                <a:cubicBezTo>
                  <a:pt x="4954879" y="1873662"/>
                  <a:pt x="4955273" y="1872824"/>
                  <a:pt x="4955749" y="1871491"/>
                </a:cubicBezTo>
                <a:cubicBezTo>
                  <a:pt x="4956397" y="1869947"/>
                  <a:pt x="4958613" y="1870379"/>
                  <a:pt x="4959248" y="1868874"/>
                </a:cubicBezTo>
                <a:cubicBezTo>
                  <a:pt x="4959692" y="1867750"/>
                  <a:pt x="4960118" y="1866671"/>
                  <a:pt x="4960118" y="1865350"/>
                </a:cubicBezTo>
                <a:cubicBezTo>
                  <a:pt x="4960118" y="1863610"/>
                  <a:pt x="4959248" y="1862721"/>
                  <a:pt x="4959248" y="1860994"/>
                </a:cubicBezTo>
                <a:close/>
                <a:moveTo>
                  <a:pt x="4937372" y="1956396"/>
                </a:moveTo>
                <a:cubicBezTo>
                  <a:pt x="4935169" y="1955304"/>
                  <a:pt x="4932762" y="1955063"/>
                  <a:pt x="4930362" y="1954650"/>
                </a:cubicBezTo>
                <a:cubicBezTo>
                  <a:pt x="4927974" y="1954206"/>
                  <a:pt x="4925758" y="1953342"/>
                  <a:pt x="4923351" y="1952917"/>
                </a:cubicBezTo>
                <a:lnTo>
                  <a:pt x="4922475" y="1959908"/>
                </a:lnTo>
                <a:cubicBezTo>
                  <a:pt x="4923567" y="1960981"/>
                  <a:pt x="4923777" y="1962734"/>
                  <a:pt x="4925110" y="1963407"/>
                </a:cubicBezTo>
                <a:lnTo>
                  <a:pt x="4928622" y="1965153"/>
                </a:lnTo>
                <a:cubicBezTo>
                  <a:pt x="4929930" y="1965826"/>
                  <a:pt x="4930781" y="1966017"/>
                  <a:pt x="4932311" y="1966017"/>
                </a:cubicBezTo>
                <a:lnTo>
                  <a:pt x="4939093" y="1966017"/>
                </a:lnTo>
                <a:lnTo>
                  <a:pt x="4939093" y="1959908"/>
                </a:lnTo>
                <a:cubicBezTo>
                  <a:pt x="4938223" y="1958803"/>
                  <a:pt x="4938661" y="1957050"/>
                  <a:pt x="4937372" y="1956396"/>
                </a:cubicBezTo>
                <a:close/>
                <a:moveTo>
                  <a:pt x="4951374" y="1953774"/>
                </a:moveTo>
                <a:cubicBezTo>
                  <a:pt x="4951374" y="1955063"/>
                  <a:pt x="4950517" y="1955952"/>
                  <a:pt x="4950517" y="1957266"/>
                </a:cubicBezTo>
                <a:cubicBezTo>
                  <a:pt x="4950517" y="1958803"/>
                  <a:pt x="4952009" y="1959482"/>
                  <a:pt x="4952237" y="1960797"/>
                </a:cubicBezTo>
                <a:lnTo>
                  <a:pt x="4962531" y="1960797"/>
                </a:lnTo>
                <a:cubicBezTo>
                  <a:pt x="4965369" y="1960797"/>
                  <a:pt x="4966900" y="1959908"/>
                  <a:pt x="4969757" y="1959908"/>
                </a:cubicBezTo>
                <a:cubicBezTo>
                  <a:pt x="4971072" y="1959908"/>
                  <a:pt x="4971929" y="1960797"/>
                  <a:pt x="4973275" y="1960797"/>
                </a:cubicBezTo>
                <a:lnTo>
                  <a:pt x="4976749" y="1960797"/>
                </a:lnTo>
                <a:cubicBezTo>
                  <a:pt x="4977853" y="1960797"/>
                  <a:pt x="4979174" y="1961432"/>
                  <a:pt x="4980241" y="1961654"/>
                </a:cubicBezTo>
                <a:cubicBezTo>
                  <a:pt x="4981365" y="1961889"/>
                  <a:pt x="4982654" y="1962327"/>
                  <a:pt x="4983778" y="1962518"/>
                </a:cubicBezTo>
                <a:cubicBezTo>
                  <a:pt x="4984845" y="1962734"/>
                  <a:pt x="4986172" y="1963185"/>
                  <a:pt x="4987302" y="1963407"/>
                </a:cubicBezTo>
                <a:cubicBezTo>
                  <a:pt x="4988788" y="1963839"/>
                  <a:pt x="4989239" y="1965610"/>
                  <a:pt x="4990763" y="1966017"/>
                </a:cubicBezTo>
                <a:cubicBezTo>
                  <a:pt x="4993620" y="1966709"/>
                  <a:pt x="4995570" y="1966017"/>
                  <a:pt x="4998669" y="1966017"/>
                </a:cubicBezTo>
                <a:cubicBezTo>
                  <a:pt x="4998186" y="1961889"/>
                  <a:pt x="4997780" y="1959660"/>
                  <a:pt x="4998186" y="1955545"/>
                </a:cubicBezTo>
                <a:cubicBezTo>
                  <a:pt x="4994694" y="1955063"/>
                  <a:pt x="4992535" y="1955063"/>
                  <a:pt x="4989029" y="1954650"/>
                </a:cubicBezTo>
                <a:cubicBezTo>
                  <a:pt x="4986388" y="1954434"/>
                  <a:pt x="4984654" y="1954002"/>
                  <a:pt x="4982025" y="1953774"/>
                </a:cubicBezTo>
                <a:cubicBezTo>
                  <a:pt x="4980692" y="1953774"/>
                  <a:pt x="4979816" y="1952917"/>
                  <a:pt x="4978514" y="1952917"/>
                </a:cubicBezTo>
                <a:lnTo>
                  <a:pt x="4975002" y="1952917"/>
                </a:lnTo>
                <a:cubicBezTo>
                  <a:pt x="4972602" y="1952688"/>
                  <a:pt x="4970411" y="1951596"/>
                  <a:pt x="4967985" y="1951151"/>
                </a:cubicBezTo>
                <a:cubicBezTo>
                  <a:pt x="4964709" y="1950497"/>
                  <a:pt x="4962728" y="1949392"/>
                  <a:pt x="4959248" y="1949392"/>
                </a:cubicBezTo>
                <a:cubicBezTo>
                  <a:pt x="4957292" y="1949392"/>
                  <a:pt x="4955273" y="1948961"/>
                  <a:pt x="4953971" y="1950294"/>
                </a:cubicBezTo>
                <a:cubicBezTo>
                  <a:pt x="4953120" y="1951151"/>
                  <a:pt x="4953800" y="1952688"/>
                  <a:pt x="4953120" y="1953774"/>
                </a:cubicBezTo>
                <a:cubicBezTo>
                  <a:pt x="4952466" y="1954898"/>
                  <a:pt x="4951812" y="1955952"/>
                  <a:pt x="4951374" y="1957266"/>
                </a:cubicBezTo>
                <a:close/>
                <a:moveTo>
                  <a:pt x="4982895" y="1933651"/>
                </a:moveTo>
                <a:lnTo>
                  <a:pt x="4982895" y="1937169"/>
                </a:lnTo>
                <a:cubicBezTo>
                  <a:pt x="4983124" y="1939340"/>
                  <a:pt x="4983549" y="1940661"/>
                  <a:pt x="4983778" y="1942826"/>
                </a:cubicBezTo>
                <a:cubicBezTo>
                  <a:pt x="4988159" y="1942604"/>
                  <a:pt x="4990337" y="1942388"/>
                  <a:pt x="4994694" y="1942826"/>
                </a:cubicBezTo>
                <a:lnTo>
                  <a:pt x="4994694" y="1931885"/>
                </a:lnTo>
                <a:lnTo>
                  <a:pt x="4984654" y="1931885"/>
                </a:lnTo>
                <a:lnTo>
                  <a:pt x="4984654" y="1937169"/>
                </a:lnTo>
                <a:close/>
                <a:moveTo>
                  <a:pt x="5000415" y="1911762"/>
                </a:moveTo>
                <a:cubicBezTo>
                  <a:pt x="5003253" y="1908886"/>
                  <a:pt x="5005647" y="1906949"/>
                  <a:pt x="5005647" y="1902999"/>
                </a:cubicBezTo>
                <a:cubicBezTo>
                  <a:pt x="5005647" y="1900802"/>
                  <a:pt x="5003901" y="1899494"/>
                  <a:pt x="5002136" y="1898643"/>
                </a:cubicBezTo>
                <a:cubicBezTo>
                  <a:pt x="5000828" y="1897938"/>
                  <a:pt x="5000174" y="1896891"/>
                  <a:pt x="4998669" y="1896891"/>
                </a:cubicBezTo>
                <a:lnTo>
                  <a:pt x="4995176" y="1896891"/>
                </a:lnTo>
                <a:cubicBezTo>
                  <a:pt x="4993843" y="1896891"/>
                  <a:pt x="4992535" y="1896186"/>
                  <a:pt x="4991627" y="1896891"/>
                </a:cubicBezTo>
                <a:cubicBezTo>
                  <a:pt x="4990763" y="1897526"/>
                  <a:pt x="4991417" y="1899259"/>
                  <a:pt x="4990763" y="1900396"/>
                </a:cubicBezTo>
                <a:cubicBezTo>
                  <a:pt x="4989239" y="1902999"/>
                  <a:pt x="4988617" y="1904745"/>
                  <a:pt x="4987302" y="1907381"/>
                </a:cubicBezTo>
                <a:cubicBezTo>
                  <a:pt x="4989677" y="1908886"/>
                  <a:pt x="4991627" y="1910664"/>
                  <a:pt x="4994255" y="1911762"/>
                </a:cubicBezTo>
                <a:cubicBezTo>
                  <a:pt x="4995354" y="1912200"/>
                  <a:pt x="4999113" y="1911521"/>
                  <a:pt x="5000415" y="1911762"/>
                </a:cubicBezTo>
                <a:close/>
                <a:moveTo>
                  <a:pt x="5004758" y="1917852"/>
                </a:moveTo>
                <a:cubicBezTo>
                  <a:pt x="5003012" y="1918119"/>
                  <a:pt x="5001939" y="1917426"/>
                  <a:pt x="5000415" y="1917852"/>
                </a:cubicBezTo>
                <a:cubicBezTo>
                  <a:pt x="4997564" y="1918773"/>
                  <a:pt x="4996027" y="1920087"/>
                  <a:pt x="4993398" y="1921376"/>
                </a:cubicBezTo>
                <a:lnTo>
                  <a:pt x="4994255" y="1924881"/>
                </a:lnTo>
                <a:cubicBezTo>
                  <a:pt x="4995354" y="1925091"/>
                  <a:pt x="4996694" y="1925339"/>
                  <a:pt x="4997780" y="1925732"/>
                </a:cubicBezTo>
                <a:cubicBezTo>
                  <a:pt x="4999113" y="1926215"/>
                  <a:pt x="4999983" y="1927072"/>
                  <a:pt x="5001291" y="1927510"/>
                </a:cubicBezTo>
                <a:cubicBezTo>
                  <a:pt x="5002593" y="1927948"/>
                  <a:pt x="5003469" y="1929047"/>
                  <a:pt x="5004758" y="1929250"/>
                </a:cubicBezTo>
                <a:cubicBezTo>
                  <a:pt x="5005882" y="1929479"/>
                  <a:pt x="5007190" y="1929250"/>
                  <a:pt x="5008257" y="1929250"/>
                </a:cubicBezTo>
                <a:cubicBezTo>
                  <a:pt x="5009800" y="1929479"/>
                  <a:pt x="5011121" y="1928615"/>
                  <a:pt x="5012645" y="1929250"/>
                </a:cubicBezTo>
                <a:cubicBezTo>
                  <a:pt x="5014207" y="1929923"/>
                  <a:pt x="5014855" y="1930984"/>
                  <a:pt x="5016150" y="1931885"/>
                </a:cubicBezTo>
                <a:cubicBezTo>
                  <a:pt x="5017046" y="1932311"/>
                  <a:pt x="5016595" y="1934311"/>
                  <a:pt x="5017046" y="1935403"/>
                </a:cubicBezTo>
                <a:cubicBezTo>
                  <a:pt x="5017687" y="1936934"/>
                  <a:pt x="5017884" y="1939340"/>
                  <a:pt x="5019668" y="1939759"/>
                </a:cubicBezTo>
                <a:cubicBezTo>
                  <a:pt x="5020767" y="1940001"/>
                  <a:pt x="5021846" y="1939759"/>
                  <a:pt x="5023167" y="1939759"/>
                </a:cubicBezTo>
                <a:lnTo>
                  <a:pt x="5026660" y="1939759"/>
                </a:lnTo>
                <a:cubicBezTo>
                  <a:pt x="5028628" y="1939759"/>
                  <a:pt x="5029962" y="1938458"/>
                  <a:pt x="5031898" y="1938458"/>
                </a:cubicBezTo>
                <a:cubicBezTo>
                  <a:pt x="5032794" y="1938458"/>
                  <a:pt x="5032794" y="1937169"/>
                  <a:pt x="5033645" y="1937169"/>
                </a:cubicBezTo>
                <a:cubicBezTo>
                  <a:pt x="5034978" y="1937169"/>
                  <a:pt x="5035861" y="1938039"/>
                  <a:pt x="5037181" y="1938039"/>
                </a:cubicBezTo>
                <a:cubicBezTo>
                  <a:pt x="5038490" y="1938039"/>
                  <a:pt x="5039366" y="1938908"/>
                  <a:pt x="5040687" y="1938908"/>
                </a:cubicBezTo>
                <a:cubicBezTo>
                  <a:pt x="5042871" y="1939080"/>
                  <a:pt x="5044179" y="1938908"/>
                  <a:pt x="5046357" y="1938908"/>
                </a:cubicBezTo>
                <a:cubicBezTo>
                  <a:pt x="5048542" y="1938908"/>
                  <a:pt x="5050085" y="1939080"/>
                  <a:pt x="5052079" y="1938908"/>
                </a:cubicBezTo>
                <a:cubicBezTo>
                  <a:pt x="5053596" y="1938667"/>
                  <a:pt x="5054022" y="1936934"/>
                  <a:pt x="5055539" y="1936254"/>
                </a:cubicBezTo>
                <a:cubicBezTo>
                  <a:pt x="5054904" y="1935149"/>
                  <a:pt x="5055342" y="1933651"/>
                  <a:pt x="5054688" y="1932762"/>
                </a:cubicBezTo>
                <a:cubicBezTo>
                  <a:pt x="5053837" y="1931701"/>
                  <a:pt x="5051825" y="1932311"/>
                  <a:pt x="5051196" y="1930984"/>
                </a:cubicBezTo>
                <a:cubicBezTo>
                  <a:pt x="5049437" y="1927294"/>
                  <a:pt x="5051380" y="1924665"/>
                  <a:pt x="5051196" y="1920513"/>
                </a:cubicBezTo>
                <a:cubicBezTo>
                  <a:pt x="5051196" y="1918773"/>
                  <a:pt x="5051825" y="1917693"/>
                  <a:pt x="5051196" y="1916125"/>
                </a:cubicBezTo>
                <a:cubicBezTo>
                  <a:pt x="5050510" y="1914588"/>
                  <a:pt x="5049862" y="1913705"/>
                  <a:pt x="5048542" y="1912632"/>
                </a:cubicBezTo>
                <a:cubicBezTo>
                  <a:pt x="5047672" y="1911978"/>
                  <a:pt x="5046154" y="1912200"/>
                  <a:pt x="5045036" y="1911762"/>
                </a:cubicBezTo>
                <a:cubicBezTo>
                  <a:pt x="5042420" y="1910454"/>
                  <a:pt x="5040255" y="1909991"/>
                  <a:pt x="5037181" y="1909991"/>
                </a:cubicBezTo>
                <a:cubicBezTo>
                  <a:pt x="5034102" y="1909991"/>
                  <a:pt x="5031898" y="1910454"/>
                  <a:pt x="5029301" y="1911762"/>
                </a:cubicBezTo>
                <a:cubicBezTo>
                  <a:pt x="5027764" y="1912391"/>
                  <a:pt x="5027326" y="1913940"/>
                  <a:pt x="5025790" y="1914353"/>
                </a:cubicBezTo>
                <a:cubicBezTo>
                  <a:pt x="5023408" y="1915045"/>
                  <a:pt x="5021427" y="1915267"/>
                  <a:pt x="5018792" y="1915267"/>
                </a:cubicBezTo>
                <a:cubicBezTo>
                  <a:pt x="5016150" y="1915267"/>
                  <a:pt x="5014448" y="1915045"/>
                  <a:pt x="5011788" y="1915267"/>
                </a:cubicBezTo>
                <a:cubicBezTo>
                  <a:pt x="5010023" y="1915267"/>
                  <a:pt x="5008708" y="1916125"/>
                  <a:pt x="5007375" y="1917014"/>
                </a:cubicBezTo>
                <a:cubicBezTo>
                  <a:pt x="5006066" y="1917852"/>
                  <a:pt x="5004993" y="1918334"/>
                  <a:pt x="5003901" y="1919624"/>
                </a:cubicBezTo>
                <a:cubicBezTo>
                  <a:pt x="5003012" y="1920735"/>
                  <a:pt x="5002809" y="1922043"/>
                  <a:pt x="5002136" y="1923129"/>
                </a:cubicBezTo>
                <a:close/>
                <a:moveTo>
                  <a:pt x="5078342" y="1916582"/>
                </a:moveTo>
                <a:cubicBezTo>
                  <a:pt x="5078552" y="1918119"/>
                  <a:pt x="5078983" y="1919192"/>
                  <a:pt x="5079199" y="1920513"/>
                </a:cubicBezTo>
                <a:cubicBezTo>
                  <a:pt x="5079650" y="1922481"/>
                  <a:pt x="5080958" y="1923776"/>
                  <a:pt x="5080958" y="1925961"/>
                </a:cubicBezTo>
                <a:cubicBezTo>
                  <a:pt x="5080958" y="1929720"/>
                  <a:pt x="5080292" y="1931701"/>
                  <a:pt x="5080095" y="1935403"/>
                </a:cubicBezTo>
                <a:lnTo>
                  <a:pt x="5097576" y="1935403"/>
                </a:lnTo>
                <a:lnTo>
                  <a:pt x="5097576" y="1930984"/>
                </a:lnTo>
                <a:lnTo>
                  <a:pt x="5090166" y="1930984"/>
                </a:lnTo>
                <a:cubicBezTo>
                  <a:pt x="5090356" y="1928361"/>
                  <a:pt x="5090598" y="1926647"/>
                  <a:pt x="5090598" y="1924018"/>
                </a:cubicBezTo>
                <a:cubicBezTo>
                  <a:pt x="5090598" y="1922265"/>
                  <a:pt x="5089702" y="1921376"/>
                  <a:pt x="5089702" y="1919624"/>
                </a:cubicBezTo>
                <a:cubicBezTo>
                  <a:pt x="5089702" y="1918544"/>
                  <a:pt x="5090166" y="1917693"/>
                  <a:pt x="5090166" y="1916582"/>
                </a:cubicBezTo>
                <a:cubicBezTo>
                  <a:pt x="5085530" y="1916322"/>
                  <a:pt x="5082914" y="1916125"/>
                  <a:pt x="5078342" y="1916582"/>
                </a:cubicBezTo>
                <a:close/>
                <a:moveTo>
                  <a:pt x="4897100" y="1930120"/>
                </a:moveTo>
                <a:cubicBezTo>
                  <a:pt x="4895989" y="1930374"/>
                  <a:pt x="4894668" y="1929923"/>
                  <a:pt x="4893564" y="1930120"/>
                </a:cubicBezTo>
                <a:cubicBezTo>
                  <a:pt x="4892274" y="1930374"/>
                  <a:pt x="4892700" y="1932762"/>
                  <a:pt x="4891830" y="1933651"/>
                </a:cubicBezTo>
                <a:cubicBezTo>
                  <a:pt x="4893360" y="1934311"/>
                  <a:pt x="4893792" y="1936070"/>
                  <a:pt x="4895367" y="1936254"/>
                </a:cubicBezTo>
                <a:lnTo>
                  <a:pt x="4898834" y="1936254"/>
                </a:lnTo>
                <a:lnTo>
                  <a:pt x="4902339" y="1936254"/>
                </a:lnTo>
                <a:cubicBezTo>
                  <a:pt x="4905178" y="1936470"/>
                  <a:pt x="4906702" y="1937169"/>
                  <a:pt x="4909540" y="1937169"/>
                </a:cubicBezTo>
                <a:cubicBezTo>
                  <a:pt x="4912182" y="1937169"/>
                  <a:pt x="4913725" y="1936724"/>
                  <a:pt x="4916328" y="1936254"/>
                </a:cubicBezTo>
                <a:cubicBezTo>
                  <a:pt x="4916328" y="1935816"/>
                  <a:pt x="4914595" y="1936934"/>
                  <a:pt x="4914595" y="1936254"/>
                </a:cubicBezTo>
                <a:cubicBezTo>
                  <a:pt x="4913947" y="1933428"/>
                  <a:pt x="4914595" y="1931701"/>
                  <a:pt x="4914595" y="1928818"/>
                </a:cubicBezTo>
                <a:cubicBezTo>
                  <a:pt x="4912658" y="1928818"/>
                  <a:pt x="4911331" y="1928361"/>
                  <a:pt x="4909312" y="1928361"/>
                </a:cubicBezTo>
                <a:lnTo>
                  <a:pt x="4898834" y="1928361"/>
                </a:lnTo>
                <a:cubicBezTo>
                  <a:pt x="4897513" y="1928361"/>
                  <a:pt x="4898180" y="1929923"/>
                  <a:pt x="4897100" y="1930120"/>
                </a:cubicBezTo>
                <a:close/>
                <a:moveTo>
                  <a:pt x="5036312" y="1967782"/>
                </a:moveTo>
                <a:cubicBezTo>
                  <a:pt x="5037181" y="1967363"/>
                  <a:pt x="5038699" y="1968233"/>
                  <a:pt x="5039810" y="1967782"/>
                </a:cubicBezTo>
                <a:cubicBezTo>
                  <a:pt x="5041328" y="1967141"/>
                  <a:pt x="5040687" y="1964302"/>
                  <a:pt x="5042420" y="1964302"/>
                </a:cubicBezTo>
                <a:cubicBezTo>
                  <a:pt x="5043925" y="1964302"/>
                  <a:pt x="5044382" y="1966017"/>
                  <a:pt x="5045913" y="1966017"/>
                </a:cubicBezTo>
                <a:cubicBezTo>
                  <a:pt x="5048542" y="1966017"/>
                  <a:pt x="5050301" y="1965826"/>
                  <a:pt x="5052923" y="1966017"/>
                </a:cubicBezTo>
                <a:cubicBezTo>
                  <a:pt x="5054244" y="1966017"/>
                  <a:pt x="5055342" y="1965826"/>
                  <a:pt x="5056435" y="1966017"/>
                </a:cubicBezTo>
                <a:cubicBezTo>
                  <a:pt x="5059299" y="1966709"/>
                  <a:pt x="5060810" y="1968233"/>
                  <a:pt x="5063439" y="1969535"/>
                </a:cubicBezTo>
                <a:cubicBezTo>
                  <a:pt x="5066499" y="1971071"/>
                  <a:pt x="5067833" y="1973027"/>
                  <a:pt x="5070449" y="1974792"/>
                </a:cubicBezTo>
                <a:cubicBezTo>
                  <a:pt x="5071541" y="1975427"/>
                  <a:pt x="5072849" y="1975878"/>
                  <a:pt x="5073935" y="1976539"/>
                </a:cubicBezTo>
                <a:cubicBezTo>
                  <a:pt x="5075262" y="1977434"/>
                  <a:pt x="5075053" y="1979358"/>
                  <a:pt x="5076558" y="1980031"/>
                </a:cubicBezTo>
                <a:cubicBezTo>
                  <a:pt x="5077682" y="1980469"/>
                  <a:pt x="5078983" y="1979841"/>
                  <a:pt x="5080095" y="1980031"/>
                </a:cubicBezTo>
                <a:cubicBezTo>
                  <a:pt x="5081625" y="1980285"/>
                  <a:pt x="5082914" y="1980685"/>
                  <a:pt x="5084445" y="1980945"/>
                </a:cubicBezTo>
                <a:cubicBezTo>
                  <a:pt x="5085530" y="1980945"/>
                  <a:pt x="5086642" y="1981834"/>
                  <a:pt x="5087943" y="1981834"/>
                </a:cubicBezTo>
                <a:cubicBezTo>
                  <a:pt x="5092331" y="1982247"/>
                  <a:pt x="5095189" y="1980945"/>
                  <a:pt x="5099323" y="1981834"/>
                </a:cubicBezTo>
                <a:cubicBezTo>
                  <a:pt x="5100656" y="1982025"/>
                  <a:pt x="5101532" y="1983117"/>
                  <a:pt x="5102828" y="1983568"/>
                </a:cubicBezTo>
                <a:cubicBezTo>
                  <a:pt x="5105482" y="1984635"/>
                  <a:pt x="5107438" y="1986622"/>
                  <a:pt x="5109851" y="1987911"/>
                </a:cubicBezTo>
                <a:cubicBezTo>
                  <a:pt x="5110949" y="1988565"/>
                  <a:pt x="5112283" y="1989010"/>
                  <a:pt x="5113362" y="1989689"/>
                </a:cubicBezTo>
                <a:cubicBezTo>
                  <a:pt x="5114880" y="1990572"/>
                  <a:pt x="5115540" y="1991861"/>
                  <a:pt x="5116855" y="1993182"/>
                </a:cubicBezTo>
                <a:cubicBezTo>
                  <a:pt x="5119287" y="1995608"/>
                  <a:pt x="5121230" y="1997341"/>
                  <a:pt x="5122995" y="2000192"/>
                </a:cubicBezTo>
                <a:cubicBezTo>
                  <a:pt x="5123643" y="2001507"/>
                  <a:pt x="5124081" y="2002599"/>
                  <a:pt x="5124723" y="2003717"/>
                </a:cubicBezTo>
                <a:cubicBezTo>
                  <a:pt x="5127377" y="2007647"/>
                  <a:pt x="5131746" y="2009368"/>
                  <a:pt x="5131746" y="2014181"/>
                </a:cubicBezTo>
                <a:cubicBezTo>
                  <a:pt x="5131746" y="2015489"/>
                  <a:pt x="5130876" y="2016417"/>
                  <a:pt x="5130876" y="2017699"/>
                </a:cubicBezTo>
                <a:cubicBezTo>
                  <a:pt x="5130876" y="2019452"/>
                  <a:pt x="5131308" y="2020557"/>
                  <a:pt x="5130876" y="2022062"/>
                </a:cubicBezTo>
                <a:cubicBezTo>
                  <a:pt x="5129987" y="2024913"/>
                  <a:pt x="5128247" y="2026907"/>
                  <a:pt x="5125593" y="2028196"/>
                </a:cubicBezTo>
                <a:cubicBezTo>
                  <a:pt x="5124494" y="2028621"/>
                  <a:pt x="5123230" y="2028005"/>
                  <a:pt x="5122087" y="2028196"/>
                </a:cubicBezTo>
                <a:cubicBezTo>
                  <a:pt x="5121001" y="2028412"/>
                  <a:pt x="5119693" y="2028863"/>
                  <a:pt x="5118614" y="2029110"/>
                </a:cubicBezTo>
                <a:cubicBezTo>
                  <a:pt x="5117071" y="2029548"/>
                  <a:pt x="5116442" y="2030856"/>
                  <a:pt x="5115090" y="2031752"/>
                </a:cubicBezTo>
                <a:cubicBezTo>
                  <a:pt x="5113572" y="2032584"/>
                  <a:pt x="5112283" y="2033479"/>
                  <a:pt x="5111584" y="2035213"/>
                </a:cubicBezTo>
                <a:cubicBezTo>
                  <a:pt x="5111159" y="2036508"/>
                  <a:pt x="5109851" y="2037206"/>
                  <a:pt x="5109851" y="2038711"/>
                </a:cubicBezTo>
                <a:cubicBezTo>
                  <a:pt x="5109851" y="2040007"/>
                  <a:pt x="5110721" y="2040934"/>
                  <a:pt x="5110721" y="2042242"/>
                </a:cubicBezTo>
                <a:cubicBezTo>
                  <a:pt x="5111159" y="2045741"/>
                  <a:pt x="5114220" y="2048332"/>
                  <a:pt x="5117744" y="2048332"/>
                </a:cubicBezTo>
                <a:cubicBezTo>
                  <a:pt x="5121230" y="2048332"/>
                  <a:pt x="5123643" y="2047678"/>
                  <a:pt x="5126469" y="2045741"/>
                </a:cubicBezTo>
                <a:cubicBezTo>
                  <a:pt x="5127815" y="2044852"/>
                  <a:pt x="5128882" y="2043988"/>
                  <a:pt x="5129987" y="2043080"/>
                </a:cubicBezTo>
                <a:cubicBezTo>
                  <a:pt x="5130876" y="2042439"/>
                  <a:pt x="5130450" y="2040458"/>
                  <a:pt x="5130876" y="2039581"/>
                </a:cubicBezTo>
                <a:cubicBezTo>
                  <a:pt x="5131955" y="2037829"/>
                  <a:pt x="5133054" y="2036076"/>
                  <a:pt x="5135232" y="2036076"/>
                </a:cubicBezTo>
                <a:cubicBezTo>
                  <a:pt x="5139143" y="2036076"/>
                  <a:pt x="5141601" y="2036508"/>
                  <a:pt x="5144858" y="2038711"/>
                </a:cubicBezTo>
                <a:cubicBezTo>
                  <a:pt x="5146414" y="2039581"/>
                  <a:pt x="5147075" y="2041105"/>
                  <a:pt x="5148351" y="2042242"/>
                </a:cubicBezTo>
                <a:cubicBezTo>
                  <a:pt x="5149659" y="2043322"/>
                  <a:pt x="5150554" y="2043734"/>
                  <a:pt x="5151843" y="2044852"/>
                </a:cubicBezTo>
                <a:cubicBezTo>
                  <a:pt x="5153202" y="2045931"/>
                  <a:pt x="5153647" y="2047462"/>
                  <a:pt x="5155374" y="2048332"/>
                </a:cubicBezTo>
                <a:cubicBezTo>
                  <a:pt x="5156460" y="2048757"/>
                  <a:pt x="5157793" y="2048757"/>
                  <a:pt x="5158873" y="2049214"/>
                </a:cubicBezTo>
                <a:cubicBezTo>
                  <a:pt x="5160175" y="2049652"/>
                  <a:pt x="5161070" y="2050497"/>
                  <a:pt x="5162384" y="2050961"/>
                </a:cubicBezTo>
                <a:cubicBezTo>
                  <a:pt x="5165223" y="2051843"/>
                  <a:pt x="5167617" y="2052281"/>
                  <a:pt x="5170290" y="2053602"/>
                </a:cubicBezTo>
                <a:cubicBezTo>
                  <a:pt x="5171770" y="2054256"/>
                  <a:pt x="5172246" y="2055564"/>
                  <a:pt x="5173770" y="2056231"/>
                </a:cubicBezTo>
                <a:cubicBezTo>
                  <a:pt x="5175275" y="2056853"/>
                  <a:pt x="5176608" y="2056853"/>
                  <a:pt x="5178139" y="2057107"/>
                </a:cubicBezTo>
                <a:cubicBezTo>
                  <a:pt x="5180342" y="2057552"/>
                  <a:pt x="5181847" y="2058619"/>
                  <a:pt x="5184273" y="2058854"/>
                </a:cubicBezTo>
                <a:cubicBezTo>
                  <a:pt x="5187111" y="2059082"/>
                  <a:pt x="5188877" y="2058854"/>
                  <a:pt x="5191715" y="2058854"/>
                </a:cubicBezTo>
                <a:cubicBezTo>
                  <a:pt x="5194554" y="2058854"/>
                  <a:pt x="5196516" y="2059527"/>
                  <a:pt x="5199157" y="2058854"/>
                </a:cubicBezTo>
                <a:cubicBezTo>
                  <a:pt x="5200688" y="2058409"/>
                  <a:pt x="5201342" y="2057107"/>
                  <a:pt x="5202662" y="2056231"/>
                </a:cubicBezTo>
                <a:cubicBezTo>
                  <a:pt x="5203755" y="2055564"/>
                  <a:pt x="5205520" y="2055564"/>
                  <a:pt x="5206168" y="2054466"/>
                </a:cubicBezTo>
                <a:cubicBezTo>
                  <a:pt x="5206599" y="2053602"/>
                  <a:pt x="5206828" y="2052065"/>
                  <a:pt x="5207025" y="2050961"/>
                </a:cubicBezTo>
                <a:cubicBezTo>
                  <a:pt x="5207692" y="2048541"/>
                  <a:pt x="5207025" y="2046592"/>
                  <a:pt x="5207025" y="2043988"/>
                </a:cubicBezTo>
                <a:cubicBezTo>
                  <a:pt x="5208993" y="2043988"/>
                  <a:pt x="5210549" y="2044426"/>
                  <a:pt x="5212276" y="2043988"/>
                </a:cubicBezTo>
                <a:cubicBezTo>
                  <a:pt x="5215153" y="2043080"/>
                  <a:pt x="5216893" y="2041778"/>
                  <a:pt x="5219293" y="2040458"/>
                </a:cubicBezTo>
                <a:cubicBezTo>
                  <a:pt x="5220830" y="2039581"/>
                  <a:pt x="5221712" y="2038286"/>
                  <a:pt x="5222786" y="2036991"/>
                </a:cubicBezTo>
                <a:cubicBezTo>
                  <a:pt x="5225199" y="2034114"/>
                  <a:pt x="5226716" y="2030856"/>
                  <a:pt x="5230679" y="2030856"/>
                </a:cubicBezTo>
                <a:lnTo>
                  <a:pt x="5232438" y="2030856"/>
                </a:lnTo>
                <a:cubicBezTo>
                  <a:pt x="5233955" y="2030856"/>
                  <a:pt x="5234641" y="2032127"/>
                  <a:pt x="5235949" y="2032584"/>
                </a:cubicBezTo>
                <a:cubicBezTo>
                  <a:pt x="5237016" y="2032793"/>
                  <a:pt x="5238337" y="2033054"/>
                  <a:pt x="5239416" y="2033479"/>
                </a:cubicBezTo>
                <a:cubicBezTo>
                  <a:pt x="5240737" y="2033879"/>
                  <a:pt x="5241613" y="2034768"/>
                  <a:pt x="5242915" y="2035213"/>
                </a:cubicBezTo>
                <a:cubicBezTo>
                  <a:pt x="5245569" y="2036330"/>
                  <a:pt x="5247309" y="2037206"/>
                  <a:pt x="5249938" y="2038711"/>
                </a:cubicBezTo>
                <a:cubicBezTo>
                  <a:pt x="5251246" y="2039359"/>
                  <a:pt x="5252364" y="2039581"/>
                  <a:pt x="5253437" y="2040458"/>
                </a:cubicBezTo>
                <a:cubicBezTo>
                  <a:pt x="5255628" y="2042439"/>
                  <a:pt x="5256295" y="2045074"/>
                  <a:pt x="5257812" y="2047462"/>
                </a:cubicBezTo>
                <a:cubicBezTo>
                  <a:pt x="5258479" y="2048541"/>
                  <a:pt x="5258936" y="2049881"/>
                  <a:pt x="5259558" y="2050961"/>
                </a:cubicBezTo>
                <a:cubicBezTo>
                  <a:pt x="5261336" y="2053812"/>
                  <a:pt x="5264162" y="2053812"/>
                  <a:pt x="5266575" y="2056231"/>
                </a:cubicBezTo>
                <a:cubicBezTo>
                  <a:pt x="5267674" y="2057311"/>
                  <a:pt x="5268321" y="2058409"/>
                  <a:pt x="5269204" y="2059705"/>
                </a:cubicBezTo>
                <a:cubicBezTo>
                  <a:pt x="5270950" y="2062162"/>
                  <a:pt x="5272030" y="2064080"/>
                  <a:pt x="5273592" y="2066734"/>
                </a:cubicBezTo>
                <a:cubicBezTo>
                  <a:pt x="5274456" y="2068283"/>
                  <a:pt x="5275338" y="2069579"/>
                  <a:pt x="5276214" y="2071122"/>
                </a:cubicBezTo>
                <a:cubicBezTo>
                  <a:pt x="5277072" y="2072411"/>
                  <a:pt x="5277307" y="2074157"/>
                  <a:pt x="5278831" y="2074589"/>
                </a:cubicBezTo>
                <a:cubicBezTo>
                  <a:pt x="5280818" y="2075268"/>
                  <a:pt x="5282304" y="2074589"/>
                  <a:pt x="5284527" y="2074589"/>
                </a:cubicBezTo>
                <a:cubicBezTo>
                  <a:pt x="5289562" y="2074589"/>
                  <a:pt x="5292204" y="2074157"/>
                  <a:pt x="5297233" y="2073782"/>
                </a:cubicBezTo>
                <a:cubicBezTo>
                  <a:pt x="5299843" y="2073509"/>
                  <a:pt x="5301170" y="2072855"/>
                  <a:pt x="5303793" y="2072855"/>
                </a:cubicBezTo>
                <a:cubicBezTo>
                  <a:pt x="5308168" y="2072855"/>
                  <a:pt x="5309914" y="2075910"/>
                  <a:pt x="5313006" y="2079002"/>
                </a:cubicBezTo>
                <a:cubicBezTo>
                  <a:pt x="5315375" y="2081390"/>
                  <a:pt x="5316931" y="2083136"/>
                  <a:pt x="5319998" y="2084241"/>
                </a:cubicBezTo>
                <a:cubicBezTo>
                  <a:pt x="5321960" y="2084889"/>
                  <a:pt x="5323262" y="2085994"/>
                  <a:pt x="5325459" y="2085994"/>
                </a:cubicBezTo>
                <a:cubicBezTo>
                  <a:pt x="5327434" y="2085994"/>
                  <a:pt x="5328513" y="2085320"/>
                  <a:pt x="5330488" y="2085130"/>
                </a:cubicBezTo>
                <a:lnTo>
                  <a:pt x="5330488" y="2074373"/>
                </a:lnTo>
                <a:cubicBezTo>
                  <a:pt x="5330488" y="2071731"/>
                  <a:pt x="5328291" y="2070430"/>
                  <a:pt x="5326119" y="2069344"/>
                </a:cubicBezTo>
                <a:cubicBezTo>
                  <a:pt x="5325008" y="2068925"/>
                  <a:pt x="5323706" y="2068925"/>
                  <a:pt x="5322608" y="2068512"/>
                </a:cubicBezTo>
                <a:cubicBezTo>
                  <a:pt x="5321541" y="2068023"/>
                  <a:pt x="5319998" y="2068283"/>
                  <a:pt x="5319083" y="2067617"/>
                </a:cubicBezTo>
                <a:cubicBezTo>
                  <a:pt x="5318017" y="2066963"/>
                  <a:pt x="5318239" y="2065197"/>
                  <a:pt x="5317369" y="2064080"/>
                </a:cubicBezTo>
                <a:cubicBezTo>
                  <a:pt x="5316264" y="2062791"/>
                  <a:pt x="5315839" y="2061921"/>
                  <a:pt x="5314734" y="2060613"/>
                </a:cubicBezTo>
                <a:cubicBezTo>
                  <a:pt x="5313603" y="2059324"/>
                  <a:pt x="5312130" y="2058206"/>
                  <a:pt x="5310365" y="2057965"/>
                </a:cubicBezTo>
                <a:cubicBezTo>
                  <a:pt x="5309247" y="2057965"/>
                  <a:pt x="5307952" y="2058206"/>
                  <a:pt x="5306853" y="2057965"/>
                </a:cubicBezTo>
                <a:cubicBezTo>
                  <a:pt x="5305755" y="2057736"/>
                  <a:pt x="5304447" y="2058206"/>
                  <a:pt x="5303342" y="2057965"/>
                </a:cubicBezTo>
                <a:cubicBezTo>
                  <a:pt x="5301805" y="2057552"/>
                  <a:pt x="5301373" y="2055787"/>
                  <a:pt x="5299843" y="2055361"/>
                </a:cubicBezTo>
                <a:cubicBezTo>
                  <a:pt x="5298776" y="2055101"/>
                  <a:pt x="5297430" y="2054701"/>
                  <a:pt x="5296350" y="2054466"/>
                </a:cubicBezTo>
                <a:cubicBezTo>
                  <a:pt x="5295252" y="2054256"/>
                  <a:pt x="5294166" y="2053602"/>
                  <a:pt x="5292852" y="2053602"/>
                </a:cubicBezTo>
                <a:cubicBezTo>
                  <a:pt x="5290216" y="2053380"/>
                  <a:pt x="5288470" y="2053602"/>
                  <a:pt x="5285847" y="2053602"/>
                </a:cubicBezTo>
                <a:lnTo>
                  <a:pt x="5285847" y="2031282"/>
                </a:lnTo>
                <a:cubicBezTo>
                  <a:pt x="5279936" y="2031015"/>
                  <a:pt x="5276430" y="2030856"/>
                  <a:pt x="5270512" y="2031282"/>
                </a:cubicBezTo>
                <a:lnTo>
                  <a:pt x="5270512" y="2014632"/>
                </a:lnTo>
                <a:cubicBezTo>
                  <a:pt x="5275745" y="2014416"/>
                  <a:pt x="5278831" y="2014181"/>
                  <a:pt x="5284076" y="2014632"/>
                </a:cubicBezTo>
                <a:lnTo>
                  <a:pt x="5284076" y="2008943"/>
                </a:lnTo>
                <a:cubicBezTo>
                  <a:pt x="5282996" y="2008289"/>
                  <a:pt x="5281701" y="2008035"/>
                  <a:pt x="5280564" y="2007177"/>
                </a:cubicBezTo>
                <a:cubicBezTo>
                  <a:pt x="5279485" y="2006301"/>
                  <a:pt x="5279047" y="2004567"/>
                  <a:pt x="5277954" y="2003717"/>
                </a:cubicBezTo>
                <a:cubicBezTo>
                  <a:pt x="5276881" y="2002796"/>
                  <a:pt x="5275554" y="2001939"/>
                  <a:pt x="5274456" y="2001069"/>
                </a:cubicBezTo>
                <a:lnTo>
                  <a:pt x="5256974" y="2001069"/>
                </a:lnTo>
                <a:cubicBezTo>
                  <a:pt x="5256060" y="1999964"/>
                  <a:pt x="5255431" y="1998865"/>
                  <a:pt x="5254307" y="1997557"/>
                </a:cubicBezTo>
                <a:cubicBezTo>
                  <a:pt x="5253208" y="1996255"/>
                  <a:pt x="5251469" y="1996255"/>
                  <a:pt x="5250814" y="1994915"/>
                </a:cubicBezTo>
                <a:cubicBezTo>
                  <a:pt x="5249519" y="1992756"/>
                  <a:pt x="5249938" y="1990331"/>
                  <a:pt x="5249081" y="1987911"/>
                </a:cubicBezTo>
                <a:cubicBezTo>
                  <a:pt x="5248630" y="1986813"/>
                  <a:pt x="5248827" y="1985333"/>
                  <a:pt x="5248198" y="1984438"/>
                </a:cubicBezTo>
                <a:cubicBezTo>
                  <a:pt x="5247538" y="1983346"/>
                  <a:pt x="5245773" y="1983568"/>
                  <a:pt x="5244668" y="1982692"/>
                </a:cubicBezTo>
                <a:cubicBezTo>
                  <a:pt x="5243385" y="1981561"/>
                  <a:pt x="5242483" y="1980945"/>
                  <a:pt x="5241175" y="1980031"/>
                </a:cubicBezTo>
                <a:cubicBezTo>
                  <a:pt x="5239670" y="1978952"/>
                  <a:pt x="5238984" y="1977618"/>
                  <a:pt x="5237683" y="1976539"/>
                </a:cubicBezTo>
                <a:cubicBezTo>
                  <a:pt x="5236375" y="1975427"/>
                  <a:pt x="5235251" y="1975002"/>
                  <a:pt x="5234184" y="1973929"/>
                </a:cubicBezTo>
                <a:cubicBezTo>
                  <a:pt x="5231561" y="1971274"/>
                  <a:pt x="5230679" y="1968436"/>
                  <a:pt x="5227173" y="1966931"/>
                </a:cubicBezTo>
                <a:cubicBezTo>
                  <a:pt x="5225853" y="1966467"/>
                  <a:pt x="5224983" y="1965394"/>
                  <a:pt x="5223668" y="1965153"/>
                </a:cubicBezTo>
                <a:cubicBezTo>
                  <a:pt x="5220830" y="1964486"/>
                  <a:pt x="5218836" y="1965153"/>
                  <a:pt x="5215769" y="1965153"/>
                </a:cubicBezTo>
                <a:cubicBezTo>
                  <a:pt x="5212518" y="1965153"/>
                  <a:pt x="5210314" y="1963839"/>
                  <a:pt x="5207908" y="1961654"/>
                </a:cubicBezTo>
                <a:cubicBezTo>
                  <a:pt x="5206828" y="1960797"/>
                  <a:pt x="5207476" y="1958803"/>
                  <a:pt x="5206168" y="1958136"/>
                </a:cubicBezTo>
                <a:cubicBezTo>
                  <a:pt x="5205088" y="1957711"/>
                  <a:pt x="5203755" y="1958378"/>
                  <a:pt x="5202662" y="1958136"/>
                </a:cubicBezTo>
                <a:cubicBezTo>
                  <a:pt x="5201113" y="1957711"/>
                  <a:pt x="5199811" y="1957514"/>
                  <a:pt x="5198306" y="1957266"/>
                </a:cubicBezTo>
                <a:cubicBezTo>
                  <a:pt x="5195665" y="1956835"/>
                  <a:pt x="5193671" y="1955730"/>
                  <a:pt x="5191277" y="1954650"/>
                </a:cubicBezTo>
                <a:cubicBezTo>
                  <a:pt x="5188629" y="1953342"/>
                  <a:pt x="5186914" y="1951348"/>
                  <a:pt x="5184273" y="1950294"/>
                </a:cubicBezTo>
                <a:cubicBezTo>
                  <a:pt x="5182984" y="1949843"/>
                  <a:pt x="5182082" y="1948745"/>
                  <a:pt x="5180755" y="1948535"/>
                </a:cubicBezTo>
                <a:cubicBezTo>
                  <a:pt x="5179669" y="1948313"/>
                  <a:pt x="5178596" y="1948535"/>
                  <a:pt x="5177256" y="1948535"/>
                </a:cubicBezTo>
                <a:cubicBezTo>
                  <a:pt x="5172887" y="1948313"/>
                  <a:pt x="5170290" y="1948745"/>
                  <a:pt x="5165871" y="1948535"/>
                </a:cubicBezTo>
                <a:cubicBezTo>
                  <a:pt x="5164099" y="1948535"/>
                  <a:pt x="5163229" y="1947659"/>
                  <a:pt x="5161495" y="1947659"/>
                </a:cubicBezTo>
                <a:cubicBezTo>
                  <a:pt x="5157343" y="1947443"/>
                  <a:pt x="5154714" y="1948313"/>
                  <a:pt x="5150993" y="1946751"/>
                </a:cubicBezTo>
                <a:cubicBezTo>
                  <a:pt x="5148351" y="1945697"/>
                  <a:pt x="5146414" y="1943677"/>
                  <a:pt x="5143988" y="1942388"/>
                </a:cubicBezTo>
                <a:cubicBezTo>
                  <a:pt x="5141601" y="1941093"/>
                  <a:pt x="5139632" y="1939080"/>
                  <a:pt x="5136991" y="1938039"/>
                </a:cubicBezTo>
                <a:cubicBezTo>
                  <a:pt x="5135880" y="1937575"/>
                  <a:pt x="5134590" y="1937353"/>
                  <a:pt x="5133498" y="1937169"/>
                </a:cubicBezTo>
                <a:cubicBezTo>
                  <a:pt x="5131955" y="1936724"/>
                  <a:pt x="5130634" y="1936070"/>
                  <a:pt x="5129123" y="1935403"/>
                </a:cubicBezTo>
                <a:cubicBezTo>
                  <a:pt x="5126926" y="1934311"/>
                  <a:pt x="5125593" y="1931885"/>
                  <a:pt x="5122995" y="1931885"/>
                </a:cubicBezTo>
                <a:cubicBezTo>
                  <a:pt x="5121001" y="1931885"/>
                  <a:pt x="5119287" y="1931885"/>
                  <a:pt x="5117744" y="1932762"/>
                </a:cubicBezTo>
                <a:cubicBezTo>
                  <a:pt x="5116442" y="1933428"/>
                  <a:pt x="5116442" y="1935149"/>
                  <a:pt x="5115090" y="1936254"/>
                </a:cubicBezTo>
                <a:cubicBezTo>
                  <a:pt x="5112696" y="1938235"/>
                  <a:pt x="5110492" y="1939759"/>
                  <a:pt x="5107209" y="1939759"/>
                </a:cubicBezTo>
                <a:cubicBezTo>
                  <a:pt x="5104612" y="1939759"/>
                  <a:pt x="5102828" y="1939556"/>
                  <a:pt x="5100199" y="1939759"/>
                </a:cubicBezTo>
                <a:cubicBezTo>
                  <a:pt x="5098662" y="1939759"/>
                  <a:pt x="5098040" y="1940877"/>
                  <a:pt x="5096719" y="1941531"/>
                </a:cubicBezTo>
                <a:cubicBezTo>
                  <a:pt x="5094954" y="1942388"/>
                  <a:pt x="5093646" y="1943271"/>
                  <a:pt x="5093208" y="1944998"/>
                </a:cubicBezTo>
                <a:cubicBezTo>
                  <a:pt x="5092788" y="1947443"/>
                  <a:pt x="5094077" y="1949621"/>
                  <a:pt x="5093208" y="1952047"/>
                </a:cubicBezTo>
                <a:cubicBezTo>
                  <a:pt x="5092788" y="1953342"/>
                  <a:pt x="5092331" y="1954434"/>
                  <a:pt x="5091487" y="1955545"/>
                </a:cubicBezTo>
                <a:cubicBezTo>
                  <a:pt x="5090598" y="1956644"/>
                  <a:pt x="5089251" y="1956835"/>
                  <a:pt x="5087943" y="1957266"/>
                </a:cubicBezTo>
                <a:cubicBezTo>
                  <a:pt x="5085530" y="1958378"/>
                  <a:pt x="5083594" y="1958136"/>
                  <a:pt x="5080958" y="1958136"/>
                </a:cubicBezTo>
                <a:cubicBezTo>
                  <a:pt x="5077904" y="1958136"/>
                  <a:pt x="5075929" y="1957711"/>
                  <a:pt x="5073078" y="1957266"/>
                </a:cubicBezTo>
                <a:cubicBezTo>
                  <a:pt x="5070671" y="1957050"/>
                  <a:pt x="5068049" y="1957266"/>
                  <a:pt x="5066068" y="1955545"/>
                </a:cubicBezTo>
                <a:cubicBezTo>
                  <a:pt x="5064760" y="1954434"/>
                  <a:pt x="5064315" y="1953342"/>
                  <a:pt x="5063439" y="1952047"/>
                </a:cubicBezTo>
                <a:cubicBezTo>
                  <a:pt x="5062797" y="1950942"/>
                  <a:pt x="5064105" y="1949392"/>
                  <a:pt x="5063439" y="1948535"/>
                </a:cubicBezTo>
                <a:cubicBezTo>
                  <a:pt x="5061692" y="1946363"/>
                  <a:pt x="5059299" y="1945893"/>
                  <a:pt x="5056435" y="1945893"/>
                </a:cubicBezTo>
                <a:cubicBezTo>
                  <a:pt x="5055114" y="1945893"/>
                  <a:pt x="5054022" y="1945697"/>
                  <a:pt x="5052923" y="1945893"/>
                </a:cubicBezTo>
                <a:cubicBezTo>
                  <a:pt x="5051380" y="1946363"/>
                  <a:pt x="5050955" y="1947856"/>
                  <a:pt x="5049437" y="1948535"/>
                </a:cubicBezTo>
                <a:cubicBezTo>
                  <a:pt x="5048116" y="1948961"/>
                  <a:pt x="5047246" y="1949392"/>
                  <a:pt x="5045729" y="1949392"/>
                </a:cubicBezTo>
                <a:lnTo>
                  <a:pt x="5024024" y="1949392"/>
                </a:lnTo>
                <a:lnTo>
                  <a:pt x="5024024" y="1956396"/>
                </a:lnTo>
                <a:cubicBezTo>
                  <a:pt x="5025377" y="1957050"/>
                  <a:pt x="5026456" y="1957050"/>
                  <a:pt x="5027523" y="1958136"/>
                </a:cubicBezTo>
                <a:cubicBezTo>
                  <a:pt x="5028628" y="1959260"/>
                  <a:pt x="5030406" y="1959482"/>
                  <a:pt x="5031035" y="1960797"/>
                </a:cubicBezTo>
                <a:cubicBezTo>
                  <a:pt x="5031701" y="1961889"/>
                  <a:pt x="5031035" y="1963185"/>
                  <a:pt x="5031035" y="1964302"/>
                </a:cubicBezTo>
                <a:cubicBezTo>
                  <a:pt x="5031276" y="1966709"/>
                  <a:pt x="5031035" y="1968658"/>
                  <a:pt x="5031035" y="1971274"/>
                </a:cubicBezTo>
                <a:lnTo>
                  <a:pt x="5036312" y="1971274"/>
                </a:lnTo>
                <a:cubicBezTo>
                  <a:pt x="5036731" y="1970208"/>
                  <a:pt x="5035429" y="1968233"/>
                  <a:pt x="5036312" y="1967782"/>
                </a:cubicBezTo>
                <a:close/>
                <a:moveTo>
                  <a:pt x="5060810" y="1995792"/>
                </a:moveTo>
                <a:cubicBezTo>
                  <a:pt x="5059502" y="1996681"/>
                  <a:pt x="5058175" y="1997341"/>
                  <a:pt x="5057305" y="1998433"/>
                </a:cubicBezTo>
                <a:cubicBezTo>
                  <a:pt x="5056435" y="1999532"/>
                  <a:pt x="5054244" y="1999532"/>
                  <a:pt x="5053837" y="2001069"/>
                </a:cubicBezTo>
                <a:cubicBezTo>
                  <a:pt x="5053596" y="2002154"/>
                  <a:pt x="5054022" y="2003450"/>
                  <a:pt x="5053837" y="2004567"/>
                </a:cubicBezTo>
                <a:cubicBezTo>
                  <a:pt x="5053596" y="2005679"/>
                  <a:pt x="5053164" y="2006968"/>
                  <a:pt x="5052923" y="2008035"/>
                </a:cubicBezTo>
                <a:cubicBezTo>
                  <a:pt x="5052714" y="2009171"/>
                  <a:pt x="5052079" y="2010251"/>
                  <a:pt x="5052079" y="2011559"/>
                </a:cubicBezTo>
                <a:cubicBezTo>
                  <a:pt x="5052079" y="2013121"/>
                  <a:pt x="5050301" y="2013540"/>
                  <a:pt x="5050301" y="2015102"/>
                </a:cubicBezTo>
                <a:cubicBezTo>
                  <a:pt x="5050301" y="2017052"/>
                  <a:pt x="5053596" y="2016163"/>
                  <a:pt x="5055539" y="2015947"/>
                </a:cubicBezTo>
                <a:cubicBezTo>
                  <a:pt x="5056841" y="2015947"/>
                  <a:pt x="5057984" y="2016163"/>
                  <a:pt x="5059057" y="2015947"/>
                </a:cubicBezTo>
                <a:cubicBezTo>
                  <a:pt x="5060581" y="2015489"/>
                  <a:pt x="5061477" y="2014632"/>
                  <a:pt x="5062556" y="2013305"/>
                </a:cubicBezTo>
                <a:cubicBezTo>
                  <a:pt x="5063223" y="2012461"/>
                  <a:pt x="5062994" y="2010924"/>
                  <a:pt x="5063439" y="2009813"/>
                </a:cubicBezTo>
                <a:cubicBezTo>
                  <a:pt x="5065636" y="2005437"/>
                  <a:pt x="5067833" y="2002599"/>
                  <a:pt x="5067833" y="1997557"/>
                </a:cubicBezTo>
                <a:lnTo>
                  <a:pt x="5067833" y="1995792"/>
                </a:lnTo>
                <a:cubicBezTo>
                  <a:pt x="5067598" y="1994287"/>
                  <a:pt x="5065395" y="1994287"/>
                  <a:pt x="5064315" y="1993182"/>
                </a:cubicBezTo>
                <a:cubicBezTo>
                  <a:pt x="5062994" y="1994058"/>
                  <a:pt x="5062131" y="1994915"/>
                  <a:pt x="5060810" y="1995792"/>
                </a:cubicBezTo>
                <a:close/>
                <a:moveTo>
                  <a:pt x="4912817" y="2030856"/>
                </a:moveTo>
                <a:cubicBezTo>
                  <a:pt x="4913058" y="2032127"/>
                  <a:pt x="4912658" y="2033054"/>
                  <a:pt x="4912817" y="2034362"/>
                </a:cubicBezTo>
                <a:cubicBezTo>
                  <a:pt x="4913058" y="2035873"/>
                  <a:pt x="4914137" y="2036508"/>
                  <a:pt x="4914595" y="2037829"/>
                </a:cubicBezTo>
                <a:cubicBezTo>
                  <a:pt x="4915687" y="2037619"/>
                  <a:pt x="4917008" y="2038051"/>
                  <a:pt x="4918119" y="2037829"/>
                </a:cubicBezTo>
                <a:cubicBezTo>
                  <a:pt x="4919637" y="2037619"/>
                  <a:pt x="4919846" y="2035213"/>
                  <a:pt x="4921624" y="2035213"/>
                </a:cubicBezTo>
                <a:cubicBezTo>
                  <a:pt x="4923777" y="2035213"/>
                  <a:pt x="4924704" y="2036991"/>
                  <a:pt x="4926850" y="2036991"/>
                </a:cubicBezTo>
                <a:lnTo>
                  <a:pt x="4928622" y="2036991"/>
                </a:lnTo>
                <a:cubicBezTo>
                  <a:pt x="4930362" y="2036991"/>
                  <a:pt x="4930781" y="2035003"/>
                  <a:pt x="4932089" y="2034362"/>
                </a:cubicBezTo>
                <a:lnTo>
                  <a:pt x="4929473" y="2030856"/>
                </a:lnTo>
                <a:close/>
                <a:moveTo>
                  <a:pt x="5003012" y="2041321"/>
                </a:moveTo>
                <a:cubicBezTo>
                  <a:pt x="5003012" y="2042648"/>
                  <a:pt x="5003673" y="2043525"/>
                  <a:pt x="5003901" y="2044852"/>
                </a:cubicBezTo>
                <a:lnTo>
                  <a:pt x="5014448" y="2044852"/>
                </a:lnTo>
                <a:cubicBezTo>
                  <a:pt x="5015725" y="2043988"/>
                  <a:pt x="5017046" y="2043525"/>
                  <a:pt x="5017884" y="2042242"/>
                </a:cubicBezTo>
                <a:cubicBezTo>
                  <a:pt x="5019224" y="2040458"/>
                  <a:pt x="5020538" y="2039150"/>
                  <a:pt x="5020538" y="2036991"/>
                </a:cubicBezTo>
                <a:cubicBezTo>
                  <a:pt x="5020538" y="2033479"/>
                  <a:pt x="5019897" y="2031479"/>
                  <a:pt x="5018792" y="2028196"/>
                </a:cubicBezTo>
                <a:cubicBezTo>
                  <a:pt x="5018366" y="2026665"/>
                  <a:pt x="5016817" y="2026050"/>
                  <a:pt x="5016150" y="2024672"/>
                </a:cubicBezTo>
                <a:cubicBezTo>
                  <a:pt x="5011121" y="2026665"/>
                  <a:pt x="5008257" y="2028412"/>
                  <a:pt x="5003901" y="2031752"/>
                </a:cubicBezTo>
                <a:cubicBezTo>
                  <a:pt x="5003469" y="2034362"/>
                  <a:pt x="5003012" y="2038711"/>
                  <a:pt x="5003012" y="2041321"/>
                </a:cubicBezTo>
                <a:close/>
                <a:moveTo>
                  <a:pt x="5296350" y="1997557"/>
                </a:moveTo>
                <a:cubicBezTo>
                  <a:pt x="5296566" y="2000192"/>
                  <a:pt x="5297233" y="2001939"/>
                  <a:pt x="5297233" y="2004567"/>
                </a:cubicBezTo>
                <a:cubicBezTo>
                  <a:pt x="5297233" y="2005183"/>
                  <a:pt x="5296795" y="2005679"/>
                  <a:pt x="5296795" y="2006301"/>
                </a:cubicBezTo>
                <a:cubicBezTo>
                  <a:pt x="5302713" y="2006301"/>
                  <a:pt x="5306218" y="2005679"/>
                  <a:pt x="5312130" y="2006301"/>
                </a:cubicBezTo>
                <a:cubicBezTo>
                  <a:pt x="5314734" y="2006530"/>
                  <a:pt x="5316474" y="2007850"/>
                  <a:pt x="5319083" y="2008035"/>
                </a:cubicBezTo>
                <a:cubicBezTo>
                  <a:pt x="5321738" y="2008289"/>
                  <a:pt x="5323503" y="2008035"/>
                  <a:pt x="5326119" y="2008035"/>
                </a:cubicBezTo>
                <a:cubicBezTo>
                  <a:pt x="5328754" y="2008035"/>
                  <a:pt x="5330488" y="2008289"/>
                  <a:pt x="5333110" y="2008035"/>
                </a:cubicBezTo>
                <a:cubicBezTo>
                  <a:pt x="5334654" y="2008035"/>
                  <a:pt x="5335333" y="2006968"/>
                  <a:pt x="5336635" y="2006301"/>
                </a:cubicBezTo>
                <a:cubicBezTo>
                  <a:pt x="5338368" y="2005437"/>
                  <a:pt x="5338368" y="2003285"/>
                  <a:pt x="5340134" y="2002796"/>
                </a:cubicBezTo>
                <a:cubicBezTo>
                  <a:pt x="5341226" y="2002599"/>
                  <a:pt x="5342515" y="2003285"/>
                  <a:pt x="5343626" y="2002796"/>
                </a:cubicBezTo>
                <a:cubicBezTo>
                  <a:pt x="5344731" y="2002402"/>
                  <a:pt x="5346039" y="2002154"/>
                  <a:pt x="5347112" y="2001939"/>
                </a:cubicBezTo>
                <a:cubicBezTo>
                  <a:pt x="5348878" y="2001285"/>
                  <a:pt x="5349754" y="1999964"/>
                  <a:pt x="5350611" y="1998433"/>
                </a:cubicBezTo>
                <a:cubicBezTo>
                  <a:pt x="5352186" y="1996052"/>
                  <a:pt x="5353462" y="1994287"/>
                  <a:pt x="5354161" y="1991417"/>
                </a:cubicBezTo>
                <a:cubicBezTo>
                  <a:pt x="5354554" y="1989010"/>
                  <a:pt x="5354161" y="1986813"/>
                  <a:pt x="5355031" y="1984438"/>
                </a:cubicBezTo>
                <a:cubicBezTo>
                  <a:pt x="5355450" y="1982882"/>
                  <a:pt x="5357183" y="1982457"/>
                  <a:pt x="5357628" y="1980945"/>
                </a:cubicBezTo>
                <a:cubicBezTo>
                  <a:pt x="5357850" y="1979841"/>
                  <a:pt x="5358517" y="1978742"/>
                  <a:pt x="5358517" y="1977434"/>
                </a:cubicBezTo>
                <a:cubicBezTo>
                  <a:pt x="5358517" y="1975878"/>
                  <a:pt x="5356961" y="1975218"/>
                  <a:pt x="5356771" y="1973929"/>
                </a:cubicBezTo>
                <a:cubicBezTo>
                  <a:pt x="5355450" y="1974132"/>
                  <a:pt x="5354326" y="1974792"/>
                  <a:pt x="5353278" y="1974792"/>
                </a:cubicBezTo>
                <a:cubicBezTo>
                  <a:pt x="5352186" y="1974792"/>
                  <a:pt x="5350846" y="1974602"/>
                  <a:pt x="5349754" y="1974792"/>
                </a:cubicBezTo>
                <a:cubicBezTo>
                  <a:pt x="5348446" y="1975002"/>
                  <a:pt x="5347531" y="1975878"/>
                  <a:pt x="5346242" y="1976539"/>
                </a:cubicBezTo>
                <a:cubicBezTo>
                  <a:pt x="5344928" y="1977218"/>
                  <a:pt x="5343398" y="1977218"/>
                  <a:pt x="5342743" y="1978317"/>
                </a:cubicBezTo>
                <a:cubicBezTo>
                  <a:pt x="5341454" y="1980469"/>
                  <a:pt x="5343398" y="1982882"/>
                  <a:pt x="5342743" y="1985333"/>
                </a:cubicBezTo>
                <a:cubicBezTo>
                  <a:pt x="5342318" y="1986813"/>
                  <a:pt x="5340781" y="1987486"/>
                  <a:pt x="5340134" y="1988826"/>
                </a:cubicBezTo>
                <a:cubicBezTo>
                  <a:pt x="5339460" y="1989886"/>
                  <a:pt x="5340134" y="1991861"/>
                  <a:pt x="5339264" y="1992331"/>
                </a:cubicBezTo>
                <a:cubicBezTo>
                  <a:pt x="5338368" y="1992756"/>
                  <a:pt x="5336819" y="1992331"/>
                  <a:pt x="5335727" y="1992331"/>
                </a:cubicBezTo>
                <a:cubicBezTo>
                  <a:pt x="5329847" y="1993182"/>
                  <a:pt x="5326341" y="1992331"/>
                  <a:pt x="5320220" y="1992331"/>
                </a:cubicBezTo>
                <a:lnTo>
                  <a:pt x="5316474" y="1992331"/>
                </a:lnTo>
                <a:lnTo>
                  <a:pt x="5313006" y="1992331"/>
                </a:lnTo>
                <a:cubicBezTo>
                  <a:pt x="5308606" y="1992331"/>
                  <a:pt x="5305964" y="1992490"/>
                  <a:pt x="5301595" y="1992331"/>
                </a:cubicBezTo>
                <a:cubicBezTo>
                  <a:pt x="5300281" y="1992331"/>
                  <a:pt x="5299424" y="1991417"/>
                  <a:pt x="5298090" y="1991417"/>
                </a:cubicBezTo>
                <a:cubicBezTo>
                  <a:pt x="5298090" y="1992756"/>
                  <a:pt x="5296350" y="1996255"/>
                  <a:pt x="5296350" y="1997557"/>
                </a:cubicBezTo>
                <a:close/>
                <a:moveTo>
                  <a:pt x="5397049" y="2008035"/>
                </a:moveTo>
                <a:cubicBezTo>
                  <a:pt x="5397049" y="2009813"/>
                  <a:pt x="5399004" y="2010251"/>
                  <a:pt x="5399627" y="2011559"/>
                </a:cubicBezTo>
                <a:cubicBezTo>
                  <a:pt x="5401189" y="2014416"/>
                  <a:pt x="5404485" y="2014181"/>
                  <a:pt x="5406682" y="2016823"/>
                </a:cubicBezTo>
                <a:cubicBezTo>
                  <a:pt x="5407564" y="2017909"/>
                  <a:pt x="5407564" y="2019236"/>
                  <a:pt x="5408428" y="2020335"/>
                </a:cubicBezTo>
                <a:cubicBezTo>
                  <a:pt x="5409526" y="2021839"/>
                  <a:pt x="5410161" y="2023167"/>
                  <a:pt x="5411927" y="2023814"/>
                </a:cubicBezTo>
                <a:cubicBezTo>
                  <a:pt x="5413235" y="2024265"/>
                  <a:pt x="5413902" y="2025561"/>
                  <a:pt x="5415432" y="2025561"/>
                </a:cubicBezTo>
                <a:cubicBezTo>
                  <a:pt x="5416962" y="2025561"/>
                  <a:pt x="5417407" y="2024056"/>
                  <a:pt x="5418912" y="2023814"/>
                </a:cubicBezTo>
                <a:cubicBezTo>
                  <a:pt x="5418512" y="2022748"/>
                  <a:pt x="5418512" y="2021446"/>
                  <a:pt x="5418029" y="2020335"/>
                </a:cubicBezTo>
                <a:cubicBezTo>
                  <a:pt x="5417407" y="2018785"/>
                  <a:pt x="5415857" y="2018353"/>
                  <a:pt x="5415432" y="2016823"/>
                </a:cubicBezTo>
                <a:cubicBezTo>
                  <a:pt x="5415006" y="2015743"/>
                  <a:pt x="5415857" y="2014416"/>
                  <a:pt x="5415432" y="2013305"/>
                </a:cubicBezTo>
                <a:cubicBezTo>
                  <a:pt x="5414791" y="2011800"/>
                  <a:pt x="5413673" y="2011133"/>
                  <a:pt x="5412784" y="2009813"/>
                </a:cubicBezTo>
                <a:cubicBezTo>
                  <a:pt x="5411063" y="2006968"/>
                  <a:pt x="5408212" y="2006758"/>
                  <a:pt x="5405818" y="2004567"/>
                </a:cubicBezTo>
                <a:cubicBezTo>
                  <a:pt x="5404700" y="2003717"/>
                  <a:pt x="5402960" y="2003894"/>
                  <a:pt x="5402294" y="2002796"/>
                </a:cubicBezTo>
                <a:cubicBezTo>
                  <a:pt x="5401627" y="2001729"/>
                  <a:pt x="5402510" y="2000427"/>
                  <a:pt x="5402294" y="1999297"/>
                </a:cubicBezTo>
                <a:cubicBezTo>
                  <a:pt x="5402084" y="1998224"/>
                  <a:pt x="5402294" y="1997113"/>
                  <a:pt x="5402294" y="1995792"/>
                </a:cubicBezTo>
                <a:lnTo>
                  <a:pt x="5398776" y="1995792"/>
                </a:lnTo>
                <a:cubicBezTo>
                  <a:pt x="5397468" y="1995792"/>
                  <a:pt x="5396610" y="1996478"/>
                  <a:pt x="5395277" y="1996681"/>
                </a:cubicBezTo>
                <a:cubicBezTo>
                  <a:pt x="5395709" y="1997995"/>
                  <a:pt x="5396820" y="1998865"/>
                  <a:pt x="5397049" y="2000192"/>
                </a:cubicBezTo>
                <a:cubicBezTo>
                  <a:pt x="5397468" y="2001729"/>
                  <a:pt x="5397690" y="2003285"/>
                  <a:pt x="5397906" y="2004783"/>
                </a:cubicBezTo>
                <a:cubicBezTo>
                  <a:pt x="5397906" y="2006104"/>
                  <a:pt x="5397049" y="2006758"/>
                  <a:pt x="5397049" y="2008035"/>
                </a:cubicBezTo>
                <a:close/>
                <a:moveTo>
                  <a:pt x="5482850" y="2066734"/>
                </a:moveTo>
                <a:cubicBezTo>
                  <a:pt x="5483713" y="2068023"/>
                  <a:pt x="5484158" y="2069141"/>
                  <a:pt x="5485479" y="2070265"/>
                </a:cubicBezTo>
                <a:cubicBezTo>
                  <a:pt x="5487454" y="2071992"/>
                  <a:pt x="5489822" y="2071992"/>
                  <a:pt x="5492489" y="2071992"/>
                </a:cubicBezTo>
                <a:lnTo>
                  <a:pt x="5495988" y="2071992"/>
                </a:lnTo>
                <a:cubicBezTo>
                  <a:pt x="5497480" y="2071731"/>
                  <a:pt x="5497944" y="2070004"/>
                  <a:pt x="5499506" y="2069344"/>
                </a:cubicBezTo>
                <a:cubicBezTo>
                  <a:pt x="5499023" y="2068023"/>
                  <a:pt x="5498363" y="2066963"/>
                  <a:pt x="5497715" y="2065864"/>
                </a:cubicBezTo>
                <a:cubicBezTo>
                  <a:pt x="5497068" y="2064772"/>
                  <a:pt x="5497480" y="2063451"/>
                  <a:pt x="5496864" y="2062346"/>
                </a:cubicBezTo>
                <a:cubicBezTo>
                  <a:pt x="5496198" y="2061267"/>
                  <a:pt x="5494451" y="2061921"/>
                  <a:pt x="5493378" y="2061451"/>
                </a:cubicBezTo>
                <a:cubicBezTo>
                  <a:pt x="5491149" y="2060613"/>
                  <a:pt x="5489638" y="2059705"/>
                  <a:pt x="5487015" y="2059705"/>
                </a:cubicBezTo>
                <a:cubicBezTo>
                  <a:pt x="5485028" y="2059705"/>
                  <a:pt x="5483929" y="2060346"/>
                  <a:pt x="5481986" y="2060613"/>
                </a:cubicBezTo>
                <a:cubicBezTo>
                  <a:pt x="5482183" y="2061705"/>
                  <a:pt x="5482424" y="2065864"/>
                  <a:pt x="5482850" y="2066734"/>
                </a:cubicBezTo>
                <a:close/>
                <a:moveTo>
                  <a:pt x="5188629" y="2100872"/>
                </a:moveTo>
                <a:lnTo>
                  <a:pt x="5188629" y="2104345"/>
                </a:lnTo>
                <a:cubicBezTo>
                  <a:pt x="5188432" y="2105926"/>
                  <a:pt x="5186686" y="2106371"/>
                  <a:pt x="5186032" y="2107888"/>
                </a:cubicBezTo>
                <a:cubicBezTo>
                  <a:pt x="5185365" y="2109425"/>
                  <a:pt x="5184273" y="2110079"/>
                  <a:pt x="5183409" y="2111387"/>
                </a:cubicBezTo>
                <a:cubicBezTo>
                  <a:pt x="5181847" y="2113794"/>
                  <a:pt x="5180545" y="2115743"/>
                  <a:pt x="5179034" y="2118391"/>
                </a:cubicBezTo>
                <a:cubicBezTo>
                  <a:pt x="5178355" y="2119712"/>
                  <a:pt x="5176837" y="2120347"/>
                  <a:pt x="5176412" y="2121916"/>
                </a:cubicBezTo>
                <a:cubicBezTo>
                  <a:pt x="5175529" y="2124309"/>
                  <a:pt x="5175529" y="2126272"/>
                  <a:pt x="5175529" y="2128913"/>
                </a:cubicBezTo>
                <a:cubicBezTo>
                  <a:pt x="5175529" y="2130196"/>
                  <a:pt x="5175275" y="2131313"/>
                  <a:pt x="5175529" y="2132399"/>
                </a:cubicBezTo>
                <a:cubicBezTo>
                  <a:pt x="5175738" y="2133911"/>
                  <a:pt x="5177910" y="2134342"/>
                  <a:pt x="5178139" y="2135885"/>
                </a:cubicBezTo>
                <a:cubicBezTo>
                  <a:pt x="5178596" y="2138305"/>
                  <a:pt x="5178139" y="2140299"/>
                  <a:pt x="5178139" y="2142902"/>
                </a:cubicBezTo>
                <a:lnTo>
                  <a:pt x="5178139" y="2149875"/>
                </a:lnTo>
                <a:cubicBezTo>
                  <a:pt x="5178139" y="2151887"/>
                  <a:pt x="5177701" y="2153424"/>
                  <a:pt x="5177256" y="2155170"/>
                </a:cubicBezTo>
                <a:cubicBezTo>
                  <a:pt x="5177047" y="2156707"/>
                  <a:pt x="5176183" y="2158015"/>
                  <a:pt x="5175529" y="2159546"/>
                </a:cubicBezTo>
                <a:cubicBezTo>
                  <a:pt x="5174856" y="2161095"/>
                  <a:pt x="5172887" y="2161520"/>
                  <a:pt x="5172887" y="2163241"/>
                </a:cubicBezTo>
                <a:lnTo>
                  <a:pt x="5172887" y="2192597"/>
                </a:lnTo>
                <a:cubicBezTo>
                  <a:pt x="5172887" y="2194534"/>
                  <a:pt x="5172246" y="2195658"/>
                  <a:pt x="5171154" y="2197176"/>
                </a:cubicBezTo>
                <a:cubicBezTo>
                  <a:pt x="5170290" y="2198268"/>
                  <a:pt x="5168703" y="2198058"/>
                  <a:pt x="5167617" y="2198954"/>
                </a:cubicBezTo>
                <a:cubicBezTo>
                  <a:pt x="5166315" y="2200046"/>
                  <a:pt x="5165871" y="2201589"/>
                  <a:pt x="5164099" y="2202402"/>
                </a:cubicBezTo>
                <a:cubicBezTo>
                  <a:pt x="5162384" y="2203316"/>
                  <a:pt x="5160854" y="2203316"/>
                  <a:pt x="5158873" y="2203316"/>
                </a:cubicBezTo>
                <a:cubicBezTo>
                  <a:pt x="5155374" y="2203316"/>
                  <a:pt x="5153412" y="2202237"/>
                  <a:pt x="5150097" y="2201589"/>
                </a:cubicBezTo>
                <a:cubicBezTo>
                  <a:pt x="5149043" y="2201354"/>
                  <a:pt x="5147735" y="2201786"/>
                  <a:pt x="5146617" y="2201589"/>
                </a:cubicBezTo>
                <a:cubicBezTo>
                  <a:pt x="5145081" y="2201354"/>
                  <a:pt x="5144433" y="2199805"/>
                  <a:pt x="5143118" y="2198954"/>
                </a:cubicBezTo>
                <a:cubicBezTo>
                  <a:pt x="5141785" y="2198058"/>
                  <a:pt x="5140477" y="2197874"/>
                  <a:pt x="5139632" y="2196293"/>
                </a:cubicBezTo>
                <a:cubicBezTo>
                  <a:pt x="5139143" y="2195233"/>
                  <a:pt x="5140045" y="2193912"/>
                  <a:pt x="5139632" y="2192820"/>
                </a:cubicBezTo>
                <a:cubicBezTo>
                  <a:pt x="5138750" y="2191283"/>
                  <a:pt x="5137245" y="2191524"/>
                  <a:pt x="5136108" y="2190203"/>
                </a:cubicBezTo>
                <a:cubicBezTo>
                  <a:pt x="5132393" y="2185790"/>
                  <a:pt x="5128882" y="2184050"/>
                  <a:pt x="5123853" y="2181428"/>
                </a:cubicBezTo>
                <a:cubicBezTo>
                  <a:pt x="5120773" y="2179897"/>
                  <a:pt x="5118614" y="2179015"/>
                  <a:pt x="5115090" y="2177935"/>
                </a:cubicBezTo>
                <a:cubicBezTo>
                  <a:pt x="5113572" y="2177503"/>
                  <a:pt x="5112042" y="2177065"/>
                  <a:pt x="5110721" y="2176183"/>
                </a:cubicBezTo>
                <a:cubicBezTo>
                  <a:pt x="5107857" y="2173985"/>
                  <a:pt x="5107679" y="2171103"/>
                  <a:pt x="5105482" y="2168302"/>
                </a:cubicBezTo>
                <a:cubicBezTo>
                  <a:pt x="5104612" y="2167172"/>
                  <a:pt x="5104815" y="2165451"/>
                  <a:pt x="5103729" y="2164816"/>
                </a:cubicBezTo>
                <a:cubicBezTo>
                  <a:pt x="5102828" y="2164346"/>
                  <a:pt x="5101304" y="2165026"/>
                  <a:pt x="5100199" y="2164816"/>
                </a:cubicBezTo>
                <a:cubicBezTo>
                  <a:pt x="5099132" y="2164562"/>
                  <a:pt x="5097824" y="2163940"/>
                  <a:pt x="5096719" y="2163940"/>
                </a:cubicBezTo>
                <a:cubicBezTo>
                  <a:pt x="5095189" y="2163699"/>
                  <a:pt x="5093893" y="2164346"/>
                  <a:pt x="5092331" y="2163940"/>
                </a:cubicBezTo>
                <a:cubicBezTo>
                  <a:pt x="5091023" y="2163699"/>
                  <a:pt x="5089931" y="2162822"/>
                  <a:pt x="5088826" y="2162200"/>
                </a:cubicBezTo>
                <a:cubicBezTo>
                  <a:pt x="5087518" y="2161285"/>
                  <a:pt x="5085994" y="2161095"/>
                  <a:pt x="5085321" y="2159546"/>
                </a:cubicBezTo>
                <a:cubicBezTo>
                  <a:pt x="5084883" y="2158453"/>
                  <a:pt x="5086184" y="2157596"/>
                  <a:pt x="5086184" y="2156288"/>
                </a:cubicBezTo>
                <a:cubicBezTo>
                  <a:pt x="5086184" y="2154739"/>
                  <a:pt x="5085321" y="2154072"/>
                  <a:pt x="5085321" y="2152516"/>
                </a:cubicBezTo>
                <a:cubicBezTo>
                  <a:pt x="5085321" y="2149030"/>
                  <a:pt x="5087092" y="2147068"/>
                  <a:pt x="5087092" y="2143556"/>
                </a:cubicBezTo>
                <a:lnTo>
                  <a:pt x="5087092" y="2142039"/>
                </a:lnTo>
                <a:cubicBezTo>
                  <a:pt x="5086851" y="2140705"/>
                  <a:pt x="5085530" y="2139810"/>
                  <a:pt x="5085321" y="2138527"/>
                </a:cubicBezTo>
                <a:cubicBezTo>
                  <a:pt x="5085118" y="2137194"/>
                  <a:pt x="5083594" y="2136546"/>
                  <a:pt x="5083594" y="2135041"/>
                </a:cubicBezTo>
                <a:cubicBezTo>
                  <a:pt x="5083594" y="2133504"/>
                  <a:pt x="5084660" y="2132844"/>
                  <a:pt x="5085321" y="2131517"/>
                </a:cubicBezTo>
                <a:cubicBezTo>
                  <a:pt x="5085994" y="2130196"/>
                  <a:pt x="5088159" y="2130888"/>
                  <a:pt x="5088826" y="2129770"/>
                </a:cubicBezTo>
                <a:cubicBezTo>
                  <a:pt x="5089480" y="2128913"/>
                  <a:pt x="5089080" y="2127351"/>
                  <a:pt x="5089702" y="2126272"/>
                </a:cubicBezTo>
                <a:cubicBezTo>
                  <a:pt x="5090356" y="2124951"/>
                  <a:pt x="5091664" y="2124075"/>
                  <a:pt x="5092331" y="2122785"/>
                </a:cubicBezTo>
                <a:cubicBezTo>
                  <a:pt x="5093208" y="2121192"/>
                  <a:pt x="5093893" y="2119712"/>
                  <a:pt x="5094954" y="2118391"/>
                </a:cubicBezTo>
                <a:cubicBezTo>
                  <a:pt x="5097119" y="2115743"/>
                  <a:pt x="5100199" y="2115108"/>
                  <a:pt x="5101977" y="2112257"/>
                </a:cubicBezTo>
                <a:cubicBezTo>
                  <a:pt x="5102612" y="2111152"/>
                  <a:pt x="5102402" y="2109851"/>
                  <a:pt x="5102828" y="2108765"/>
                </a:cubicBezTo>
                <a:lnTo>
                  <a:pt x="5099323" y="2108765"/>
                </a:lnTo>
                <a:cubicBezTo>
                  <a:pt x="5096960" y="2108333"/>
                  <a:pt x="5094732" y="2107437"/>
                  <a:pt x="5092331" y="2107018"/>
                </a:cubicBezTo>
                <a:cubicBezTo>
                  <a:pt x="5089480" y="2106371"/>
                  <a:pt x="5087518" y="2105482"/>
                  <a:pt x="5084445" y="2105272"/>
                </a:cubicBezTo>
                <a:lnTo>
                  <a:pt x="5080958" y="2105272"/>
                </a:lnTo>
                <a:cubicBezTo>
                  <a:pt x="5076558" y="2105272"/>
                  <a:pt x="5073935" y="2105659"/>
                  <a:pt x="5069566" y="2105272"/>
                </a:cubicBezTo>
                <a:cubicBezTo>
                  <a:pt x="5067833" y="2105272"/>
                  <a:pt x="5066715" y="2103932"/>
                  <a:pt x="5065198" y="2103513"/>
                </a:cubicBezTo>
                <a:cubicBezTo>
                  <a:pt x="5063890" y="2103075"/>
                  <a:pt x="5063223" y="2101754"/>
                  <a:pt x="5061692" y="2101754"/>
                </a:cubicBezTo>
                <a:cubicBezTo>
                  <a:pt x="5060365" y="2101754"/>
                  <a:pt x="5059299" y="2101977"/>
                  <a:pt x="5058175" y="2101754"/>
                </a:cubicBezTo>
                <a:cubicBezTo>
                  <a:pt x="5057095" y="2101545"/>
                  <a:pt x="5055793" y="2101977"/>
                  <a:pt x="5054688" y="2101754"/>
                </a:cubicBezTo>
                <a:cubicBezTo>
                  <a:pt x="5052923" y="2101329"/>
                  <a:pt x="5052923" y="2099119"/>
                  <a:pt x="5051196" y="2098243"/>
                </a:cubicBezTo>
                <a:cubicBezTo>
                  <a:pt x="5049862" y="2097614"/>
                  <a:pt x="5048980" y="2096700"/>
                  <a:pt x="5047672" y="2096496"/>
                </a:cubicBezTo>
                <a:cubicBezTo>
                  <a:pt x="5046573" y="2096274"/>
                  <a:pt x="5045271" y="2096700"/>
                  <a:pt x="5044179" y="2096496"/>
                </a:cubicBezTo>
                <a:cubicBezTo>
                  <a:pt x="5042871" y="2096274"/>
                  <a:pt x="5041995" y="2095195"/>
                  <a:pt x="5040687" y="2094731"/>
                </a:cubicBezTo>
                <a:cubicBezTo>
                  <a:pt x="5039569" y="2094541"/>
                  <a:pt x="5038261" y="2094331"/>
                  <a:pt x="5037181" y="2093855"/>
                </a:cubicBezTo>
                <a:cubicBezTo>
                  <a:pt x="5034565" y="2092566"/>
                  <a:pt x="5033022" y="2090159"/>
                  <a:pt x="5030158" y="2089486"/>
                </a:cubicBezTo>
                <a:cubicBezTo>
                  <a:pt x="5028869" y="2089270"/>
                  <a:pt x="5027999" y="2089486"/>
                  <a:pt x="5026456" y="2089486"/>
                </a:cubicBezTo>
                <a:lnTo>
                  <a:pt x="5023167" y="2089486"/>
                </a:lnTo>
                <a:cubicBezTo>
                  <a:pt x="5021846" y="2089486"/>
                  <a:pt x="5020964" y="2090369"/>
                  <a:pt x="5019668" y="2090369"/>
                </a:cubicBezTo>
                <a:cubicBezTo>
                  <a:pt x="5018366" y="2090369"/>
                  <a:pt x="5017471" y="2089918"/>
                  <a:pt x="5016150" y="2089918"/>
                </a:cubicBezTo>
                <a:lnTo>
                  <a:pt x="5016150" y="2096496"/>
                </a:lnTo>
                <a:cubicBezTo>
                  <a:pt x="5016817" y="2097614"/>
                  <a:pt x="5015953" y="2099608"/>
                  <a:pt x="5017046" y="2100014"/>
                </a:cubicBezTo>
                <a:cubicBezTo>
                  <a:pt x="5019224" y="2101081"/>
                  <a:pt x="5021618" y="2101081"/>
                  <a:pt x="5024024" y="2101754"/>
                </a:cubicBezTo>
                <a:cubicBezTo>
                  <a:pt x="5025377" y="2102192"/>
                  <a:pt x="5026247" y="2102846"/>
                  <a:pt x="5027523" y="2103513"/>
                </a:cubicBezTo>
                <a:cubicBezTo>
                  <a:pt x="5028628" y="2103932"/>
                  <a:pt x="5029962" y="2103729"/>
                  <a:pt x="5031035" y="2104345"/>
                </a:cubicBezTo>
                <a:cubicBezTo>
                  <a:pt x="5032152" y="2105050"/>
                  <a:pt x="5030597" y="2106783"/>
                  <a:pt x="5031035" y="2107888"/>
                </a:cubicBezTo>
                <a:cubicBezTo>
                  <a:pt x="5029739" y="2108333"/>
                  <a:pt x="5029085" y="2109635"/>
                  <a:pt x="5027523" y="2109635"/>
                </a:cubicBezTo>
                <a:cubicBezTo>
                  <a:pt x="5024469" y="2109851"/>
                  <a:pt x="5022710" y="2109635"/>
                  <a:pt x="5019668" y="2109635"/>
                </a:cubicBezTo>
                <a:cubicBezTo>
                  <a:pt x="5017046" y="2109635"/>
                  <a:pt x="5015287" y="2109425"/>
                  <a:pt x="5012645" y="2109635"/>
                </a:cubicBezTo>
                <a:cubicBezTo>
                  <a:pt x="5011121" y="2109635"/>
                  <a:pt x="5010467" y="2110974"/>
                  <a:pt x="5009153" y="2111387"/>
                </a:cubicBezTo>
                <a:cubicBezTo>
                  <a:pt x="5007190" y="2112257"/>
                  <a:pt x="5006295" y="2113794"/>
                  <a:pt x="5004758" y="2114867"/>
                </a:cubicBezTo>
                <a:cubicBezTo>
                  <a:pt x="5001710" y="2117305"/>
                  <a:pt x="5000174" y="2118817"/>
                  <a:pt x="4996897" y="2121033"/>
                </a:cubicBezTo>
                <a:cubicBezTo>
                  <a:pt x="4995354" y="2121916"/>
                  <a:pt x="4994046" y="2122785"/>
                  <a:pt x="4992535" y="2123662"/>
                </a:cubicBezTo>
                <a:cubicBezTo>
                  <a:pt x="4990973" y="2124525"/>
                  <a:pt x="4989468" y="2125167"/>
                  <a:pt x="4988159" y="2126272"/>
                </a:cubicBezTo>
                <a:cubicBezTo>
                  <a:pt x="4986616" y="2127592"/>
                  <a:pt x="4984654" y="2128450"/>
                  <a:pt x="4984654" y="2130634"/>
                </a:cubicBezTo>
                <a:lnTo>
                  <a:pt x="4984654" y="2132399"/>
                </a:lnTo>
                <a:cubicBezTo>
                  <a:pt x="4984654" y="2133701"/>
                  <a:pt x="4985537" y="2134584"/>
                  <a:pt x="4985537" y="2135885"/>
                </a:cubicBezTo>
                <a:cubicBezTo>
                  <a:pt x="4985746" y="2138527"/>
                  <a:pt x="4985746" y="2140299"/>
                  <a:pt x="4985537" y="2142902"/>
                </a:cubicBezTo>
                <a:cubicBezTo>
                  <a:pt x="4985537" y="2144242"/>
                  <a:pt x="4984654" y="2145290"/>
                  <a:pt x="4984654" y="2146376"/>
                </a:cubicBezTo>
                <a:cubicBezTo>
                  <a:pt x="4984445" y="2147931"/>
                  <a:pt x="4984203" y="2149246"/>
                  <a:pt x="4983778" y="2150795"/>
                </a:cubicBezTo>
                <a:cubicBezTo>
                  <a:pt x="4983314" y="2152300"/>
                  <a:pt x="4982654" y="2153824"/>
                  <a:pt x="4981149" y="2154256"/>
                </a:cubicBezTo>
                <a:cubicBezTo>
                  <a:pt x="4979174" y="2154961"/>
                  <a:pt x="4977612" y="2154256"/>
                  <a:pt x="4975453" y="2154256"/>
                </a:cubicBezTo>
                <a:cubicBezTo>
                  <a:pt x="4969986" y="2154256"/>
                  <a:pt x="4966468" y="2154535"/>
                  <a:pt x="4961870" y="2151646"/>
                </a:cubicBezTo>
                <a:cubicBezTo>
                  <a:pt x="4960556" y="2150973"/>
                  <a:pt x="4961426" y="2148605"/>
                  <a:pt x="4960118" y="2148160"/>
                </a:cubicBezTo>
                <a:cubicBezTo>
                  <a:pt x="4959026" y="2147728"/>
                  <a:pt x="4957705" y="2148160"/>
                  <a:pt x="4956606" y="2148160"/>
                </a:cubicBezTo>
                <a:cubicBezTo>
                  <a:pt x="4953342" y="2147728"/>
                  <a:pt x="4951374" y="2148160"/>
                  <a:pt x="4947888" y="2148160"/>
                </a:cubicBezTo>
                <a:cubicBezTo>
                  <a:pt x="4947424" y="2145557"/>
                  <a:pt x="4946313" y="2142902"/>
                  <a:pt x="4946091" y="2140299"/>
                </a:cubicBezTo>
                <a:lnTo>
                  <a:pt x="4939334" y="2140299"/>
                </a:lnTo>
                <a:cubicBezTo>
                  <a:pt x="4936496" y="2140299"/>
                  <a:pt x="4934966" y="2141810"/>
                  <a:pt x="4932089" y="2142039"/>
                </a:cubicBezTo>
                <a:cubicBezTo>
                  <a:pt x="4929473" y="2142261"/>
                  <a:pt x="4927511" y="2141581"/>
                  <a:pt x="4925110" y="2142039"/>
                </a:cubicBezTo>
                <a:cubicBezTo>
                  <a:pt x="4922234" y="2142420"/>
                  <a:pt x="4920500" y="2143785"/>
                  <a:pt x="4918119" y="2145557"/>
                </a:cubicBezTo>
                <a:cubicBezTo>
                  <a:pt x="4917008" y="2146192"/>
                  <a:pt x="4917205" y="2147931"/>
                  <a:pt x="4916328" y="2149030"/>
                </a:cubicBezTo>
                <a:cubicBezTo>
                  <a:pt x="4915268" y="2150567"/>
                  <a:pt x="4914137" y="2151437"/>
                  <a:pt x="4912817" y="2152516"/>
                </a:cubicBezTo>
                <a:cubicBezTo>
                  <a:pt x="4911528" y="2153646"/>
                  <a:pt x="4911744" y="2155844"/>
                  <a:pt x="4910239" y="2156028"/>
                </a:cubicBezTo>
                <a:cubicBezTo>
                  <a:pt x="4907813" y="2156466"/>
                  <a:pt x="4905603" y="2155170"/>
                  <a:pt x="4903209" y="2156028"/>
                </a:cubicBezTo>
                <a:cubicBezTo>
                  <a:pt x="4899285" y="2157329"/>
                  <a:pt x="4898180" y="2161520"/>
                  <a:pt x="4897100" y="2165673"/>
                </a:cubicBezTo>
                <a:cubicBezTo>
                  <a:pt x="4896859" y="2166759"/>
                  <a:pt x="4896421" y="2168093"/>
                  <a:pt x="4896218" y="2169172"/>
                </a:cubicBezTo>
                <a:cubicBezTo>
                  <a:pt x="4895551" y="2171103"/>
                  <a:pt x="4894668" y="2173128"/>
                  <a:pt x="4892700" y="2173560"/>
                </a:cubicBezTo>
                <a:cubicBezTo>
                  <a:pt x="4891620" y="2173744"/>
                  <a:pt x="4890325" y="2173319"/>
                  <a:pt x="4889207" y="2173560"/>
                </a:cubicBezTo>
                <a:cubicBezTo>
                  <a:pt x="4886794" y="2173985"/>
                  <a:pt x="4884820" y="2173560"/>
                  <a:pt x="4882197" y="2173560"/>
                </a:cubicBezTo>
                <a:lnTo>
                  <a:pt x="4882197" y="2179669"/>
                </a:lnTo>
                <a:cubicBezTo>
                  <a:pt x="4882845" y="2180786"/>
                  <a:pt x="4883086" y="2182094"/>
                  <a:pt x="4883950" y="2183155"/>
                </a:cubicBezTo>
                <a:cubicBezTo>
                  <a:pt x="4885055" y="2184527"/>
                  <a:pt x="4886382" y="2184527"/>
                  <a:pt x="4887461" y="2185790"/>
                </a:cubicBezTo>
                <a:cubicBezTo>
                  <a:pt x="4888325" y="2186933"/>
                  <a:pt x="4889207" y="2188013"/>
                  <a:pt x="4889207" y="2189537"/>
                </a:cubicBezTo>
                <a:lnTo>
                  <a:pt x="4889207" y="2196293"/>
                </a:lnTo>
                <a:lnTo>
                  <a:pt x="4873885" y="2196293"/>
                </a:lnTo>
                <a:cubicBezTo>
                  <a:pt x="4873885" y="2195880"/>
                  <a:pt x="4874310" y="2195880"/>
                  <a:pt x="4874310" y="2195449"/>
                </a:cubicBezTo>
                <a:cubicBezTo>
                  <a:pt x="4874310" y="2192820"/>
                  <a:pt x="4873447" y="2191054"/>
                  <a:pt x="4873447" y="2188457"/>
                </a:cubicBezTo>
                <a:cubicBezTo>
                  <a:pt x="4873447" y="2187136"/>
                  <a:pt x="4873885" y="2186273"/>
                  <a:pt x="4873885" y="2184907"/>
                </a:cubicBezTo>
                <a:lnTo>
                  <a:pt x="4864055" y="2184907"/>
                </a:lnTo>
                <a:cubicBezTo>
                  <a:pt x="4862499" y="2184907"/>
                  <a:pt x="4861629" y="2185149"/>
                  <a:pt x="4860309" y="2185790"/>
                </a:cubicBezTo>
                <a:cubicBezTo>
                  <a:pt x="4859000" y="2186457"/>
                  <a:pt x="4857908" y="2186673"/>
                  <a:pt x="4856803" y="2187568"/>
                </a:cubicBezTo>
                <a:cubicBezTo>
                  <a:pt x="4855495" y="2188654"/>
                  <a:pt x="4854816" y="2189537"/>
                  <a:pt x="4854187" y="2191054"/>
                </a:cubicBezTo>
                <a:cubicBezTo>
                  <a:pt x="4853082" y="2193245"/>
                  <a:pt x="4853324" y="2195449"/>
                  <a:pt x="4853324" y="2198058"/>
                </a:cubicBezTo>
                <a:cubicBezTo>
                  <a:pt x="4853324" y="2202402"/>
                  <a:pt x="4854187" y="2205310"/>
                  <a:pt x="4853324" y="2209438"/>
                </a:cubicBezTo>
                <a:cubicBezTo>
                  <a:pt x="4853082" y="2210542"/>
                  <a:pt x="4852650" y="2211863"/>
                  <a:pt x="4852409" y="2212924"/>
                </a:cubicBezTo>
                <a:cubicBezTo>
                  <a:pt x="4851761" y="2214714"/>
                  <a:pt x="4850041" y="2215127"/>
                  <a:pt x="4848923" y="2216435"/>
                </a:cubicBezTo>
                <a:cubicBezTo>
                  <a:pt x="4847615" y="2217978"/>
                  <a:pt x="4846510" y="2219083"/>
                  <a:pt x="4845399" y="2220861"/>
                </a:cubicBezTo>
                <a:cubicBezTo>
                  <a:pt x="4844764" y="2222144"/>
                  <a:pt x="4843468" y="2223007"/>
                  <a:pt x="4842789" y="2224316"/>
                </a:cubicBezTo>
                <a:cubicBezTo>
                  <a:pt x="4842160" y="2225433"/>
                  <a:pt x="4842598" y="2226741"/>
                  <a:pt x="4841913" y="2227821"/>
                </a:cubicBezTo>
                <a:cubicBezTo>
                  <a:pt x="4841265" y="2228913"/>
                  <a:pt x="4839519" y="2228742"/>
                  <a:pt x="4838414" y="2229580"/>
                </a:cubicBezTo>
                <a:cubicBezTo>
                  <a:pt x="4836039" y="2231745"/>
                  <a:pt x="4834242" y="2233961"/>
                  <a:pt x="4832292" y="2236590"/>
                </a:cubicBezTo>
                <a:cubicBezTo>
                  <a:pt x="4831638" y="2237689"/>
                  <a:pt x="4831638" y="2239219"/>
                  <a:pt x="4830546" y="2240114"/>
                </a:cubicBezTo>
                <a:cubicBezTo>
                  <a:pt x="4829454" y="2240972"/>
                  <a:pt x="4828146" y="2241194"/>
                  <a:pt x="4827054" y="2241848"/>
                </a:cubicBezTo>
                <a:cubicBezTo>
                  <a:pt x="4825942" y="2242483"/>
                  <a:pt x="4824837" y="2243181"/>
                  <a:pt x="4823517" y="2243594"/>
                </a:cubicBezTo>
                <a:cubicBezTo>
                  <a:pt x="4822215" y="2244045"/>
                  <a:pt x="4821345" y="2245118"/>
                  <a:pt x="4820031" y="2245340"/>
                </a:cubicBezTo>
                <a:cubicBezTo>
                  <a:pt x="4818932" y="2245556"/>
                  <a:pt x="4817618" y="2245340"/>
                  <a:pt x="4816532" y="2245340"/>
                </a:cubicBezTo>
                <a:cubicBezTo>
                  <a:pt x="4814982" y="2245556"/>
                  <a:pt x="4813909" y="2246191"/>
                  <a:pt x="4812125" y="2246191"/>
                </a:cubicBezTo>
                <a:cubicBezTo>
                  <a:pt x="4806035" y="2246649"/>
                  <a:pt x="4802517" y="2246014"/>
                  <a:pt x="4796396" y="2246191"/>
                </a:cubicBezTo>
                <a:cubicBezTo>
                  <a:pt x="4794650" y="2246191"/>
                  <a:pt x="4793754" y="2246903"/>
                  <a:pt x="4792008" y="2247087"/>
                </a:cubicBezTo>
                <a:cubicBezTo>
                  <a:pt x="4788274" y="2247544"/>
                  <a:pt x="4786344" y="2248833"/>
                  <a:pt x="4783264" y="2250611"/>
                </a:cubicBezTo>
                <a:cubicBezTo>
                  <a:pt x="4781696" y="2251481"/>
                  <a:pt x="4780622" y="2253005"/>
                  <a:pt x="4778870" y="2253246"/>
                </a:cubicBezTo>
                <a:cubicBezTo>
                  <a:pt x="4774926" y="2253900"/>
                  <a:pt x="4772304" y="2252357"/>
                  <a:pt x="4768380" y="2253246"/>
                </a:cubicBezTo>
                <a:cubicBezTo>
                  <a:pt x="4766386" y="2253659"/>
                  <a:pt x="4765738" y="2255634"/>
                  <a:pt x="4764017" y="2256751"/>
                </a:cubicBezTo>
                <a:cubicBezTo>
                  <a:pt x="4760925" y="2258720"/>
                  <a:pt x="4758512" y="2259787"/>
                  <a:pt x="4755241" y="2261076"/>
                </a:cubicBezTo>
                <a:cubicBezTo>
                  <a:pt x="4750873" y="2262854"/>
                  <a:pt x="4748022" y="2264600"/>
                  <a:pt x="4743843" y="2266327"/>
                </a:cubicBezTo>
                <a:cubicBezTo>
                  <a:pt x="4742313" y="2267032"/>
                  <a:pt x="4740802" y="2267242"/>
                  <a:pt x="4739481" y="2268112"/>
                </a:cubicBezTo>
                <a:cubicBezTo>
                  <a:pt x="4737055" y="2269629"/>
                  <a:pt x="4735747" y="2272277"/>
                  <a:pt x="4735112" y="2275103"/>
                </a:cubicBezTo>
                <a:cubicBezTo>
                  <a:pt x="4734642" y="2277503"/>
                  <a:pt x="4735341" y="2279478"/>
                  <a:pt x="4735112" y="2282126"/>
                </a:cubicBezTo>
                <a:cubicBezTo>
                  <a:pt x="4735112" y="2283663"/>
                  <a:pt x="4733778" y="2284329"/>
                  <a:pt x="4733340" y="2285612"/>
                </a:cubicBezTo>
                <a:cubicBezTo>
                  <a:pt x="4732020" y="2285428"/>
                  <a:pt x="4730934" y="2285828"/>
                  <a:pt x="4729867" y="2285612"/>
                </a:cubicBezTo>
                <a:cubicBezTo>
                  <a:pt x="4728521" y="2285428"/>
                  <a:pt x="4727657" y="2284082"/>
                  <a:pt x="4726336" y="2283866"/>
                </a:cubicBezTo>
                <a:cubicBezTo>
                  <a:pt x="4725244" y="2283663"/>
                  <a:pt x="4723923" y="2283466"/>
                  <a:pt x="4722844" y="2282983"/>
                </a:cubicBezTo>
                <a:cubicBezTo>
                  <a:pt x="4721733" y="2282577"/>
                  <a:pt x="4720215" y="2282983"/>
                  <a:pt x="4719351" y="2282126"/>
                </a:cubicBezTo>
                <a:cubicBezTo>
                  <a:pt x="4718462" y="2281256"/>
                  <a:pt x="4719783" y="2279719"/>
                  <a:pt x="4719351" y="2278614"/>
                </a:cubicBezTo>
                <a:cubicBezTo>
                  <a:pt x="4718685" y="2277090"/>
                  <a:pt x="4717376" y="2276627"/>
                  <a:pt x="4716710" y="2275103"/>
                </a:cubicBezTo>
                <a:cubicBezTo>
                  <a:pt x="4715852" y="2277713"/>
                  <a:pt x="4715383" y="2279948"/>
                  <a:pt x="4714093" y="2282126"/>
                </a:cubicBezTo>
                <a:cubicBezTo>
                  <a:pt x="4713433" y="2283199"/>
                  <a:pt x="4711230" y="2282577"/>
                  <a:pt x="4710576" y="2283866"/>
                </a:cubicBezTo>
                <a:cubicBezTo>
                  <a:pt x="4710137" y="2284958"/>
                  <a:pt x="4710576" y="2286076"/>
                  <a:pt x="4710576" y="2287384"/>
                </a:cubicBezTo>
                <a:lnTo>
                  <a:pt x="4710576" y="2290864"/>
                </a:lnTo>
                <a:cubicBezTo>
                  <a:pt x="4710576" y="2292153"/>
                  <a:pt x="4711484" y="2293067"/>
                  <a:pt x="4711484" y="2294362"/>
                </a:cubicBezTo>
                <a:cubicBezTo>
                  <a:pt x="4711668" y="2297455"/>
                  <a:pt x="4711668" y="2299214"/>
                  <a:pt x="4711484" y="2302249"/>
                </a:cubicBezTo>
                <a:lnTo>
                  <a:pt x="4711484" y="2305767"/>
                </a:lnTo>
                <a:cubicBezTo>
                  <a:pt x="4711230" y="2307291"/>
                  <a:pt x="4709509" y="2307951"/>
                  <a:pt x="4708829" y="2309272"/>
                </a:cubicBezTo>
                <a:cubicBezTo>
                  <a:pt x="4707972" y="2310765"/>
                  <a:pt x="4705756" y="2311025"/>
                  <a:pt x="4705330" y="2312746"/>
                </a:cubicBezTo>
                <a:cubicBezTo>
                  <a:pt x="4705108" y="2313870"/>
                  <a:pt x="4705330" y="2314936"/>
                  <a:pt x="4705330" y="2316257"/>
                </a:cubicBezTo>
                <a:cubicBezTo>
                  <a:pt x="4705330" y="2318880"/>
                  <a:pt x="4705108" y="2321064"/>
                  <a:pt x="4706200" y="2323287"/>
                </a:cubicBezTo>
                <a:cubicBezTo>
                  <a:pt x="4706880" y="2324792"/>
                  <a:pt x="4707972" y="2325446"/>
                  <a:pt x="4708829" y="2326779"/>
                </a:cubicBezTo>
                <a:cubicBezTo>
                  <a:pt x="4709693" y="2328075"/>
                  <a:pt x="4711484" y="2328075"/>
                  <a:pt x="4712366" y="2329421"/>
                </a:cubicBezTo>
                <a:cubicBezTo>
                  <a:pt x="4713858" y="2331586"/>
                  <a:pt x="4713858" y="2333999"/>
                  <a:pt x="4714989" y="2336387"/>
                </a:cubicBezTo>
                <a:cubicBezTo>
                  <a:pt x="4716932" y="2340756"/>
                  <a:pt x="4719351" y="2343181"/>
                  <a:pt x="4721948" y="2346921"/>
                </a:cubicBezTo>
                <a:lnTo>
                  <a:pt x="4721098" y="2350414"/>
                </a:lnTo>
                <a:cubicBezTo>
                  <a:pt x="4719561" y="2349747"/>
                  <a:pt x="4719123" y="2348210"/>
                  <a:pt x="4717573" y="2347804"/>
                </a:cubicBezTo>
                <a:cubicBezTo>
                  <a:pt x="4716056" y="2347379"/>
                  <a:pt x="4714741" y="2348210"/>
                  <a:pt x="4713230" y="2347804"/>
                </a:cubicBezTo>
                <a:cubicBezTo>
                  <a:pt x="4711668" y="2347379"/>
                  <a:pt x="4711230" y="2345359"/>
                  <a:pt x="4709693" y="2345175"/>
                </a:cubicBezTo>
                <a:cubicBezTo>
                  <a:pt x="4708620" y="2344953"/>
                  <a:pt x="4707508" y="2344273"/>
                  <a:pt x="4706200" y="2344273"/>
                </a:cubicBezTo>
                <a:cubicBezTo>
                  <a:pt x="4704664" y="2344273"/>
                  <a:pt x="4704016" y="2345816"/>
                  <a:pt x="4702708" y="2346058"/>
                </a:cubicBezTo>
                <a:lnTo>
                  <a:pt x="4702708" y="2352833"/>
                </a:lnTo>
                <a:cubicBezTo>
                  <a:pt x="4702708" y="2354560"/>
                  <a:pt x="4704226" y="2355221"/>
                  <a:pt x="4705330" y="2356554"/>
                </a:cubicBezTo>
                <a:cubicBezTo>
                  <a:pt x="4707508" y="2359190"/>
                  <a:pt x="4709261" y="2360936"/>
                  <a:pt x="4711484" y="2363552"/>
                </a:cubicBezTo>
                <a:cubicBezTo>
                  <a:pt x="4712519" y="2364866"/>
                  <a:pt x="4712989" y="2365952"/>
                  <a:pt x="4714093" y="2367045"/>
                </a:cubicBezTo>
                <a:cubicBezTo>
                  <a:pt x="4715186" y="2368149"/>
                  <a:pt x="4716500" y="2368797"/>
                  <a:pt x="4717573" y="2369654"/>
                </a:cubicBezTo>
                <a:cubicBezTo>
                  <a:pt x="4718894" y="2370753"/>
                  <a:pt x="4720215" y="2371394"/>
                  <a:pt x="4721098" y="2373198"/>
                </a:cubicBezTo>
                <a:cubicBezTo>
                  <a:pt x="4721733" y="2374499"/>
                  <a:pt x="4722844" y="2375154"/>
                  <a:pt x="4722844" y="2376684"/>
                </a:cubicBezTo>
                <a:cubicBezTo>
                  <a:pt x="4723028" y="2379738"/>
                  <a:pt x="4722602" y="2381732"/>
                  <a:pt x="4722844" y="2384558"/>
                </a:cubicBezTo>
                <a:cubicBezTo>
                  <a:pt x="4723028" y="2387377"/>
                  <a:pt x="4724177" y="2389803"/>
                  <a:pt x="4725454" y="2392419"/>
                </a:cubicBezTo>
                <a:cubicBezTo>
                  <a:pt x="4726336" y="2394140"/>
                  <a:pt x="4727441" y="2395073"/>
                  <a:pt x="4728095" y="2396807"/>
                </a:cubicBezTo>
                <a:cubicBezTo>
                  <a:pt x="4729403" y="2399874"/>
                  <a:pt x="4730273" y="2402078"/>
                  <a:pt x="4730737" y="2405583"/>
                </a:cubicBezTo>
                <a:cubicBezTo>
                  <a:pt x="4730934" y="2407297"/>
                  <a:pt x="4731410" y="2408212"/>
                  <a:pt x="4731600" y="2409964"/>
                </a:cubicBezTo>
                <a:cubicBezTo>
                  <a:pt x="4731829" y="2411710"/>
                  <a:pt x="4731410" y="2412599"/>
                  <a:pt x="4731600" y="2414320"/>
                </a:cubicBezTo>
                <a:cubicBezTo>
                  <a:pt x="4732020" y="2417597"/>
                  <a:pt x="4733543" y="2419540"/>
                  <a:pt x="4735112" y="2422207"/>
                </a:cubicBezTo>
                <a:cubicBezTo>
                  <a:pt x="4735747" y="2423509"/>
                  <a:pt x="4737055" y="2424404"/>
                  <a:pt x="4737754" y="2425706"/>
                </a:cubicBezTo>
                <a:cubicBezTo>
                  <a:pt x="4739697" y="2428982"/>
                  <a:pt x="4741462" y="2430938"/>
                  <a:pt x="4742980" y="2434443"/>
                </a:cubicBezTo>
                <a:cubicBezTo>
                  <a:pt x="4743430" y="2435771"/>
                  <a:pt x="4744542" y="2436641"/>
                  <a:pt x="4744751" y="2438006"/>
                </a:cubicBezTo>
                <a:cubicBezTo>
                  <a:pt x="4744935" y="2439047"/>
                  <a:pt x="4745615" y="2440387"/>
                  <a:pt x="4745615" y="2441498"/>
                </a:cubicBezTo>
                <a:cubicBezTo>
                  <a:pt x="4746282" y="2445638"/>
                  <a:pt x="4745170" y="2448680"/>
                  <a:pt x="4745615" y="2452827"/>
                </a:cubicBezTo>
                <a:cubicBezTo>
                  <a:pt x="4746040" y="2455697"/>
                  <a:pt x="4747361" y="2457881"/>
                  <a:pt x="4748256" y="2460726"/>
                </a:cubicBezTo>
                <a:cubicBezTo>
                  <a:pt x="4748669" y="2462028"/>
                  <a:pt x="4749774" y="2462910"/>
                  <a:pt x="4749990" y="2464200"/>
                </a:cubicBezTo>
                <a:cubicBezTo>
                  <a:pt x="4750422" y="2465755"/>
                  <a:pt x="4750873" y="2467070"/>
                  <a:pt x="4750873" y="2468803"/>
                </a:cubicBezTo>
                <a:lnTo>
                  <a:pt x="4750873" y="2483484"/>
                </a:lnTo>
                <a:cubicBezTo>
                  <a:pt x="4748256" y="2483484"/>
                  <a:pt x="4746282" y="2482862"/>
                  <a:pt x="4743843" y="2483484"/>
                </a:cubicBezTo>
                <a:cubicBezTo>
                  <a:pt x="4740986" y="2484361"/>
                  <a:pt x="4739258" y="2486539"/>
                  <a:pt x="4736845" y="2487847"/>
                </a:cubicBezTo>
                <a:cubicBezTo>
                  <a:pt x="4735747" y="2488552"/>
                  <a:pt x="4734445" y="2488958"/>
                  <a:pt x="4733340" y="2489625"/>
                </a:cubicBezTo>
                <a:cubicBezTo>
                  <a:pt x="4731600" y="2490952"/>
                  <a:pt x="4731162" y="2492260"/>
                  <a:pt x="4729867" y="2494006"/>
                </a:cubicBezTo>
                <a:lnTo>
                  <a:pt x="4730737" y="2497493"/>
                </a:lnTo>
                <a:cubicBezTo>
                  <a:pt x="4734877" y="2497493"/>
                  <a:pt x="4738192" y="2496839"/>
                  <a:pt x="4741214" y="2499245"/>
                </a:cubicBezTo>
                <a:cubicBezTo>
                  <a:pt x="4743430" y="2500979"/>
                  <a:pt x="4743430" y="2504293"/>
                  <a:pt x="4745615" y="2506268"/>
                </a:cubicBezTo>
                <a:cubicBezTo>
                  <a:pt x="4746713" y="2507145"/>
                  <a:pt x="4748022" y="2507354"/>
                  <a:pt x="4749114" y="2508021"/>
                </a:cubicBezTo>
                <a:cubicBezTo>
                  <a:pt x="4750212" y="2508675"/>
                  <a:pt x="4751285" y="2509100"/>
                  <a:pt x="4752606" y="2509786"/>
                </a:cubicBezTo>
                <a:cubicBezTo>
                  <a:pt x="4755241" y="2511075"/>
                  <a:pt x="4756969" y="2512174"/>
                  <a:pt x="4759591" y="2513260"/>
                </a:cubicBezTo>
                <a:cubicBezTo>
                  <a:pt x="4760728" y="2513704"/>
                  <a:pt x="4762017" y="2513704"/>
                  <a:pt x="4763115" y="2514123"/>
                </a:cubicBezTo>
                <a:cubicBezTo>
                  <a:pt x="4765738" y="2515234"/>
                  <a:pt x="4767275" y="2516778"/>
                  <a:pt x="4770126" y="2517648"/>
                </a:cubicBezTo>
                <a:cubicBezTo>
                  <a:pt x="4772126" y="2518092"/>
                  <a:pt x="4773606" y="2517648"/>
                  <a:pt x="4775796" y="2517648"/>
                </a:cubicBezTo>
                <a:cubicBezTo>
                  <a:pt x="4778006" y="2517648"/>
                  <a:pt x="4779327" y="2517857"/>
                  <a:pt x="4781511" y="2517648"/>
                </a:cubicBezTo>
                <a:cubicBezTo>
                  <a:pt x="4784128" y="2517393"/>
                  <a:pt x="4786102" y="2516327"/>
                  <a:pt x="4788503" y="2515889"/>
                </a:cubicBezTo>
                <a:cubicBezTo>
                  <a:pt x="4789582" y="2515889"/>
                  <a:pt x="4790890" y="2516111"/>
                  <a:pt x="4792008" y="2515889"/>
                </a:cubicBezTo>
                <a:cubicBezTo>
                  <a:pt x="4794008" y="2515431"/>
                  <a:pt x="4794650" y="2513704"/>
                  <a:pt x="4796396" y="2512383"/>
                </a:cubicBezTo>
                <a:cubicBezTo>
                  <a:pt x="4797494" y="2511742"/>
                  <a:pt x="4799247" y="2511742"/>
                  <a:pt x="4799888" y="2510643"/>
                </a:cubicBezTo>
                <a:cubicBezTo>
                  <a:pt x="4800790" y="2509323"/>
                  <a:pt x="4801647" y="2508446"/>
                  <a:pt x="4802517" y="2507145"/>
                </a:cubicBezTo>
                <a:cubicBezTo>
                  <a:pt x="4803165" y="2506268"/>
                  <a:pt x="4802968" y="2504516"/>
                  <a:pt x="4803406" y="2503627"/>
                </a:cubicBezTo>
                <a:cubicBezTo>
                  <a:pt x="4804276" y="2502331"/>
                  <a:pt x="4805807" y="2502115"/>
                  <a:pt x="4806911" y="2500979"/>
                </a:cubicBezTo>
                <a:cubicBezTo>
                  <a:pt x="4807972" y="2499899"/>
                  <a:pt x="4808226" y="2498140"/>
                  <a:pt x="4809502" y="2497493"/>
                </a:cubicBezTo>
                <a:cubicBezTo>
                  <a:pt x="4811699" y="2496407"/>
                  <a:pt x="4813909" y="2496839"/>
                  <a:pt x="4816532" y="2496635"/>
                </a:cubicBezTo>
                <a:cubicBezTo>
                  <a:pt x="4819154" y="2496407"/>
                  <a:pt x="4821116" y="2496635"/>
                  <a:pt x="4823517" y="2495746"/>
                </a:cubicBezTo>
                <a:cubicBezTo>
                  <a:pt x="4825307" y="2495092"/>
                  <a:pt x="4825307" y="2492895"/>
                  <a:pt x="4827054" y="2492260"/>
                </a:cubicBezTo>
                <a:cubicBezTo>
                  <a:pt x="4829454" y="2491403"/>
                  <a:pt x="4831429" y="2491403"/>
                  <a:pt x="4834045" y="2491403"/>
                </a:cubicBezTo>
                <a:cubicBezTo>
                  <a:pt x="4840185" y="2491403"/>
                  <a:pt x="4843894" y="2492476"/>
                  <a:pt x="4849787" y="2494006"/>
                </a:cubicBezTo>
                <a:cubicBezTo>
                  <a:pt x="4852860" y="2494902"/>
                  <a:pt x="4854613" y="2496635"/>
                  <a:pt x="4857680" y="2497493"/>
                </a:cubicBezTo>
                <a:cubicBezTo>
                  <a:pt x="4859210" y="2497924"/>
                  <a:pt x="4860309" y="2498140"/>
                  <a:pt x="4862074" y="2498401"/>
                </a:cubicBezTo>
                <a:cubicBezTo>
                  <a:pt x="4864468" y="2498591"/>
                  <a:pt x="4865789" y="2499245"/>
                  <a:pt x="4868208" y="2499245"/>
                </a:cubicBezTo>
                <a:cubicBezTo>
                  <a:pt x="4870138" y="2499245"/>
                  <a:pt x="4871681" y="2499048"/>
                  <a:pt x="4873447" y="2498401"/>
                </a:cubicBezTo>
                <a:cubicBezTo>
                  <a:pt x="4875174" y="2497753"/>
                  <a:pt x="4875631" y="2496172"/>
                  <a:pt x="4876939" y="2494902"/>
                </a:cubicBezTo>
                <a:cubicBezTo>
                  <a:pt x="4878260" y="2493556"/>
                  <a:pt x="4879346" y="2492895"/>
                  <a:pt x="4880457" y="2491403"/>
                </a:cubicBezTo>
                <a:cubicBezTo>
                  <a:pt x="4882197" y="2488958"/>
                  <a:pt x="4883289" y="2486786"/>
                  <a:pt x="4884820" y="2484361"/>
                </a:cubicBezTo>
                <a:cubicBezTo>
                  <a:pt x="4886128" y="2482392"/>
                  <a:pt x="4887690" y="2481510"/>
                  <a:pt x="4889207" y="2479998"/>
                </a:cubicBezTo>
                <a:cubicBezTo>
                  <a:pt x="4894668" y="2474550"/>
                  <a:pt x="4897723" y="2470162"/>
                  <a:pt x="4904955" y="2467724"/>
                </a:cubicBezTo>
                <a:cubicBezTo>
                  <a:pt x="4906035" y="2467495"/>
                  <a:pt x="4907362" y="2467305"/>
                  <a:pt x="4908454" y="2466841"/>
                </a:cubicBezTo>
                <a:cubicBezTo>
                  <a:pt x="4909750" y="2466435"/>
                  <a:pt x="4910670" y="2465578"/>
                  <a:pt x="4911966" y="2465127"/>
                </a:cubicBezTo>
                <a:cubicBezTo>
                  <a:pt x="4913261" y="2464682"/>
                  <a:pt x="4914137" y="2463577"/>
                  <a:pt x="4915465" y="2463336"/>
                </a:cubicBezTo>
                <a:cubicBezTo>
                  <a:pt x="4916570" y="2463133"/>
                  <a:pt x="4917636" y="2463336"/>
                  <a:pt x="4918983" y="2463336"/>
                </a:cubicBezTo>
                <a:cubicBezTo>
                  <a:pt x="4920291" y="2463336"/>
                  <a:pt x="4921357" y="2463133"/>
                  <a:pt x="4922475" y="2463336"/>
                </a:cubicBezTo>
                <a:cubicBezTo>
                  <a:pt x="4923777" y="2463577"/>
                  <a:pt x="4924704" y="2464682"/>
                  <a:pt x="4925980" y="2465127"/>
                </a:cubicBezTo>
                <a:cubicBezTo>
                  <a:pt x="4927511" y="2465578"/>
                  <a:pt x="4927974" y="2467305"/>
                  <a:pt x="4929473" y="2467724"/>
                </a:cubicBezTo>
                <a:cubicBezTo>
                  <a:pt x="4931892" y="2468403"/>
                  <a:pt x="4933861" y="2467724"/>
                  <a:pt x="4936496" y="2467724"/>
                </a:cubicBezTo>
                <a:cubicBezTo>
                  <a:pt x="4939093" y="2467724"/>
                  <a:pt x="4941074" y="2468187"/>
                  <a:pt x="4943494" y="2467724"/>
                </a:cubicBezTo>
                <a:cubicBezTo>
                  <a:pt x="4945011" y="2467495"/>
                  <a:pt x="4945665" y="2465755"/>
                  <a:pt x="4947011" y="2465127"/>
                </a:cubicBezTo>
                <a:cubicBezTo>
                  <a:pt x="4950517" y="2463133"/>
                  <a:pt x="4951583" y="2460523"/>
                  <a:pt x="4954879" y="2458104"/>
                </a:cubicBezTo>
                <a:cubicBezTo>
                  <a:pt x="4956397" y="2457024"/>
                  <a:pt x="4957959" y="2456592"/>
                  <a:pt x="4959248" y="2455462"/>
                </a:cubicBezTo>
                <a:cubicBezTo>
                  <a:pt x="4960556" y="2454382"/>
                  <a:pt x="4960785" y="2452827"/>
                  <a:pt x="4961870" y="2451976"/>
                </a:cubicBezTo>
                <a:cubicBezTo>
                  <a:pt x="4962956" y="2451100"/>
                  <a:pt x="4962956" y="2448915"/>
                  <a:pt x="4964493" y="2448471"/>
                </a:cubicBezTo>
                <a:cubicBezTo>
                  <a:pt x="4965573" y="2448248"/>
                  <a:pt x="4966900" y="2448680"/>
                  <a:pt x="4967985" y="2448471"/>
                </a:cubicBezTo>
                <a:cubicBezTo>
                  <a:pt x="4971294" y="2447378"/>
                  <a:pt x="4973694" y="2446737"/>
                  <a:pt x="4977212" y="2446737"/>
                </a:cubicBezTo>
                <a:cubicBezTo>
                  <a:pt x="4979816" y="2446737"/>
                  <a:pt x="4981149" y="2447378"/>
                  <a:pt x="4983778" y="2447594"/>
                </a:cubicBezTo>
                <a:cubicBezTo>
                  <a:pt x="4988617" y="2448039"/>
                  <a:pt x="4991417" y="2446928"/>
                  <a:pt x="4996027" y="2447594"/>
                </a:cubicBezTo>
                <a:cubicBezTo>
                  <a:pt x="4998669" y="2448039"/>
                  <a:pt x="5000599" y="2449144"/>
                  <a:pt x="5003012" y="2450210"/>
                </a:cubicBezTo>
                <a:lnTo>
                  <a:pt x="5006536" y="2451976"/>
                </a:lnTo>
                <a:cubicBezTo>
                  <a:pt x="5008073" y="2452611"/>
                  <a:pt x="5008708" y="2453913"/>
                  <a:pt x="5010023" y="2454598"/>
                </a:cubicBezTo>
                <a:cubicBezTo>
                  <a:pt x="5012226" y="2455919"/>
                  <a:pt x="5013534" y="2458104"/>
                  <a:pt x="5016150" y="2458104"/>
                </a:cubicBezTo>
                <a:cubicBezTo>
                  <a:pt x="5018366" y="2458104"/>
                  <a:pt x="5019459" y="2456764"/>
                  <a:pt x="5021618" y="2456764"/>
                </a:cubicBezTo>
                <a:cubicBezTo>
                  <a:pt x="5022951" y="2456764"/>
                  <a:pt x="5023605" y="2457259"/>
                  <a:pt x="5024926" y="2457259"/>
                </a:cubicBezTo>
                <a:lnTo>
                  <a:pt x="5031898" y="2457259"/>
                </a:lnTo>
                <a:cubicBezTo>
                  <a:pt x="5034565" y="2457259"/>
                  <a:pt x="5037181" y="2457024"/>
                  <a:pt x="5039810" y="2457259"/>
                </a:cubicBezTo>
                <a:cubicBezTo>
                  <a:pt x="5041125" y="2457259"/>
                  <a:pt x="5042204" y="2457024"/>
                  <a:pt x="5043303" y="2457259"/>
                </a:cubicBezTo>
                <a:cubicBezTo>
                  <a:pt x="5044636" y="2457672"/>
                  <a:pt x="5045481" y="2458332"/>
                  <a:pt x="5046802" y="2458980"/>
                </a:cubicBezTo>
                <a:cubicBezTo>
                  <a:pt x="5048370" y="2459634"/>
                  <a:pt x="5048542" y="2461380"/>
                  <a:pt x="5049437" y="2462485"/>
                </a:cubicBezTo>
                <a:cubicBezTo>
                  <a:pt x="5050758" y="2464009"/>
                  <a:pt x="5052288" y="2464873"/>
                  <a:pt x="5052923" y="2466841"/>
                </a:cubicBezTo>
                <a:cubicBezTo>
                  <a:pt x="5053164" y="2467946"/>
                  <a:pt x="5053837" y="2469076"/>
                  <a:pt x="5053837" y="2470365"/>
                </a:cubicBezTo>
                <a:cubicBezTo>
                  <a:pt x="5054022" y="2474550"/>
                  <a:pt x="5053837" y="2476715"/>
                  <a:pt x="5053837" y="2480856"/>
                </a:cubicBezTo>
                <a:cubicBezTo>
                  <a:pt x="5059057" y="2480856"/>
                  <a:pt x="5062994" y="2480189"/>
                  <a:pt x="5066957" y="2483484"/>
                </a:cubicBezTo>
                <a:cubicBezTo>
                  <a:pt x="5068246" y="2484602"/>
                  <a:pt x="5068906" y="2485682"/>
                  <a:pt x="5069566" y="2486990"/>
                </a:cubicBezTo>
                <a:cubicBezTo>
                  <a:pt x="5070868" y="2489206"/>
                  <a:pt x="5071300" y="2491403"/>
                  <a:pt x="5071300" y="2494006"/>
                </a:cubicBezTo>
                <a:cubicBezTo>
                  <a:pt x="5071541" y="2498401"/>
                  <a:pt x="5071135" y="2501258"/>
                  <a:pt x="5072195" y="2505405"/>
                </a:cubicBezTo>
                <a:cubicBezTo>
                  <a:pt x="5072424" y="2506503"/>
                  <a:pt x="5072424" y="2507799"/>
                  <a:pt x="5073078" y="2508872"/>
                </a:cubicBezTo>
                <a:cubicBezTo>
                  <a:pt x="5073719" y="2510161"/>
                  <a:pt x="5074399" y="2511742"/>
                  <a:pt x="5075701" y="2512383"/>
                </a:cubicBezTo>
                <a:cubicBezTo>
                  <a:pt x="5076793" y="2513037"/>
                  <a:pt x="5077904" y="2512383"/>
                  <a:pt x="5079199" y="2512383"/>
                </a:cubicBezTo>
                <a:cubicBezTo>
                  <a:pt x="5083803" y="2512383"/>
                  <a:pt x="5087518" y="2510161"/>
                  <a:pt x="5089702" y="2506268"/>
                </a:cubicBezTo>
                <a:cubicBezTo>
                  <a:pt x="5090356" y="2505182"/>
                  <a:pt x="5089931" y="2503868"/>
                  <a:pt x="5090598" y="2502738"/>
                </a:cubicBezTo>
                <a:cubicBezTo>
                  <a:pt x="5092077" y="2499899"/>
                  <a:pt x="5095398" y="2500134"/>
                  <a:pt x="5097576" y="2497493"/>
                </a:cubicBezTo>
                <a:cubicBezTo>
                  <a:pt x="5098465" y="2496407"/>
                  <a:pt x="5098465" y="2495092"/>
                  <a:pt x="5099323" y="2494006"/>
                </a:cubicBezTo>
                <a:cubicBezTo>
                  <a:pt x="5100199" y="2492895"/>
                  <a:pt x="5101977" y="2492686"/>
                  <a:pt x="5102828" y="2491403"/>
                </a:cubicBezTo>
                <a:cubicBezTo>
                  <a:pt x="5103729" y="2490069"/>
                  <a:pt x="5104815" y="2489206"/>
                  <a:pt x="5105482" y="2487847"/>
                </a:cubicBezTo>
                <a:cubicBezTo>
                  <a:pt x="5106790" y="2485682"/>
                  <a:pt x="5107209" y="2483484"/>
                  <a:pt x="5108111" y="2480856"/>
                </a:cubicBezTo>
                <a:cubicBezTo>
                  <a:pt x="5108543" y="2479567"/>
                  <a:pt x="5109432" y="2478671"/>
                  <a:pt x="5109851" y="2477363"/>
                </a:cubicBezTo>
                <a:cubicBezTo>
                  <a:pt x="5112467" y="2478227"/>
                  <a:pt x="5114880" y="2478036"/>
                  <a:pt x="5116855" y="2479998"/>
                </a:cubicBezTo>
                <a:cubicBezTo>
                  <a:pt x="5117922" y="2481110"/>
                  <a:pt x="5119484" y="2481751"/>
                  <a:pt x="5119484" y="2483484"/>
                </a:cubicBezTo>
                <a:cubicBezTo>
                  <a:pt x="5119484" y="2486990"/>
                  <a:pt x="5116645" y="2488088"/>
                  <a:pt x="5114220" y="2490520"/>
                </a:cubicBezTo>
                <a:cubicBezTo>
                  <a:pt x="5111159" y="2493556"/>
                  <a:pt x="5110721" y="2497493"/>
                  <a:pt x="5110721" y="2502115"/>
                </a:cubicBezTo>
                <a:cubicBezTo>
                  <a:pt x="5110721" y="2504725"/>
                  <a:pt x="5111159" y="2506268"/>
                  <a:pt x="5111584" y="2508872"/>
                </a:cubicBezTo>
                <a:cubicBezTo>
                  <a:pt x="5112696" y="2508224"/>
                  <a:pt x="5114467" y="2508872"/>
                  <a:pt x="5115090" y="2508021"/>
                </a:cubicBezTo>
                <a:cubicBezTo>
                  <a:pt x="5115775" y="2507145"/>
                  <a:pt x="5115090" y="2504941"/>
                  <a:pt x="5115947" y="2504516"/>
                </a:cubicBezTo>
                <a:cubicBezTo>
                  <a:pt x="5117293" y="2503627"/>
                  <a:pt x="5117744" y="2501874"/>
                  <a:pt x="5119484" y="2501874"/>
                </a:cubicBezTo>
                <a:cubicBezTo>
                  <a:pt x="5121001" y="2501874"/>
                  <a:pt x="5121440" y="2503627"/>
                  <a:pt x="5122995" y="2503627"/>
                </a:cubicBezTo>
                <a:cubicBezTo>
                  <a:pt x="5124297" y="2503627"/>
                  <a:pt x="5125161" y="2503417"/>
                  <a:pt x="5126469" y="2503627"/>
                </a:cubicBezTo>
                <a:lnTo>
                  <a:pt x="5126469" y="2513926"/>
                </a:lnTo>
                <a:cubicBezTo>
                  <a:pt x="5126469" y="2515889"/>
                  <a:pt x="5124938" y="2516778"/>
                  <a:pt x="5124723" y="2518530"/>
                </a:cubicBezTo>
                <a:lnTo>
                  <a:pt x="5124723" y="2522010"/>
                </a:lnTo>
                <a:cubicBezTo>
                  <a:pt x="5124081" y="2525960"/>
                  <a:pt x="5123230" y="2528373"/>
                  <a:pt x="5122995" y="2532526"/>
                </a:cubicBezTo>
                <a:cubicBezTo>
                  <a:pt x="5124081" y="2532316"/>
                  <a:pt x="5125383" y="2532970"/>
                  <a:pt x="5126469" y="2532526"/>
                </a:cubicBezTo>
                <a:cubicBezTo>
                  <a:pt x="5128247" y="2531668"/>
                  <a:pt x="5128666" y="2530316"/>
                  <a:pt x="5129987" y="2529033"/>
                </a:cubicBezTo>
                <a:cubicBezTo>
                  <a:pt x="5131517" y="2527522"/>
                  <a:pt x="5131955" y="2524639"/>
                  <a:pt x="5134375" y="2524639"/>
                </a:cubicBezTo>
                <a:cubicBezTo>
                  <a:pt x="5136534" y="2524639"/>
                  <a:pt x="5138534" y="2524639"/>
                  <a:pt x="5139632" y="2526391"/>
                </a:cubicBezTo>
                <a:cubicBezTo>
                  <a:pt x="5141150" y="2528836"/>
                  <a:pt x="5139842" y="2531408"/>
                  <a:pt x="5140477" y="2534291"/>
                </a:cubicBezTo>
                <a:cubicBezTo>
                  <a:pt x="5141353" y="2537555"/>
                  <a:pt x="5145081" y="2538012"/>
                  <a:pt x="5147500" y="2540425"/>
                </a:cubicBezTo>
                <a:cubicBezTo>
                  <a:pt x="5148351" y="2541276"/>
                  <a:pt x="5150097" y="2541276"/>
                  <a:pt x="5150993" y="2542152"/>
                </a:cubicBezTo>
                <a:cubicBezTo>
                  <a:pt x="5152326" y="2543473"/>
                  <a:pt x="5151843" y="2545429"/>
                  <a:pt x="5151843" y="2547429"/>
                </a:cubicBezTo>
                <a:lnTo>
                  <a:pt x="5151843" y="2549156"/>
                </a:lnTo>
                <a:cubicBezTo>
                  <a:pt x="5151843" y="2550464"/>
                  <a:pt x="5150993" y="2551334"/>
                  <a:pt x="5150993" y="2552649"/>
                </a:cubicBezTo>
                <a:cubicBezTo>
                  <a:pt x="5150764" y="2555290"/>
                  <a:pt x="5150764" y="2557062"/>
                  <a:pt x="5150993" y="2559665"/>
                </a:cubicBezTo>
                <a:cubicBezTo>
                  <a:pt x="5150993" y="2560993"/>
                  <a:pt x="5150764" y="2562091"/>
                  <a:pt x="5150993" y="2563164"/>
                </a:cubicBezTo>
                <a:cubicBezTo>
                  <a:pt x="5151843" y="2566041"/>
                  <a:pt x="5154072" y="2567552"/>
                  <a:pt x="5156263" y="2569298"/>
                </a:cubicBezTo>
                <a:cubicBezTo>
                  <a:pt x="5158447" y="2571051"/>
                  <a:pt x="5160645" y="2572124"/>
                  <a:pt x="5163229" y="2573680"/>
                </a:cubicBezTo>
                <a:cubicBezTo>
                  <a:pt x="5164550" y="2574347"/>
                  <a:pt x="5165223" y="2575864"/>
                  <a:pt x="5166753" y="2576296"/>
                </a:cubicBezTo>
                <a:cubicBezTo>
                  <a:pt x="5169166" y="2577160"/>
                  <a:pt x="5171154" y="2577160"/>
                  <a:pt x="5173770" y="2577160"/>
                </a:cubicBezTo>
                <a:cubicBezTo>
                  <a:pt x="5178139" y="2577160"/>
                  <a:pt x="5181422" y="2576296"/>
                  <a:pt x="5185143" y="2578023"/>
                </a:cubicBezTo>
                <a:cubicBezTo>
                  <a:pt x="5186686" y="2578722"/>
                  <a:pt x="5186476" y="2580925"/>
                  <a:pt x="5187797" y="2581567"/>
                </a:cubicBezTo>
                <a:cubicBezTo>
                  <a:pt x="5188877" y="2582227"/>
                  <a:pt x="5190197" y="2581751"/>
                  <a:pt x="5191277" y="2582430"/>
                </a:cubicBezTo>
                <a:cubicBezTo>
                  <a:pt x="5192572" y="2583084"/>
                  <a:pt x="5193449" y="2584424"/>
                  <a:pt x="5194795" y="2585078"/>
                </a:cubicBezTo>
                <a:cubicBezTo>
                  <a:pt x="5196103" y="2585719"/>
                  <a:pt x="5196732" y="2587243"/>
                  <a:pt x="5198306" y="2587688"/>
                </a:cubicBezTo>
                <a:cubicBezTo>
                  <a:pt x="5201342" y="2588787"/>
                  <a:pt x="5203526" y="2588564"/>
                  <a:pt x="5207025" y="2588564"/>
                </a:cubicBezTo>
                <a:cubicBezTo>
                  <a:pt x="5212740" y="2588564"/>
                  <a:pt x="5217102" y="2588113"/>
                  <a:pt x="5221071" y="2584189"/>
                </a:cubicBezTo>
                <a:cubicBezTo>
                  <a:pt x="5224773" y="2580500"/>
                  <a:pt x="5224557" y="2576296"/>
                  <a:pt x="5224557" y="2571051"/>
                </a:cubicBezTo>
                <a:lnTo>
                  <a:pt x="5231345" y="2571051"/>
                </a:lnTo>
                <a:cubicBezTo>
                  <a:pt x="5235708" y="2571051"/>
                  <a:pt x="5238788" y="2574112"/>
                  <a:pt x="5240305" y="2578023"/>
                </a:cubicBezTo>
                <a:cubicBezTo>
                  <a:pt x="5240521" y="2579154"/>
                  <a:pt x="5240096" y="2580500"/>
                  <a:pt x="5240305" y="2581567"/>
                </a:cubicBezTo>
                <a:cubicBezTo>
                  <a:pt x="5240972" y="2584424"/>
                  <a:pt x="5241613" y="2586818"/>
                  <a:pt x="5243810" y="2588564"/>
                </a:cubicBezTo>
                <a:cubicBezTo>
                  <a:pt x="5245989" y="2590317"/>
                  <a:pt x="5248630" y="2591187"/>
                  <a:pt x="5251691" y="2591187"/>
                </a:cubicBezTo>
                <a:cubicBezTo>
                  <a:pt x="5256472" y="2591187"/>
                  <a:pt x="5258701" y="2587243"/>
                  <a:pt x="5262213" y="2584189"/>
                </a:cubicBezTo>
                <a:cubicBezTo>
                  <a:pt x="5263521" y="2583084"/>
                  <a:pt x="5264416" y="2582430"/>
                  <a:pt x="5265693" y="2581567"/>
                </a:cubicBezTo>
                <a:cubicBezTo>
                  <a:pt x="5268550" y="2579363"/>
                  <a:pt x="5270512" y="2578023"/>
                  <a:pt x="5273592" y="2576296"/>
                </a:cubicBezTo>
                <a:cubicBezTo>
                  <a:pt x="5274894" y="2575655"/>
                  <a:pt x="5275745" y="2574347"/>
                  <a:pt x="5277072" y="2573680"/>
                </a:cubicBezTo>
                <a:cubicBezTo>
                  <a:pt x="5279936" y="2571940"/>
                  <a:pt x="5282552" y="2571051"/>
                  <a:pt x="5286044" y="2571051"/>
                </a:cubicBezTo>
                <a:cubicBezTo>
                  <a:pt x="5288032" y="2571051"/>
                  <a:pt x="5289118" y="2571940"/>
                  <a:pt x="5291080" y="2571940"/>
                </a:cubicBezTo>
                <a:cubicBezTo>
                  <a:pt x="5298522" y="2572124"/>
                  <a:pt x="5302713" y="2571267"/>
                  <a:pt x="5310130" y="2571267"/>
                </a:cubicBezTo>
                <a:cubicBezTo>
                  <a:pt x="5311698" y="2571267"/>
                  <a:pt x="5312740" y="2570175"/>
                  <a:pt x="5313857" y="2569298"/>
                </a:cubicBezTo>
                <a:cubicBezTo>
                  <a:pt x="5314950" y="2568448"/>
                  <a:pt x="5316683" y="2568625"/>
                  <a:pt x="5317369" y="2567552"/>
                </a:cubicBezTo>
                <a:cubicBezTo>
                  <a:pt x="5318017" y="2566676"/>
                  <a:pt x="5316931" y="2565126"/>
                  <a:pt x="5317369" y="2564053"/>
                </a:cubicBezTo>
                <a:cubicBezTo>
                  <a:pt x="5318448" y="2561443"/>
                  <a:pt x="5320220" y="2559881"/>
                  <a:pt x="5320868" y="2557062"/>
                </a:cubicBezTo>
                <a:cubicBezTo>
                  <a:pt x="5321738" y="2552890"/>
                  <a:pt x="5319331" y="2549156"/>
                  <a:pt x="5321738" y="2545676"/>
                </a:cubicBezTo>
                <a:cubicBezTo>
                  <a:pt x="5323262" y="2543232"/>
                  <a:pt x="5326341" y="2543911"/>
                  <a:pt x="5328754" y="2542152"/>
                </a:cubicBezTo>
                <a:cubicBezTo>
                  <a:pt x="5330488" y="2540844"/>
                  <a:pt x="5332222" y="2539320"/>
                  <a:pt x="5332222" y="2536901"/>
                </a:cubicBezTo>
                <a:lnTo>
                  <a:pt x="5332222" y="2535186"/>
                </a:lnTo>
                <a:cubicBezTo>
                  <a:pt x="5332222" y="2533186"/>
                  <a:pt x="5330062" y="2532526"/>
                  <a:pt x="5329612" y="2530779"/>
                </a:cubicBezTo>
                <a:cubicBezTo>
                  <a:pt x="5329180" y="2528836"/>
                  <a:pt x="5329612" y="2527268"/>
                  <a:pt x="5329612" y="2525090"/>
                </a:cubicBezTo>
                <a:cubicBezTo>
                  <a:pt x="5329612" y="2519857"/>
                  <a:pt x="5329847" y="2516511"/>
                  <a:pt x="5331358" y="2511501"/>
                </a:cubicBezTo>
                <a:cubicBezTo>
                  <a:pt x="5331580" y="2510161"/>
                  <a:pt x="5332666" y="2509323"/>
                  <a:pt x="5333110" y="2508021"/>
                </a:cubicBezTo>
                <a:cubicBezTo>
                  <a:pt x="5333345" y="2506916"/>
                  <a:pt x="5333530" y="2505595"/>
                  <a:pt x="5334000" y="2504516"/>
                </a:cubicBezTo>
                <a:cubicBezTo>
                  <a:pt x="5334425" y="2503208"/>
                  <a:pt x="5335079" y="2502331"/>
                  <a:pt x="5335727" y="2500979"/>
                </a:cubicBezTo>
                <a:cubicBezTo>
                  <a:pt x="5337282" y="2497924"/>
                  <a:pt x="5339264" y="2496172"/>
                  <a:pt x="5341880" y="2494006"/>
                </a:cubicBezTo>
                <a:cubicBezTo>
                  <a:pt x="5343182" y="2492895"/>
                  <a:pt x="5344261" y="2492260"/>
                  <a:pt x="5345372" y="2491403"/>
                </a:cubicBezTo>
                <a:cubicBezTo>
                  <a:pt x="5346477" y="2490520"/>
                  <a:pt x="5348008" y="2490069"/>
                  <a:pt x="5348878" y="2488749"/>
                </a:cubicBezTo>
                <a:cubicBezTo>
                  <a:pt x="5349538" y="2487656"/>
                  <a:pt x="5349957" y="2486539"/>
                  <a:pt x="5350611" y="2485237"/>
                </a:cubicBezTo>
                <a:cubicBezTo>
                  <a:pt x="5351278" y="2483935"/>
                  <a:pt x="5352186" y="2483072"/>
                  <a:pt x="5352421" y="2481751"/>
                </a:cubicBezTo>
                <a:cubicBezTo>
                  <a:pt x="5352599" y="2480646"/>
                  <a:pt x="5352186" y="2479332"/>
                  <a:pt x="5352421" y="2478227"/>
                </a:cubicBezTo>
                <a:cubicBezTo>
                  <a:pt x="5352599" y="2477166"/>
                  <a:pt x="5353024" y="2475826"/>
                  <a:pt x="5353278" y="2474753"/>
                </a:cubicBezTo>
                <a:cubicBezTo>
                  <a:pt x="5353697" y="2473229"/>
                  <a:pt x="5355031" y="2472575"/>
                  <a:pt x="5355888" y="2471204"/>
                </a:cubicBezTo>
                <a:cubicBezTo>
                  <a:pt x="5356771" y="2469711"/>
                  <a:pt x="5357628" y="2468613"/>
                  <a:pt x="5359387" y="2467724"/>
                </a:cubicBezTo>
                <a:cubicBezTo>
                  <a:pt x="5360689" y="2467070"/>
                  <a:pt x="5361800" y="2466632"/>
                  <a:pt x="5362898" y="2465978"/>
                </a:cubicBezTo>
                <a:cubicBezTo>
                  <a:pt x="5364213" y="2465330"/>
                  <a:pt x="5366150" y="2466435"/>
                  <a:pt x="5367280" y="2465127"/>
                </a:cubicBezTo>
                <a:cubicBezTo>
                  <a:pt x="5368359" y="2463793"/>
                  <a:pt x="5366854" y="2462269"/>
                  <a:pt x="5367280" y="2460726"/>
                </a:cubicBezTo>
                <a:cubicBezTo>
                  <a:pt x="5367458" y="2459634"/>
                  <a:pt x="5368143" y="2458332"/>
                  <a:pt x="5368143" y="2457259"/>
                </a:cubicBezTo>
                <a:cubicBezTo>
                  <a:pt x="5368143" y="2456135"/>
                  <a:pt x="5369013" y="2455030"/>
                  <a:pt x="5369013" y="2453741"/>
                </a:cubicBezTo>
                <a:cubicBezTo>
                  <a:pt x="5369242" y="2450674"/>
                  <a:pt x="5369013" y="2448915"/>
                  <a:pt x="5369013" y="2445861"/>
                </a:cubicBezTo>
                <a:cubicBezTo>
                  <a:pt x="5370969" y="2442991"/>
                  <a:pt x="5372303" y="2440158"/>
                  <a:pt x="5374284" y="2437085"/>
                </a:cubicBezTo>
                <a:cubicBezTo>
                  <a:pt x="5376214" y="2434266"/>
                  <a:pt x="5377999" y="2432507"/>
                  <a:pt x="5378665" y="2429198"/>
                </a:cubicBezTo>
                <a:cubicBezTo>
                  <a:pt x="5379535" y="2425274"/>
                  <a:pt x="5380405" y="2422626"/>
                  <a:pt x="5381275" y="2418695"/>
                </a:cubicBezTo>
                <a:cubicBezTo>
                  <a:pt x="5381504" y="2417597"/>
                  <a:pt x="5381936" y="2416289"/>
                  <a:pt x="5382171" y="2415228"/>
                </a:cubicBezTo>
                <a:cubicBezTo>
                  <a:pt x="5382361" y="2414098"/>
                  <a:pt x="5383015" y="2413222"/>
                  <a:pt x="5383015" y="2411933"/>
                </a:cubicBezTo>
                <a:lnTo>
                  <a:pt x="5383015" y="2393981"/>
                </a:lnTo>
                <a:cubicBezTo>
                  <a:pt x="5383015" y="2392419"/>
                  <a:pt x="5381040" y="2391994"/>
                  <a:pt x="5380405" y="2390673"/>
                </a:cubicBezTo>
                <a:cubicBezTo>
                  <a:pt x="5379745" y="2389371"/>
                  <a:pt x="5379281" y="2388273"/>
                  <a:pt x="5378665" y="2387193"/>
                </a:cubicBezTo>
                <a:cubicBezTo>
                  <a:pt x="5377776" y="2385631"/>
                  <a:pt x="5376024" y="2385244"/>
                  <a:pt x="5375141" y="2383688"/>
                </a:cubicBezTo>
                <a:cubicBezTo>
                  <a:pt x="5374493" y="2382367"/>
                  <a:pt x="5372735" y="2381732"/>
                  <a:pt x="5372500" y="2380183"/>
                </a:cubicBezTo>
                <a:lnTo>
                  <a:pt x="5372500" y="2376684"/>
                </a:lnTo>
                <a:cubicBezTo>
                  <a:pt x="5372500" y="2375357"/>
                  <a:pt x="5372303" y="2374245"/>
                  <a:pt x="5372500" y="2373198"/>
                </a:cubicBezTo>
                <a:cubicBezTo>
                  <a:pt x="5373204" y="2370328"/>
                  <a:pt x="5375363" y="2369007"/>
                  <a:pt x="5376024" y="2366175"/>
                </a:cubicBezTo>
                <a:cubicBezTo>
                  <a:pt x="5376443" y="2363768"/>
                  <a:pt x="5376024" y="2361799"/>
                  <a:pt x="5376024" y="2359190"/>
                </a:cubicBezTo>
                <a:lnTo>
                  <a:pt x="5374284" y="2358294"/>
                </a:lnTo>
                <a:lnTo>
                  <a:pt x="5374284" y="2347804"/>
                </a:lnTo>
                <a:cubicBezTo>
                  <a:pt x="5374284" y="2346483"/>
                  <a:pt x="5374493" y="2345359"/>
                  <a:pt x="5374284" y="2344273"/>
                </a:cubicBezTo>
                <a:cubicBezTo>
                  <a:pt x="5373808" y="2342343"/>
                  <a:pt x="5372080" y="2341638"/>
                  <a:pt x="5370785" y="2339917"/>
                </a:cubicBezTo>
                <a:cubicBezTo>
                  <a:pt x="5368823" y="2337282"/>
                  <a:pt x="5367039" y="2335993"/>
                  <a:pt x="5365508" y="2332882"/>
                </a:cubicBezTo>
                <a:cubicBezTo>
                  <a:pt x="5364835" y="2331370"/>
                  <a:pt x="5363330" y="2330938"/>
                  <a:pt x="5362898" y="2329421"/>
                </a:cubicBezTo>
                <a:cubicBezTo>
                  <a:pt x="5362682" y="2328297"/>
                  <a:pt x="5363102" y="2327008"/>
                  <a:pt x="5362898" y="2325897"/>
                </a:cubicBezTo>
                <a:cubicBezTo>
                  <a:pt x="5362448" y="2324576"/>
                  <a:pt x="5361800" y="2323680"/>
                  <a:pt x="5361146" y="2322391"/>
                </a:cubicBezTo>
                <a:cubicBezTo>
                  <a:pt x="5360479" y="2321064"/>
                  <a:pt x="5360054" y="2320004"/>
                  <a:pt x="5359387" y="2318880"/>
                </a:cubicBezTo>
                <a:cubicBezTo>
                  <a:pt x="5358517" y="2317584"/>
                  <a:pt x="5356771" y="2317362"/>
                  <a:pt x="5355888" y="2316257"/>
                </a:cubicBezTo>
                <a:cubicBezTo>
                  <a:pt x="5353907" y="2314092"/>
                  <a:pt x="5352186" y="2312092"/>
                  <a:pt x="5349754" y="2310149"/>
                </a:cubicBezTo>
                <a:cubicBezTo>
                  <a:pt x="5348446" y="2309031"/>
                  <a:pt x="5347785" y="2308142"/>
                  <a:pt x="5346242" y="2307520"/>
                </a:cubicBezTo>
                <a:cubicBezTo>
                  <a:pt x="5344731" y="2306828"/>
                  <a:pt x="5343182" y="2306828"/>
                  <a:pt x="5341880" y="2305767"/>
                </a:cubicBezTo>
                <a:cubicBezTo>
                  <a:pt x="5340318" y="2304675"/>
                  <a:pt x="5339264" y="2303589"/>
                  <a:pt x="5339264" y="2301601"/>
                </a:cubicBezTo>
                <a:lnTo>
                  <a:pt x="5339264" y="2284729"/>
                </a:lnTo>
                <a:cubicBezTo>
                  <a:pt x="5336635" y="2284514"/>
                  <a:pt x="5334863" y="2283866"/>
                  <a:pt x="5332222" y="2283866"/>
                </a:cubicBezTo>
                <a:cubicBezTo>
                  <a:pt x="5328075" y="2283866"/>
                  <a:pt x="5325903" y="2284329"/>
                  <a:pt x="5321738" y="2283866"/>
                </a:cubicBezTo>
                <a:cubicBezTo>
                  <a:pt x="5319998" y="2283866"/>
                  <a:pt x="5318899" y="2282761"/>
                  <a:pt x="5317369" y="2282126"/>
                </a:cubicBezTo>
                <a:cubicBezTo>
                  <a:pt x="5316048" y="2281694"/>
                  <a:pt x="5314950" y="2280996"/>
                  <a:pt x="5313857" y="2280380"/>
                </a:cubicBezTo>
                <a:cubicBezTo>
                  <a:pt x="5311222" y="2278399"/>
                  <a:pt x="5309057" y="2276627"/>
                  <a:pt x="5308606" y="2273382"/>
                </a:cubicBezTo>
                <a:lnTo>
                  <a:pt x="5308606" y="2269883"/>
                </a:lnTo>
                <a:cubicBezTo>
                  <a:pt x="5308606" y="2268772"/>
                  <a:pt x="5307710" y="2267667"/>
                  <a:pt x="5307710" y="2266327"/>
                </a:cubicBezTo>
                <a:cubicBezTo>
                  <a:pt x="5307514" y="2263305"/>
                  <a:pt x="5307710" y="2261533"/>
                  <a:pt x="5307710" y="2258491"/>
                </a:cubicBezTo>
                <a:cubicBezTo>
                  <a:pt x="5306390" y="2258237"/>
                  <a:pt x="5305310" y="2259133"/>
                  <a:pt x="5304243" y="2258491"/>
                </a:cubicBezTo>
                <a:cubicBezTo>
                  <a:pt x="5303139" y="2257831"/>
                  <a:pt x="5301373" y="2257831"/>
                  <a:pt x="5300732" y="2256751"/>
                </a:cubicBezTo>
                <a:cubicBezTo>
                  <a:pt x="5299424" y="2254764"/>
                  <a:pt x="5302021" y="2251684"/>
                  <a:pt x="5300732" y="2249690"/>
                </a:cubicBezTo>
                <a:cubicBezTo>
                  <a:pt x="5300071" y="2248833"/>
                  <a:pt x="5298300" y="2249538"/>
                  <a:pt x="5297233" y="2248833"/>
                </a:cubicBezTo>
                <a:cubicBezTo>
                  <a:pt x="5295925" y="2248185"/>
                  <a:pt x="5295042" y="2247544"/>
                  <a:pt x="5293715" y="2247087"/>
                </a:cubicBezTo>
                <a:cubicBezTo>
                  <a:pt x="5291080" y="2246014"/>
                  <a:pt x="5289118" y="2245340"/>
                  <a:pt x="5286724" y="2243594"/>
                </a:cubicBezTo>
                <a:cubicBezTo>
                  <a:pt x="5285378" y="2242699"/>
                  <a:pt x="5285181" y="2241194"/>
                  <a:pt x="5284076" y="2240114"/>
                </a:cubicBezTo>
                <a:cubicBezTo>
                  <a:pt x="5282996" y="2238978"/>
                  <a:pt x="5281447" y="2238559"/>
                  <a:pt x="5280564" y="2237479"/>
                </a:cubicBezTo>
                <a:cubicBezTo>
                  <a:pt x="5279713" y="2236349"/>
                  <a:pt x="5279713" y="2235060"/>
                  <a:pt x="5278831" y="2233961"/>
                </a:cubicBezTo>
                <a:cubicBezTo>
                  <a:pt x="5277739" y="2232659"/>
                  <a:pt x="5276214" y="2232005"/>
                  <a:pt x="5274456" y="2231320"/>
                </a:cubicBezTo>
                <a:cubicBezTo>
                  <a:pt x="5270512" y="2229580"/>
                  <a:pt x="5268099" y="2229148"/>
                  <a:pt x="5263953" y="2227821"/>
                </a:cubicBezTo>
                <a:cubicBezTo>
                  <a:pt x="5262435" y="2227421"/>
                  <a:pt x="5260905" y="2226964"/>
                  <a:pt x="5259558" y="2226081"/>
                </a:cubicBezTo>
                <a:cubicBezTo>
                  <a:pt x="5258041" y="2225217"/>
                  <a:pt x="5256472" y="2224316"/>
                  <a:pt x="5256060" y="2222576"/>
                </a:cubicBezTo>
                <a:cubicBezTo>
                  <a:pt x="5255628" y="2220207"/>
                  <a:pt x="5256707" y="2217978"/>
                  <a:pt x="5256060" y="2215578"/>
                </a:cubicBezTo>
                <a:cubicBezTo>
                  <a:pt x="5255190" y="2212740"/>
                  <a:pt x="5252548" y="2211419"/>
                  <a:pt x="5251691" y="2208549"/>
                </a:cubicBezTo>
                <a:cubicBezTo>
                  <a:pt x="5251246" y="2207044"/>
                  <a:pt x="5251907" y="2205723"/>
                  <a:pt x="5251691" y="2204205"/>
                </a:cubicBezTo>
                <a:cubicBezTo>
                  <a:pt x="5251469" y="2203094"/>
                  <a:pt x="5251056" y="2201786"/>
                  <a:pt x="5250814" y="2200681"/>
                </a:cubicBezTo>
                <a:cubicBezTo>
                  <a:pt x="5250599" y="2199385"/>
                  <a:pt x="5249265" y="2198465"/>
                  <a:pt x="5249081" y="2197176"/>
                </a:cubicBezTo>
                <a:cubicBezTo>
                  <a:pt x="5248827" y="2196103"/>
                  <a:pt x="5249081" y="2194991"/>
                  <a:pt x="5249081" y="2193683"/>
                </a:cubicBezTo>
                <a:lnTo>
                  <a:pt x="5249081" y="2190203"/>
                </a:lnTo>
                <a:cubicBezTo>
                  <a:pt x="5248827" y="2187568"/>
                  <a:pt x="5248389" y="2185790"/>
                  <a:pt x="5248198" y="2183155"/>
                </a:cubicBezTo>
                <a:cubicBezTo>
                  <a:pt x="5248198" y="2181853"/>
                  <a:pt x="5248389" y="2180786"/>
                  <a:pt x="5248198" y="2179669"/>
                </a:cubicBezTo>
                <a:cubicBezTo>
                  <a:pt x="5247309" y="2176830"/>
                  <a:pt x="5245125" y="2175516"/>
                  <a:pt x="5242915" y="2173560"/>
                </a:cubicBezTo>
                <a:cubicBezTo>
                  <a:pt x="5241416" y="2172239"/>
                  <a:pt x="5239416" y="2171801"/>
                  <a:pt x="5238559" y="2170061"/>
                </a:cubicBezTo>
                <a:cubicBezTo>
                  <a:pt x="5237683" y="2168512"/>
                  <a:pt x="5237683" y="2166759"/>
                  <a:pt x="5237683" y="2164816"/>
                </a:cubicBezTo>
                <a:cubicBezTo>
                  <a:pt x="5237683" y="2162200"/>
                  <a:pt x="5239416" y="2160416"/>
                  <a:pt x="5239416" y="2157780"/>
                </a:cubicBezTo>
                <a:cubicBezTo>
                  <a:pt x="5239416" y="2154256"/>
                  <a:pt x="5236584" y="2151887"/>
                  <a:pt x="5233295" y="2150795"/>
                </a:cubicBezTo>
                <a:cubicBezTo>
                  <a:pt x="5232215" y="2150567"/>
                  <a:pt x="5230895" y="2150795"/>
                  <a:pt x="5229790" y="2150795"/>
                </a:cubicBezTo>
                <a:cubicBezTo>
                  <a:pt x="5228716" y="2150795"/>
                  <a:pt x="5227396" y="2150973"/>
                  <a:pt x="5226291" y="2150795"/>
                </a:cubicBezTo>
                <a:cubicBezTo>
                  <a:pt x="5224983" y="2150567"/>
                  <a:pt x="5224119" y="2149246"/>
                  <a:pt x="5222786" y="2149030"/>
                </a:cubicBezTo>
                <a:cubicBezTo>
                  <a:pt x="5219960" y="2148370"/>
                  <a:pt x="5217560" y="2148605"/>
                  <a:pt x="5214905" y="2147290"/>
                </a:cubicBezTo>
                <a:cubicBezTo>
                  <a:pt x="5213597" y="2146636"/>
                  <a:pt x="5212067" y="2146636"/>
                  <a:pt x="5211406" y="2145557"/>
                </a:cubicBezTo>
                <a:cubicBezTo>
                  <a:pt x="5210759" y="2144649"/>
                  <a:pt x="5211667" y="2143150"/>
                  <a:pt x="5211406" y="2142039"/>
                </a:cubicBezTo>
                <a:cubicBezTo>
                  <a:pt x="5211197" y="2140934"/>
                  <a:pt x="5211406" y="2139645"/>
                  <a:pt x="5211406" y="2138527"/>
                </a:cubicBezTo>
                <a:cubicBezTo>
                  <a:pt x="5211197" y="2137194"/>
                  <a:pt x="5209889" y="2136343"/>
                  <a:pt x="5209679" y="2135041"/>
                </a:cubicBezTo>
                <a:lnTo>
                  <a:pt x="5209679" y="2131517"/>
                </a:lnTo>
                <a:cubicBezTo>
                  <a:pt x="5209438" y="2127351"/>
                  <a:pt x="5210549" y="2124951"/>
                  <a:pt x="5209679" y="2121033"/>
                </a:cubicBezTo>
                <a:cubicBezTo>
                  <a:pt x="5209235" y="2119261"/>
                  <a:pt x="5207025" y="2119039"/>
                  <a:pt x="5206168" y="2117496"/>
                </a:cubicBezTo>
                <a:cubicBezTo>
                  <a:pt x="5205520" y="2116429"/>
                  <a:pt x="5205945" y="2115108"/>
                  <a:pt x="5205285" y="2113997"/>
                </a:cubicBezTo>
                <a:cubicBezTo>
                  <a:pt x="5204396" y="2112486"/>
                  <a:pt x="5202224" y="2112257"/>
                  <a:pt x="5201780" y="2110511"/>
                </a:cubicBezTo>
                <a:cubicBezTo>
                  <a:pt x="5201583" y="2109425"/>
                  <a:pt x="5202008" y="2108104"/>
                  <a:pt x="5201780" y="2107018"/>
                </a:cubicBezTo>
                <a:cubicBezTo>
                  <a:pt x="5201342" y="2104593"/>
                  <a:pt x="5201342" y="2102434"/>
                  <a:pt x="5200942" y="2100014"/>
                </a:cubicBezTo>
                <a:cubicBezTo>
                  <a:pt x="5200688" y="2098935"/>
                  <a:pt x="5200453" y="2097614"/>
                  <a:pt x="5200021" y="2096496"/>
                </a:cubicBezTo>
                <a:cubicBezTo>
                  <a:pt x="5198713" y="2093626"/>
                  <a:pt x="5196516" y="2092121"/>
                  <a:pt x="5193906" y="2090369"/>
                </a:cubicBezTo>
                <a:cubicBezTo>
                  <a:pt x="5192795" y="2089734"/>
                  <a:pt x="5191486" y="2090623"/>
                  <a:pt x="5190394" y="2090369"/>
                </a:cubicBezTo>
                <a:lnTo>
                  <a:pt x="5189518" y="2093855"/>
                </a:lnTo>
                <a:cubicBezTo>
                  <a:pt x="5189937" y="2096496"/>
                  <a:pt x="5188877" y="2098243"/>
                  <a:pt x="5188629" y="2100872"/>
                </a:cubicBezTo>
                <a:close/>
                <a:moveTo>
                  <a:pt x="4990763" y="2092121"/>
                </a:moveTo>
                <a:cubicBezTo>
                  <a:pt x="4989468" y="2092350"/>
                  <a:pt x="4988159" y="2092350"/>
                  <a:pt x="4987302" y="2092959"/>
                </a:cubicBezTo>
                <a:cubicBezTo>
                  <a:pt x="4985537" y="2094331"/>
                  <a:pt x="4983778" y="2095195"/>
                  <a:pt x="4983778" y="2097379"/>
                </a:cubicBezTo>
                <a:cubicBezTo>
                  <a:pt x="4983778" y="2099608"/>
                  <a:pt x="4983778" y="2101545"/>
                  <a:pt x="4985537" y="2102611"/>
                </a:cubicBezTo>
                <a:cubicBezTo>
                  <a:pt x="4986616" y="2103272"/>
                  <a:pt x="4987721" y="2103513"/>
                  <a:pt x="4989029" y="2103513"/>
                </a:cubicBezTo>
                <a:cubicBezTo>
                  <a:pt x="4990547" y="2103513"/>
                  <a:pt x="4991220" y="2101977"/>
                  <a:pt x="4992535" y="2101754"/>
                </a:cubicBezTo>
                <a:cubicBezTo>
                  <a:pt x="4994922" y="2101329"/>
                  <a:pt x="4996897" y="2101081"/>
                  <a:pt x="4999539" y="2100872"/>
                </a:cubicBezTo>
                <a:lnTo>
                  <a:pt x="5003012" y="2100872"/>
                </a:lnTo>
                <a:cubicBezTo>
                  <a:pt x="5005647" y="2100656"/>
                  <a:pt x="5007375" y="2100205"/>
                  <a:pt x="5010023" y="2100014"/>
                </a:cubicBezTo>
                <a:lnTo>
                  <a:pt x="5010023" y="2092959"/>
                </a:lnTo>
                <a:lnTo>
                  <a:pt x="5003012" y="2091220"/>
                </a:lnTo>
                <a:cubicBezTo>
                  <a:pt x="5000174" y="2091893"/>
                  <a:pt x="4998186" y="2092769"/>
                  <a:pt x="4995176" y="2092959"/>
                </a:cubicBezTo>
                <a:cubicBezTo>
                  <a:pt x="4992090" y="2093233"/>
                  <a:pt x="4990337" y="2092959"/>
                  <a:pt x="4987302" y="2092959"/>
                </a:cubicBezTo>
                <a:close/>
                <a:moveTo>
                  <a:pt x="5555513" y="2247938"/>
                </a:moveTo>
                <a:cubicBezTo>
                  <a:pt x="5556383" y="2249271"/>
                  <a:pt x="5557285" y="2250147"/>
                  <a:pt x="5558142" y="2251481"/>
                </a:cubicBezTo>
                <a:cubicBezTo>
                  <a:pt x="5558809" y="2252573"/>
                  <a:pt x="5559215" y="2253900"/>
                  <a:pt x="5559882" y="2255005"/>
                </a:cubicBezTo>
                <a:cubicBezTo>
                  <a:pt x="5560536" y="2256078"/>
                  <a:pt x="5562282" y="2255856"/>
                  <a:pt x="5563419" y="2256751"/>
                </a:cubicBezTo>
                <a:cubicBezTo>
                  <a:pt x="5564727" y="2257831"/>
                  <a:pt x="5566454" y="2258491"/>
                  <a:pt x="5566898" y="2260238"/>
                </a:cubicBezTo>
                <a:cubicBezTo>
                  <a:pt x="5567343" y="2262651"/>
                  <a:pt x="5566454" y="2264816"/>
                  <a:pt x="5566898" y="2267242"/>
                </a:cubicBezTo>
                <a:cubicBezTo>
                  <a:pt x="5567095" y="2268772"/>
                  <a:pt x="5568657" y="2269451"/>
                  <a:pt x="5569502" y="2270740"/>
                </a:cubicBezTo>
                <a:cubicBezTo>
                  <a:pt x="5570410" y="2272029"/>
                  <a:pt x="5570848" y="2273382"/>
                  <a:pt x="5572125" y="2274227"/>
                </a:cubicBezTo>
                <a:cubicBezTo>
                  <a:pt x="5573236" y="2274893"/>
                  <a:pt x="5574557" y="2275344"/>
                  <a:pt x="5575661" y="2275979"/>
                </a:cubicBezTo>
                <a:cubicBezTo>
                  <a:pt x="5579567" y="2278614"/>
                  <a:pt x="5582900" y="2279262"/>
                  <a:pt x="5587053" y="2281256"/>
                </a:cubicBezTo>
                <a:cubicBezTo>
                  <a:pt x="5589689" y="2282577"/>
                  <a:pt x="5591409" y="2283663"/>
                  <a:pt x="5594032" y="2284729"/>
                </a:cubicBezTo>
                <a:cubicBezTo>
                  <a:pt x="5595340" y="2285187"/>
                  <a:pt x="5596223" y="2286076"/>
                  <a:pt x="5597531" y="2286482"/>
                </a:cubicBezTo>
                <a:cubicBezTo>
                  <a:pt x="5598852" y="2286914"/>
                  <a:pt x="5599728" y="2288235"/>
                  <a:pt x="5601265" y="2288235"/>
                </a:cubicBezTo>
                <a:lnTo>
                  <a:pt x="5608904" y="2288235"/>
                </a:lnTo>
                <a:cubicBezTo>
                  <a:pt x="5608732" y="2287149"/>
                  <a:pt x="5609145" y="2285828"/>
                  <a:pt x="5608904" y="2284729"/>
                </a:cubicBezTo>
                <a:cubicBezTo>
                  <a:pt x="5608478" y="2283199"/>
                  <a:pt x="5607170" y="2282577"/>
                  <a:pt x="5606275" y="2281256"/>
                </a:cubicBezTo>
                <a:cubicBezTo>
                  <a:pt x="5605399" y="2279948"/>
                  <a:pt x="5604973" y="2278614"/>
                  <a:pt x="5603665" y="2277713"/>
                </a:cubicBezTo>
                <a:cubicBezTo>
                  <a:pt x="5602808" y="2277306"/>
                  <a:pt x="5601265" y="2277306"/>
                  <a:pt x="5600166" y="2276849"/>
                </a:cubicBezTo>
                <a:cubicBezTo>
                  <a:pt x="5598191" y="2275979"/>
                  <a:pt x="5596674" y="2276208"/>
                  <a:pt x="5594921" y="2275103"/>
                </a:cubicBezTo>
                <a:cubicBezTo>
                  <a:pt x="5592927" y="2274023"/>
                  <a:pt x="5592502" y="2271839"/>
                  <a:pt x="5590539" y="2270740"/>
                </a:cubicBezTo>
                <a:cubicBezTo>
                  <a:pt x="5589435" y="2270074"/>
                  <a:pt x="5588133" y="2270550"/>
                  <a:pt x="5587053" y="2269883"/>
                </a:cubicBezTo>
                <a:cubicBezTo>
                  <a:pt x="5585491" y="2268988"/>
                  <a:pt x="5584196" y="2268112"/>
                  <a:pt x="5583542" y="2266327"/>
                </a:cubicBezTo>
                <a:cubicBezTo>
                  <a:pt x="5583332" y="2265286"/>
                  <a:pt x="5583758" y="2263959"/>
                  <a:pt x="5583542" y="2262854"/>
                </a:cubicBezTo>
                <a:cubicBezTo>
                  <a:pt x="5582462" y="2259577"/>
                  <a:pt x="5580030" y="2257831"/>
                  <a:pt x="5577389" y="2255856"/>
                </a:cubicBezTo>
                <a:cubicBezTo>
                  <a:pt x="5574341" y="2253659"/>
                  <a:pt x="5572804" y="2251906"/>
                  <a:pt x="5569502" y="2249690"/>
                </a:cubicBezTo>
                <a:cubicBezTo>
                  <a:pt x="5567991" y="2248833"/>
                  <a:pt x="5566898" y="2247544"/>
                  <a:pt x="5565152" y="2247087"/>
                </a:cubicBezTo>
                <a:cubicBezTo>
                  <a:pt x="5564022" y="2246903"/>
                  <a:pt x="5562727" y="2247328"/>
                  <a:pt x="5561647" y="2247087"/>
                </a:cubicBezTo>
                <a:close/>
                <a:moveTo>
                  <a:pt x="5728893" y="2558561"/>
                </a:moveTo>
                <a:cubicBezTo>
                  <a:pt x="5728893" y="2560135"/>
                  <a:pt x="5729331" y="2560993"/>
                  <a:pt x="5729757" y="2562288"/>
                </a:cubicBezTo>
                <a:cubicBezTo>
                  <a:pt x="5730201" y="2563609"/>
                  <a:pt x="5731059" y="2564479"/>
                  <a:pt x="5731503" y="2565774"/>
                </a:cubicBezTo>
                <a:cubicBezTo>
                  <a:pt x="5732145" y="2567343"/>
                  <a:pt x="5734132" y="2567793"/>
                  <a:pt x="5734132" y="2569527"/>
                </a:cubicBezTo>
                <a:lnTo>
                  <a:pt x="5734132" y="2591619"/>
                </a:lnTo>
                <a:lnTo>
                  <a:pt x="5716593" y="2591619"/>
                </a:lnTo>
                <a:cubicBezTo>
                  <a:pt x="5716409" y="2595105"/>
                  <a:pt x="5715292" y="2597321"/>
                  <a:pt x="5715736" y="2600813"/>
                </a:cubicBezTo>
                <a:cubicBezTo>
                  <a:pt x="5715736" y="2602128"/>
                  <a:pt x="5716593" y="2603004"/>
                  <a:pt x="5716593" y="2604338"/>
                </a:cubicBezTo>
                <a:lnTo>
                  <a:pt x="5716593" y="2608275"/>
                </a:lnTo>
                <a:lnTo>
                  <a:pt x="5739174" y="2608275"/>
                </a:lnTo>
                <a:lnTo>
                  <a:pt x="5739174" y="2637167"/>
                </a:lnTo>
                <a:lnTo>
                  <a:pt x="5754268" y="2637167"/>
                </a:lnTo>
                <a:cubicBezTo>
                  <a:pt x="5754477" y="2633211"/>
                  <a:pt x="5754477" y="2630601"/>
                  <a:pt x="5756014" y="2627096"/>
                </a:cubicBezTo>
                <a:cubicBezTo>
                  <a:pt x="5756675" y="2625534"/>
                  <a:pt x="5758414" y="2625534"/>
                  <a:pt x="5759532" y="2624486"/>
                </a:cubicBezTo>
                <a:cubicBezTo>
                  <a:pt x="5760624" y="2623369"/>
                  <a:pt x="5761958" y="2622937"/>
                  <a:pt x="5763037" y="2621819"/>
                </a:cubicBezTo>
                <a:cubicBezTo>
                  <a:pt x="5764129" y="2620740"/>
                  <a:pt x="5765895" y="2620740"/>
                  <a:pt x="5766504" y="2619178"/>
                </a:cubicBezTo>
                <a:cubicBezTo>
                  <a:pt x="5766987" y="2618117"/>
                  <a:pt x="5766987" y="2616790"/>
                  <a:pt x="5767387" y="2615711"/>
                </a:cubicBezTo>
                <a:cubicBezTo>
                  <a:pt x="5768720" y="2613088"/>
                  <a:pt x="5769800" y="2611335"/>
                  <a:pt x="5770924" y="2608706"/>
                </a:cubicBezTo>
                <a:cubicBezTo>
                  <a:pt x="5771343" y="2607379"/>
                  <a:pt x="5772442" y="2606490"/>
                  <a:pt x="5772670" y="2605189"/>
                </a:cubicBezTo>
                <a:cubicBezTo>
                  <a:pt x="5773089" y="2602801"/>
                  <a:pt x="5772670" y="2600813"/>
                  <a:pt x="5772670" y="2598216"/>
                </a:cubicBezTo>
                <a:lnTo>
                  <a:pt x="5784919" y="2598216"/>
                </a:lnTo>
                <a:cubicBezTo>
                  <a:pt x="5785161" y="2596426"/>
                  <a:pt x="5784481" y="2595359"/>
                  <a:pt x="5784919" y="2593803"/>
                </a:cubicBezTo>
                <a:cubicBezTo>
                  <a:pt x="5785377" y="2592463"/>
                  <a:pt x="5786234" y="2591619"/>
                  <a:pt x="5786653" y="2590317"/>
                </a:cubicBezTo>
                <a:cubicBezTo>
                  <a:pt x="5787104" y="2588787"/>
                  <a:pt x="5788628" y="2588348"/>
                  <a:pt x="5789295" y="2586818"/>
                </a:cubicBezTo>
                <a:cubicBezTo>
                  <a:pt x="5789707" y="2585719"/>
                  <a:pt x="5788628" y="2584424"/>
                  <a:pt x="5789295" y="2583332"/>
                </a:cubicBezTo>
                <a:cubicBezTo>
                  <a:pt x="5789961" y="2582011"/>
                  <a:pt x="5790831" y="2580925"/>
                  <a:pt x="5791892" y="2579820"/>
                </a:cubicBezTo>
                <a:cubicBezTo>
                  <a:pt x="5792800" y="2578919"/>
                  <a:pt x="5794768" y="2580665"/>
                  <a:pt x="5795410" y="2579820"/>
                </a:cubicBezTo>
                <a:cubicBezTo>
                  <a:pt x="5796311" y="2578722"/>
                  <a:pt x="5797188" y="2577839"/>
                  <a:pt x="5797188" y="2576296"/>
                </a:cubicBezTo>
                <a:cubicBezTo>
                  <a:pt x="5797188" y="2575001"/>
                  <a:pt x="5796311" y="2574112"/>
                  <a:pt x="5796311" y="2572772"/>
                </a:cubicBezTo>
                <a:cubicBezTo>
                  <a:pt x="5796311" y="2571051"/>
                  <a:pt x="5796070" y="2569971"/>
                  <a:pt x="5795410" y="2568448"/>
                </a:cubicBezTo>
                <a:cubicBezTo>
                  <a:pt x="5794546" y="2566428"/>
                  <a:pt x="5792577" y="2564904"/>
                  <a:pt x="5790164" y="2564904"/>
                </a:cubicBezTo>
                <a:cubicBezTo>
                  <a:pt x="5787974" y="2564904"/>
                  <a:pt x="5786469" y="2565590"/>
                  <a:pt x="5784919" y="2566676"/>
                </a:cubicBezTo>
                <a:cubicBezTo>
                  <a:pt x="5784043" y="2567343"/>
                  <a:pt x="5785586" y="2569298"/>
                  <a:pt x="5784919" y="2570175"/>
                </a:cubicBezTo>
                <a:cubicBezTo>
                  <a:pt x="5783618" y="2571737"/>
                  <a:pt x="5781401" y="2571051"/>
                  <a:pt x="5779211" y="2571051"/>
                </a:cubicBezTo>
                <a:cubicBezTo>
                  <a:pt x="5775725" y="2571051"/>
                  <a:pt x="5773547" y="2570403"/>
                  <a:pt x="5770041" y="2570175"/>
                </a:cubicBezTo>
                <a:lnTo>
                  <a:pt x="5765653" y="2570175"/>
                </a:lnTo>
                <a:cubicBezTo>
                  <a:pt x="5764352" y="2570175"/>
                  <a:pt x="5763437" y="2569298"/>
                  <a:pt x="5762161" y="2569298"/>
                </a:cubicBezTo>
                <a:cubicBezTo>
                  <a:pt x="5760624" y="2569298"/>
                  <a:pt x="5759958" y="2570626"/>
                  <a:pt x="5758649" y="2570841"/>
                </a:cubicBezTo>
                <a:lnTo>
                  <a:pt x="5757779" y="2563164"/>
                </a:lnTo>
                <a:cubicBezTo>
                  <a:pt x="5758853" y="2560542"/>
                  <a:pt x="5760396" y="2559018"/>
                  <a:pt x="5760396" y="2556148"/>
                </a:cubicBezTo>
                <a:cubicBezTo>
                  <a:pt x="5760396" y="2553074"/>
                  <a:pt x="5757119" y="2552217"/>
                  <a:pt x="5755144" y="2550039"/>
                </a:cubicBezTo>
                <a:cubicBezTo>
                  <a:pt x="5753836" y="2548502"/>
                  <a:pt x="5753385" y="2546730"/>
                  <a:pt x="5751645" y="2545676"/>
                </a:cubicBezTo>
                <a:cubicBezTo>
                  <a:pt x="5750560" y="2545003"/>
                  <a:pt x="5749251" y="2546108"/>
                  <a:pt x="5748147" y="2545676"/>
                </a:cubicBezTo>
                <a:cubicBezTo>
                  <a:pt x="5747473" y="2547213"/>
                  <a:pt x="5745943" y="2547645"/>
                  <a:pt x="5745524" y="2549156"/>
                </a:cubicBezTo>
                <a:cubicBezTo>
                  <a:pt x="5745314" y="2550261"/>
                  <a:pt x="5745733" y="2551576"/>
                  <a:pt x="5745524" y="2552649"/>
                </a:cubicBezTo>
                <a:cubicBezTo>
                  <a:pt x="5745092" y="2554173"/>
                  <a:pt x="5743530" y="2554649"/>
                  <a:pt x="5742870" y="2556148"/>
                </a:cubicBezTo>
                <a:cubicBezTo>
                  <a:pt x="5741797" y="2555506"/>
                  <a:pt x="5740495" y="2555290"/>
                  <a:pt x="5739371" y="2554395"/>
                </a:cubicBezTo>
                <a:cubicBezTo>
                  <a:pt x="5738069" y="2553315"/>
                  <a:pt x="5737625" y="2552217"/>
                  <a:pt x="5736767" y="2550921"/>
                </a:cubicBezTo>
                <a:cubicBezTo>
                  <a:pt x="5735434" y="2549156"/>
                  <a:pt x="5735002" y="2547835"/>
                  <a:pt x="5735002" y="2545676"/>
                </a:cubicBezTo>
                <a:cubicBezTo>
                  <a:pt x="5735002" y="2543708"/>
                  <a:pt x="5735694" y="2542362"/>
                  <a:pt x="5735891" y="2540425"/>
                </a:cubicBezTo>
                <a:cubicBezTo>
                  <a:pt x="5735891" y="2539117"/>
                  <a:pt x="5736767" y="2538202"/>
                  <a:pt x="5736767" y="2536901"/>
                </a:cubicBezTo>
                <a:cubicBezTo>
                  <a:pt x="5736767" y="2535612"/>
                  <a:pt x="5736329" y="2534291"/>
                  <a:pt x="5735891" y="2533415"/>
                </a:cubicBezTo>
                <a:cubicBezTo>
                  <a:pt x="5735434" y="2532526"/>
                  <a:pt x="5733281" y="2534062"/>
                  <a:pt x="5732392" y="2533415"/>
                </a:cubicBezTo>
                <a:cubicBezTo>
                  <a:pt x="5731275" y="2532526"/>
                  <a:pt x="5731503" y="2530779"/>
                  <a:pt x="5730633" y="2529890"/>
                </a:cubicBezTo>
                <a:cubicBezTo>
                  <a:pt x="5729528" y="2528836"/>
                  <a:pt x="5728208" y="2528557"/>
                  <a:pt x="5727128" y="2527268"/>
                </a:cubicBezTo>
                <a:cubicBezTo>
                  <a:pt x="5726252" y="2526182"/>
                  <a:pt x="5726252" y="2524886"/>
                  <a:pt x="5725369" y="2523769"/>
                </a:cubicBezTo>
                <a:cubicBezTo>
                  <a:pt x="5724277" y="2522251"/>
                  <a:pt x="5722981" y="2521819"/>
                  <a:pt x="5721889" y="2520257"/>
                </a:cubicBezTo>
                <a:cubicBezTo>
                  <a:pt x="5720778" y="2518746"/>
                  <a:pt x="5720118" y="2517393"/>
                  <a:pt x="5719260" y="2515889"/>
                </a:cubicBezTo>
                <a:cubicBezTo>
                  <a:pt x="5718378" y="2514580"/>
                  <a:pt x="5717520" y="2513704"/>
                  <a:pt x="5716593" y="2512383"/>
                </a:cubicBezTo>
                <a:cubicBezTo>
                  <a:pt x="5715736" y="2511075"/>
                  <a:pt x="5715527" y="2509545"/>
                  <a:pt x="5714022" y="2508872"/>
                </a:cubicBezTo>
                <a:cubicBezTo>
                  <a:pt x="5712472" y="2508224"/>
                  <a:pt x="5710688" y="2508021"/>
                  <a:pt x="5708726" y="2508021"/>
                </a:cubicBezTo>
                <a:cubicBezTo>
                  <a:pt x="5706567" y="2508021"/>
                  <a:pt x="5704382" y="2509323"/>
                  <a:pt x="5704382" y="2511501"/>
                </a:cubicBezTo>
                <a:cubicBezTo>
                  <a:pt x="5704382" y="2514384"/>
                  <a:pt x="5705881" y="2516111"/>
                  <a:pt x="5706992" y="2518530"/>
                </a:cubicBezTo>
                <a:cubicBezTo>
                  <a:pt x="5707437" y="2519857"/>
                  <a:pt x="5708097" y="2520715"/>
                  <a:pt x="5708726" y="2522010"/>
                </a:cubicBezTo>
                <a:cubicBezTo>
                  <a:pt x="5710275" y="2525090"/>
                  <a:pt x="5711158" y="2527268"/>
                  <a:pt x="5713101" y="2529890"/>
                </a:cubicBezTo>
                <a:cubicBezTo>
                  <a:pt x="5715527" y="2532970"/>
                  <a:pt x="5717959" y="2534513"/>
                  <a:pt x="5720994" y="2536901"/>
                </a:cubicBezTo>
                <a:cubicBezTo>
                  <a:pt x="5722061" y="2537555"/>
                  <a:pt x="5723616" y="2537555"/>
                  <a:pt x="5724505" y="2538653"/>
                </a:cubicBezTo>
                <a:cubicBezTo>
                  <a:pt x="5725369" y="2539771"/>
                  <a:pt x="5725598" y="2540844"/>
                  <a:pt x="5726252" y="2542152"/>
                </a:cubicBezTo>
                <a:cubicBezTo>
                  <a:pt x="5726677" y="2543232"/>
                  <a:pt x="5726677" y="2544571"/>
                  <a:pt x="5727128" y="2545676"/>
                </a:cubicBezTo>
                <a:cubicBezTo>
                  <a:pt x="5727795" y="2547213"/>
                  <a:pt x="5729077" y="2547835"/>
                  <a:pt x="5729757" y="2549156"/>
                </a:cubicBezTo>
                <a:cubicBezTo>
                  <a:pt x="5729757" y="2551785"/>
                  <a:pt x="5728893" y="2555932"/>
                  <a:pt x="5728893" y="2558561"/>
                </a:cubicBezTo>
                <a:close/>
                <a:moveTo>
                  <a:pt x="5617692" y="2754033"/>
                </a:moveTo>
                <a:cubicBezTo>
                  <a:pt x="5616587" y="2754909"/>
                  <a:pt x="5617038" y="2756668"/>
                  <a:pt x="5615933" y="2757519"/>
                </a:cubicBezTo>
                <a:cubicBezTo>
                  <a:pt x="5615051" y="2758224"/>
                  <a:pt x="5613317" y="2757125"/>
                  <a:pt x="5612428" y="2757519"/>
                </a:cubicBezTo>
                <a:cubicBezTo>
                  <a:pt x="5611558" y="2757982"/>
                  <a:pt x="5611983" y="2759944"/>
                  <a:pt x="5611558" y="2760611"/>
                </a:cubicBezTo>
                <a:lnTo>
                  <a:pt x="5625560" y="2760611"/>
                </a:lnTo>
                <a:lnTo>
                  <a:pt x="5625560" y="2756668"/>
                </a:lnTo>
                <a:cubicBezTo>
                  <a:pt x="5625560" y="2755379"/>
                  <a:pt x="5624690" y="2754483"/>
                  <a:pt x="5624690" y="2753194"/>
                </a:cubicBezTo>
                <a:cubicBezTo>
                  <a:pt x="5623610" y="2754261"/>
                  <a:pt x="5618759" y="2753194"/>
                  <a:pt x="5617692" y="2754033"/>
                </a:cubicBezTo>
                <a:close/>
                <a:moveTo>
                  <a:pt x="5639587" y="2745301"/>
                </a:moveTo>
                <a:cubicBezTo>
                  <a:pt x="5640235" y="2745301"/>
                  <a:pt x="5640641" y="2743739"/>
                  <a:pt x="5641308" y="2743536"/>
                </a:cubicBezTo>
                <a:cubicBezTo>
                  <a:pt x="5642425" y="2742895"/>
                  <a:pt x="5643733" y="2742666"/>
                  <a:pt x="5644807" y="2741809"/>
                </a:cubicBezTo>
                <a:cubicBezTo>
                  <a:pt x="5645937" y="2740882"/>
                  <a:pt x="5645511" y="2738951"/>
                  <a:pt x="5646553" y="2738272"/>
                </a:cubicBezTo>
                <a:cubicBezTo>
                  <a:pt x="5647677" y="2737662"/>
                  <a:pt x="5648756" y="2736951"/>
                  <a:pt x="5650077" y="2736538"/>
                </a:cubicBezTo>
                <a:cubicBezTo>
                  <a:pt x="5653785" y="2735027"/>
                  <a:pt x="5656427" y="2735643"/>
                  <a:pt x="5660580" y="2735643"/>
                </a:cubicBezTo>
                <a:cubicBezTo>
                  <a:pt x="5660580" y="2732163"/>
                  <a:pt x="5660580" y="2730188"/>
                  <a:pt x="5661482" y="2726924"/>
                </a:cubicBezTo>
                <a:cubicBezTo>
                  <a:pt x="5661685" y="2725343"/>
                  <a:pt x="5663215" y="2724696"/>
                  <a:pt x="5664079" y="2723407"/>
                </a:cubicBezTo>
                <a:cubicBezTo>
                  <a:pt x="5665844" y="2720555"/>
                  <a:pt x="5668460" y="2719470"/>
                  <a:pt x="5671096" y="2717272"/>
                </a:cubicBezTo>
                <a:cubicBezTo>
                  <a:pt x="5672391" y="2716174"/>
                  <a:pt x="5673934" y="2715545"/>
                  <a:pt x="5674607" y="2713767"/>
                </a:cubicBezTo>
                <a:cubicBezTo>
                  <a:pt x="5675471" y="2711373"/>
                  <a:pt x="5675896" y="2709189"/>
                  <a:pt x="5676360" y="2706744"/>
                </a:cubicBezTo>
                <a:cubicBezTo>
                  <a:pt x="5676804" y="2704331"/>
                  <a:pt x="5677433" y="2702172"/>
                  <a:pt x="5678106" y="2699778"/>
                </a:cubicBezTo>
                <a:cubicBezTo>
                  <a:pt x="5678538" y="2698413"/>
                  <a:pt x="5679427" y="2697575"/>
                  <a:pt x="5679846" y="2696279"/>
                </a:cubicBezTo>
                <a:cubicBezTo>
                  <a:pt x="5680297" y="2695174"/>
                  <a:pt x="5680297" y="2693828"/>
                  <a:pt x="5680748" y="2692774"/>
                </a:cubicBezTo>
                <a:cubicBezTo>
                  <a:pt x="5681364" y="2691225"/>
                  <a:pt x="5682907" y="2691003"/>
                  <a:pt x="5684215" y="2690126"/>
                </a:cubicBezTo>
                <a:cubicBezTo>
                  <a:pt x="5686418" y="2688361"/>
                  <a:pt x="5688399" y="2687072"/>
                  <a:pt x="5691231" y="2686640"/>
                </a:cubicBezTo>
                <a:cubicBezTo>
                  <a:pt x="5692330" y="2686367"/>
                  <a:pt x="5693403" y="2686640"/>
                  <a:pt x="5694718" y="2686640"/>
                </a:cubicBezTo>
                <a:cubicBezTo>
                  <a:pt x="5698877" y="2686640"/>
                  <a:pt x="5701087" y="2686856"/>
                  <a:pt x="5705220" y="2686640"/>
                </a:cubicBezTo>
                <a:cubicBezTo>
                  <a:pt x="5706567" y="2686640"/>
                  <a:pt x="5707437" y="2685986"/>
                  <a:pt x="5708726" y="2685732"/>
                </a:cubicBezTo>
                <a:cubicBezTo>
                  <a:pt x="5708097" y="2684424"/>
                  <a:pt x="5707653" y="2683363"/>
                  <a:pt x="5706992" y="2682259"/>
                </a:cubicBezTo>
                <a:cubicBezTo>
                  <a:pt x="5705881" y="2680493"/>
                  <a:pt x="5703493" y="2680049"/>
                  <a:pt x="5703493" y="2677902"/>
                </a:cubicBezTo>
                <a:cubicBezTo>
                  <a:pt x="5703493" y="2674162"/>
                  <a:pt x="5705881" y="2671927"/>
                  <a:pt x="5707862" y="2669095"/>
                </a:cubicBezTo>
                <a:cubicBezTo>
                  <a:pt x="5709837" y="2666472"/>
                  <a:pt x="5711793" y="2665393"/>
                  <a:pt x="5714873" y="2663863"/>
                </a:cubicBezTo>
                <a:cubicBezTo>
                  <a:pt x="5715977" y="2663431"/>
                  <a:pt x="5717260" y="2663431"/>
                  <a:pt x="5718378" y="2663024"/>
                </a:cubicBezTo>
                <a:cubicBezTo>
                  <a:pt x="5719908" y="2662313"/>
                  <a:pt x="5719908" y="2660389"/>
                  <a:pt x="5720994" y="2659500"/>
                </a:cubicBezTo>
                <a:cubicBezTo>
                  <a:pt x="5722315" y="2658383"/>
                  <a:pt x="5724067" y="2657697"/>
                  <a:pt x="5724505" y="2655951"/>
                </a:cubicBezTo>
                <a:cubicBezTo>
                  <a:pt x="5724728" y="2654896"/>
                  <a:pt x="5724277" y="2653550"/>
                  <a:pt x="5724505" y="2652477"/>
                </a:cubicBezTo>
                <a:cubicBezTo>
                  <a:pt x="5724728" y="2651372"/>
                  <a:pt x="5724505" y="2650331"/>
                  <a:pt x="5724505" y="2648985"/>
                </a:cubicBezTo>
                <a:cubicBezTo>
                  <a:pt x="5724505" y="2647473"/>
                  <a:pt x="5726252" y="2647200"/>
                  <a:pt x="5726252" y="2645727"/>
                </a:cubicBezTo>
                <a:lnTo>
                  <a:pt x="5726252" y="2634964"/>
                </a:lnTo>
                <a:cubicBezTo>
                  <a:pt x="5722543" y="2634964"/>
                  <a:pt x="5720340" y="2635167"/>
                  <a:pt x="5716593" y="2634964"/>
                </a:cubicBezTo>
                <a:cubicBezTo>
                  <a:pt x="5714022" y="2634964"/>
                  <a:pt x="5711609" y="2635630"/>
                  <a:pt x="5709615" y="2634087"/>
                </a:cubicBezTo>
                <a:cubicBezTo>
                  <a:pt x="5708726" y="2633433"/>
                  <a:pt x="5709170" y="2631459"/>
                  <a:pt x="5708726" y="2630601"/>
                </a:cubicBezTo>
                <a:cubicBezTo>
                  <a:pt x="5708097" y="2629515"/>
                  <a:pt x="5707653" y="2628385"/>
                  <a:pt x="5706992" y="2627096"/>
                </a:cubicBezTo>
                <a:cubicBezTo>
                  <a:pt x="5706332" y="2625775"/>
                  <a:pt x="5704795" y="2625363"/>
                  <a:pt x="5703493" y="2624486"/>
                </a:cubicBezTo>
                <a:cubicBezTo>
                  <a:pt x="5701741" y="2623369"/>
                  <a:pt x="5700210" y="2622715"/>
                  <a:pt x="5698001" y="2622715"/>
                </a:cubicBezTo>
                <a:cubicBezTo>
                  <a:pt x="5694718" y="2622715"/>
                  <a:pt x="5692755" y="2623369"/>
                  <a:pt x="5689473" y="2623597"/>
                </a:cubicBezTo>
                <a:lnTo>
                  <a:pt x="5689473" y="2640234"/>
                </a:lnTo>
                <a:lnTo>
                  <a:pt x="5682481" y="2643714"/>
                </a:lnTo>
                <a:cubicBezTo>
                  <a:pt x="5681179" y="2644368"/>
                  <a:pt x="5680055" y="2644590"/>
                  <a:pt x="5678963" y="2645479"/>
                </a:cubicBezTo>
                <a:cubicBezTo>
                  <a:pt x="5677662" y="2646362"/>
                  <a:pt x="5676137" y="2646775"/>
                  <a:pt x="5675471" y="2648089"/>
                </a:cubicBezTo>
                <a:cubicBezTo>
                  <a:pt x="5674804" y="2649213"/>
                  <a:pt x="5675471" y="2650331"/>
                  <a:pt x="5675471" y="2651620"/>
                </a:cubicBezTo>
                <a:cubicBezTo>
                  <a:pt x="5675026" y="2655754"/>
                  <a:pt x="5676563" y="2657970"/>
                  <a:pt x="5676360" y="2662104"/>
                </a:cubicBezTo>
                <a:cubicBezTo>
                  <a:pt x="5676137" y="2665609"/>
                  <a:pt x="5673496" y="2666707"/>
                  <a:pt x="5671096" y="2669095"/>
                </a:cubicBezTo>
                <a:cubicBezTo>
                  <a:pt x="5668702" y="2671533"/>
                  <a:pt x="5667165" y="2673699"/>
                  <a:pt x="5664079" y="2675242"/>
                </a:cubicBezTo>
                <a:cubicBezTo>
                  <a:pt x="5661240" y="2676772"/>
                  <a:pt x="5658840" y="2677198"/>
                  <a:pt x="5656199" y="2678760"/>
                </a:cubicBezTo>
                <a:cubicBezTo>
                  <a:pt x="5653347" y="2680493"/>
                  <a:pt x="5652281" y="2682474"/>
                  <a:pt x="5649188" y="2683979"/>
                </a:cubicBezTo>
                <a:lnTo>
                  <a:pt x="5645696" y="2685732"/>
                </a:lnTo>
                <a:cubicBezTo>
                  <a:pt x="5644616" y="2686196"/>
                  <a:pt x="5643086" y="2686196"/>
                  <a:pt x="5642184" y="2686640"/>
                </a:cubicBezTo>
                <a:cubicBezTo>
                  <a:pt x="5640882" y="2687485"/>
                  <a:pt x="5640641" y="2689282"/>
                  <a:pt x="5639587" y="2690126"/>
                </a:cubicBezTo>
                <a:cubicBezTo>
                  <a:pt x="5638488" y="2691003"/>
                  <a:pt x="5637161" y="2691879"/>
                  <a:pt x="5636063" y="2692774"/>
                </a:cubicBezTo>
                <a:cubicBezTo>
                  <a:pt x="5634964" y="2693644"/>
                  <a:pt x="5634729" y="2695613"/>
                  <a:pt x="5633421" y="2696279"/>
                </a:cubicBezTo>
                <a:cubicBezTo>
                  <a:pt x="5632348" y="2696933"/>
                  <a:pt x="5631033" y="2696667"/>
                  <a:pt x="5629941" y="2697118"/>
                </a:cubicBezTo>
                <a:cubicBezTo>
                  <a:pt x="5627103" y="2698254"/>
                  <a:pt x="5624226" y="2698000"/>
                  <a:pt x="5622055" y="2699778"/>
                </a:cubicBezTo>
                <a:cubicBezTo>
                  <a:pt x="5620969" y="2700635"/>
                  <a:pt x="5620969" y="2702172"/>
                  <a:pt x="5620277" y="2703245"/>
                </a:cubicBezTo>
                <a:cubicBezTo>
                  <a:pt x="5618759" y="2705665"/>
                  <a:pt x="5618759" y="2708084"/>
                  <a:pt x="5616809" y="2710243"/>
                </a:cubicBezTo>
                <a:cubicBezTo>
                  <a:pt x="5615933" y="2711373"/>
                  <a:pt x="5614619" y="2712021"/>
                  <a:pt x="5613317" y="2712910"/>
                </a:cubicBezTo>
                <a:cubicBezTo>
                  <a:pt x="5612199" y="2713564"/>
                  <a:pt x="5611120" y="2713989"/>
                  <a:pt x="5609831" y="2714631"/>
                </a:cubicBezTo>
                <a:cubicBezTo>
                  <a:pt x="5608262" y="2715304"/>
                  <a:pt x="5607837" y="2716841"/>
                  <a:pt x="5606275" y="2717272"/>
                </a:cubicBezTo>
                <a:cubicBezTo>
                  <a:pt x="5605233" y="2717482"/>
                  <a:pt x="5603906" y="2717050"/>
                  <a:pt x="5602808" y="2717272"/>
                </a:cubicBezTo>
                <a:cubicBezTo>
                  <a:pt x="5601703" y="2717482"/>
                  <a:pt x="5600611" y="2717920"/>
                  <a:pt x="5599303" y="2718155"/>
                </a:cubicBezTo>
                <a:cubicBezTo>
                  <a:pt x="5599303" y="2719470"/>
                  <a:pt x="5599506" y="2720555"/>
                  <a:pt x="5599303" y="2721629"/>
                </a:cubicBezTo>
                <a:cubicBezTo>
                  <a:pt x="5599074" y="2722753"/>
                  <a:pt x="5598668" y="2724054"/>
                  <a:pt x="5598426" y="2725153"/>
                </a:cubicBezTo>
                <a:cubicBezTo>
                  <a:pt x="5597956" y="2726683"/>
                  <a:pt x="5595785" y="2726924"/>
                  <a:pt x="5595785" y="2728658"/>
                </a:cubicBezTo>
                <a:cubicBezTo>
                  <a:pt x="5595785" y="2731503"/>
                  <a:pt x="5597779" y="2733224"/>
                  <a:pt x="5600166" y="2734805"/>
                </a:cubicBezTo>
                <a:cubicBezTo>
                  <a:pt x="5601265" y="2735440"/>
                  <a:pt x="5602357" y="2736316"/>
                  <a:pt x="5603665" y="2736538"/>
                </a:cubicBezTo>
                <a:cubicBezTo>
                  <a:pt x="5607837" y="2737662"/>
                  <a:pt x="5610688" y="2736538"/>
                  <a:pt x="5615051" y="2736538"/>
                </a:cubicBezTo>
                <a:cubicBezTo>
                  <a:pt x="5617692" y="2736538"/>
                  <a:pt x="5619870" y="2736316"/>
                  <a:pt x="5622055" y="2737402"/>
                </a:cubicBezTo>
                <a:cubicBezTo>
                  <a:pt x="5623610" y="2738043"/>
                  <a:pt x="5624226" y="2739148"/>
                  <a:pt x="5625560" y="2740031"/>
                </a:cubicBezTo>
                <a:cubicBezTo>
                  <a:pt x="5626855" y="2740882"/>
                  <a:pt x="5626855" y="2742666"/>
                  <a:pt x="5628182" y="2743536"/>
                </a:cubicBezTo>
                <a:cubicBezTo>
                  <a:pt x="5630386" y="2744870"/>
                  <a:pt x="5632799" y="2745301"/>
                  <a:pt x="5635637" y="2745301"/>
                </a:cubicBezTo>
                <a:cubicBezTo>
                  <a:pt x="5637161" y="2745301"/>
                  <a:pt x="5638241" y="2745498"/>
                  <a:pt x="5639587" y="2745301"/>
                </a:cubicBezTo>
                <a:close/>
                <a:moveTo>
                  <a:pt x="5220169" y="2601702"/>
                </a:moveTo>
                <a:cubicBezTo>
                  <a:pt x="5218836" y="2602376"/>
                  <a:pt x="5217756" y="2602376"/>
                  <a:pt x="5216658" y="2603449"/>
                </a:cubicBezTo>
                <a:cubicBezTo>
                  <a:pt x="5215604" y="2604554"/>
                  <a:pt x="5214905" y="2605404"/>
                  <a:pt x="5214905" y="2606973"/>
                </a:cubicBezTo>
                <a:cubicBezTo>
                  <a:pt x="5214905" y="2611551"/>
                  <a:pt x="5217756" y="2613761"/>
                  <a:pt x="5220169" y="2617444"/>
                </a:cubicBezTo>
                <a:lnTo>
                  <a:pt x="5223668" y="2616580"/>
                </a:lnTo>
                <a:lnTo>
                  <a:pt x="5223668" y="2602560"/>
                </a:lnTo>
                <a:cubicBezTo>
                  <a:pt x="5222360" y="2602560"/>
                  <a:pt x="5221236" y="2601252"/>
                  <a:pt x="5220169" y="2601702"/>
                </a:cubicBezTo>
                <a:close/>
                <a:moveTo>
                  <a:pt x="5284076" y="2606065"/>
                </a:moveTo>
                <a:cubicBezTo>
                  <a:pt x="5284076" y="2607379"/>
                  <a:pt x="5283866" y="2608484"/>
                  <a:pt x="5284076" y="2609608"/>
                </a:cubicBezTo>
                <a:cubicBezTo>
                  <a:pt x="5284330" y="2610643"/>
                  <a:pt x="5283441" y="2611983"/>
                  <a:pt x="5284076" y="2613088"/>
                </a:cubicBezTo>
                <a:cubicBezTo>
                  <a:pt x="5284927" y="2614402"/>
                  <a:pt x="5286279" y="2614834"/>
                  <a:pt x="5287613" y="2615711"/>
                </a:cubicBezTo>
                <a:cubicBezTo>
                  <a:pt x="5288470" y="2616377"/>
                  <a:pt x="5290216" y="2614834"/>
                  <a:pt x="5291080" y="2615711"/>
                </a:cubicBezTo>
                <a:cubicBezTo>
                  <a:pt x="5291969" y="2616580"/>
                  <a:pt x="5291537" y="2618117"/>
                  <a:pt x="5291969" y="2619178"/>
                </a:cubicBezTo>
                <a:cubicBezTo>
                  <a:pt x="5292420" y="2620295"/>
                  <a:pt x="5292617" y="2621641"/>
                  <a:pt x="5292852" y="2622715"/>
                </a:cubicBezTo>
                <a:lnTo>
                  <a:pt x="5298960" y="2622715"/>
                </a:lnTo>
                <a:lnTo>
                  <a:pt x="5298960" y="2615933"/>
                </a:lnTo>
                <a:cubicBezTo>
                  <a:pt x="5298960" y="2614402"/>
                  <a:pt x="5298960" y="2613291"/>
                  <a:pt x="5298090" y="2612205"/>
                </a:cubicBezTo>
                <a:cubicBezTo>
                  <a:pt x="5297233" y="2611088"/>
                  <a:pt x="5295252" y="2611551"/>
                  <a:pt x="5294591" y="2610434"/>
                </a:cubicBezTo>
                <a:cubicBezTo>
                  <a:pt x="5293715" y="2609132"/>
                  <a:pt x="5293061" y="2608275"/>
                  <a:pt x="5291969" y="2606973"/>
                </a:cubicBezTo>
                <a:cubicBezTo>
                  <a:pt x="5291283" y="2606065"/>
                  <a:pt x="5291969" y="2603874"/>
                  <a:pt x="5291080" y="2603449"/>
                </a:cubicBezTo>
                <a:cubicBezTo>
                  <a:pt x="5290216" y="2603004"/>
                  <a:pt x="5288686" y="2603690"/>
                  <a:pt x="5287613" y="2603449"/>
                </a:cubicBezTo>
                <a:cubicBezTo>
                  <a:pt x="5286476" y="2603214"/>
                  <a:pt x="5285378" y="2606065"/>
                  <a:pt x="5284076" y="2606065"/>
                </a:cubicBezTo>
                <a:close/>
                <a:moveTo>
                  <a:pt x="5229790" y="2631459"/>
                </a:moveTo>
                <a:cubicBezTo>
                  <a:pt x="5230679" y="2634322"/>
                  <a:pt x="5232654" y="2635630"/>
                  <a:pt x="5233295" y="2638482"/>
                </a:cubicBezTo>
                <a:cubicBezTo>
                  <a:pt x="5233536" y="2639593"/>
                  <a:pt x="5233295" y="2640901"/>
                  <a:pt x="5233295" y="2641980"/>
                </a:cubicBezTo>
                <a:lnTo>
                  <a:pt x="5233295" y="2645479"/>
                </a:lnTo>
                <a:cubicBezTo>
                  <a:pt x="5233295" y="2647010"/>
                  <a:pt x="5234387" y="2647683"/>
                  <a:pt x="5235079" y="2648985"/>
                </a:cubicBezTo>
                <a:cubicBezTo>
                  <a:pt x="5235949" y="2650718"/>
                  <a:pt x="5237016" y="2651620"/>
                  <a:pt x="5238559" y="2652477"/>
                </a:cubicBezTo>
                <a:cubicBezTo>
                  <a:pt x="5239670" y="2653125"/>
                  <a:pt x="5240972" y="2653360"/>
                  <a:pt x="5242058" y="2654223"/>
                </a:cubicBezTo>
                <a:cubicBezTo>
                  <a:pt x="5244464" y="2655951"/>
                  <a:pt x="5246655" y="2657697"/>
                  <a:pt x="5248198" y="2660389"/>
                </a:cubicBezTo>
                <a:cubicBezTo>
                  <a:pt x="5248827" y="2661456"/>
                  <a:pt x="5248630" y="2662777"/>
                  <a:pt x="5249081" y="2663863"/>
                </a:cubicBezTo>
                <a:cubicBezTo>
                  <a:pt x="5249697" y="2665393"/>
                  <a:pt x="5251056" y="2666034"/>
                  <a:pt x="5251691" y="2667342"/>
                </a:cubicBezTo>
                <a:cubicBezTo>
                  <a:pt x="5253437" y="2670213"/>
                  <a:pt x="5255431" y="2671311"/>
                  <a:pt x="5256974" y="2674327"/>
                </a:cubicBezTo>
                <a:cubicBezTo>
                  <a:pt x="5258269" y="2677013"/>
                  <a:pt x="5258701" y="2678969"/>
                  <a:pt x="5260460" y="2681401"/>
                </a:cubicBezTo>
                <a:cubicBezTo>
                  <a:pt x="5261082" y="2682474"/>
                  <a:pt x="5262632" y="2682259"/>
                  <a:pt x="5264162" y="2682259"/>
                </a:cubicBezTo>
                <a:lnTo>
                  <a:pt x="5272258" y="2682259"/>
                </a:lnTo>
                <a:cubicBezTo>
                  <a:pt x="5272474" y="2678061"/>
                  <a:pt x="5272893" y="2675889"/>
                  <a:pt x="5272722" y="2671718"/>
                </a:cubicBezTo>
                <a:cubicBezTo>
                  <a:pt x="5272722" y="2671089"/>
                  <a:pt x="5272258" y="2670663"/>
                  <a:pt x="5272258" y="2669965"/>
                </a:cubicBezTo>
                <a:lnTo>
                  <a:pt x="5286724" y="2669965"/>
                </a:lnTo>
                <a:lnTo>
                  <a:pt x="5286724" y="2661024"/>
                </a:lnTo>
                <a:cubicBezTo>
                  <a:pt x="5286724" y="2658173"/>
                  <a:pt x="5284076" y="2657068"/>
                  <a:pt x="5284076" y="2654223"/>
                </a:cubicBezTo>
                <a:cubicBezTo>
                  <a:pt x="5284076" y="2652699"/>
                  <a:pt x="5284927" y="2651804"/>
                  <a:pt x="5285847" y="2650718"/>
                </a:cubicBezTo>
                <a:cubicBezTo>
                  <a:pt x="5286476" y="2649861"/>
                  <a:pt x="5288470" y="2650331"/>
                  <a:pt x="5289340" y="2649861"/>
                </a:cubicBezTo>
                <a:cubicBezTo>
                  <a:pt x="5290883" y="2648762"/>
                  <a:pt x="5292617" y="2648089"/>
                  <a:pt x="5292852" y="2646362"/>
                </a:cubicBezTo>
                <a:cubicBezTo>
                  <a:pt x="5293061" y="2645263"/>
                  <a:pt x="5292420" y="2644368"/>
                  <a:pt x="5292420" y="2643098"/>
                </a:cubicBezTo>
                <a:cubicBezTo>
                  <a:pt x="5292420" y="2641523"/>
                  <a:pt x="5292852" y="2640901"/>
                  <a:pt x="5292852" y="2639320"/>
                </a:cubicBezTo>
                <a:cubicBezTo>
                  <a:pt x="5292852" y="2638018"/>
                  <a:pt x="5291969" y="2637167"/>
                  <a:pt x="5291969" y="2635846"/>
                </a:cubicBezTo>
                <a:cubicBezTo>
                  <a:pt x="5291969" y="2634532"/>
                  <a:pt x="5292420" y="2633694"/>
                  <a:pt x="5292420" y="2632348"/>
                </a:cubicBezTo>
                <a:lnTo>
                  <a:pt x="5272030" y="2632348"/>
                </a:lnTo>
                <a:cubicBezTo>
                  <a:pt x="5270512" y="2632348"/>
                  <a:pt x="5269642" y="2633878"/>
                  <a:pt x="5268321" y="2634087"/>
                </a:cubicBezTo>
                <a:cubicBezTo>
                  <a:pt x="5266785" y="2634322"/>
                  <a:pt x="5265483" y="2633878"/>
                  <a:pt x="5263953" y="2634087"/>
                </a:cubicBezTo>
                <a:cubicBezTo>
                  <a:pt x="5262632" y="2634322"/>
                  <a:pt x="5261946" y="2635846"/>
                  <a:pt x="5260460" y="2635846"/>
                </a:cubicBezTo>
                <a:cubicBezTo>
                  <a:pt x="5259108" y="2635846"/>
                  <a:pt x="5258041" y="2635408"/>
                  <a:pt x="5256974" y="2634964"/>
                </a:cubicBezTo>
                <a:cubicBezTo>
                  <a:pt x="5255431" y="2634322"/>
                  <a:pt x="5255431" y="2632348"/>
                  <a:pt x="5254307" y="2631459"/>
                </a:cubicBezTo>
                <a:cubicBezTo>
                  <a:pt x="5253208" y="2630601"/>
                  <a:pt x="5251907" y="2629935"/>
                  <a:pt x="5250814" y="2628849"/>
                </a:cubicBezTo>
                <a:cubicBezTo>
                  <a:pt x="5249697" y="2627712"/>
                  <a:pt x="5249265" y="2626429"/>
                  <a:pt x="5248198" y="2625363"/>
                </a:cubicBezTo>
                <a:cubicBezTo>
                  <a:pt x="5246655" y="2623781"/>
                  <a:pt x="5245989" y="2621819"/>
                  <a:pt x="5243810" y="2621819"/>
                </a:cubicBezTo>
                <a:cubicBezTo>
                  <a:pt x="5241416" y="2621819"/>
                  <a:pt x="5239880" y="2622035"/>
                  <a:pt x="5237683" y="2622715"/>
                </a:cubicBezTo>
                <a:cubicBezTo>
                  <a:pt x="5236165" y="2623146"/>
                  <a:pt x="5234641" y="2622480"/>
                  <a:pt x="5233295" y="2623597"/>
                </a:cubicBezTo>
                <a:cubicBezTo>
                  <a:pt x="5232438" y="2624226"/>
                  <a:pt x="5233079" y="2626239"/>
                  <a:pt x="5232438" y="2627096"/>
                </a:cubicBezTo>
                <a:cubicBezTo>
                  <a:pt x="5232654" y="2628385"/>
                  <a:pt x="5229618" y="2630392"/>
                  <a:pt x="5229790" y="2631459"/>
                </a:cubicBezTo>
                <a:close/>
                <a:moveTo>
                  <a:pt x="4151109" y="1741874"/>
                </a:moveTo>
                <a:cubicBezTo>
                  <a:pt x="4149998" y="1743214"/>
                  <a:pt x="4148035" y="1742979"/>
                  <a:pt x="4147597" y="1744503"/>
                </a:cubicBezTo>
                <a:cubicBezTo>
                  <a:pt x="4147356" y="1745621"/>
                  <a:pt x="4146950" y="1746929"/>
                  <a:pt x="4146715" y="1748002"/>
                </a:cubicBezTo>
                <a:cubicBezTo>
                  <a:pt x="4146473" y="1749323"/>
                  <a:pt x="4147597" y="1750244"/>
                  <a:pt x="4147597" y="1751749"/>
                </a:cubicBezTo>
                <a:cubicBezTo>
                  <a:pt x="4147597" y="1753069"/>
                  <a:pt x="4146715" y="1753711"/>
                  <a:pt x="4146715" y="1755025"/>
                </a:cubicBezTo>
                <a:cubicBezTo>
                  <a:pt x="4146715" y="1756562"/>
                  <a:pt x="4148467" y="1757000"/>
                  <a:pt x="4148467" y="1758530"/>
                </a:cubicBezTo>
                <a:cubicBezTo>
                  <a:pt x="4148467" y="1760054"/>
                  <a:pt x="4147597" y="1760708"/>
                  <a:pt x="4147597" y="1762277"/>
                </a:cubicBezTo>
                <a:cubicBezTo>
                  <a:pt x="4147597" y="1763782"/>
                  <a:pt x="4148677" y="1765103"/>
                  <a:pt x="4148467" y="1766411"/>
                </a:cubicBezTo>
                <a:cubicBezTo>
                  <a:pt x="4148226" y="1767922"/>
                  <a:pt x="4146264" y="1768386"/>
                  <a:pt x="4145826" y="1769916"/>
                </a:cubicBezTo>
                <a:cubicBezTo>
                  <a:pt x="4144746" y="1773199"/>
                  <a:pt x="4144956" y="1775586"/>
                  <a:pt x="4144956" y="1779117"/>
                </a:cubicBezTo>
                <a:cubicBezTo>
                  <a:pt x="4144956" y="1784153"/>
                  <a:pt x="4144746" y="1787220"/>
                  <a:pt x="4146715" y="1791811"/>
                </a:cubicBezTo>
                <a:cubicBezTo>
                  <a:pt x="4148035" y="1794884"/>
                  <a:pt x="4150652" y="1795532"/>
                  <a:pt x="4153706" y="1797088"/>
                </a:cubicBezTo>
                <a:cubicBezTo>
                  <a:pt x="4155249" y="1797729"/>
                  <a:pt x="4155681" y="1799215"/>
                  <a:pt x="4157218" y="1799678"/>
                </a:cubicBezTo>
                <a:cubicBezTo>
                  <a:pt x="4159840" y="1800586"/>
                  <a:pt x="4161567" y="1800586"/>
                  <a:pt x="4164437" y="1800586"/>
                </a:cubicBezTo>
                <a:cubicBezTo>
                  <a:pt x="4168381" y="1800586"/>
                  <a:pt x="4170375" y="1799920"/>
                  <a:pt x="4174293" y="1799678"/>
                </a:cubicBezTo>
                <a:cubicBezTo>
                  <a:pt x="4174293" y="1797088"/>
                  <a:pt x="4174731" y="1795316"/>
                  <a:pt x="4174731" y="1792681"/>
                </a:cubicBezTo>
                <a:cubicBezTo>
                  <a:pt x="4174731" y="1791138"/>
                  <a:pt x="4174293" y="1790039"/>
                  <a:pt x="4174293" y="1788534"/>
                </a:cubicBezTo>
                <a:cubicBezTo>
                  <a:pt x="4174293" y="1786991"/>
                  <a:pt x="4174731" y="1786331"/>
                  <a:pt x="4174731" y="1784788"/>
                </a:cubicBezTo>
                <a:cubicBezTo>
                  <a:pt x="4174515" y="1782159"/>
                  <a:pt x="4173213" y="1780425"/>
                  <a:pt x="4172997" y="1777796"/>
                </a:cubicBezTo>
                <a:lnTo>
                  <a:pt x="4172997" y="1774272"/>
                </a:lnTo>
                <a:lnTo>
                  <a:pt x="4172997" y="1770773"/>
                </a:lnTo>
                <a:cubicBezTo>
                  <a:pt x="4172737" y="1769262"/>
                  <a:pt x="4171003" y="1768614"/>
                  <a:pt x="4170375" y="1767306"/>
                </a:cubicBezTo>
                <a:cubicBezTo>
                  <a:pt x="4169708" y="1765960"/>
                  <a:pt x="4168603" y="1765103"/>
                  <a:pt x="4167733" y="1763782"/>
                </a:cubicBezTo>
                <a:cubicBezTo>
                  <a:pt x="4167060" y="1762690"/>
                  <a:pt x="4166850" y="1761375"/>
                  <a:pt x="4165987" y="1760251"/>
                </a:cubicBezTo>
                <a:cubicBezTo>
                  <a:pt x="4165079" y="1758950"/>
                  <a:pt x="4163358" y="1758753"/>
                  <a:pt x="4162482" y="1757654"/>
                </a:cubicBezTo>
                <a:cubicBezTo>
                  <a:pt x="4161567" y="1756562"/>
                  <a:pt x="4160932" y="1755463"/>
                  <a:pt x="4159840" y="1754174"/>
                </a:cubicBezTo>
                <a:cubicBezTo>
                  <a:pt x="4158773" y="1752866"/>
                  <a:pt x="4157465" y="1752174"/>
                  <a:pt x="4157218" y="1750669"/>
                </a:cubicBezTo>
                <a:cubicBezTo>
                  <a:pt x="4156582" y="1747837"/>
                  <a:pt x="4156582" y="1745837"/>
                  <a:pt x="4156341" y="1742770"/>
                </a:cubicBezTo>
                <a:close/>
                <a:moveTo>
                  <a:pt x="1505102" y="395293"/>
                </a:moveTo>
                <a:lnTo>
                  <a:pt x="1517364" y="386518"/>
                </a:lnTo>
                <a:lnTo>
                  <a:pt x="1538395" y="381266"/>
                </a:lnTo>
                <a:lnTo>
                  <a:pt x="1517364" y="367258"/>
                </a:lnTo>
                <a:lnTo>
                  <a:pt x="1484090" y="365531"/>
                </a:lnTo>
                <a:lnTo>
                  <a:pt x="1461344" y="365531"/>
                </a:lnTo>
                <a:lnTo>
                  <a:pt x="1464837" y="381266"/>
                </a:lnTo>
                <a:lnTo>
                  <a:pt x="1470088" y="393541"/>
                </a:lnTo>
                <a:close/>
                <a:moveTo>
                  <a:pt x="1414030" y="701738"/>
                </a:moveTo>
                <a:cubicBezTo>
                  <a:pt x="1421498" y="701738"/>
                  <a:pt x="1425860" y="698671"/>
                  <a:pt x="1431550" y="694709"/>
                </a:cubicBezTo>
                <a:cubicBezTo>
                  <a:pt x="1434191" y="692962"/>
                  <a:pt x="1435074" y="689895"/>
                  <a:pt x="1436820" y="687698"/>
                </a:cubicBezTo>
                <a:lnTo>
                  <a:pt x="1435074" y="680732"/>
                </a:lnTo>
                <a:cubicBezTo>
                  <a:pt x="1432445" y="682047"/>
                  <a:pt x="1431124" y="684663"/>
                  <a:pt x="1428045" y="685977"/>
                </a:cubicBezTo>
                <a:cubicBezTo>
                  <a:pt x="1425860" y="686835"/>
                  <a:pt x="1423231" y="686835"/>
                  <a:pt x="1421047" y="687698"/>
                </a:cubicBezTo>
                <a:cubicBezTo>
                  <a:pt x="1414906" y="690340"/>
                  <a:pt x="1410976" y="693407"/>
                  <a:pt x="1405286" y="696506"/>
                </a:cubicBezTo>
                <a:cubicBezTo>
                  <a:pt x="1408347" y="698220"/>
                  <a:pt x="1410106" y="701738"/>
                  <a:pt x="1414030" y="701738"/>
                </a:cubicBezTo>
                <a:close/>
                <a:moveTo>
                  <a:pt x="1459579" y="698220"/>
                </a:moveTo>
                <a:lnTo>
                  <a:pt x="1473587" y="691216"/>
                </a:lnTo>
                <a:lnTo>
                  <a:pt x="1487627" y="692962"/>
                </a:lnTo>
                <a:cubicBezTo>
                  <a:pt x="1488039" y="697782"/>
                  <a:pt x="1488909" y="700417"/>
                  <a:pt x="1489348" y="705230"/>
                </a:cubicBezTo>
                <a:lnTo>
                  <a:pt x="1489348" y="712241"/>
                </a:lnTo>
                <a:lnTo>
                  <a:pt x="1482356" y="715752"/>
                </a:lnTo>
                <a:lnTo>
                  <a:pt x="1464837" y="715752"/>
                </a:lnTo>
                <a:close/>
              </a:path>
            </a:pathLst>
          </a:custGeom>
          <a:solidFill>
            <a:schemeClr val="dk2"/>
          </a:solidFill>
          <a:ln w="9525" cap="flat" cmpd="sng">
            <a:solidFill>
              <a:schemeClr val="accent1"/>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02" name="Google Shape;1602;p94"/>
          <p:cNvSpPr txBox="1"/>
          <p:nvPr/>
        </p:nvSpPr>
        <p:spPr>
          <a:xfrm>
            <a:off x="851350" y="3787452"/>
            <a:ext cx="2384700" cy="3183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EARTH</a:t>
            </a:r>
            <a:endParaRPr sz="1800">
              <a:solidFill>
                <a:schemeClr val="dk1"/>
              </a:solidFill>
              <a:latin typeface="Orbitron Black"/>
              <a:ea typeface="Orbitron Black"/>
              <a:cs typeface="Orbitron Black"/>
              <a:sym typeface="Orbitron Black"/>
            </a:endParaRPr>
          </a:p>
        </p:txBody>
      </p:sp>
      <p:sp>
        <p:nvSpPr>
          <p:cNvPr id="1603" name="Google Shape;1603;p94"/>
          <p:cNvSpPr txBox="1"/>
          <p:nvPr/>
        </p:nvSpPr>
        <p:spPr>
          <a:xfrm>
            <a:off x="851350" y="2669627"/>
            <a:ext cx="2384700" cy="3183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604" name="Google Shape;1604;p94"/>
          <p:cNvSpPr txBox="1"/>
          <p:nvPr/>
        </p:nvSpPr>
        <p:spPr>
          <a:xfrm>
            <a:off x="851350" y="1551802"/>
            <a:ext cx="2384700" cy="3183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605" name="Google Shape;1605;p94"/>
          <p:cNvSpPr txBox="1"/>
          <p:nvPr/>
        </p:nvSpPr>
        <p:spPr>
          <a:xfrm>
            <a:off x="851375" y="4121900"/>
            <a:ext cx="2027100" cy="473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Earth is the only planet that harbors life</a:t>
            </a:r>
            <a:endParaRPr>
              <a:solidFill>
                <a:schemeClr val="dk1"/>
              </a:solidFill>
              <a:latin typeface="Darker Grotesque"/>
              <a:ea typeface="Darker Grotesque"/>
              <a:cs typeface="Darker Grotesque"/>
              <a:sym typeface="Darker Grotesque"/>
            </a:endParaRPr>
          </a:p>
        </p:txBody>
      </p:sp>
      <p:sp>
        <p:nvSpPr>
          <p:cNvPr id="1606" name="Google Shape;1606;p94"/>
          <p:cNvSpPr txBox="1"/>
          <p:nvPr/>
        </p:nvSpPr>
        <p:spPr>
          <a:xfrm>
            <a:off x="851375" y="3004075"/>
            <a:ext cx="2027100" cy="473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607" name="Google Shape;1607;p94"/>
          <p:cNvSpPr txBox="1"/>
          <p:nvPr/>
        </p:nvSpPr>
        <p:spPr>
          <a:xfrm>
            <a:off x="851375" y="1886250"/>
            <a:ext cx="2027100" cy="473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608" name="Google Shape;1608;p94"/>
          <p:cNvSpPr/>
          <p:nvPr/>
        </p:nvSpPr>
        <p:spPr>
          <a:xfrm>
            <a:off x="719988" y="165406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09" name="Google Shape;1609;p94"/>
          <p:cNvSpPr/>
          <p:nvPr/>
        </p:nvSpPr>
        <p:spPr>
          <a:xfrm>
            <a:off x="719988" y="278313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0" name="Google Shape;1610;p94"/>
          <p:cNvSpPr/>
          <p:nvPr/>
        </p:nvSpPr>
        <p:spPr>
          <a:xfrm>
            <a:off x="719990" y="390019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1" name="Google Shape;1611;p94"/>
          <p:cNvSpPr/>
          <p:nvPr/>
        </p:nvSpPr>
        <p:spPr>
          <a:xfrm>
            <a:off x="4262838" y="251914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2" name="Google Shape;1612;p94"/>
          <p:cNvSpPr/>
          <p:nvPr/>
        </p:nvSpPr>
        <p:spPr>
          <a:xfrm>
            <a:off x="4027888" y="277616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3" name="Google Shape;1613;p94"/>
          <p:cNvSpPr/>
          <p:nvPr/>
        </p:nvSpPr>
        <p:spPr>
          <a:xfrm>
            <a:off x="4631138" y="332226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4" name="Google Shape;1614;p94"/>
          <p:cNvSpPr/>
          <p:nvPr/>
        </p:nvSpPr>
        <p:spPr>
          <a:xfrm>
            <a:off x="4631138" y="368224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5" name="Google Shape;1615;p94"/>
          <p:cNvSpPr/>
          <p:nvPr/>
        </p:nvSpPr>
        <p:spPr>
          <a:xfrm>
            <a:off x="5907488" y="332226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6" name="Google Shape;1616;p94"/>
          <p:cNvSpPr/>
          <p:nvPr/>
        </p:nvSpPr>
        <p:spPr>
          <a:xfrm>
            <a:off x="5659838" y="288831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7" name="Google Shape;1617;p94"/>
          <p:cNvSpPr/>
          <p:nvPr/>
        </p:nvSpPr>
        <p:spPr>
          <a:xfrm>
            <a:off x="6012663" y="246654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8" name="Google Shape;1618;p94"/>
          <p:cNvSpPr/>
          <p:nvPr/>
        </p:nvSpPr>
        <p:spPr>
          <a:xfrm>
            <a:off x="6723863" y="266961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19" name="Google Shape;1619;p94"/>
          <p:cNvSpPr/>
          <p:nvPr/>
        </p:nvSpPr>
        <p:spPr>
          <a:xfrm>
            <a:off x="7568413" y="361939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20" name="Google Shape;1620;p94"/>
          <p:cNvSpPr/>
          <p:nvPr/>
        </p:nvSpPr>
        <p:spPr>
          <a:xfrm>
            <a:off x="7346163" y="241394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21" name="Google Shape;1621;p94">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94">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94">
            <a:hlinkClick r:id="rId4"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3</a:t>
            </a:r>
            <a:endParaRPr sz="1200" b="1">
              <a:solidFill>
                <a:schemeClr val="dk2"/>
              </a:solidFill>
              <a:latin typeface="Darker Grotesque"/>
              <a:ea typeface="Darker Grotesque"/>
              <a:cs typeface="Darker Grotesque"/>
              <a:sym typeface="Darker Grotesque"/>
            </a:endParaRPr>
          </a:p>
        </p:txBody>
      </p:sp>
      <p:sp>
        <p:nvSpPr>
          <p:cNvPr id="1624" name="Google Shape;1624;p94">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94">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26" name="Google Shape;1626;p94">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627" name="Google Shape;1627;p94">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28" name="Google Shape;1628;p94">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0">
  <p:cSld>
    <p:spTree>
      <p:nvGrpSpPr>
        <p:cNvPr id="1" name="Shape 1632"/>
        <p:cNvGrpSpPr/>
        <p:nvPr/>
      </p:nvGrpSpPr>
      <p:grpSpPr>
        <a:xfrm>
          <a:off x="0" y="0"/>
          <a:ext cx="0" cy="0"/>
          <a:chOff x="0" y="0"/>
          <a:chExt cx="0" cy="0"/>
        </a:xfrm>
      </p:grpSpPr>
      <p:sp>
        <p:nvSpPr>
          <p:cNvPr id="1633" name="Google Shape;1633;p9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LOCATIONS</a:t>
            </a:r>
            <a:endParaRPr/>
          </a:p>
        </p:txBody>
      </p:sp>
      <p:sp>
        <p:nvSpPr>
          <p:cNvPr id="1634" name="Google Shape;1634;p95"/>
          <p:cNvSpPr txBox="1"/>
          <p:nvPr/>
        </p:nvSpPr>
        <p:spPr>
          <a:xfrm>
            <a:off x="851350" y="3040904"/>
            <a:ext cx="2384700" cy="3183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635" name="Google Shape;1635;p95"/>
          <p:cNvSpPr txBox="1"/>
          <p:nvPr/>
        </p:nvSpPr>
        <p:spPr>
          <a:xfrm>
            <a:off x="851350" y="1542079"/>
            <a:ext cx="2384700" cy="3183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636" name="Google Shape;1636;p95"/>
          <p:cNvSpPr txBox="1"/>
          <p:nvPr/>
        </p:nvSpPr>
        <p:spPr>
          <a:xfrm>
            <a:off x="851375" y="3375352"/>
            <a:ext cx="2027100" cy="473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637" name="Google Shape;1637;p95"/>
          <p:cNvSpPr txBox="1"/>
          <p:nvPr/>
        </p:nvSpPr>
        <p:spPr>
          <a:xfrm>
            <a:off x="851375" y="1876527"/>
            <a:ext cx="2027100" cy="473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638" name="Google Shape;1638;p95"/>
          <p:cNvSpPr/>
          <p:nvPr/>
        </p:nvSpPr>
        <p:spPr>
          <a:xfrm>
            <a:off x="719988" y="167351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39" name="Google Shape;1639;p95"/>
          <p:cNvSpPr/>
          <p:nvPr/>
        </p:nvSpPr>
        <p:spPr>
          <a:xfrm>
            <a:off x="719988" y="316413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40" name="Google Shape;1640;p95"/>
          <p:cNvSpPr txBox="1"/>
          <p:nvPr/>
        </p:nvSpPr>
        <p:spPr>
          <a:xfrm>
            <a:off x="5934100" y="3040904"/>
            <a:ext cx="2384700" cy="3183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641" name="Google Shape;1641;p95"/>
          <p:cNvSpPr txBox="1"/>
          <p:nvPr/>
        </p:nvSpPr>
        <p:spPr>
          <a:xfrm>
            <a:off x="5934100" y="1542079"/>
            <a:ext cx="2384700" cy="3183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JUPITER</a:t>
            </a:r>
            <a:endParaRPr sz="1800">
              <a:solidFill>
                <a:schemeClr val="dk1"/>
              </a:solidFill>
              <a:latin typeface="Orbitron Black"/>
              <a:ea typeface="Orbitron Black"/>
              <a:cs typeface="Orbitron Black"/>
              <a:sym typeface="Orbitron Black"/>
            </a:endParaRPr>
          </a:p>
        </p:txBody>
      </p:sp>
      <p:sp>
        <p:nvSpPr>
          <p:cNvPr id="1642" name="Google Shape;1642;p95"/>
          <p:cNvSpPr txBox="1"/>
          <p:nvPr/>
        </p:nvSpPr>
        <p:spPr>
          <a:xfrm>
            <a:off x="6291700" y="3375352"/>
            <a:ext cx="2027100" cy="47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Darker Grotesque"/>
                <a:ea typeface="Darker Grotesque"/>
                <a:cs typeface="Darker Grotesque"/>
                <a:sym typeface="Darker Grotesque"/>
              </a:rPr>
              <a:t>Saturn is composed mostly of hydrogen and helium</a:t>
            </a:r>
            <a:endParaRPr>
              <a:solidFill>
                <a:schemeClr val="dk1"/>
              </a:solidFill>
              <a:latin typeface="Darker Grotesque"/>
              <a:ea typeface="Darker Grotesque"/>
              <a:cs typeface="Darker Grotesque"/>
              <a:sym typeface="Darker Grotesque"/>
            </a:endParaRPr>
          </a:p>
        </p:txBody>
      </p:sp>
      <p:sp>
        <p:nvSpPr>
          <p:cNvPr id="1643" name="Google Shape;1643;p95"/>
          <p:cNvSpPr txBox="1"/>
          <p:nvPr/>
        </p:nvSpPr>
        <p:spPr>
          <a:xfrm>
            <a:off x="6291700" y="1876527"/>
            <a:ext cx="2027100" cy="47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sp>
        <p:nvSpPr>
          <p:cNvPr id="1644" name="Google Shape;1644;p95"/>
          <p:cNvSpPr/>
          <p:nvPr/>
        </p:nvSpPr>
        <p:spPr>
          <a:xfrm>
            <a:off x="8318805" y="167351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dk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45" name="Google Shape;1645;p95"/>
          <p:cNvSpPr/>
          <p:nvPr/>
        </p:nvSpPr>
        <p:spPr>
          <a:xfrm>
            <a:off x="8318805" y="316413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46" name="Google Shape;1646;p95"/>
          <p:cNvSpPr/>
          <p:nvPr/>
        </p:nvSpPr>
        <p:spPr>
          <a:xfrm>
            <a:off x="2935457" y="1971768"/>
            <a:ext cx="3258200" cy="1602930"/>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95"/>
          <p:cNvSpPr/>
          <p:nvPr/>
        </p:nvSpPr>
        <p:spPr>
          <a:xfrm>
            <a:off x="2979464" y="1952322"/>
            <a:ext cx="3258200" cy="1602930"/>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95"/>
          <p:cNvSpPr/>
          <p:nvPr/>
        </p:nvSpPr>
        <p:spPr>
          <a:xfrm>
            <a:off x="5173663" y="299404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49" name="Google Shape;1649;p95"/>
          <p:cNvSpPr/>
          <p:nvPr/>
        </p:nvSpPr>
        <p:spPr>
          <a:xfrm>
            <a:off x="3267438" y="251914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50" name="Google Shape;1650;p95"/>
          <p:cNvSpPr/>
          <p:nvPr/>
        </p:nvSpPr>
        <p:spPr>
          <a:xfrm>
            <a:off x="5484288" y="2720631"/>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dk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51" name="Google Shape;1651;p95"/>
          <p:cNvSpPr/>
          <p:nvPr/>
        </p:nvSpPr>
        <p:spPr>
          <a:xfrm>
            <a:off x="4152263" y="304090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652" name="Google Shape;1652;p95">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95">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95">
            <a:hlinkClick r:id="rId4"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3</a:t>
            </a:r>
            <a:endParaRPr sz="1200" b="1">
              <a:solidFill>
                <a:schemeClr val="dk2"/>
              </a:solidFill>
              <a:latin typeface="Darker Grotesque"/>
              <a:ea typeface="Darker Grotesque"/>
              <a:cs typeface="Darker Grotesque"/>
              <a:sym typeface="Darker Grotesque"/>
            </a:endParaRPr>
          </a:p>
        </p:txBody>
      </p:sp>
      <p:sp>
        <p:nvSpPr>
          <p:cNvPr id="1655" name="Google Shape;1655;p95">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95">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57" name="Google Shape;1657;p95">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658" name="Google Shape;1658;p95">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59" name="Google Shape;1659;p95">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648"/>
                                        </p:tgtEl>
                                        <p:attrNameLst>
                                          <p:attrName>style.visibility</p:attrName>
                                        </p:attrNameLst>
                                      </p:cBhvr>
                                      <p:to>
                                        <p:strVal val="visible"/>
                                      </p:to>
                                    </p:set>
                                    <p:animEffect transition="in" filter="fade">
                                      <p:cBhvr>
                                        <p:cTn id="7" dur="1000"/>
                                        <p:tgtEl>
                                          <p:spTgt spid="1648"/>
                                        </p:tgtEl>
                                      </p:cBhvr>
                                    </p:animEffect>
                                  </p:childTnLst>
                                </p:cTn>
                              </p:par>
                              <p:par>
                                <p:cTn id="8" presetID="10" presetClass="entr" presetSubtype="0" fill="hold" nodeType="withEffect">
                                  <p:stCondLst>
                                    <p:cond delay="0"/>
                                  </p:stCondLst>
                                  <p:childTnLst>
                                    <p:set>
                                      <p:cBhvr>
                                        <p:cTn id="9" dur="1" fill="hold">
                                          <p:stCondLst>
                                            <p:cond delay="0"/>
                                          </p:stCondLst>
                                        </p:cTn>
                                        <p:tgtEl>
                                          <p:spTgt spid="1649"/>
                                        </p:tgtEl>
                                        <p:attrNameLst>
                                          <p:attrName>style.visibility</p:attrName>
                                        </p:attrNameLst>
                                      </p:cBhvr>
                                      <p:to>
                                        <p:strVal val="visible"/>
                                      </p:to>
                                    </p:set>
                                    <p:animEffect transition="in" filter="fade">
                                      <p:cBhvr>
                                        <p:cTn id="10" dur="1000"/>
                                        <p:tgtEl>
                                          <p:spTgt spid="1649"/>
                                        </p:tgtEl>
                                      </p:cBhvr>
                                    </p:animEffect>
                                  </p:childTnLst>
                                </p:cTn>
                              </p:par>
                              <p:par>
                                <p:cTn id="11" presetID="10" presetClass="entr" presetSubtype="0" fill="hold" nodeType="withEffect">
                                  <p:stCondLst>
                                    <p:cond delay="0"/>
                                  </p:stCondLst>
                                  <p:childTnLst>
                                    <p:set>
                                      <p:cBhvr>
                                        <p:cTn id="12" dur="1" fill="hold">
                                          <p:stCondLst>
                                            <p:cond delay="0"/>
                                          </p:stCondLst>
                                        </p:cTn>
                                        <p:tgtEl>
                                          <p:spTgt spid="1651"/>
                                        </p:tgtEl>
                                        <p:attrNameLst>
                                          <p:attrName>style.visibility</p:attrName>
                                        </p:attrNameLst>
                                      </p:cBhvr>
                                      <p:to>
                                        <p:strVal val="visible"/>
                                      </p:to>
                                    </p:set>
                                    <p:animEffect transition="in" filter="fade">
                                      <p:cBhvr>
                                        <p:cTn id="13" dur="1000"/>
                                        <p:tgtEl>
                                          <p:spTgt spid="1651"/>
                                        </p:tgtEl>
                                      </p:cBhvr>
                                    </p:animEffect>
                                  </p:childTnLst>
                                </p:cTn>
                              </p:par>
                              <p:par>
                                <p:cTn id="14" presetID="10" presetClass="entr" presetSubtype="0" fill="hold" nodeType="withEffect">
                                  <p:stCondLst>
                                    <p:cond delay="0"/>
                                  </p:stCondLst>
                                  <p:childTnLst>
                                    <p:set>
                                      <p:cBhvr>
                                        <p:cTn id="15" dur="1" fill="hold">
                                          <p:stCondLst>
                                            <p:cond delay="0"/>
                                          </p:stCondLst>
                                        </p:cTn>
                                        <p:tgtEl>
                                          <p:spTgt spid="1650"/>
                                        </p:tgtEl>
                                        <p:attrNameLst>
                                          <p:attrName>style.visibility</p:attrName>
                                        </p:attrNameLst>
                                      </p:cBhvr>
                                      <p:to>
                                        <p:strVal val="visible"/>
                                      </p:to>
                                    </p:set>
                                    <p:animEffect transition="in" filter="fade">
                                      <p:cBhvr>
                                        <p:cTn id="16" dur="1000"/>
                                        <p:tgtEl>
                                          <p:spTgt spid="16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show="0">
  <p:cSld>
    <p:spTree>
      <p:nvGrpSpPr>
        <p:cNvPr id="1" name="Shape 1663"/>
        <p:cNvGrpSpPr/>
        <p:nvPr/>
      </p:nvGrpSpPr>
      <p:grpSpPr>
        <a:xfrm>
          <a:off x="0" y="0"/>
          <a:ext cx="0" cy="0"/>
          <a:chOff x="0" y="0"/>
          <a:chExt cx="0" cy="0"/>
        </a:xfrm>
      </p:grpSpPr>
      <p:sp>
        <p:nvSpPr>
          <p:cNvPr id="1664" name="Google Shape;1664;p96"/>
          <p:cNvSpPr/>
          <p:nvPr/>
        </p:nvSpPr>
        <p:spPr>
          <a:xfrm flipH="1">
            <a:off x="7258850" y="-229007"/>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96"/>
          <p:cNvSpPr txBox="1">
            <a:spLocks noGrp="1"/>
          </p:cNvSpPr>
          <p:nvPr>
            <p:ph type="title"/>
          </p:nvPr>
        </p:nvSpPr>
        <p:spPr>
          <a:xfrm>
            <a:off x="713225" y="1168450"/>
            <a:ext cx="3858900" cy="140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AI MARKETING</a:t>
            </a:r>
            <a:endParaRPr/>
          </a:p>
        </p:txBody>
      </p:sp>
      <p:sp>
        <p:nvSpPr>
          <p:cNvPr id="1666" name="Google Shape;1666;p96"/>
          <p:cNvSpPr txBox="1">
            <a:spLocks noGrp="1"/>
          </p:cNvSpPr>
          <p:nvPr>
            <p:ph type="title" idx="2"/>
          </p:nvPr>
        </p:nvSpPr>
        <p:spPr>
          <a:xfrm>
            <a:off x="713225" y="3532125"/>
            <a:ext cx="1599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1667" name="Google Shape;1667;p96"/>
          <p:cNvSpPr txBox="1">
            <a:spLocks noGrp="1"/>
          </p:cNvSpPr>
          <p:nvPr>
            <p:ph type="subTitle" idx="1"/>
          </p:nvPr>
        </p:nvSpPr>
        <p:spPr>
          <a:xfrm>
            <a:off x="713225" y="2572100"/>
            <a:ext cx="2970600" cy="71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enter a subtitle here if you need it</a:t>
            </a:r>
            <a:endParaRPr/>
          </a:p>
        </p:txBody>
      </p:sp>
      <p:pic>
        <p:nvPicPr>
          <p:cNvPr id="1668" name="Google Shape;1668;p96"/>
          <p:cNvPicPr preferRelativeResize="0"/>
          <p:nvPr/>
        </p:nvPicPr>
        <p:blipFill rotWithShape="1">
          <a:blip r:embed="rId3">
            <a:alphaModFix/>
          </a:blip>
          <a:srcRect l="29689" t="4752" r="29689" b="23024"/>
          <a:stretch/>
        </p:blipFill>
        <p:spPr>
          <a:xfrm>
            <a:off x="4819738" y="914972"/>
            <a:ext cx="3613500" cy="3613500"/>
          </a:xfrm>
          <a:prstGeom prst="ellipse">
            <a:avLst/>
          </a:prstGeom>
          <a:noFill/>
          <a:ln>
            <a:noFill/>
          </a:ln>
          <a:effectLst>
            <a:outerShdw blurRad="128588" dist="28575" dir="11040000" algn="bl" rotWithShape="0">
              <a:schemeClr val="accent1">
                <a:alpha val="23000"/>
              </a:schemeClr>
            </a:outerShdw>
          </a:effectLst>
        </p:spPr>
      </p:pic>
      <p:pic>
        <p:nvPicPr>
          <p:cNvPr id="1669" name="Google Shape;1669;p96"/>
          <p:cNvPicPr preferRelativeResize="0"/>
          <p:nvPr/>
        </p:nvPicPr>
        <p:blipFill rotWithShape="1">
          <a:blip r:embed="rId4">
            <a:alphaModFix/>
          </a:blip>
          <a:srcRect l="7340" r="4538" b="19768"/>
          <a:stretch/>
        </p:blipFill>
        <p:spPr>
          <a:xfrm rot="6937495">
            <a:off x="7187823" y="-1788049"/>
            <a:ext cx="3498424" cy="2413615"/>
          </a:xfrm>
          <a:prstGeom prst="rect">
            <a:avLst/>
          </a:prstGeom>
          <a:noFill/>
          <a:ln>
            <a:noFill/>
          </a:ln>
        </p:spPr>
      </p:pic>
      <p:pic>
        <p:nvPicPr>
          <p:cNvPr id="1670" name="Google Shape;1670;p96"/>
          <p:cNvPicPr preferRelativeResize="0"/>
          <p:nvPr/>
        </p:nvPicPr>
        <p:blipFill rotWithShape="1">
          <a:blip r:embed="rId4">
            <a:alphaModFix/>
          </a:blip>
          <a:srcRect l="7340" r="4538" b="19768"/>
          <a:stretch/>
        </p:blipFill>
        <p:spPr>
          <a:xfrm rot="7916920">
            <a:off x="7049359" y="2175323"/>
            <a:ext cx="5546208" cy="3826437"/>
          </a:xfrm>
          <a:prstGeom prst="rect">
            <a:avLst/>
          </a:prstGeom>
          <a:noFill/>
          <a:ln>
            <a:noFill/>
          </a:ln>
        </p:spPr>
      </p:pic>
      <p:pic>
        <p:nvPicPr>
          <p:cNvPr id="1671" name="Google Shape;1671;p96"/>
          <p:cNvPicPr preferRelativeResize="0"/>
          <p:nvPr/>
        </p:nvPicPr>
        <p:blipFill>
          <a:blip r:embed="rId5">
            <a:alphaModFix/>
          </a:blip>
          <a:stretch>
            <a:fillRect/>
          </a:stretch>
        </p:blipFill>
        <p:spPr>
          <a:xfrm rot="2051219">
            <a:off x="4073469" y="259281"/>
            <a:ext cx="1203287" cy="911855"/>
          </a:xfrm>
          <a:prstGeom prst="rect">
            <a:avLst/>
          </a:prstGeom>
          <a:noFill/>
          <a:ln>
            <a:noFill/>
          </a:ln>
        </p:spPr>
      </p:pic>
      <p:sp>
        <p:nvSpPr>
          <p:cNvPr id="1672" name="Google Shape;1672;p96"/>
          <p:cNvSpPr/>
          <p:nvPr/>
        </p:nvSpPr>
        <p:spPr>
          <a:xfrm>
            <a:off x="-1071200" y="-1982687"/>
            <a:ext cx="2802900" cy="28029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96"/>
          <p:cNvSpPr/>
          <p:nvPr/>
        </p:nvSpPr>
        <p:spPr>
          <a:xfrm flipH="1">
            <a:off x="3170550" y="4373913"/>
            <a:ext cx="2802900" cy="28029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96">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96">
            <a:hlinkClick r:id="rId6"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96">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1677" name="Google Shape;1677;p96">
            <a:hlinkClick r:id="rId6"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96">
            <a:hlinkClick r:id="rId6"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79" name="Google Shape;1679;p96">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1680" name="Google Shape;1680;p96">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670"/>
                                        </p:tgtEl>
                                        <p:attrNameLst>
                                          <p:attrName>style.visibility</p:attrName>
                                        </p:attrNameLst>
                                      </p:cBhvr>
                                      <p:to>
                                        <p:strVal val="visible"/>
                                      </p:to>
                                    </p:set>
                                    <p:anim calcmode="lin" valueType="num">
                                      <p:cBhvr additive="base">
                                        <p:cTn id="7" dur="1000"/>
                                        <p:tgtEl>
                                          <p:spTgt spid="1670"/>
                                        </p:tgtEl>
                                        <p:attrNameLst>
                                          <p:attrName>ppt_x</p:attrName>
                                        </p:attrNameLst>
                                      </p:cBhvr>
                                      <p:tavLst>
                                        <p:tav tm="0">
                                          <p:val>
                                            <p:strVal val="#ppt_x+1"/>
                                          </p:val>
                                        </p:tav>
                                        <p:tav tm="100000">
                                          <p:val>
                                            <p:strVal val="#ppt_x"/>
                                          </p:val>
                                        </p:tav>
                                      </p:tavLst>
                                    </p:anim>
                                  </p:childTnLst>
                                </p:cTn>
                              </p:par>
                              <p:par>
                                <p:cTn id="8" presetID="2" presetClass="entr" presetSubtype="1" fill="hold" nodeType="withEffect">
                                  <p:stCondLst>
                                    <p:cond delay="0"/>
                                  </p:stCondLst>
                                  <p:childTnLst>
                                    <p:set>
                                      <p:cBhvr>
                                        <p:cTn id="9" dur="1" fill="hold">
                                          <p:stCondLst>
                                            <p:cond delay="0"/>
                                          </p:stCondLst>
                                        </p:cTn>
                                        <p:tgtEl>
                                          <p:spTgt spid="1669"/>
                                        </p:tgtEl>
                                        <p:attrNameLst>
                                          <p:attrName>style.visibility</p:attrName>
                                        </p:attrNameLst>
                                      </p:cBhvr>
                                      <p:to>
                                        <p:strVal val="visible"/>
                                      </p:to>
                                    </p:set>
                                    <p:anim calcmode="lin" valueType="num">
                                      <p:cBhvr additive="base">
                                        <p:cTn id="10" dur="1000"/>
                                        <p:tgtEl>
                                          <p:spTgt spid="166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Shape 1684"/>
        <p:cNvGrpSpPr/>
        <p:nvPr/>
      </p:nvGrpSpPr>
      <p:grpSpPr>
        <a:xfrm>
          <a:off x="0" y="0"/>
          <a:ext cx="0" cy="0"/>
          <a:chOff x="0" y="0"/>
          <a:chExt cx="0" cy="0"/>
        </a:xfrm>
      </p:grpSpPr>
      <p:sp>
        <p:nvSpPr>
          <p:cNvPr id="1685" name="Google Shape;1685;p97"/>
          <p:cNvSpPr/>
          <p:nvPr/>
        </p:nvSpPr>
        <p:spPr>
          <a:xfrm>
            <a:off x="4347950" y="1428425"/>
            <a:ext cx="3863953" cy="2819752"/>
          </a:xfrm>
          <a:custGeom>
            <a:avLst/>
            <a:gdLst/>
            <a:ahLst/>
            <a:cxnLst/>
            <a:rect l="l" t="t" r="r" b="b"/>
            <a:pathLst>
              <a:path w="168254" h="146139" extrusionOk="0">
                <a:moveTo>
                  <a:pt x="4437" y="1"/>
                </a:moveTo>
                <a:cubicBezTo>
                  <a:pt x="2002" y="1"/>
                  <a:pt x="0" y="1969"/>
                  <a:pt x="0" y="4437"/>
                </a:cubicBezTo>
                <a:lnTo>
                  <a:pt x="0" y="141702"/>
                </a:lnTo>
                <a:cubicBezTo>
                  <a:pt x="0" y="144137"/>
                  <a:pt x="2002" y="146139"/>
                  <a:pt x="4437" y="146139"/>
                </a:cubicBezTo>
                <a:lnTo>
                  <a:pt x="163817" y="146139"/>
                </a:lnTo>
                <a:cubicBezTo>
                  <a:pt x="166252" y="146139"/>
                  <a:pt x="168254" y="144137"/>
                  <a:pt x="168254" y="141702"/>
                </a:cubicBezTo>
                <a:lnTo>
                  <a:pt x="168254" y="4437"/>
                </a:lnTo>
                <a:cubicBezTo>
                  <a:pt x="168254" y="1969"/>
                  <a:pt x="166252" y="1"/>
                  <a:pt x="163817" y="1"/>
                </a:cubicBezTo>
                <a:close/>
              </a:path>
            </a:pathLst>
          </a:cu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686" name="Google Shape;1686;p97"/>
          <p:cNvPicPr preferRelativeResize="0"/>
          <p:nvPr/>
        </p:nvPicPr>
        <p:blipFill rotWithShape="1">
          <a:blip r:embed="rId3">
            <a:alphaModFix/>
          </a:blip>
          <a:srcRect l="-210" t="3514" r="209" b="3505"/>
          <a:stretch/>
        </p:blipFill>
        <p:spPr>
          <a:xfrm>
            <a:off x="4572000" y="1893250"/>
            <a:ext cx="3393773" cy="1774826"/>
          </a:xfrm>
          <a:prstGeom prst="rect">
            <a:avLst/>
          </a:prstGeom>
          <a:noFill/>
          <a:ln>
            <a:noFill/>
          </a:ln>
        </p:spPr>
      </p:pic>
      <p:sp>
        <p:nvSpPr>
          <p:cNvPr id="1687" name="Google Shape;1687;p9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MULTIMEDIA CONTENT</a:t>
            </a:r>
            <a:endParaRPr/>
          </a:p>
        </p:txBody>
      </p:sp>
      <p:sp>
        <p:nvSpPr>
          <p:cNvPr id="1688" name="Google Shape;1688;p97"/>
          <p:cNvSpPr/>
          <p:nvPr/>
        </p:nvSpPr>
        <p:spPr>
          <a:xfrm>
            <a:off x="4572000" y="3667700"/>
            <a:ext cx="3393743" cy="17034"/>
          </a:xfrm>
          <a:custGeom>
            <a:avLst/>
            <a:gdLst/>
            <a:ahLst/>
            <a:cxnLst/>
            <a:rect l="l" t="t" r="r" b="b"/>
            <a:pathLst>
              <a:path w="155712" h="835" extrusionOk="0">
                <a:moveTo>
                  <a:pt x="0" y="1"/>
                </a:moveTo>
                <a:lnTo>
                  <a:pt x="0" y="835"/>
                </a:lnTo>
                <a:lnTo>
                  <a:pt x="155711" y="835"/>
                </a:lnTo>
                <a:lnTo>
                  <a:pt x="15571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97"/>
          <p:cNvSpPr/>
          <p:nvPr/>
        </p:nvSpPr>
        <p:spPr>
          <a:xfrm>
            <a:off x="4572125" y="3503824"/>
            <a:ext cx="3393903" cy="23850"/>
          </a:xfrm>
          <a:custGeom>
            <a:avLst/>
            <a:gdLst/>
            <a:ahLst/>
            <a:cxnLst/>
            <a:rect l="l" t="t" r="r" b="b"/>
            <a:pathLst>
              <a:path w="148173" h="835" extrusionOk="0">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97"/>
          <p:cNvSpPr/>
          <p:nvPr/>
        </p:nvSpPr>
        <p:spPr>
          <a:xfrm rot="10800000" flipH="1">
            <a:off x="4572002" y="3514526"/>
            <a:ext cx="1645610" cy="7726"/>
          </a:xfrm>
          <a:custGeom>
            <a:avLst/>
            <a:gdLst/>
            <a:ahLst/>
            <a:cxnLst/>
            <a:rect l="l" t="t" r="r" b="b"/>
            <a:pathLst>
              <a:path w="70985" h="835" extrusionOk="0">
                <a:moveTo>
                  <a:pt x="434" y="0"/>
                </a:moveTo>
                <a:cubicBezTo>
                  <a:pt x="201" y="0"/>
                  <a:pt x="0" y="167"/>
                  <a:pt x="0" y="401"/>
                </a:cubicBezTo>
                <a:cubicBezTo>
                  <a:pt x="0" y="634"/>
                  <a:pt x="201" y="834"/>
                  <a:pt x="434" y="834"/>
                </a:cubicBezTo>
                <a:lnTo>
                  <a:pt x="70984" y="834"/>
                </a:lnTo>
                <a:lnTo>
                  <a:pt x="709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97"/>
          <p:cNvSpPr/>
          <p:nvPr/>
        </p:nvSpPr>
        <p:spPr>
          <a:xfrm>
            <a:off x="6205401" y="3495189"/>
            <a:ext cx="47003" cy="47003"/>
          </a:xfrm>
          <a:custGeom>
            <a:avLst/>
            <a:gdLst/>
            <a:ahLst/>
            <a:cxnLst/>
            <a:rect l="l" t="t" r="r" b="b"/>
            <a:pathLst>
              <a:path w="2436" h="2436" extrusionOk="0">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97"/>
          <p:cNvSpPr/>
          <p:nvPr/>
        </p:nvSpPr>
        <p:spPr>
          <a:xfrm>
            <a:off x="6217634" y="3506785"/>
            <a:ext cx="23193" cy="23829"/>
          </a:xfrm>
          <a:custGeom>
            <a:avLst/>
            <a:gdLst/>
            <a:ahLst/>
            <a:cxnLst/>
            <a:rect l="l" t="t" r="r" b="b"/>
            <a:pathLst>
              <a:path w="1202" h="1235" extrusionOk="0">
                <a:moveTo>
                  <a:pt x="601" y="0"/>
                </a:moveTo>
                <a:cubicBezTo>
                  <a:pt x="267" y="0"/>
                  <a:pt x="0" y="267"/>
                  <a:pt x="0" y="601"/>
                </a:cubicBezTo>
                <a:cubicBezTo>
                  <a:pt x="0" y="934"/>
                  <a:pt x="267" y="1235"/>
                  <a:pt x="601" y="1235"/>
                </a:cubicBezTo>
                <a:cubicBezTo>
                  <a:pt x="934" y="1235"/>
                  <a:pt x="1201" y="968"/>
                  <a:pt x="1201" y="601"/>
                </a:cubicBezTo>
                <a:cubicBezTo>
                  <a:pt x="1201" y="267"/>
                  <a:pt x="934" y="0"/>
                  <a:pt x="6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97"/>
          <p:cNvSpPr/>
          <p:nvPr/>
        </p:nvSpPr>
        <p:spPr>
          <a:xfrm>
            <a:off x="5080317" y="3556742"/>
            <a:ext cx="64387" cy="71334"/>
          </a:xfrm>
          <a:custGeom>
            <a:avLst/>
            <a:gdLst/>
            <a:ahLst/>
            <a:cxnLst/>
            <a:rect l="l" t="t" r="r" b="b"/>
            <a:pathLst>
              <a:path w="3337" h="3697" extrusionOk="0">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97"/>
          <p:cNvSpPr/>
          <p:nvPr/>
        </p:nvSpPr>
        <p:spPr>
          <a:xfrm>
            <a:off x="5158831" y="3551841"/>
            <a:ext cx="14182" cy="81116"/>
          </a:xfrm>
          <a:custGeom>
            <a:avLst/>
            <a:gdLst/>
            <a:ahLst/>
            <a:cxnLst/>
            <a:rect l="l" t="t" r="r" b="b"/>
            <a:pathLst>
              <a:path w="735" h="4204" extrusionOk="0">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97"/>
          <p:cNvSpPr/>
          <p:nvPr/>
        </p:nvSpPr>
        <p:spPr>
          <a:xfrm>
            <a:off x="4927130" y="3551841"/>
            <a:ext cx="13526" cy="81116"/>
          </a:xfrm>
          <a:custGeom>
            <a:avLst/>
            <a:gdLst/>
            <a:ahLst/>
            <a:cxnLst/>
            <a:rect l="l" t="t" r="r" b="b"/>
            <a:pathLst>
              <a:path w="701" h="4204" extrusionOk="0">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97"/>
          <p:cNvSpPr/>
          <p:nvPr/>
        </p:nvSpPr>
        <p:spPr>
          <a:xfrm>
            <a:off x="4891723" y="3551841"/>
            <a:ext cx="13545" cy="81116"/>
          </a:xfrm>
          <a:custGeom>
            <a:avLst/>
            <a:gdLst/>
            <a:ahLst/>
            <a:cxnLst/>
            <a:rect l="l" t="t" r="r" b="b"/>
            <a:pathLst>
              <a:path w="702" h="4204" extrusionOk="0">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97"/>
          <p:cNvSpPr/>
          <p:nvPr/>
        </p:nvSpPr>
        <p:spPr>
          <a:xfrm>
            <a:off x="7570578" y="3551841"/>
            <a:ext cx="40558" cy="81116"/>
          </a:xfrm>
          <a:custGeom>
            <a:avLst/>
            <a:gdLst/>
            <a:ahLst/>
            <a:cxnLst/>
            <a:rect l="l" t="t" r="r" b="b"/>
            <a:pathLst>
              <a:path w="2102" h="4204" extrusionOk="0">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97"/>
          <p:cNvSpPr/>
          <p:nvPr/>
        </p:nvSpPr>
        <p:spPr>
          <a:xfrm>
            <a:off x="7622059" y="3551841"/>
            <a:ext cx="41214" cy="81116"/>
          </a:xfrm>
          <a:custGeom>
            <a:avLst/>
            <a:gdLst/>
            <a:ahLst/>
            <a:cxnLst/>
            <a:rect l="l" t="t" r="r" b="b"/>
            <a:pathLst>
              <a:path w="2136" h="4204" extrusionOk="0">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97"/>
          <p:cNvSpPr/>
          <p:nvPr/>
        </p:nvSpPr>
        <p:spPr>
          <a:xfrm>
            <a:off x="4617326" y="3774533"/>
            <a:ext cx="97845" cy="106219"/>
          </a:xfrm>
          <a:custGeom>
            <a:avLst/>
            <a:gdLst/>
            <a:ahLst/>
            <a:cxnLst/>
            <a:rect l="l" t="t" r="r" b="b"/>
            <a:pathLst>
              <a:path w="5071" h="5505" extrusionOk="0">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97"/>
          <p:cNvSpPr/>
          <p:nvPr/>
        </p:nvSpPr>
        <p:spPr>
          <a:xfrm>
            <a:off x="4578716" y="3811233"/>
            <a:ext cx="34770" cy="69520"/>
          </a:xfrm>
          <a:custGeom>
            <a:avLst/>
            <a:gdLst/>
            <a:ahLst/>
            <a:cxnLst/>
            <a:rect l="l" t="t" r="r" b="b"/>
            <a:pathLst>
              <a:path w="1802" h="3603" extrusionOk="0">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97"/>
          <p:cNvSpPr/>
          <p:nvPr/>
        </p:nvSpPr>
        <p:spPr>
          <a:xfrm>
            <a:off x="4805921" y="3811233"/>
            <a:ext cx="97845" cy="106219"/>
          </a:xfrm>
          <a:custGeom>
            <a:avLst/>
            <a:gdLst/>
            <a:ahLst/>
            <a:cxnLst/>
            <a:rect l="l" t="t" r="r" b="b"/>
            <a:pathLst>
              <a:path w="5071" h="5505" extrusionOk="0">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97"/>
          <p:cNvSpPr/>
          <p:nvPr/>
        </p:nvSpPr>
        <p:spPr>
          <a:xfrm>
            <a:off x="4906971" y="3811233"/>
            <a:ext cx="35426" cy="69520"/>
          </a:xfrm>
          <a:custGeom>
            <a:avLst/>
            <a:gdLst/>
            <a:ahLst/>
            <a:cxnLst/>
            <a:rect l="l" t="t" r="r" b="b"/>
            <a:pathLst>
              <a:path w="1836" h="3603" extrusionOk="0">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97"/>
          <p:cNvSpPr/>
          <p:nvPr/>
        </p:nvSpPr>
        <p:spPr>
          <a:xfrm>
            <a:off x="5038277" y="3805560"/>
            <a:ext cx="127443" cy="75193"/>
          </a:xfrm>
          <a:custGeom>
            <a:avLst/>
            <a:gdLst/>
            <a:ahLst/>
            <a:cxnLst/>
            <a:rect l="l" t="t" r="r" b="b"/>
            <a:pathLst>
              <a:path w="6605" h="3897" extrusionOk="0">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97"/>
          <p:cNvSpPr/>
          <p:nvPr/>
        </p:nvSpPr>
        <p:spPr>
          <a:xfrm>
            <a:off x="5275786" y="3811233"/>
            <a:ext cx="105563" cy="8374"/>
          </a:xfrm>
          <a:custGeom>
            <a:avLst/>
            <a:gdLst/>
            <a:ahLst/>
            <a:cxnLst/>
            <a:rect l="l" t="t" r="r" b="b"/>
            <a:pathLst>
              <a:path w="5471" h="434" extrusionOk="0">
                <a:moveTo>
                  <a:pt x="0" y="0"/>
                </a:moveTo>
                <a:lnTo>
                  <a:pt x="0" y="434"/>
                </a:lnTo>
                <a:lnTo>
                  <a:pt x="5471" y="434"/>
                </a:lnTo>
                <a:lnTo>
                  <a:pt x="547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97"/>
          <p:cNvSpPr/>
          <p:nvPr/>
        </p:nvSpPr>
        <p:spPr>
          <a:xfrm>
            <a:off x="5275786" y="3824103"/>
            <a:ext cx="105563" cy="7737"/>
          </a:xfrm>
          <a:custGeom>
            <a:avLst/>
            <a:gdLst/>
            <a:ahLst/>
            <a:cxnLst/>
            <a:rect l="l" t="t" r="r" b="b"/>
            <a:pathLst>
              <a:path w="5471" h="401" extrusionOk="0">
                <a:moveTo>
                  <a:pt x="0" y="0"/>
                </a:moveTo>
                <a:lnTo>
                  <a:pt x="0" y="401"/>
                </a:lnTo>
                <a:lnTo>
                  <a:pt x="5471" y="401"/>
                </a:lnTo>
                <a:lnTo>
                  <a:pt x="547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97"/>
          <p:cNvSpPr/>
          <p:nvPr/>
        </p:nvSpPr>
        <p:spPr>
          <a:xfrm>
            <a:off x="5275786" y="3836337"/>
            <a:ext cx="32840" cy="8374"/>
          </a:xfrm>
          <a:custGeom>
            <a:avLst/>
            <a:gdLst/>
            <a:ahLst/>
            <a:cxnLst/>
            <a:rect l="l" t="t" r="r" b="b"/>
            <a:pathLst>
              <a:path w="1702" h="434" extrusionOk="0">
                <a:moveTo>
                  <a:pt x="0" y="0"/>
                </a:moveTo>
                <a:lnTo>
                  <a:pt x="0" y="434"/>
                </a:lnTo>
                <a:lnTo>
                  <a:pt x="1701" y="434"/>
                </a:lnTo>
                <a:lnTo>
                  <a:pt x="17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97"/>
          <p:cNvSpPr/>
          <p:nvPr/>
        </p:nvSpPr>
        <p:spPr>
          <a:xfrm>
            <a:off x="5275786" y="3848551"/>
            <a:ext cx="32840" cy="8393"/>
          </a:xfrm>
          <a:custGeom>
            <a:avLst/>
            <a:gdLst/>
            <a:ahLst/>
            <a:cxnLst/>
            <a:rect l="l" t="t" r="r" b="b"/>
            <a:pathLst>
              <a:path w="1702" h="435" extrusionOk="0">
                <a:moveTo>
                  <a:pt x="0" y="1"/>
                </a:moveTo>
                <a:lnTo>
                  <a:pt x="0" y="435"/>
                </a:lnTo>
                <a:lnTo>
                  <a:pt x="1701" y="435"/>
                </a:lnTo>
                <a:lnTo>
                  <a:pt x="17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97"/>
          <p:cNvSpPr/>
          <p:nvPr/>
        </p:nvSpPr>
        <p:spPr>
          <a:xfrm>
            <a:off x="5275786" y="3861441"/>
            <a:ext cx="32840" cy="7737"/>
          </a:xfrm>
          <a:custGeom>
            <a:avLst/>
            <a:gdLst/>
            <a:ahLst/>
            <a:cxnLst/>
            <a:rect l="l" t="t" r="r" b="b"/>
            <a:pathLst>
              <a:path w="1702" h="401" extrusionOk="0">
                <a:moveTo>
                  <a:pt x="0" y="0"/>
                </a:moveTo>
                <a:lnTo>
                  <a:pt x="0" y="400"/>
                </a:lnTo>
                <a:lnTo>
                  <a:pt x="1701" y="400"/>
                </a:lnTo>
                <a:lnTo>
                  <a:pt x="17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97"/>
          <p:cNvSpPr/>
          <p:nvPr/>
        </p:nvSpPr>
        <p:spPr>
          <a:xfrm>
            <a:off x="5275786" y="3873655"/>
            <a:ext cx="32840" cy="8393"/>
          </a:xfrm>
          <a:custGeom>
            <a:avLst/>
            <a:gdLst/>
            <a:ahLst/>
            <a:cxnLst/>
            <a:rect l="l" t="t" r="r" b="b"/>
            <a:pathLst>
              <a:path w="1702" h="435" extrusionOk="0">
                <a:moveTo>
                  <a:pt x="0" y="1"/>
                </a:moveTo>
                <a:lnTo>
                  <a:pt x="0" y="435"/>
                </a:lnTo>
                <a:lnTo>
                  <a:pt x="1701" y="435"/>
                </a:lnTo>
                <a:lnTo>
                  <a:pt x="17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97"/>
          <p:cNvSpPr/>
          <p:nvPr/>
        </p:nvSpPr>
        <p:spPr>
          <a:xfrm>
            <a:off x="5327903" y="3836337"/>
            <a:ext cx="44436" cy="44417"/>
          </a:xfrm>
          <a:custGeom>
            <a:avLst/>
            <a:gdLst/>
            <a:ahLst/>
            <a:cxnLst/>
            <a:rect l="l" t="t" r="r" b="b"/>
            <a:pathLst>
              <a:path w="2303" h="2302" extrusionOk="0">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97"/>
          <p:cNvSpPr/>
          <p:nvPr/>
        </p:nvSpPr>
        <p:spPr>
          <a:xfrm>
            <a:off x="5514568" y="3838903"/>
            <a:ext cx="16111" cy="16111"/>
          </a:xfrm>
          <a:custGeom>
            <a:avLst/>
            <a:gdLst/>
            <a:ahLst/>
            <a:cxnLst/>
            <a:rect l="l" t="t" r="r" b="b"/>
            <a:pathLst>
              <a:path w="835" h="835" extrusionOk="0">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97"/>
          <p:cNvSpPr/>
          <p:nvPr/>
        </p:nvSpPr>
        <p:spPr>
          <a:xfrm>
            <a:off x="5548046" y="3838903"/>
            <a:ext cx="16111" cy="16111"/>
          </a:xfrm>
          <a:custGeom>
            <a:avLst/>
            <a:gdLst/>
            <a:ahLst/>
            <a:cxnLst/>
            <a:rect l="l" t="t" r="r" b="b"/>
            <a:pathLst>
              <a:path w="835" h="835" extrusionOk="0">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97"/>
          <p:cNvSpPr/>
          <p:nvPr/>
        </p:nvSpPr>
        <p:spPr>
          <a:xfrm>
            <a:off x="5580868" y="3838903"/>
            <a:ext cx="16111" cy="16111"/>
          </a:xfrm>
          <a:custGeom>
            <a:avLst/>
            <a:gdLst/>
            <a:ahLst/>
            <a:cxnLst/>
            <a:rect l="l" t="t" r="r" b="b"/>
            <a:pathLst>
              <a:path w="835" h="835" extrusionOk="0">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4" name="Google Shape;1714;p97"/>
          <p:cNvGrpSpPr/>
          <p:nvPr/>
        </p:nvGrpSpPr>
        <p:grpSpPr>
          <a:xfrm>
            <a:off x="4572249" y="1559095"/>
            <a:ext cx="177649" cy="177649"/>
            <a:chOff x="4775236" y="1559095"/>
            <a:chExt cx="177649" cy="177649"/>
          </a:xfrm>
        </p:grpSpPr>
        <p:sp>
          <p:nvSpPr>
            <p:cNvPr id="1715" name="Google Shape;1715;p97"/>
            <p:cNvSpPr/>
            <p:nvPr/>
          </p:nvSpPr>
          <p:spPr>
            <a:xfrm>
              <a:off x="4775236" y="1559095"/>
              <a:ext cx="177649" cy="177649"/>
            </a:xfrm>
            <a:custGeom>
              <a:avLst/>
              <a:gdLst/>
              <a:ahLst/>
              <a:cxnLst/>
              <a:rect l="l" t="t" r="r" b="b"/>
              <a:pathLst>
                <a:path w="9207" h="9207" extrusionOk="0">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97"/>
            <p:cNvSpPr/>
            <p:nvPr/>
          </p:nvSpPr>
          <p:spPr>
            <a:xfrm>
              <a:off x="4842809" y="1605444"/>
              <a:ext cx="39285" cy="39265"/>
            </a:xfrm>
            <a:custGeom>
              <a:avLst/>
              <a:gdLst/>
              <a:ahLst/>
              <a:cxnLst/>
              <a:rect l="l" t="t" r="r" b="b"/>
              <a:pathLst>
                <a:path w="2036" h="2035" extrusionOk="0">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97"/>
            <p:cNvSpPr/>
            <p:nvPr/>
          </p:nvSpPr>
          <p:spPr>
            <a:xfrm>
              <a:off x="4829939" y="1647914"/>
              <a:ext cx="68246" cy="39921"/>
            </a:xfrm>
            <a:custGeom>
              <a:avLst/>
              <a:gdLst/>
              <a:ahLst/>
              <a:cxnLst/>
              <a:rect l="l" t="t" r="r" b="b"/>
              <a:pathLst>
                <a:path w="3537" h="2069" extrusionOk="0">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8" name="Google Shape;1718;p97"/>
          <p:cNvSpPr/>
          <p:nvPr/>
        </p:nvSpPr>
        <p:spPr>
          <a:xfrm>
            <a:off x="4842070" y="1604788"/>
            <a:ext cx="724083" cy="86268"/>
          </a:xfrm>
          <a:custGeom>
            <a:avLst/>
            <a:gdLst/>
            <a:ahLst/>
            <a:cxnLst/>
            <a:rect l="l" t="t" r="r" b="b"/>
            <a:pathLst>
              <a:path w="37527" h="4471" extrusionOk="0">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97"/>
          <p:cNvSpPr/>
          <p:nvPr/>
        </p:nvSpPr>
        <p:spPr>
          <a:xfrm rot="10800000" flipH="1">
            <a:off x="4572000" y="4102921"/>
            <a:ext cx="3393743" cy="8888"/>
          </a:xfrm>
          <a:custGeom>
            <a:avLst/>
            <a:gdLst/>
            <a:ahLst/>
            <a:cxnLst/>
            <a:rect l="l" t="t" r="r" b="b"/>
            <a:pathLst>
              <a:path w="155712" h="901" extrusionOk="0">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97"/>
          <p:cNvSpPr/>
          <p:nvPr/>
        </p:nvSpPr>
        <p:spPr>
          <a:xfrm>
            <a:off x="6136481" y="2629995"/>
            <a:ext cx="287071" cy="286434"/>
          </a:xfrm>
          <a:custGeom>
            <a:avLst/>
            <a:gdLst/>
            <a:ahLst/>
            <a:cxnLst/>
            <a:rect l="l" t="t" r="r" b="b"/>
            <a:pathLst>
              <a:path w="14878" h="14845" extrusionOk="0">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97"/>
          <p:cNvSpPr txBox="1"/>
          <p:nvPr/>
        </p:nvSpPr>
        <p:spPr>
          <a:xfrm>
            <a:off x="720000" y="2304138"/>
            <a:ext cx="3064500" cy="1068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actually a cold place It’s full of iron oxide dust, which gives the planet its reddish cast</a:t>
            </a:r>
            <a:endParaRPr>
              <a:solidFill>
                <a:schemeClr val="dk1"/>
              </a:solidFill>
              <a:latin typeface="Darker Grotesque"/>
              <a:ea typeface="Darker Grotesque"/>
              <a:cs typeface="Darker Grotesque"/>
              <a:sym typeface="Darker Grotesque"/>
            </a:endParaRPr>
          </a:p>
        </p:txBody>
      </p:sp>
      <p:sp>
        <p:nvSpPr>
          <p:cNvPr id="1722" name="Google Shape;1722;p97"/>
          <p:cNvSpPr txBox="1"/>
          <p:nvPr/>
        </p:nvSpPr>
        <p:spPr>
          <a:xfrm>
            <a:off x="720000" y="1862713"/>
            <a:ext cx="30000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a:solidFill>
                  <a:schemeClr val="dk1"/>
                </a:solidFill>
                <a:latin typeface="Darker Grotesque Black"/>
                <a:ea typeface="Darker Grotesque Black"/>
                <a:cs typeface="Darker Grotesque Black"/>
                <a:sym typeface="Darker Grotesque Black"/>
              </a:rPr>
              <a:t>Insert your multimedia content here</a:t>
            </a:r>
            <a:endParaRPr>
              <a:solidFill>
                <a:schemeClr val="dk1"/>
              </a:solidFill>
              <a:latin typeface="Darker Grotesque Black"/>
              <a:ea typeface="Darker Grotesque Black"/>
              <a:cs typeface="Darker Grotesque Black"/>
              <a:sym typeface="Darker Grotesque Black"/>
            </a:endParaRPr>
          </a:p>
        </p:txBody>
      </p:sp>
      <p:sp>
        <p:nvSpPr>
          <p:cNvPr id="1723" name="Google Shape;1723;p97">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97">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97">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4</a:t>
            </a:r>
            <a:endParaRPr sz="1200" b="1">
              <a:solidFill>
                <a:schemeClr val="dk2"/>
              </a:solidFill>
              <a:latin typeface="Darker Grotesque"/>
              <a:ea typeface="Darker Grotesque"/>
              <a:cs typeface="Darker Grotesque"/>
              <a:sym typeface="Darker Grotesque"/>
            </a:endParaRPr>
          </a:p>
        </p:txBody>
      </p:sp>
      <p:sp>
        <p:nvSpPr>
          <p:cNvPr id="1726" name="Google Shape;1726;p97">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97">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28" name="Google Shape;1728;p97">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729" name="Google Shape;1729;p97">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30" name="Google Shape;1730;p97">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Shape 1734"/>
        <p:cNvGrpSpPr/>
        <p:nvPr/>
      </p:nvGrpSpPr>
      <p:grpSpPr>
        <a:xfrm>
          <a:off x="0" y="0"/>
          <a:ext cx="0" cy="0"/>
          <a:chOff x="0" y="0"/>
          <a:chExt cx="0" cy="0"/>
        </a:xfrm>
      </p:grpSpPr>
      <p:sp>
        <p:nvSpPr>
          <p:cNvPr id="1735" name="Google Shape;1735;p98"/>
          <p:cNvSpPr txBox="1"/>
          <p:nvPr/>
        </p:nvSpPr>
        <p:spPr>
          <a:xfrm>
            <a:off x="704700" y="3494523"/>
            <a:ext cx="1781100" cy="80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very cold place</a:t>
            </a:r>
            <a:endParaRPr>
              <a:solidFill>
                <a:schemeClr val="dk1"/>
              </a:solidFill>
              <a:latin typeface="Darker Grotesque"/>
              <a:ea typeface="Darker Grotesque"/>
              <a:cs typeface="Darker Grotesque"/>
              <a:sym typeface="Darker Grotesque"/>
            </a:endParaRPr>
          </a:p>
        </p:txBody>
      </p:sp>
      <p:sp>
        <p:nvSpPr>
          <p:cNvPr id="1736" name="Google Shape;1736;p98"/>
          <p:cNvSpPr txBox="1"/>
          <p:nvPr/>
        </p:nvSpPr>
        <p:spPr>
          <a:xfrm>
            <a:off x="4688850" y="3494548"/>
            <a:ext cx="1781100" cy="80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Saturn is a gas giant and has several rings</a:t>
            </a:r>
            <a:endParaRPr>
              <a:solidFill>
                <a:schemeClr val="dk1"/>
              </a:solidFill>
              <a:latin typeface="Darker Grotesque"/>
              <a:ea typeface="Darker Grotesque"/>
              <a:cs typeface="Darker Grotesque"/>
              <a:sym typeface="Darker Grotesque"/>
            </a:endParaRPr>
          </a:p>
        </p:txBody>
      </p:sp>
      <p:sp>
        <p:nvSpPr>
          <p:cNvPr id="1737" name="Google Shape;1737;p98"/>
          <p:cNvSpPr txBox="1"/>
          <p:nvPr/>
        </p:nvSpPr>
        <p:spPr>
          <a:xfrm>
            <a:off x="2546600" y="3494548"/>
            <a:ext cx="1945200" cy="80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sp>
        <p:nvSpPr>
          <p:cNvPr id="1738" name="Google Shape;1738;p98"/>
          <p:cNvSpPr txBox="1"/>
          <p:nvPr/>
        </p:nvSpPr>
        <p:spPr>
          <a:xfrm>
            <a:off x="6658200" y="3494548"/>
            <a:ext cx="1781100" cy="80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Neptune is the farthest planet from the Sun</a:t>
            </a:r>
            <a:endParaRPr>
              <a:solidFill>
                <a:schemeClr val="dk1"/>
              </a:solidFill>
              <a:latin typeface="Darker Grotesque"/>
              <a:ea typeface="Darker Grotesque"/>
              <a:cs typeface="Darker Grotesque"/>
              <a:sym typeface="Darker Grotesque"/>
            </a:endParaRPr>
          </a:p>
        </p:txBody>
      </p:sp>
      <p:sp>
        <p:nvSpPr>
          <p:cNvPr id="1739" name="Google Shape;1739;p98"/>
          <p:cNvSpPr/>
          <p:nvPr/>
        </p:nvSpPr>
        <p:spPr>
          <a:xfrm>
            <a:off x="4749550" y="3445625"/>
            <a:ext cx="1750500" cy="1878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98"/>
          <p:cNvSpPr/>
          <p:nvPr/>
        </p:nvSpPr>
        <p:spPr>
          <a:xfrm>
            <a:off x="6667000" y="3445625"/>
            <a:ext cx="1750500" cy="1878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98"/>
          <p:cNvSpPr/>
          <p:nvPr/>
        </p:nvSpPr>
        <p:spPr>
          <a:xfrm>
            <a:off x="723850" y="3445600"/>
            <a:ext cx="1750500" cy="1878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98"/>
          <p:cNvSpPr/>
          <p:nvPr/>
        </p:nvSpPr>
        <p:spPr>
          <a:xfrm>
            <a:off x="2641300" y="3445625"/>
            <a:ext cx="1750500" cy="1878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98"/>
          <p:cNvSpPr/>
          <p:nvPr/>
        </p:nvSpPr>
        <p:spPr>
          <a:xfrm>
            <a:off x="3689100" y="2605425"/>
            <a:ext cx="1758300" cy="1878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98"/>
          <p:cNvSpPr/>
          <p:nvPr/>
        </p:nvSpPr>
        <p:spPr>
          <a:xfrm>
            <a:off x="5709025" y="2605425"/>
            <a:ext cx="1750500" cy="1878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98"/>
          <p:cNvSpPr/>
          <p:nvPr/>
        </p:nvSpPr>
        <p:spPr>
          <a:xfrm>
            <a:off x="1678675" y="2605425"/>
            <a:ext cx="1758300" cy="1878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98"/>
          <p:cNvSpPr/>
          <p:nvPr/>
        </p:nvSpPr>
        <p:spPr>
          <a:xfrm>
            <a:off x="1072882" y="1603131"/>
            <a:ext cx="6984900" cy="340500"/>
          </a:xfrm>
          <a:prstGeom prst="rect">
            <a:avLst/>
          </a:pr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98"/>
          <p:cNvSpPr/>
          <p:nvPr/>
        </p:nvSpPr>
        <p:spPr>
          <a:xfrm>
            <a:off x="5711518" y="2371863"/>
            <a:ext cx="17505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200"/>
              </a:spcAft>
              <a:buNone/>
            </a:pPr>
            <a:r>
              <a:rPr lang="en">
                <a:solidFill>
                  <a:schemeClr val="dk1"/>
                </a:solidFill>
                <a:latin typeface="Orbitron Black"/>
                <a:ea typeface="Orbitron Black"/>
                <a:cs typeface="Orbitron Black"/>
                <a:sym typeface="Orbitron Black"/>
              </a:rPr>
              <a:t>SOLUTIONS</a:t>
            </a:r>
            <a:endParaRPr>
              <a:solidFill>
                <a:schemeClr val="dk1"/>
              </a:solidFill>
              <a:latin typeface="Orbitron Black"/>
              <a:ea typeface="Orbitron Black"/>
              <a:cs typeface="Orbitron Black"/>
              <a:sym typeface="Orbitron Black"/>
            </a:endParaRPr>
          </a:p>
        </p:txBody>
      </p:sp>
      <p:sp>
        <p:nvSpPr>
          <p:cNvPr id="1748" name="Google Shape;1748;p98"/>
          <p:cNvSpPr/>
          <p:nvPr/>
        </p:nvSpPr>
        <p:spPr>
          <a:xfrm>
            <a:off x="1681974" y="2371863"/>
            <a:ext cx="17505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Orbitron Black"/>
                <a:ea typeface="Orbitron Black"/>
                <a:cs typeface="Orbitron Black"/>
                <a:sym typeface="Orbitron Black"/>
              </a:rPr>
              <a:t>ADVERTISING</a:t>
            </a:r>
            <a:endParaRPr>
              <a:solidFill>
                <a:schemeClr val="dk1"/>
              </a:solidFill>
              <a:latin typeface="Orbitron Black"/>
              <a:ea typeface="Orbitron Black"/>
              <a:cs typeface="Orbitron Black"/>
              <a:sym typeface="Orbitron Black"/>
            </a:endParaRPr>
          </a:p>
        </p:txBody>
      </p:sp>
      <p:sp>
        <p:nvSpPr>
          <p:cNvPr id="1749" name="Google Shape;1749;p98"/>
          <p:cNvSpPr/>
          <p:nvPr/>
        </p:nvSpPr>
        <p:spPr>
          <a:xfrm>
            <a:off x="3689106" y="2371863"/>
            <a:ext cx="17505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Orbitron Black"/>
                <a:ea typeface="Orbitron Black"/>
                <a:cs typeface="Orbitron Black"/>
                <a:sym typeface="Orbitron Black"/>
              </a:rPr>
              <a:t>REPORTS</a:t>
            </a:r>
            <a:endParaRPr>
              <a:solidFill>
                <a:schemeClr val="dk1"/>
              </a:solidFill>
              <a:latin typeface="Orbitron Black"/>
              <a:ea typeface="Orbitron Black"/>
              <a:cs typeface="Orbitron Black"/>
              <a:sym typeface="Orbitron Black"/>
            </a:endParaRPr>
          </a:p>
        </p:txBody>
      </p:sp>
      <p:sp>
        <p:nvSpPr>
          <p:cNvPr id="1750" name="Google Shape;1750;p9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INTELLIGENT MARKETERS</a:t>
            </a:r>
            <a:endParaRPr/>
          </a:p>
        </p:txBody>
      </p:sp>
      <p:sp>
        <p:nvSpPr>
          <p:cNvPr id="1751" name="Google Shape;1751;p98"/>
          <p:cNvSpPr/>
          <p:nvPr/>
        </p:nvSpPr>
        <p:spPr>
          <a:xfrm>
            <a:off x="3696746" y="1527050"/>
            <a:ext cx="1750500" cy="340500"/>
          </a:xfrm>
          <a:prstGeom prst="roundRect">
            <a:avLst>
              <a:gd name="adj" fmla="val 50000"/>
            </a:avLst>
          </a:prstGeom>
          <a:solidFill>
            <a:srgbClr val="0944A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latin typeface="Roboto"/>
                <a:ea typeface="Roboto"/>
                <a:cs typeface="Roboto"/>
                <a:sym typeface="Roboto"/>
              </a:rPr>
              <a:t>Lorem Ipsum</a:t>
            </a:r>
            <a:endParaRPr>
              <a:solidFill>
                <a:schemeClr val="lt1"/>
              </a:solidFill>
            </a:endParaRPr>
          </a:p>
        </p:txBody>
      </p:sp>
      <p:sp>
        <p:nvSpPr>
          <p:cNvPr id="1752" name="Google Shape;1752;p98"/>
          <p:cNvSpPr/>
          <p:nvPr/>
        </p:nvSpPr>
        <p:spPr>
          <a:xfrm>
            <a:off x="1072000" y="1527050"/>
            <a:ext cx="69849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Orbitron Black"/>
                <a:ea typeface="Orbitron Black"/>
                <a:cs typeface="Orbitron Black"/>
                <a:sym typeface="Orbitron Black"/>
              </a:rPr>
              <a:t>WAYS SMART MARKETERS USE ARTIFICIAL INTELLIGENCE</a:t>
            </a:r>
            <a:endParaRPr>
              <a:solidFill>
                <a:schemeClr val="dk1"/>
              </a:solidFill>
              <a:latin typeface="Orbitron Black"/>
              <a:ea typeface="Orbitron Black"/>
              <a:cs typeface="Orbitron Black"/>
              <a:sym typeface="Orbitron Black"/>
            </a:endParaRPr>
          </a:p>
        </p:txBody>
      </p:sp>
      <p:cxnSp>
        <p:nvCxnSpPr>
          <p:cNvPr id="1753" name="Google Shape;1753;p98"/>
          <p:cNvCxnSpPr>
            <a:stCxn id="1752" idx="2"/>
            <a:endCxn id="1747" idx="0"/>
          </p:cNvCxnSpPr>
          <p:nvPr/>
        </p:nvCxnSpPr>
        <p:spPr>
          <a:xfrm rot="-5400000" flipH="1">
            <a:off x="5323450" y="1108550"/>
            <a:ext cx="504300" cy="2022300"/>
          </a:xfrm>
          <a:prstGeom prst="bentConnector3">
            <a:avLst>
              <a:gd name="adj1" fmla="val 50006"/>
            </a:avLst>
          </a:prstGeom>
          <a:noFill/>
          <a:ln w="9525" cap="flat" cmpd="sng">
            <a:solidFill>
              <a:schemeClr val="accent1"/>
            </a:solidFill>
            <a:prstDash val="solid"/>
            <a:round/>
            <a:headEnd type="none" w="sm" len="sm"/>
            <a:tailEnd type="none" w="sm" len="sm"/>
          </a:ln>
        </p:spPr>
      </p:cxnSp>
      <p:cxnSp>
        <p:nvCxnSpPr>
          <p:cNvPr id="1754" name="Google Shape;1754;p98"/>
          <p:cNvCxnSpPr>
            <a:stCxn id="1748" idx="0"/>
            <a:endCxn id="1752" idx="2"/>
          </p:cNvCxnSpPr>
          <p:nvPr/>
        </p:nvCxnSpPr>
        <p:spPr>
          <a:xfrm rot="-5400000">
            <a:off x="3308724" y="1116063"/>
            <a:ext cx="504300" cy="2007300"/>
          </a:xfrm>
          <a:prstGeom prst="bentConnector3">
            <a:avLst>
              <a:gd name="adj1" fmla="val 49997"/>
            </a:avLst>
          </a:prstGeom>
          <a:noFill/>
          <a:ln w="9525" cap="flat" cmpd="sng">
            <a:solidFill>
              <a:schemeClr val="accent1"/>
            </a:solidFill>
            <a:prstDash val="solid"/>
            <a:round/>
            <a:headEnd type="none" w="sm" len="sm"/>
            <a:tailEnd type="none" w="sm" len="sm"/>
          </a:ln>
        </p:spPr>
      </p:cxnSp>
      <p:cxnSp>
        <p:nvCxnSpPr>
          <p:cNvPr id="1755" name="Google Shape;1755;p98"/>
          <p:cNvCxnSpPr>
            <a:stCxn id="1748" idx="2"/>
            <a:endCxn id="1756" idx="0"/>
          </p:cNvCxnSpPr>
          <p:nvPr/>
        </p:nvCxnSpPr>
        <p:spPr>
          <a:xfrm rot="-5400000" flipH="1">
            <a:off x="2786124" y="2483463"/>
            <a:ext cx="504300" cy="962100"/>
          </a:xfrm>
          <a:prstGeom prst="bentConnector3">
            <a:avLst>
              <a:gd name="adj1" fmla="val 50004"/>
            </a:avLst>
          </a:prstGeom>
          <a:noFill/>
          <a:ln w="9525" cap="flat" cmpd="sng">
            <a:solidFill>
              <a:schemeClr val="accent1"/>
            </a:solidFill>
            <a:prstDash val="solid"/>
            <a:round/>
            <a:headEnd type="none" w="sm" len="sm"/>
            <a:tailEnd type="none" w="sm" len="sm"/>
          </a:ln>
        </p:spPr>
      </p:cxnSp>
      <p:cxnSp>
        <p:nvCxnSpPr>
          <p:cNvPr id="1757" name="Google Shape;1757;p98"/>
          <p:cNvCxnSpPr>
            <a:stCxn id="1758" idx="0"/>
            <a:endCxn id="1748" idx="2"/>
          </p:cNvCxnSpPr>
          <p:nvPr/>
        </p:nvCxnSpPr>
        <p:spPr>
          <a:xfrm rot="-5400000">
            <a:off x="1824150" y="2483500"/>
            <a:ext cx="504300" cy="962100"/>
          </a:xfrm>
          <a:prstGeom prst="bentConnector3">
            <a:avLst>
              <a:gd name="adj1" fmla="val 50004"/>
            </a:avLst>
          </a:prstGeom>
          <a:noFill/>
          <a:ln w="9525" cap="flat" cmpd="sng">
            <a:solidFill>
              <a:schemeClr val="accent1"/>
            </a:solidFill>
            <a:prstDash val="solid"/>
            <a:round/>
            <a:headEnd type="none" w="sm" len="sm"/>
            <a:tailEnd type="none" w="sm" len="sm"/>
          </a:ln>
        </p:spPr>
      </p:cxnSp>
      <p:cxnSp>
        <p:nvCxnSpPr>
          <p:cNvPr id="1759" name="Google Shape;1759;p98"/>
          <p:cNvCxnSpPr>
            <a:stCxn id="1747" idx="2"/>
            <a:endCxn id="1760" idx="0"/>
          </p:cNvCxnSpPr>
          <p:nvPr/>
        </p:nvCxnSpPr>
        <p:spPr>
          <a:xfrm rot="-5400000" flipH="1">
            <a:off x="6815668" y="2483463"/>
            <a:ext cx="504300" cy="962100"/>
          </a:xfrm>
          <a:prstGeom prst="bentConnector3">
            <a:avLst>
              <a:gd name="adj1" fmla="val 50004"/>
            </a:avLst>
          </a:prstGeom>
          <a:noFill/>
          <a:ln w="9525" cap="flat" cmpd="sng">
            <a:solidFill>
              <a:schemeClr val="accent1"/>
            </a:solidFill>
            <a:prstDash val="solid"/>
            <a:round/>
            <a:headEnd type="none" w="sm" len="sm"/>
            <a:tailEnd type="none" w="sm" len="sm"/>
          </a:ln>
        </p:spPr>
      </p:cxnSp>
      <p:cxnSp>
        <p:nvCxnSpPr>
          <p:cNvPr id="1761" name="Google Shape;1761;p98"/>
          <p:cNvCxnSpPr>
            <a:stCxn id="1762" idx="0"/>
            <a:endCxn id="1747" idx="2"/>
          </p:cNvCxnSpPr>
          <p:nvPr/>
        </p:nvCxnSpPr>
        <p:spPr>
          <a:xfrm rot="-5400000">
            <a:off x="5853701" y="2483500"/>
            <a:ext cx="504300" cy="962100"/>
          </a:xfrm>
          <a:prstGeom prst="bentConnector3">
            <a:avLst>
              <a:gd name="adj1" fmla="val 50004"/>
            </a:avLst>
          </a:prstGeom>
          <a:noFill/>
          <a:ln w="9525" cap="flat" cmpd="sng">
            <a:solidFill>
              <a:schemeClr val="accent1"/>
            </a:solidFill>
            <a:prstDash val="solid"/>
            <a:round/>
            <a:headEnd type="none" w="sm" len="sm"/>
            <a:tailEnd type="none" w="sm" len="sm"/>
          </a:ln>
        </p:spPr>
      </p:cxnSp>
      <p:cxnSp>
        <p:nvCxnSpPr>
          <p:cNvPr id="1763" name="Google Shape;1763;p98"/>
          <p:cNvCxnSpPr>
            <a:stCxn id="1752" idx="2"/>
            <a:endCxn id="1749" idx="0"/>
          </p:cNvCxnSpPr>
          <p:nvPr/>
        </p:nvCxnSpPr>
        <p:spPr>
          <a:xfrm rot="-5400000" flipH="1">
            <a:off x="4312600" y="2119400"/>
            <a:ext cx="504300" cy="600"/>
          </a:xfrm>
          <a:prstGeom prst="bentConnector3">
            <a:avLst>
              <a:gd name="adj1" fmla="val 50006"/>
            </a:avLst>
          </a:prstGeom>
          <a:noFill/>
          <a:ln w="9525" cap="flat" cmpd="sng">
            <a:solidFill>
              <a:schemeClr val="accent1"/>
            </a:solidFill>
            <a:prstDash val="solid"/>
            <a:round/>
            <a:headEnd type="none" w="med" len="med"/>
            <a:tailEnd type="none" w="med" len="med"/>
          </a:ln>
        </p:spPr>
      </p:cxnSp>
      <p:sp>
        <p:nvSpPr>
          <p:cNvPr id="1758" name="Google Shape;1758;p98"/>
          <p:cNvSpPr/>
          <p:nvPr/>
        </p:nvSpPr>
        <p:spPr>
          <a:xfrm>
            <a:off x="720000" y="3216700"/>
            <a:ext cx="17505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Orbitron Black"/>
                <a:ea typeface="Orbitron Black"/>
                <a:cs typeface="Orbitron Black"/>
                <a:sym typeface="Orbitron Black"/>
              </a:rPr>
              <a:t>CAMPAIGNS</a:t>
            </a:r>
            <a:endParaRPr>
              <a:solidFill>
                <a:schemeClr val="dk1"/>
              </a:solidFill>
              <a:latin typeface="Orbitron Black"/>
              <a:ea typeface="Orbitron Black"/>
              <a:cs typeface="Orbitron Black"/>
              <a:sym typeface="Orbitron Black"/>
            </a:endParaRPr>
          </a:p>
        </p:txBody>
      </p:sp>
      <p:sp>
        <p:nvSpPr>
          <p:cNvPr id="1756" name="Google Shape;1756;p98"/>
          <p:cNvSpPr/>
          <p:nvPr/>
        </p:nvSpPr>
        <p:spPr>
          <a:xfrm>
            <a:off x="2643948" y="3216700"/>
            <a:ext cx="17505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Orbitron Black"/>
                <a:ea typeface="Orbitron Black"/>
                <a:cs typeface="Orbitron Black"/>
                <a:sym typeface="Orbitron Black"/>
              </a:rPr>
              <a:t>EXPERIENCES</a:t>
            </a:r>
            <a:endParaRPr>
              <a:solidFill>
                <a:schemeClr val="dk1"/>
              </a:solidFill>
              <a:latin typeface="Orbitron Black"/>
              <a:ea typeface="Orbitron Black"/>
              <a:cs typeface="Orbitron Black"/>
              <a:sym typeface="Orbitron Black"/>
            </a:endParaRPr>
          </a:p>
        </p:txBody>
      </p:sp>
      <p:sp>
        <p:nvSpPr>
          <p:cNvPr id="1762" name="Google Shape;1762;p98"/>
          <p:cNvSpPr/>
          <p:nvPr/>
        </p:nvSpPr>
        <p:spPr>
          <a:xfrm>
            <a:off x="4749551" y="3216700"/>
            <a:ext cx="17505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Orbitron Black"/>
                <a:ea typeface="Orbitron Black"/>
                <a:cs typeface="Orbitron Black"/>
                <a:sym typeface="Orbitron Black"/>
              </a:rPr>
              <a:t>NARRATIVE</a:t>
            </a:r>
            <a:endParaRPr>
              <a:solidFill>
                <a:schemeClr val="dk1"/>
              </a:solidFill>
              <a:latin typeface="Orbitron Black"/>
              <a:ea typeface="Orbitron Black"/>
              <a:cs typeface="Orbitron Black"/>
              <a:sym typeface="Orbitron Black"/>
            </a:endParaRPr>
          </a:p>
        </p:txBody>
      </p:sp>
      <p:sp>
        <p:nvSpPr>
          <p:cNvPr id="1760" name="Google Shape;1760;p98"/>
          <p:cNvSpPr/>
          <p:nvPr/>
        </p:nvSpPr>
        <p:spPr>
          <a:xfrm>
            <a:off x="6673499" y="3216700"/>
            <a:ext cx="1750500" cy="340500"/>
          </a:xfrm>
          <a:prstGeom prst="roundRect">
            <a:avLst>
              <a:gd name="adj" fmla="val 0"/>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Orbitron Black"/>
                <a:ea typeface="Orbitron Black"/>
                <a:cs typeface="Orbitron Black"/>
                <a:sym typeface="Orbitron Black"/>
              </a:rPr>
              <a:t>DESIGN</a:t>
            </a:r>
            <a:endParaRPr>
              <a:solidFill>
                <a:schemeClr val="dk1"/>
              </a:solidFill>
              <a:latin typeface="Orbitron Black"/>
              <a:ea typeface="Orbitron Black"/>
              <a:cs typeface="Orbitron Black"/>
              <a:sym typeface="Orbitron Black"/>
            </a:endParaRPr>
          </a:p>
        </p:txBody>
      </p:sp>
      <p:sp>
        <p:nvSpPr>
          <p:cNvPr id="1764" name="Google Shape;1764;p98">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98">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98">
            <a:hlinkClick r:id="rId4"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4</a:t>
            </a:r>
            <a:endParaRPr sz="1200" b="1">
              <a:solidFill>
                <a:schemeClr val="dk2"/>
              </a:solidFill>
              <a:latin typeface="Darker Grotesque"/>
              <a:ea typeface="Darker Grotesque"/>
              <a:cs typeface="Darker Grotesque"/>
              <a:sym typeface="Darker Grotesque"/>
            </a:endParaRPr>
          </a:p>
        </p:txBody>
      </p:sp>
      <p:sp>
        <p:nvSpPr>
          <p:cNvPr id="1767" name="Google Shape;1767;p98">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98">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69" name="Google Shape;1769;p98">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770" name="Google Shape;1770;p98">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71" name="Google Shape;1771;p98">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Shape 1775"/>
        <p:cNvGrpSpPr/>
        <p:nvPr/>
      </p:nvGrpSpPr>
      <p:grpSpPr>
        <a:xfrm>
          <a:off x="0" y="0"/>
          <a:ext cx="0" cy="0"/>
          <a:chOff x="0" y="0"/>
          <a:chExt cx="0" cy="0"/>
        </a:xfrm>
      </p:grpSpPr>
      <p:cxnSp>
        <p:nvCxnSpPr>
          <p:cNvPr id="1776" name="Google Shape;1776;p99"/>
          <p:cNvCxnSpPr/>
          <p:nvPr/>
        </p:nvCxnSpPr>
        <p:spPr>
          <a:xfrm>
            <a:off x="2330825" y="2241175"/>
            <a:ext cx="4635900" cy="0"/>
          </a:xfrm>
          <a:prstGeom prst="straightConnector1">
            <a:avLst/>
          </a:prstGeom>
          <a:noFill/>
          <a:ln w="9525" cap="flat" cmpd="sng">
            <a:solidFill>
              <a:schemeClr val="accent1"/>
            </a:solidFill>
            <a:prstDash val="solid"/>
            <a:round/>
            <a:headEnd type="none" w="med" len="med"/>
            <a:tailEnd type="none" w="med" len="med"/>
          </a:ln>
        </p:spPr>
      </p:cxnSp>
      <p:sp>
        <p:nvSpPr>
          <p:cNvPr id="1777" name="Google Shape;1777;p99"/>
          <p:cNvSpPr/>
          <p:nvPr/>
        </p:nvSpPr>
        <p:spPr>
          <a:xfrm>
            <a:off x="951702" y="2059696"/>
            <a:ext cx="7240600" cy="945867"/>
          </a:xfrm>
          <a:custGeom>
            <a:avLst/>
            <a:gdLst/>
            <a:ahLst/>
            <a:cxnLst/>
            <a:rect l="l" t="t" r="r" b="b"/>
            <a:pathLst>
              <a:path w="251650" h="32874" extrusionOk="0">
                <a:moveTo>
                  <a:pt x="59172" y="1"/>
                </a:moveTo>
                <a:cubicBezTo>
                  <a:pt x="54789" y="1"/>
                  <a:pt x="51137" y="3273"/>
                  <a:pt x="51137" y="8036"/>
                </a:cubicBezTo>
                <a:cubicBezTo>
                  <a:pt x="50757" y="21186"/>
                  <a:pt x="39799" y="32143"/>
                  <a:pt x="25919" y="32143"/>
                </a:cubicBezTo>
                <a:cubicBezTo>
                  <a:pt x="12770" y="32143"/>
                  <a:pt x="1812" y="21536"/>
                  <a:pt x="1082" y="8767"/>
                </a:cubicBezTo>
                <a:cubicBezTo>
                  <a:pt x="1461" y="8387"/>
                  <a:pt x="1461" y="8036"/>
                  <a:pt x="1461" y="7656"/>
                </a:cubicBezTo>
                <a:cubicBezTo>
                  <a:pt x="1461" y="7306"/>
                  <a:pt x="1082" y="6926"/>
                  <a:pt x="731" y="6926"/>
                </a:cubicBezTo>
                <a:cubicBezTo>
                  <a:pt x="351" y="6926"/>
                  <a:pt x="0" y="7306"/>
                  <a:pt x="0" y="7656"/>
                </a:cubicBezTo>
                <a:cubicBezTo>
                  <a:pt x="0" y="8036"/>
                  <a:pt x="0" y="8387"/>
                  <a:pt x="351" y="8767"/>
                </a:cubicBezTo>
                <a:cubicBezTo>
                  <a:pt x="1082" y="21916"/>
                  <a:pt x="12419" y="32874"/>
                  <a:pt x="25919" y="32874"/>
                </a:cubicBezTo>
                <a:cubicBezTo>
                  <a:pt x="40179" y="32874"/>
                  <a:pt x="51487" y="21536"/>
                  <a:pt x="51867" y="8036"/>
                </a:cubicBezTo>
                <a:cubicBezTo>
                  <a:pt x="51867" y="3653"/>
                  <a:pt x="55140" y="731"/>
                  <a:pt x="59172" y="731"/>
                </a:cubicBezTo>
                <a:cubicBezTo>
                  <a:pt x="63556" y="731"/>
                  <a:pt x="66828" y="3653"/>
                  <a:pt x="66828" y="8036"/>
                </a:cubicBezTo>
                <a:cubicBezTo>
                  <a:pt x="67208" y="21536"/>
                  <a:pt x="78517" y="32874"/>
                  <a:pt x="92396" y="32874"/>
                </a:cubicBezTo>
                <a:cubicBezTo>
                  <a:pt x="106276" y="32874"/>
                  <a:pt x="117614" y="21536"/>
                  <a:pt x="118345" y="8036"/>
                </a:cubicBezTo>
                <a:cubicBezTo>
                  <a:pt x="118345" y="3653"/>
                  <a:pt x="121617" y="731"/>
                  <a:pt x="125650" y="731"/>
                </a:cubicBezTo>
                <a:cubicBezTo>
                  <a:pt x="129653" y="731"/>
                  <a:pt x="132955" y="3653"/>
                  <a:pt x="132955" y="8036"/>
                </a:cubicBezTo>
                <a:cubicBezTo>
                  <a:pt x="133306" y="21536"/>
                  <a:pt x="144994" y="32874"/>
                  <a:pt x="158874" y="32874"/>
                </a:cubicBezTo>
                <a:cubicBezTo>
                  <a:pt x="172754" y="32874"/>
                  <a:pt x="184091" y="21536"/>
                  <a:pt x="184442" y="8036"/>
                </a:cubicBezTo>
                <a:cubicBezTo>
                  <a:pt x="184442" y="3653"/>
                  <a:pt x="187744" y="731"/>
                  <a:pt x="192127" y="731"/>
                </a:cubicBezTo>
                <a:cubicBezTo>
                  <a:pt x="196130" y="731"/>
                  <a:pt x="199432" y="3653"/>
                  <a:pt x="199432" y="8036"/>
                </a:cubicBezTo>
                <a:cubicBezTo>
                  <a:pt x="199783" y="21536"/>
                  <a:pt x="211121" y="32874"/>
                  <a:pt x="225000" y="32874"/>
                </a:cubicBezTo>
                <a:cubicBezTo>
                  <a:pt x="238880" y="32874"/>
                  <a:pt x="250189" y="21916"/>
                  <a:pt x="250919" y="8767"/>
                </a:cubicBezTo>
                <a:cubicBezTo>
                  <a:pt x="251299" y="8767"/>
                  <a:pt x="251650" y="8387"/>
                  <a:pt x="251650" y="7656"/>
                </a:cubicBezTo>
                <a:cubicBezTo>
                  <a:pt x="251650" y="7306"/>
                  <a:pt x="251299" y="6926"/>
                  <a:pt x="250919" y="6926"/>
                </a:cubicBezTo>
                <a:cubicBezTo>
                  <a:pt x="250569" y="6926"/>
                  <a:pt x="250189" y="7306"/>
                  <a:pt x="250189" y="7656"/>
                </a:cubicBezTo>
                <a:lnTo>
                  <a:pt x="250189" y="8387"/>
                </a:lnTo>
                <a:cubicBezTo>
                  <a:pt x="249458" y="21186"/>
                  <a:pt x="238500" y="32143"/>
                  <a:pt x="225000" y="32143"/>
                </a:cubicBezTo>
                <a:cubicBezTo>
                  <a:pt x="211471" y="32143"/>
                  <a:pt x="200513" y="21186"/>
                  <a:pt x="200163" y="8036"/>
                </a:cubicBezTo>
                <a:cubicBezTo>
                  <a:pt x="200163" y="3273"/>
                  <a:pt x="196510" y="1"/>
                  <a:pt x="192127" y="1"/>
                </a:cubicBezTo>
                <a:cubicBezTo>
                  <a:pt x="187364" y="1"/>
                  <a:pt x="183711" y="3273"/>
                  <a:pt x="183711" y="8036"/>
                </a:cubicBezTo>
                <a:cubicBezTo>
                  <a:pt x="183361" y="21186"/>
                  <a:pt x="172403" y="32143"/>
                  <a:pt x="158874" y="32143"/>
                </a:cubicBezTo>
                <a:cubicBezTo>
                  <a:pt x="145374" y="32143"/>
                  <a:pt x="134036" y="21186"/>
                  <a:pt x="133685" y="8036"/>
                </a:cubicBezTo>
                <a:cubicBezTo>
                  <a:pt x="133685" y="3273"/>
                  <a:pt x="130033" y="1"/>
                  <a:pt x="125650" y="1"/>
                </a:cubicBezTo>
                <a:cubicBezTo>
                  <a:pt x="121267" y="1"/>
                  <a:pt x="117614" y="3273"/>
                  <a:pt x="117614" y="8036"/>
                </a:cubicBezTo>
                <a:cubicBezTo>
                  <a:pt x="117234" y="21186"/>
                  <a:pt x="105926" y="32143"/>
                  <a:pt x="92396" y="32143"/>
                </a:cubicBezTo>
                <a:cubicBezTo>
                  <a:pt x="78896" y="32143"/>
                  <a:pt x="67939" y="21186"/>
                  <a:pt x="67559" y="8036"/>
                </a:cubicBezTo>
                <a:cubicBezTo>
                  <a:pt x="67559" y="3273"/>
                  <a:pt x="63906" y="1"/>
                  <a:pt x="5917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99"/>
          <p:cNvSpPr/>
          <p:nvPr/>
        </p:nvSpPr>
        <p:spPr>
          <a:xfrm rot="10800000">
            <a:off x="951702" y="1498059"/>
            <a:ext cx="7240600" cy="945867"/>
          </a:xfrm>
          <a:custGeom>
            <a:avLst/>
            <a:gdLst/>
            <a:ahLst/>
            <a:cxnLst/>
            <a:rect l="l" t="t" r="r" b="b"/>
            <a:pathLst>
              <a:path w="251650" h="32874" extrusionOk="0">
                <a:moveTo>
                  <a:pt x="59172" y="1"/>
                </a:moveTo>
                <a:cubicBezTo>
                  <a:pt x="54789" y="1"/>
                  <a:pt x="51137" y="3273"/>
                  <a:pt x="51137" y="8036"/>
                </a:cubicBezTo>
                <a:cubicBezTo>
                  <a:pt x="50757" y="21186"/>
                  <a:pt x="39799" y="32143"/>
                  <a:pt x="25919" y="32143"/>
                </a:cubicBezTo>
                <a:cubicBezTo>
                  <a:pt x="12770" y="32143"/>
                  <a:pt x="1812" y="21536"/>
                  <a:pt x="1082" y="8767"/>
                </a:cubicBezTo>
                <a:cubicBezTo>
                  <a:pt x="1461" y="8387"/>
                  <a:pt x="1461" y="8036"/>
                  <a:pt x="1461" y="7656"/>
                </a:cubicBezTo>
                <a:cubicBezTo>
                  <a:pt x="1461" y="7306"/>
                  <a:pt x="1082" y="6926"/>
                  <a:pt x="731" y="6926"/>
                </a:cubicBezTo>
                <a:cubicBezTo>
                  <a:pt x="351" y="6926"/>
                  <a:pt x="0" y="7306"/>
                  <a:pt x="0" y="7656"/>
                </a:cubicBezTo>
                <a:cubicBezTo>
                  <a:pt x="0" y="8036"/>
                  <a:pt x="0" y="8387"/>
                  <a:pt x="351" y="8767"/>
                </a:cubicBezTo>
                <a:cubicBezTo>
                  <a:pt x="1082" y="21916"/>
                  <a:pt x="12419" y="32874"/>
                  <a:pt x="25919" y="32874"/>
                </a:cubicBezTo>
                <a:cubicBezTo>
                  <a:pt x="40179" y="32874"/>
                  <a:pt x="51487" y="21536"/>
                  <a:pt x="51867" y="8036"/>
                </a:cubicBezTo>
                <a:cubicBezTo>
                  <a:pt x="51867" y="3653"/>
                  <a:pt x="55140" y="731"/>
                  <a:pt x="59172" y="731"/>
                </a:cubicBezTo>
                <a:cubicBezTo>
                  <a:pt x="63556" y="731"/>
                  <a:pt x="66828" y="3653"/>
                  <a:pt x="66828" y="8036"/>
                </a:cubicBezTo>
                <a:cubicBezTo>
                  <a:pt x="67208" y="21536"/>
                  <a:pt x="78517" y="32874"/>
                  <a:pt x="92396" y="32874"/>
                </a:cubicBezTo>
                <a:cubicBezTo>
                  <a:pt x="106276" y="32874"/>
                  <a:pt x="117614" y="21536"/>
                  <a:pt x="118345" y="8036"/>
                </a:cubicBezTo>
                <a:cubicBezTo>
                  <a:pt x="118345" y="3653"/>
                  <a:pt x="121617" y="731"/>
                  <a:pt x="125650" y="731"/>
                </a:cubicBezTo>
                <a:cubicBezTo>
                  <a:pt x="129653" y="731"/>
                  <a:pt x="132955" y="3653"/>
                  <a:pt x="132955" y="8036"/>
                </a:cubicBezTo>
                <a:cubicBezTo>
                  <a:pt x="133306" y="21536"/>
                  <a:pt x="144994" y="32874"/>
                  <a:pt x="158874" y="32874"/>
                </a:cubicBezTo>
                <a:cubicBezTo>
                  <a:pt x="172754" y="32874"/>
                  <a:pt x="184091" y="21536"/>
                  <a:pt x="184442" y="8036"/>
                </a:cubicBezTo>
                <a:cubicBezTo>
                  <a:pt x="184442" y="3653"/>
                  <a:pt x="187744" y="731"/>
                  <a:pt x="192127" y="731"/>
                </a:cubicBezTo>
                <a:cubicBezTo>
                  <a:pt x="196130" y="731"/>
                  <a:pt x="199432" y="3653"/>
                  <a:pt x="199432" y="8036"/>
                </a:cubicBezTo>
                <a:cubicBezTo>
                  <a:pt x="199783" y="21536"/>
                  <a:pt x="211121" y="32874"/>
                  <a:pt x="225000" y="32874"/>
                </a:cubicBezTo>
                <a:cubicBezTo>
                  <a:pt x="238880" y="32874"/>
                  <a:pt x="250189" y="21916"/>
                  <a:pt x="250919" y="8767"/>
                </a:cubicBezTo>
                <a:cubicBezTo>
                  <a:pt x="251299" y="8767"/>
                  <a:pt x="251650" y="8387"/>
                  <a:pt x="251650" y="7656"/>
                </a:cubicBezTo>
                <a:cubicBezTo>
                  <a:pt x="251650" y="7306"/>
                  <a:pt x="251299" y="6926"/>
                  <a:pt x="250919" y="6926"/>
                </a:cubicBezTo>
                <a:cubicBezTo>
                  <a:pt x="250569" y="6926"/>
                  <a:pt x="250189" y="7306"/>
                  <a:pt x="250189" y="7656"/>
                </a:cubicBezTo>
                <a:lnTo>
                  <a:pt x="250189" y="8387"/>
                </a:lnTo>
                <a:cubicBezTo>
                  <a:pt x="249458" y="21186"/>
                  <a:pt x="238500" y="32143"/>
                  <a:pt x="225000" y="32143"/>
                </a:cubicBezTo>
                <a:cubicBezTo>
                  <a:pt x="211471" y="32143"/>
                  <a:pt x="200513" y="21186"/>
                  <a:pt x="200163" y="8036"/>
                </a:cubicBezTo>
                <a:cubicBezTo>
                  <a:pt x="200163" y="3273"/>
                  <a:pt x="196510" y="1"/>
                  <a:pt x="192127" y="1"/>
                </a:cubicBezTo>
                <a:cubicBezTo>
                  <a:pt x="187364" y="1"/>
                  <a:pt x="183711" y="3273"/>
                  <a:pt x="183711" y="8036"/>
                </a:cubicBezTo>
                <a:cubicBezTo>
                  <a:pt x="183361" y="21186"/>
                  <a:pt x="172403" y="32143"/>
                  <a:pt x="158874" y="32143"/>
                </a:cubicBezTo>
                <a:cubicBezTo>
                  <a:pt x="145374" y="32143"/>
                  <a:pt x="134036" y="21186"/>
                  <a:pt x="133685" y="8036"/>
                </a:cubicBezTo>
                <a:cubicBezTo>
                  <a:pt x="133685" y="3273"/>
                  <a:pt x="130033" y="1"/>
                  <a:pt x="125650" y="1"/>
                </a:cubicBezTo>
                <a:cubicBezTo>
                  <a:pt x="121267" y="1"/>
                  <a:pt x="117614" y="3273"/>
                  <a:pt x="117614" y="8036"/>
                </a:cubicBezTo>
                <a:cubicBezTo>
                  <a:pt x="117234" y="21186"/>
                  <a:pt x="105926" y="32143"/>
                  <a:pt x="92396" y="32143"/>
                </a:cubicBezTo>
                <a:cubicBezTo>
                  <a:pt x="78896" y="32143"/>
                  <a:pt x="67939" y="21186"/>
                  <a:pt x="67559" y="8036"/>
                </a:cubicBezTo>
                <a:cubicBezTo>
                  <a:pt x="67559" y="3273"/>
                  <a:pt x="63906" y="1"/>
                  <a:pt x="59172" y="1"/>
                </a:cubicBezTo>
                <a:close/>
              </a:path>
            </a:pathLst>
          </a:custGeom>
          <a:gradFill>
            <a:gsLst>
              <a:gs pos="0">
                <a:srgbClr val="8DF1FF"/>
              </a:gs>
              <a:gs pos="30000">
                <a:srgbClr val="F2CEFF"/>
              </a:gs>
              <a:gs pos="100000">
                <a:srgbClr val="0445FF"/>
              </a:gs>
            </a:gsLst>
            <a:lin ang="16200038"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9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BROWSING HISTORY</a:t>
            </a:r>
            <a:endParaRPr/>
          </a:p>
        </p:txBody>
      </p:sp>
      <p:sp>
        <p:nvSpPr>
          <p:cNvPr id="1780" name="Google Shape;1780;p99"/>
          <p:cNvSpPr/>
          <p:nvPr/>
        </p:nvSpPr>
        <p:spPr>
          <a:xfrm>
            <a:off x="2275899" y="2385056"/>
            <a:ext cx="29" cy="29"/>
          </a:xfrm>
          <a:custGeom>
            <a:avLst/>
            <a:gdLst/>
            <a:ahLst/>
            <a:cxnLst/>
            <a:rect l="l" t="t" r="r" b="b"/>
            <a:pathLst>
              <a:path w="1" h="1" fill="none" extrusionOk="0">
                <a:moveTo>
                  <a:pt x="0" y="1"/>
                </a:moveTo>
                <a:lnTo>
                  <a:pt x="0" y="1"/>
                </a:lnTo>
                <a:close/>
              </a:path>
            </a:pathLst>
          </a:custGeom>
          <a:noFill/>
          <a:ln w="95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99"/>
          <p:cNvSpPr/>
          <p:nvPr/>
        </p:nvSpPr>
        <p:spPr>
          <a:xfrm>
            <a:off x="7425515" y="2385056"/>
            <a:ext cx="29" cy="29"/>
          </a:xfrm>
          <a:custGeom>
            <a:avLst/>
            <a:gdLst/>
            <a:ahLst/>
            <a:cxnLst/>
            <a:rect l="l" t="t" r="r" b="b"/>
            <a:pathLst>
              <a:path w="1" h="1" fill="none" extrusionOk="0">
                <a:moveTo>
                  <a:pt x="0" y="1"/>
                </a:moveTo>
                <a:lnTo>
                  <a:pt x="0" y="1"/>
                </a:lnTo>
                <a:close/>
              </a:path>
            </a:pathLst>
          </a:custGeom>
          <a:noFill/>
          <a:ln w="95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99"/>
          <p:cNvSpPr txBox="1"/>
          <p:nvPr/>
        </p:nvSpPr>
        <p:spPr>
          <a:xfrm>
            <a:off x="720000" y="3212625"/>
            <a:ext cx="1892400" cy="36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DAY 1</a:t>
            </a:r>
            <a:endParaRPr sz="1800">
              <a:solidFill>
                <a:schemeClr val="dk1"/>
              </a:solidFill>
              <a:latin typeface="Orbitron Black"/>
              <a:ea typeface="Orbitron Black"/>
              <a:cs typeface="Orbitron Black"/>
              <a:sym typeface="Orbitron Black"/>
            </a:endParaRPr>
          </a:p>
        </p:txBody>
      </p:sp>
      <p:sp>
        <p:nvSpPr>
          <p:cNvPr id="1783" name="Google Shape;1783;p99"/>
          <p:cNvSpPr txBox="1"/>
          <p:nvPr/>
        </p:nvSpPr>
        <p:spPr>
          <a:xfrm>
            <a:off x="2661233" y="3212625"/>
            <a:ext cx="1892400" cy="36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DAY 2</a:t>
            </a:r>
            <a:endParaRPr sz="1800">
              <a:solidFill>
                <a:schemeClr val="dk1"/>
              </a:solidFill>
              <a:latin typeface="Orbitron Black"/>
              <a:ea typeface="Orbitron Black"/>
              <a:cs typeface="Orbitron Black"/>
              <a:sym typeface="Orbitron Black"/>
            </a:endParaRPr>
          </a:p>
        </p:txBody>
      </p:sp>
      <p:sp>
        <p:nvSpPr>
          <p:cNvPr id="1784" name="Google Shape;1784;p99"/>
          <p:cNvSpPr txBox="1"/>
          <p:nvPr/>
        </p:nvSpPr>
        <p:spPr>
          <a:xfrm>
            <a:off x="4602467" y="3212625"/>
            <a:ext cx="1892400" cy="36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DAY 3</a:t>
            </a:r>
            <a:endParaRPr sz="1800">
              <a:solidFill>
                <a:schemeClr val="dk1"/>
              </a:solidFill>
              <a:latin typeface="Orbitron Black"/>
              <a:ea typeface="Orbitron Black"/>
              <a:cs typeface="Orbitron Black"/>
              <a:sym typeface="Orbitron Black"/>
            </a:endParaRPr>
          </a:p>
        </p:txBody>
      </p:sp>
      <p:sp>
        <p:nvSpPr>
          <p:cNvPr id="1785" name="Google Shape;1785;p99"/>
          <p:cNvSpPr txBox="1"/>
          <p:nvPr/>
        </p:nvSpPr>
        <p:spPr>
          <a:xfrm>
            <a:off x="6543700" y="3212625"/>
            <a:ext cx="1892400" cy="36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DAY 4</a:t>
            </a:r>
            <a:endParaRPr sz="1800">
              <a:solidFill>
                <a:schemeClr val="dk1"/>
              </a:solidFill>
              <a:latin typeface="Orbitron Black"/>
              <a:ea typeface="Orbitron Black"/>
              <a:cs typeface="Orbitron Black"/>
              <a:sym typeface="Orbitron Black"/>
            </a:endParaRPr>
          </a:p>
        </p:txBody>
      </p:sp>
      <p:sp>
        <p:nvSpPr>
          <p:cNvPr id="1786" name="Google Shape;1786;p99"/>
          <p:cNvSpPr txBox="1"/>
          <p:nvPr/>
        </p:nvSpPr>
        <p:spPr>
          <a:xfrm>
            <a:off x="720000" y="3607650"/>
            <a:ext cx="1892400" cy="6699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787" name="Google Shape;1787;p99"/>
          <p:cNvSpPr txBox="1"/>
          <p:nvPr/>
        </p:nvSpPr>
        <p:spPr>
          <a:xfrm>
            <a:off x="2661183" y="3607650"/>
            <a:ext cx="1892400" cy="6699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sp>
        <p:nvSpPr>
          <p:cNvPr id="1788" name="Google Shape;1788;p99"/>
          <p:cNvSpPr txBox="1"/>
          <p:nvPr/>
        </p:nvSpPr>
        <p:spPr>
          <a:xfrm>
            <a:off x="4602367" y="3607650"/>
            <a:ext cx="1892400" cy="6699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789" name="Google Shape;1789;p99"/>
          <p:cNvSpPr txBox="1"/>
          <p:nvPr/>
        </p:nvSpPr>
        <p:spPr>
          <a:xfrm>
            <a:off x="6543550" y="3607650"/>
            <a:ext cx="1892400" cy="66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Neptune is the farthest planet from the Sun</a:t>
            </a:r>
            <a:endParaRPr>
              <a:solidFill>
                <a:schemeClr val="dk1"/>
              </a:solidFill>
              <a:latin typeface="Darker Grotesque"/>
              <a:ea typeface="Darker Grotesque"/>
              <a:cs typeface="Darker Grotesque"/>
              <a:sym typeface="Darker Grotesque"/>
            </a:endParaRPr>
          </a:p>
        </p:txBody>
      </p:sp>
      <p:sp>
        <p:nvSpPr>
          <p:cNvPr id="1790" name="Google Shape;1790;p99">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99">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99">
            <a:hlinkClick r:id="rId4"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4</a:t>
            </a:r>
            <a:endParaRPr sz="1200" b="1">
              <a:solidFill>
                <a:schemeClr val="dk2"/>
              </a:solidFill>
              <a:latin typeface="Darker Grotesque"/>
              <a:ea typeface="Darker Grotesque"/>
              <a:cs typeface="Darker Grotesque"/>
              <a:sym typeface="Darker Grotesque"/>
            </a:endParaRPr>
          </a:p>
        </p:txBody>
      </p:sp>
      <p:sp>
        <p:nvSpPr>
          <p:cNvPr id="1793" name="Google Shape;1793;p99">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99">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5" name="Google Shape;1795;p99">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796" name="Google Shape;1796;p99">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7" name="Google Shape;1797;p99">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
        <p:nvSpPr>
          <p:cNvPr id="1798" name="Google Shape;1798;p99"/>
          <p:cNvSpPr/>
          <p:nvPr/>
        </p:nvSpPr>
        <p:spPr>
          <a:xfrm>
            <a:off x="1045875" y="1607393"/>
            <a:ext cx="1314126" cy="1303164"/>
          </a:xfrm>
          <a:custGeom>
            <a:avLst/>
            <a:gdLst/>
            <a:ahLst/>
            <a:cxnLst/>
            <a:rect l="l" t="t" r="r" b="b"/>
            <a:pathLst>
              <a:path w="45673" h="45292" extrusionOk="0">
                <a:moveTo>
                  <a:pt x="22646" y="0"/>
                </a:moveTo>
                <a:cubicBezTo>
                  <a:pt x="10227" y="0"/>
                  <a:pt x="0" y="10227"/>
                  <a:pt x="0" y="22646"/>
                </a:cubicBezTo>
                <a:cubicBezTo>
                  <a:pt x="0" y="35444"/>
                  <a:pt x="10227" y="45292"/>
                  <a:pt x="22646" y="45292"/>
                </a:cubicBezTo>
                <a:cubicBezTo>
                  <a:pt x="35445" y="45292"/>
                  <a:pt x="45672" y="35444"/>
                  <a:pt x="45672" y="22646"/>
                </a:cubicBezTo>
                <a:cubicBezTo>
                  <a:pt x="45672" y="10227"/>
                  <a:pt x="35445" y="0"/>
                  <a:pt x="22646"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99"/>
          <p:cNvSpPr/>
          <p:nvPr/>
        </p:nvSpPr>
        <p:spPr>
          <a:xfrm>
            <a:off x="2958584" y="1607393"/>
            <a:ext cx="1303193" cy="1303164"/>
          </a:xfrm>
          <a:custGeom>
            <a:avLst/>
            <a:gdLst/>
            <a:ahLst/>
            <a:cxnLst/>
            <a:rect l="l" t="t" r="r" b="b"/>
            <a:pathLst>
              <a:path w="45293" h="45292" extrusionOk="0">
                <a:moveTo>
                  <a:pt x="22646" y="0"/>
                </a:moveTo>
                <a:cubicBezTo>
                  <a:pt x="10228" y="0"/>
                  <a:pt x="0" y="10227"/>
                  <a:pt x="0" y="22646"/>
                </a:cubicBezTo>
                <a:cubicBezTo>
                  <a:pt x="0" y="35444"/>
                  <a:pt x="10228" y="45292"/>
                  <a:pt x="22646" y="45292"/>
                </a:cubicBezTo>
                <a:cubicBezTo>
                  <a:pt x="35065" y="45292"/>
                  <a:pt x="45293" y="35444"/>
                  <a:pt x="45293" y="22646"/>
                </a:cubicBezTo>
                <a:cubicBezTo>
                  <a:pt x="45293" y="10227"/>
                  <a:pt x="35065" y="0"/>
                  <a:pt x="22646"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99"/>
          <p:cNvSpPr/>
          <p:nvPr/>
        </p:nvSpPr>
        <p:spPr>
          <a:xfrm>
            <a:off x="4871294" y="1607393"/>
            <a:ext cx="1303193" cy="1303164"/>
          </a:xfrm>
          <a:custGeom>
            <a:avLst/>
            <a:gdLst/>
            <a:ahLst/>
            <a:cxnLst/>
            <a:rect l="l" t="t" r="r" b="b"/>
            <a:pathLst>
              <a:path w="45293" h="45292" extrusionOk="0">
                <a:moveTo>
                  <a:pt x="22647" y="0"/>
                </a:moveTo>
                <a:cubicBezTo>
                  <a:pt x="9877" y="0"/>
                  <a:pt x="1" y="10227"/>
                  <a:pt x="1" y="22646"/>
                </a:cubicBezTo>
                <a:cubicBezTo>
                  <a:pt x="1" y="35444"/>
                  <a:pt x="9877" y="45292"/>
                  <a:pt x="22647" y="45292"/>
                </a:cubicBezTo>
                <a:cubicBezTo>
                  <a:pt x="35066" y="45292"/>
                  <a:pt x="45293" y="35444"/>
                  <a:pt x="45293" y="22646"/>
                </a:cubicBezTo>
                <a:cubicBezTo>
                  <a:pt x="45293" y="10227"/>
                  <a:pt x="35066" y="0"/>
                  <a:pt x="22647"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99"/>
          <p:cNvSpPr/>
          <p:nvPr/>
        </p:nvSpPr>
        <p:spPr>
          <a:xfrm>
            <a:off x="6773933" y="1607393"/>
            <a:ext cx="1303193" cy="1303164"/>
          </a:xfrm>
          <a:custGeom>
            <a:avLst/>
            <a:gdLst/>
            <a:ahLst/>
            <a:cxnLst/>
            <a:rect l="l" t="t" r="r" b="b"/>
            <a:pathLst>
              <a:path w="45293" h="45292" extrusionOk="0">
                <a:moveTo>
                  <a:pt x="22646" y="0"/>
                </a:moveTo>
                <a:cubicBezTo>
                  <a:pt x="10228" y="0"/>
                  <a:pt x="0" y="10227"/>
                  <a:pt x="0" y="22646"/>
                </a:cubicBezTo>
                <a:cubicBezTo>
                  <a:pt x="0" y="35444"/>
                  <a:pt x="10228" y="45292"/>
                  <a:pt x="22646" y="45292"/>
                </a:cubicBezTo>
                <a:cubicBezTo>
                  <a:pt x="35416" y="45292"/>
                  <a:pt x="45293" y="35444"/>
                  <a:pt x="45293" y="22646"/>
                </a:cubicBezTo>
                <a:cubicBezTo>
                  <a:pt x="45293" y="10227"/>
                  <a:pt x="35416" y="0"/>
                  <a:pt x="22646"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99"/>
          <p:cNvSpPr/>
          <p:nvPr/>
        </p:nvSpPr>
        <p:spPr>
          <a:xfrm>
            <a:off x="3370573" y="1965463"/>
            <a:ext cx="406085" cy="572691"/>
          </a:xfrm>
          <a:custGeom>
            <a:avLst/>
            <a:gdLst/>
            <a:ahLst/>
            <a:cxnLst/>
            <a:rect l="l" t="t" r="r" b="b"/>
            <a:pathLst>
              <a:path w="9462" h="13344" extrusionOk="0">
                <a:moveTo>
                  <a:pt x="5549" y="771"/>
                </a:moveTo>
                <a:cubicBezTo>
                  <a:pt x="6523" y="771"/>
                  <a:pt x="7324" y="1572"/>
                  <a:pt x="7324" y="2563"/>
                </a:cubicBezTo>
                <a:lnTo>
                  <a:pt x="7324" y="2909"/>
                </a:lnTo>
                <a:lnTo>
                  <a:pt x="7670" y="2955"/>
                </a:lnTo>
                <a:cubicBezTo>
                  <a:pt x="8252" y="3018"/>
                  <a:pt x="8692" y="3521"/>
                  <a:pt x="8692" y="4103"/>
                </a:cubicBezTo>
                <a:cubicBezTo>
                  <a:pt x="8692" y="4731"/>
                  <a:pt x="8173" y="5249"/>
                  <a:pt x="7544" y="5249"/>
                </a:cubicBezTo>
                <a:lnTo>
                  <a:pt x="1934" y="5249"/>
                </a:lnTo>
                <a:cubicBezTo>
                  <a:pt x="1290" y="5249"/>
                  <a:pt x="787" y="4731"/>
                  <a:pt x="787" y="4103"/>
                </a:cubicBezTo>
                <a:cubicBezTo>
                  <a:pt x="787" y="3521"/>
                  <a:pt x="1212" y="3018"/>
                  <a:pt x="1792" y="2955"/>
                </a:cubicBezTo>
                <a:lnTo>
                  <a:pt x="2138" y="2909"/>
                </a:lnTo>
                <a:lnTo>
                  <a:pt x="2138" y="2563"/>
                </a:lnTo>
                <a:cubicBezTo>
                  <a:pt x="2138" y="1871"/>
                  <a:pt x="2689" y="1321"/>
                  <a:pt x="3380" y="1321"/>
                </a:cubicBezTo>
                <a:cubicBezTo>
                  <a:pt x="3537" y="1321"/>
                  <a:pt x="3695" y="1352"/>
                  <a:pt x="3835" y="1415"/>
                </a:cubicBezTo>
                <a:lnTo>
                  <a:pt x="4087" y="1509"/>
                </a:lnTo>
                <a:lnTo>
                  <a:pt x="4260" y="1321"/>
                </a:lnTo>
                <a:cubicBezTo>
                  <a:pt x="4606" y="975"/>
                  <a:pt x="5061" y="771"/>
                  <a:pt x="5549" y="771"/>
                </a:cubicBezTo>
                <a:close/>
                <a:moveTo>
                  <a:pt x="7120" y="10718"/>
                </a:moveTo>
                <a:cubicBezTo>
                  <a:pt x="7560" y="10718"/>
                  <a:pt x="7906" y="11080"/>
                  <a:pt x="7906" y="11504"/>
                </a:cubicBezTo>
                <a:lnTo>
                  <a:pt x="7906" y="11787"/>
                </a:lnTo>
                <a:lnTo>
                  <a:pt x="6335" y="11787"/>
                </a:lnTo>
                <a:lnTo>
                  <a:pt x="6335" y="11504"/>
                </a:lnTo>
                <a:cubicBezTo>
                  <a:pt x="6335" y="11080"/>
                  <a:pt x="6695" y="10718"/>
                  <a:pt x="7120" y="10718"/>
                </a:cubicBezTo>
                <a:close/>
                <a:moveTo>
                  <a:pt x="5549" y="1"/>
                </a:moveTo>
                <a:cubicBezTo>
                  <a:pt x="4920" y="1"/>
                  <a:pt x="4338" y="206"/>
                  <a:pt x="3883" y="614"/>
                </a:cubicBezTo>
                <a:cubicBezTo>
                  <a:pt x="3710" y="566"/>
                  <a:pt x="3552" y="535"/>
                  <a:pt x="3380" y="535"/>
                </a:cubicBezTo>
                <a:cubicBezTo>
                  <a:pt x="2375" y="535"/>
                  <a:pt x="1541" y="1274"/>
                  <a:pt x="1384" y="2249"/>
                </a:cubicBezTo>
                <a:cubicBezTo>
                  <a:pt x="583" y="2484"/>
                  <a:pt x="1" y="3223"/>
                  <a:pt x="1" y="4103"/>
                </a:cubicBezTo>
                <a:cubicBezTo>
                  <a:pt x="1" y="5155"/>
                  <a:pt x="866" y="6035"/>
                  <a:pt x="1934" y="6035"/>
                </a:cubicBezTo>
                <a:lnTo>
                  <a:pt x="4338" y="6035"/>
                </a:lnTo>
                <a:lnTo>
                  <a:pt x="4338" y="6412"/>
                </a:lnTo>
                <a:cubicBezTo>
                  <a:pt x="4338" y="6632"/>
                  <a:pt x="4166" y="6806"/>
                  <a:pt x="3946" y="6806"/>
                </a:cubicBezTo>
                <a:lnTo>
                  <a:pt x="1950" y="6806"/>
                </a:lnTo>
                <a:cubicBezTo>
                  <a:pt x="1306" y="6806"/>
                  <a:pt x="787" y="7340"/>
                  <a:pt x="787" y="7984"/>
                </a:cubicBezTo>
                <a:cubicBezTo>
                  <a:pt x="787" y="8629"/>
                  <a:pt x="1306" y="9163"/>
                  <a:pt x="1950" y="9163"/>
                </a:cubicBezTo>
                <a:lnTo>
                  <a:pt x="6335" y="9163"/>
                </a:lnTo>
                <a:cubicBezTo>
                  <a:pt x="6555" y="9163"/>
                  <a:pt x="6727" y="9335"/>
                  <a:pt x="6727" y="9555"/>
                </a:cubicBezTo>
                <a:lnTo>
                  <a:pt x="6727" y="9995"/>
                </a:lnTo>
                <a:cubicBezTo>
                  <a:pt x="6052" y="10169"/>
                  <a:pt x="5564" y="10781"/>
                  <a:pt x="5564" y="11504"/>
                </a:cubicBezTo>
                <a:lnTo>
                  <a:pt x="5564" y="13343"/>
                </a:lnTo>
                <a:lnTo>
                  <a:pt x="6335" y="13343"/>
                </a:lnTo>
                <a:lnTo>
                  <a:pt x="6335" y="12557"/>
                </a:lnTo>
                <a:lnTo>
                  <a:pt x="7906" y="12557"/>
                </a:lnTo>
                <a:lnTo>
                  <a:pt x="7906" y="13343"/>
                </a:lnTo>
                <a:lnTo>
                  <a:pt x="8692" y="13343"/>
                </a:lnTo>
                <a:lnTo>
                  <a:pt x="8692" y="11504"/>
                </a:lnTo>
                <a:cubicBezTo>
                  <a:pt x="8692" y="10781"/>
                  <a:pt x="8189" y="10169"/>
                  <a:pt x="7513" y="9995"/>
                </a:cubicBezTo>
                <a:lnTo>
                  <a:pt x="7513" y="9555"/>
                </a:lnTo>
                <a:cubicBezTo>
                  <a:pt x="7513" y="8895"/>
                  <a:pt x="6995" y="8377"/>
                  <a:pt x="6335" y="8377"/>
                </a:cubicBezTo>
                <a:lnTo>
                  <a:pt x="1950" y="8377"/>
                </a:lnTo>
                <a:cubicBezTo>
                  <a:pt x="1746" y="8377"/>
                  <a:pt x="1557" y="8204"/>
                  <a:pt x="1557" y="7984"/>
                </a:cubicBezTo>
                <a:cubicBezTo>
                  <a:pt x="1557" y="7764"/>
                  <a:pt x="1746" y="7591"/>
                  <a:pt x="1950" y="7591"/>
                </a:cubicBezTo>
                <a:lnTo>
                  <a:pt x="3946" y="7591"/>
                </a:lnTo>
                <a:cubicBezTo>
                  <a:pt x="4606" y="7591"/>
                  <a:pt x="5124" y="7072"/>
                  <a:pt x="5124" y="6412"/>
                </a:cubicBezTo>
                <a:lnTo>
                  <a:pt x="5124" y="6035"/>
                </a:lnTo>
                <a:lnTo>
                  <a:pt x="7544" y="6035"/>
                </a:lnTo>
                <a:cubicBezTo>
                  <a:pt x="8597" y="6035"/>
                  <a:pt x="9461" y="5155"/>
                  <a:pt x="9461" y="4103"/>
                </a:cubicBezTo>
                <a:cubicBezTo>
                  <a:pt x="9461" y="3223"/>
                  <a:pt x="8895" y="2484"/>
                  <a:pt x="8095" y="2249"/>
                </a:cubicBezTo>
                <a:cubicBezTo>
                  <a:pt x="7937" y="975"/>
                  <a:pt x="6853" y="1"/>
                  <a:pt x="5549"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3" name="Google Shape;1803;p99"/>
          <p:cNvGrpSpPr/>
          <p:nvPr/>
        </p:nvGrpSpPr>
        <p:grpSpPr>
          <a:xfrm>
            <a:off x="1377966" y="1926615"/>
            <a:ext cx="649488" cy="650209"/>
            <a:chOff x="3149439" y="4026258"/>
            <a:chExt cx="384791" cy="385195"/>
          </a:xfrm>
        </p:grpSpPr>
        <p:sp>
          <p:nvSpPr>
            <p:cNvPr id="1804" name="Google Shape;1804;p99"/>
            <p:cNvSpPr/>
            <p:nvPr/>
          </p:nvSpPr>
          <p:spPr>
            <a:xfrm>
              <a:off x="3285456" y="4173736"/>
              <a:ext cx="67817" cy="90279"/>
            </a:xfrm>
            <a:custGeom>
              <a:avLst/>
              <a:gdLst/>
              <a:ahLst/>
              <a:cxnLst/>
              <a:rect l="l" t="t" r="r" b="b"/>
              <a:pathLst>
                <a:path w="2515" h="3348" extrusionOk="0">
                  <a:moveTo>
                    <a:pt x="1682" y="833"/>
                  </a:moveTo>
                  <a:lnTo>
                    <a:pt x="1682" y="1681"/>
                  </a:lnTo>
                  <a:lnTo>
                    <a:pt x="834" y="1681"/>
                  </a:lnTo>
                  <a:lnTo>
                    <a:pt x="834" y="833"/>
                  </a:lnTo>
                  <a:close/>
                  <a:moveTo>
                    <a:pt x="0" y="1"/>
                  </a:moveTo>
                  <a:lnTo>
                    <a:pt x="0" y="3347"/>
                  </a:lnTo>
                  <a:lnTo>
                    <a:pt x="834" y="3347"/>
                  </a:lnTo>
                  <a:lnTo>
                    <a:pt x="834" y="2515"/>
                  </a:lnTo>
                  <a:lnTo>
                    <a:pt x="1682" y="2515"/>
                  </a:lnTo>
                  <a:lnTo>
                    <a:pt x="1682" y="3347"/>
                  </a:lnTo>
                  <a:lnTo>
                    <a:pt x="2514" y="3347"/>
                  </a:lnTo>
                  <a:lnTo>
                    <a:pt x="251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99"/>
            <p:cNvSpPr/>
            <p:nvPr/>
          </p:nvSpPr>
          <p:spPr>
            <a:xfrm>
              <a:off x="3375712" y="4173736"/>
              <a:ext cx="22489" cy="90279"/>
            </a:xfrm>
            <a:custGeom>
              <a:avLst/>
              <a:gdLst/>
              <a:ahLst/>
              <a:cxnLst/>
              <a:rect l="l" t="t" r="r" b="b"/>
              <a:pathLst>
                <a:path w="834" h="3348" extrusionOk="0">
                  <a:moveTo>
                    <a:pt x="1" y="1"/>
                  </a:moveTo>
                  <a:lnTo>
                    <a:pt x="1" y="3347"/>
                  </a:lnTo>
                  <a:lnTo>
                    <a:pt x="833" y="3347"/>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99"/>
            <p:cNvSpPr/>
            <p:nvPr/>
          </p:nvSpPr>
          <p:spPr>
            <a:xfrm>
              <a:off x="3149439" y="4026258"/>
              <a:ext cx="384791" cy="385195"/>
            </a:xfrm>
            <a:custGeom>
              <a:avLst/>
              <a:gdLst/>
              <a:ahLst/>
              <a:cxnLst/>
              <a:rect l="l" t="t" r="r" b="b"/>
              <a:pathLst>
                <a:path w="14270" h="14285" extrusionOk="0">
                  <a:moveTo>
                    <a:pt x="10481" y="4212"/>
                  </a:moveTo>
                  <a:lnTo>
                    <a:pt x="10481" y="10073"/>
                  </a:lnTo>
                  <a:lnTo>
                    <a:pt x="3787" y="10073"/>
                  </a:lnTo>
                  <a:lnTo>
                    <a:pt x="3787" y="4212"/>
                  </a:lnTo>
                  <a:close/>
                  <a:moveTo>
                    <a:pt x="6726" y="1"/>
                  </a:moveTo>
                  <a:lnTo>
                    <a:pt x="6726" y="3379"/>
                  </a:lnTo>
                  <a:lnTo>
                    <a:pt x="5878" y="3379"/>
                  </a:lnTo>
                  <a:lnTo>
                    <a:pt x="5878" y="849"/>
                  </a:lnTo>
                  <a:lnTo>
                    <a:pt x="5044" y="849"/>
                  </a:lnTo>
                  <a:lnTo>
                    <a:pt x="5044" y="3379"/>
                  </a:lnTo>
                  <a:lnTo>
                    <a:pt x="2955" y="3379"/>
                  </a:lnTo>
                  <a:lnTo>
                    <a:pt x="2955" y="5061"/>
                  </a:lnTo>
                  <a:lnTo>
                    <a:pt x="833" y="5061"/>
                  </a:lnTo>
                  <a:lnTo>
                    <a:pt x="833" y="5893"/>
                  </a:lnTo>
                  <a:lnTo>
                    <a:pt x="2955" y="5893"/>
                  </a:lnTo>
                  <a:lnTo>
                    <a:pt x="2955" y="6727"/>
                  </a:lnTo>
                  <a:lnTo>
                    <a:pt x="0" y="6727"/>
                  </a:lnTo>
                  <a:lnTo>
                    <a:pt x="0" y="7559"/>
                  </a:lnTo>
                  <a:lnTo>
                    <a:pt x="2955" y="7559"/>
                  </a:lnTo>
                  <a:lnTo>
                    <a:pt x="2955" y="8392"/>
                  </a:lnTo>
                  <a:lnTo>
                    <a:pt x="833" y="8392"/>
                  </a:lnTo>
                  <a:lnTo>
                    <a:pt x="833" y="9241"/>
                  </a:lnTo>
                  <a:lnTo>
                    <a:pt x="2955" y="9241"/>
                  </a:lnTo>
                  <a:lnTo>
                    <a:pt x="2955" y="10907"/>
                  </a:lnTo>
                  <a:lnTo>
                    <a:pt x="5044" y="10907"/>
                  </a:lnTo>
                  <a:lnTo>
                    <a:pt x="5044" y="13453"/>
                  </a:lnTo>
                  <a:lnTo>
                    <a:pt x="5878" y="13453"/>
                  </a:lnTo>
                  <a:lnTo>
                    <a:pt x="5878" y="10907"/>
                  </a:lnTo>
                  <a:lnTo>
                    <a:pt x="6726" y="10907"/>
                  </a:lnTo>
                  <a:lnTo>
                    <a:pt x="6726" y="14285"/>
                  </a:lnTo>
                  <a:lnTo>
                    <a:pt x="7558" y="14285"/>
                  </a:lnTo>
                  <a:lnTo>
                    <a:pt x="7558" y="10907"/>
                  </a:lnTo>
                  <a:lnTo>
                    <a:pt x="8392" y="10907"/>
                  </a:lnTo>
                  <a:lnTo>
                    <a:pt x="8392" y="13453"/>
                  </a:lnTo>
                  <a:lnTo>
                    <a:pt x="9224" y="13453"/>
                  </a:lnTo>
                  <a:lnTo>
                    <a:pt x="9224" y="10907"/>
                  </a:lnTo>
                  <a:lnTo>
                    <a:pt x="11315" y="10907"/>
                  </a:lnTo>
                  <a:lnTo>
                    <a:pt x="11315" y="9241"/>
                  </a:lnTo>
                  <a:lnTo>
                    <a:pt x="13436" y="9241"/>
                  </a:lnTo>
                  <a:lnTo>
                    <a:pt x="13436" y="8392"/>
                  </a:lnTo>
                  <a:lnTo>
                    <a:pt x="11315" y="8392"/>
                  </a:lnTo>
                  <a:lnTo>
                    <a:pt x="11315" y="7559"/>
                  </a:lnTo>
                  <a:lnTo>
                    <a:pt x="14269" y="7559"/>
                  </a:lnTo>
                  <a:lnTo>
                    <a:pt x="14269" y="6727"/>
                  </a:lnTo>
                  <a:lnTo>
                    <a:pt x="11315" y="6727"/>
                  </a:lnTo>
                  <a:lnTo>
                    <a:pt x="11315" y="5893"/>
                  </a:lnTo>
                  <a:lnTo>
                    <a:pt x="13436" y="5893"/>
                  </a:lnTo>
                  <a:lnTo>
                    <a:pt x="13436" y="5061"/>
                  </a:lnTo>
                  <a:lnTo>
                    <a:pt x="11315" y="5061"/>
                  </a:lnTo>
                  <a:lnTo>
                    <a:pt x="11315" y="3379"/>
                  </a:lnTo>
                  <a:lnTo>
                    <a:pt x="9224" y="3379"/>
                  </a:lnTo>
                  <a:lnTo>
                    <a:pt x="9224" y="849"/>
                  </a:lnTo>
                  <a:lnTo>
                    <a:pt x="8392" y="849"/>
                  </a:lnTo>
                  <a:lnTo>
                    <a:pt x="8392" y="3379"/>
                  </a:lnTo>
                  <a:lnTo>
                    <a:pt x="7558" y="3379"/>
                  </a:lnTo>
                  <a:lnTo>
                    <a:pt x="755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 name="Google Shape;1807;p99"/>
          <p:cNvGrpSpPr/>
          <p:nvPr/>
        </p:nvGrpSpPr>
        <p:grpSpPr>
          <a:xfrm>
            <a:off x="5192908" y="2015929"/>
            <a:ext cx="649486" cy="496150"/>
            <a:chOff x="4836849" y="2856248"/>
            <a:chExt cx="358931" cy="274207"/>
          </a:xfrm>
        </p:grpSpPr>
        <p:sp>
          <p:nvSpPr>
            <p:cNvPr id="1808" name="Google Shape;1808;p99"/>
            <p:cNvSpPr/>
            <p:nvPr/>
          </p:nvSpPr>
          <p:spPr>
            <a:xfrm>
              <a:off x="4836849" y="2856248"/>
              <a:ext cx="358931" cy="274207"/>
            </a:xfrm>
            <a:custGeom>
              <a:avLst/>
              <a:gdLst/>
              <a:ahLst/>
              <a:cxnLst/>
              <a:rect l="l" t="t" r="r" b="b"/>
              <a:pathLst>
                <a:path w="13311" h="10169" extrusionOk="0">
                  <a:moveTo>
                    <a:pt x="6647" y="2358"/>
                  </a:moveTo>
                  <a:cubicBezTo>
                    <a:pt x="7418" y="2358"/>
                    <a:pt x="8109" y="2688"/>
                    <a:pt x="8707" y="3363"/>
                  </a:cubicBezTo>
                  <a:cubicBezTo>
                    <a:pt x="9036" y="3740"/>
                    <a:pt x="9241" y="4103"/>
                    <a:pt x="9335" y="4306"/>
                  </a:cubicBezTo>
                  <a:cubicBezTo>
                    <a:pt x="9099" y="4778"/>
                    <a:pt x="8219" y="6255"/>
                    <a:pt x="6647" y="6255"/>
                  </a:cubicBezTo>
                  <a:cubicBezTo>
                    <a:pt x="5893" y="6255"/>
                    <a:pt x="5202" y="5909"/>
                    <a:pt x="4604" y="5234"/>
                  </a:cubicBezTo>
                  <a:cubicBezTo>
                    <a:pt x="4275" y="4872"/>
                    <a:pt x="4070" y="4495"/>
                    <a:pt x="3961" y="4306"/>
                  </a:cubicBezTo>
                  <a:cubicBezTo>
                    <a:pt x="4212" y="3820"/>
                    <a:pt x="5092" y="2358"/>
                    <a:pt x="6647" y="2358"/>
                  </a:cubicBezTo>
                  <a:close/>
                  <a:moveTo>
                    <a:pt x="5878" y="771"/>
                  </a:moveTo>
                  <a:cubicBezTo>
                    <a:pt x="6082" y="771"/>
                    <a:pt x="6270" y="960"/>
                    <a:pt x="6270" y="1163"/>
                  </a:cubicBezTo>
                  <a:lnTo>
                    <a:pt x="6270" y="1588"/>
                  </a:lnTo>
                  <a:cubicBezTo>
                    <a:pt x="5422" y="1698"/>
                    <a:pt x="4652" y="2138"/>
                    <a:pt x="3992" y="2877"/>
                  </a:cubicBezTo>
                  <a:cubicBezTo>
                    <a:pt x="3442" y="3505"/>
                    <a:pt x="3190" y="4118"/>
                    <a:pt x="3175" y="4149"/>
                  </a:cubicBezTo>
                  <a:lnTo>
                    <a:pt x="3112" y="4306"/>
                  </a:lnTo>
                  <a:lnTo>
                    <a:pt x="3175" y="4448"/>
                  </a:lnTo>
                  <a:cubicBezTo>
                    <a:pt x="3190" y="4480"/>
                    <a:pt x="3442" y="5108"/>
                    <a:pt x="3992" y="5721"/>
                  </a:cubicBezTo>
                  <a:cubicBezTo>
                    <a:pt x="4652" y="6475"/>
                    <a:pt x="5422" y="6900"/>
                    <a:pt x="6270" y="7009"/>
                  </a:cubicBezTo>
                  <a:lnTo>
                    <a:pt x="6270" y="7826"/>
                  </a:lnTo>
                  <a:lnTo>
                    <a:pt x="2342" y="7826"/>
                  </a:lnTo>
                  <a:lnTo>
                    <a:pt x="2342" y="771"/>
                  </a:lnTo>
                  <a:close/>
                  <a:moveTo>
                    <a:pt x="10969" y="771"/>
                  </a:moveTo>
                  <a:lnTo>
                    <a:pt x="10969" y="7826"/>
                  </a:lnTo>
                  <a:lnTo>
                    <a:pt x="7041" y="7826"/>
                  </a:lnTo>
                  <a:lnTo>
                    <a:pt x="7041" y="7009"/>
                  </a:lnTo>
                  <a:cubicBezTo>
                    <a:pt x="7889" y="6900"/>
                    <a:pt x="8659" y="6475"/>
                    <a:pt x="9304" y="5721"/>
                  </a:cubicBezTo>
                  <a:cubicBezTo>
                    <a:pt x="9853" y="5108"/>
                    <a:pt x="10121" y="4480"/>
                    <a:pt x="10136" y="4448"/>
                  </a:cubicBezTo>
                  <a:lnTo>
                    <a:pt x="10199" y="4306"/>
                  </a:lnTo>
                  <a:lnTo>
                    <a:pt x="10136" y="4149"/>
                  </a:lnTo>
                  <a:cubicBezTo>
                    <a:pt x="10121" y="4118"/>
                    <a:pt x="9853" y="3505"/>
                    <a:pt x="9304" y="2877"/>
                  </a:cubicBezTo>
                  <a:cubicBezTo>
                    <a:pt x="8659" y="2138"/>
                    <a:pt x="7889" y="1698"/>
                    <a:pt x="7041" y="1588"/>
                  </a:cubicBezTo>
                  <a:lnTo>
                    <a:pt x="7041" y="1163"/>
                  </a:lnTo>
                  <a:cubicBezTo>
                    <a:pt x="7041" y="960"/>
                    <a:pt x="7213" y="771"/>
                    <a:pt x="7433" y="771"/>
                  </a:cubicBezTo>
                  <a:close/>
                  <a:moveTo>
                    <a:pt x="1556" y="1557"/>
                  </a:moveTo>
                  <a:lnTo>
                    <a:pt x="1556" y="8597"/>
                  </a:lnTo>
                  <a:lnTo>
                    <a:pt x="6270" y="8597"/>
                  </a:lnTo>
                  <a:lnTo>
                    <a:pt x="6270" y="9383"/>
                  </a:lnTo>
                  <a:lnTo>
                    <a:pt x="770" y="9383"/>
                  </a:lnTo>
                  <a:lnTo>
                    <a:pt x="770" y="1557"/>
                  </a:lnTo>
                  <a:close/>
                  <a:moveTo>
                    <a:pt x="12525" y="1557"/>
                  </a:moveTo>
                  <a:lnTo>
                    <a:pt x="12525" y="9383"/>
                  </a:lnTo>
                  <a:lnTo>
                    <a:pt x="7041" y="9383"/>
                  </a:lnTo>
                  <a:lnTo>
                    <a:pt x="7041" y="8597"/>
                  </a:lnTo>
                  <a:lnTo>
                    <a:pt x="11755" y="8597"/>
                  </a:lnTo>
                  <a:lnTo>
                    <a:pt x="11755" y="1557"/>
                  </a:lnTo>
                  <a:close/>
                  <a:moveTo>
                    <a:pt x="1556" y="0"/>
                  </a:moveTo>
                  <a:lnTo>
                    <a:pt x="1556" y="771"/>
                  </a:lnTo>
                  <a:lnTo>
                    <a:pt x="1" y="771"/>
                  </a:lnTo>
                  <a:lnTo>
                    <a:pt x="1" y="10168"/>
                  </a:lnTo>
                  <a:lnTo>
                    <a:pt x="13310" y="10168"/>
                  </a:lnTo>
                  <a:lnTo>
                    <a:pt x="13310" y="771"/>
                  </a:lnTo>
                  <a:lnTo>
                    <a:pt x="11755" y="771"/>
                  </a:lnTo>
                  <a:lnTo>
                    <a:pt x="11755" y="0"/>
                  </a:lnTo>
                  <a:lnTo>
                    <a:pt x="7433" y="0"/>
                  </a:lnTo>
                  <a:cubicBezTo>
                    <a:pt x="7135" y="0"/>
                    <a:pt x="6867" y="111"/>
                    <a:pt x="6647" y="300"/>
                  </a:cubicBezTo>
                  <a:cubicBezTo>
                    <a:pt x="6444" y="111"/>
                    <a:pt x="6176" y="0"/>
                    <a:pt x="587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99"/>
            <p:cNvSpPr/>
            <p:nvPr/>
          </p:nvSpPr>
          <p:spPr>
            <a:xfrm>
              <a:off x="4984731" y="2940599"/>
              <a:ext cx="63179" cy="63152"/>
            </a:xfrm>
            <a:custGeom>
              <a:avLst/>
              <a:gdLst/>
              <a:ahLst/>
              <a:cxnLst/>
              <a:rect l="l" t="t" r="r" b="b"/>
              <a:pathLst>
                <a:path w="2343" h="2342" extrusionOk="0">
                  <a:moveTo>
                    <a:pt x="1163" y="786"/>
                  </a:moveTo>
                  <a:cubicBezTo>
                    <a:pt x="1383" y="786"/>
                    <a:pt x="1557" y="958"/>
                    <a:pt x="1557" y="1178"/>
                  </a:cubicBezTo>
                  <a:cubicBezTo>
                    <a:pt x="1557" y="1383"/>
                    <a:pt x="1383" y="1555"/>
                    <a:pt x="1163" y="1555"/>
                  </a:cubicBezTo>
                  <a:cubicBezTo>
                    <a:pt x="960" y="1555"/>
                    <a:pt x="786" y="1383"/>
                    <a:pt x="786" y="1178"/>
                  </a:cubicBezTo>
                  <a:cubicBezTo>
                    <a:pt x="786" y="958"/>
                    <a:pt x="960" y="786"/>
                    <a:pt x="1163" y="786"/>
                  </a:cubicBezTo>
                  <a:close/>
                  <a:moveTo>
                    <a:pt x="1163" y="0"/>
                  </a:moveTo>
                  <a:cubicBezTo>
                    <a:pt x="520" y="0"/>
                    <a:pt x="0" y="535"/>
                    <a:pt x="0" y="1178"/>
                  </a:cubicBezTo>
                  <a:cubicBezTo>
                    <a:pt x="0" y="1823"/>
                    <a:pt x="520" y="2341"/>
                    <a:pt x="1163" y="2341"/>
                  </a:cubicBezTo>
                  <a:cubicBezTo>
                    <a:pt x="1808" y="2341"/>
                    <a:pt x="2343" y="1823"/>
                    <a:pt x="2343" y="1178"/>
                  </a:cubicBezTo>
                  <a:cubicBezTo>
                    <a:pt x="2343" y="535"/>
                    <a:pt x="1808" y="0"/>
                    <a:pt x="1163"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 name="Google Shape;1810;p99"/>
          <p:cNvGrpSpPr/>
          <p:nvPr/>
        </p:nvGrpSpPr>
        <p:grpSpPr>
          <a:xfrm>
            <a:off x="7100872" y="1980543"/>
            <a:ext cx="649500" cy="572702"/>
            <a:chOff x="8026491" y="4043624"/>
            <a:chExt cx="397491" cy="350491"/>
          </a:xfrm>
        </p:grpSpPr>
        <p:sp>
          <p:nvSpPr>
            <p:cNvPr id="1811" name="Google Shape;1811;p99"/>
            <p:cNvSpPr/>
            <p:nvPr/>
          </p:nvSpPr>
          <p:spPr>
            <a:xfrm>
              <a:off x="8026491" y="4043624"/>
              <a:ext cx="397491" cy="350491"/>
            </a:xfrm>
            <a:custGeom>
              <a:avLst/>
              <a:gdLst/>
              <a:ahLst/>
              <a:cxnLst/>
              <a:rect l="l" t="t" r="r" b="b"/>
              <a:pathLst>
                <a:path w="14741" h="12998" extrusionOk="0">
                  <a:moveTo>
                    <a:pt x="13877" y="865"/>
                  </a:moveTo>
                  <a:lnTo>
                    <a:pt x="13877" y="3458"/>
                  </a:lnTo>
                  <a:lnTo>
                    <a:pt x="866" y="3458"/>
                  </a:lnTo>
                  <a:lnTo>
                    <a:pt x="866" y="865"/>
                  </a:lnTo>
                  <a:close/>
                  <a:moveTo>
                    <a:pt x="13877" y="4306"/>
                  </a:moveTo>
                  <a:lnTo>
                    <a:pt x="13877" y="12132"/>
                  </a:lnTo>
                  <a:lnTo>
                    <a:pt x="866" y="12132"/>
                  </a:lnTo>
                  <a:lnTo>
                    <a:pt x="866" y="4306"/>
                  </a:lnTo>
                  <a:close/>
                  <a:moveTo>
                    <a:pt x="1" y="1"/>
                  </a:moveTo>
                  <a:lnTo>
                    <a:pt x="1" y="12997"/>
                  </a:lnTo>
                  <a:lnTo>
                    <a:pt x="14741" y="12997"/>
                  </a:lnTo>
                  <a:lnTo>
                    <a:pt x="1474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99"/>
            <p:cNvSpPr/>
            <p:nvPr/>
          </p:nvSpPr>
          <p:spPr>
            <a:xfrm>
              <a:off x="8073116" y="4090248"/>
              <a:ext cx="23352" cy="23352"/>
            </a:xfrm>
            <a:custGeom>
              <a:avLst/>
              <a:gdLst/>
              <a:ahLst/>
              <a:cxnLst/>
              <a:rect l="l" t="t" r="r" b="b"/>
              <a:pathLst>
                <a:path w="866" h="866" extrusionOk="0">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99"/>
            <p:cNvSpPr/>
            <p:nvPr/>
          </p:nvSpPr>
          <p:spPr>
            <a:xfrm>
              <a:off x="8119713" y="4090248"/>
              <a:ext cx="23352" cy="23352"/>
            </a:xfrm>
            <a:custGeom>
              <a:avLst/>
              <a:gdLst/>
              <a:ahLst/>
              <a:cxnLst/>
              <a:rect l="l" t="t" r="r" b="b"/>
              <a:pathLst>
                <a:path w="866" h="866" extrusionOk="0">
                  <a:moveTo>
                    <a:pt x="1" y="0"/>
                  </a:moveTo>
                  <a:lnTo>
                    <a:pt x="1" y="865"/>
                  </a:lnTo>
                  <a:lnTo>
                    <a:pt x="866" y="865"/>
                  </a:lnTo>
                  <a:lnTo>
                    <a:pt x="86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99"/>
            <p:cNvSpPr/>
            <p:nvPr/>
          </p:nvSpPr>
          <p:spPr>
            <a:xfrm>
              <a:off x="8166338" y="4090248"/>
              <a:ext cx="23352" cy="23352"/>
            </a:xfrm>
            <a:custGeom>
              <a:avLst/>
              <a:gdLst/>
              <a:ahLst/>
              <a:cxnLst/>
              <a:rect l="l" t="t" r="r" b="b"/>
              <a:pathLst>
                <a:path w="866" h="866" extrusionOk="0">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99"/>
            <p:cNvSpPr/>
            <p:nvPr/>
          </p:nvSpPr>
          <p:spPr>
            <a:xfrm>
              <a:off x="8190500" y="4230527"/>
              <a:ext cx="69947" cy="69920"/>
            </a:xfrm>
            <a:custGeom>
              <a:avLst/>
              <a:gdLst/>
              <a:ahLst/>
              <a:cxnLst/>
              <a:rect l="l" t="t" r="r" b="b"/>
              <a:pathLst>
                <a:path w="2594" h="2593" extrusionOk="0">
                  <a:moveTo>
                    <a:pt x="1289" y="864"/>
                  </a:moveTo>
                  <a:cubicBezTo>
                    <a:pt x="1525" y="864"/>
                    <a:pt x="1729" y="1053"/>
                    <a:pt x="1729" y="1289"/>
                  </a:cubicBezTo>
                  <a:cubicBezTo>
                    <a:pt x="1729" y="1540"/>
                    <a:pt x="1525" y="1729"/>
                    <a:pt x="1289" y="1729"/>
                  </a:cubicBezTo>
                  <a:cubicBezTo>
                    <a:pt x="1053" y="1729"/>
                    <a:pt x="865" y="1540"/>
                    <a:pt x="865" y="1289"/>
                  </a:cubicBezTo>
                  <a:cubicBezTo>
                    <a:pt x="865" y="1053"/>
                    <a:pt x="1053" y="864"/>
                    <a:pt x="1289" y="864"/>
                  </a:cubicBezTo>
                  <a:close/>
                  <a:moveTo>
                    <a:pt x="1289" y="0"/>
                  </a:moveTo>
                  <a:cubicBezTo>
                    <a:pt x="582" y="0"/>
                    <a:pt x="1" y="581"/>
                    <a:pt x="1" y="1289"/>
                  </a:cubicBezTo>
                  <a:cubicBezTo>
                    <a:pt x="1" y="2012"/>
                    <a:pt x="582" y="2593"/>
                    <a:pt x="1289" y="2593"/>
                  </a:cubicBezTo>
                  <a:cubicBezTo>
                    <a:pt x="2012" y="2593"/>
                    <a:pt x="2593" y="2012"/>
                    <a:pt x="2593" y="1289"/>
                  </a:cubicBezTo>
                  <a:cubicBezTo>
                    <a:pt x="2593" y="581"/>
                    <a:pt x="2012" y="0"/>
                    <a:pt x="128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99"/>
            <p:cNvSpPr/>
            <p:nvPr/>
          </p:nvSpPr>
          <p:spPr>
            <a:xfrm>
              <a:off x="8119713" y="4183902"/>
              <a:ext cx="211513" cy="163165"/>
            </a:xfrm>
            <a:custGeom>
              <a:avLst/>
              <a:gdLst/>
              <a:ahLst/>
              <a:cxnLst/>
              <a:rect l="l" t="t" r="r" b="b"/>
              <a:pathLst>
                <a:path w="7844" h="6051" extrusionOk="0">
                  <a:moveTo>
                    <a:pt x="3914" y="864"/>
                  </a:moveTo>
                  <a:cubicBezTo>
                    <a:pt x="4763" y="864"/>
                    <a:pt x="5532" y="1241"/>
                    <a:pt x="6192" y="1996"/>
                  </a:cubicBezTo>
                  <a:cubicBezTo>
                    <a:pt x="6538" y="2404"/>
                    <a:pt x="6774" y="2798"/>
                    <a:pt x="6884" y="3018"/>
                  </a:cubicBezTo>
                  <a:cubicBezTo>
                    <a:pt x="6617" y="3552"/>
                    <a:pt x="5643" y="5186"/>
                    <a:pt x="3914" y="5186"/>
                  </a:cubicBezTo>
                  <a:cubicBezTo>
                    <a:pt x="3066" y="5186"/>
                    <a:pt x="2312" y="4809"/>
                    <a:pt x="1635" y="4055"/>
                  </a:cubicBezTo>
                  <a:cubicBezTo>
                    <a:pt x="1289" y="3646"/>
                    <a:pt x="1054" y="3238"/>
                    <a:pt x="944" y="3018"/>
                  </a:cubicBezTo>
                  <a:cubicBezTo>
                    <a:pt x="1212" y="2499"/>
                    <a:pt x="2186" y="864"/>
                    <a:pt x="3914" y="864"/>
                  </a:cubicBezTo>
                  <a:close/>
                  <a:moveTo>
                    <a:pt x="3914" y="1"/>
                  </a:moveTo>
                  <a:cubicBezTo>
                    <a:pt x="2814" y="1"/>
                    <a:pt x="1809" y="504"/>
                    <a:pt x="975" y="1446"/>
                  </a:cubicBezTo>
                  <a:cubicBezTo>
                    <a:pt x="378" y="2138"/>
                    <a:pt x="80" y="2829"/>
                    <a:pt x="64" y="2861"/>
                  </a:cubicBezTo>
                  <a:lnTo>
                    <a:pt x="1" y="3018"/>
                  </a:lnTo>
                  <a:lnTo>
                    <a:pt x="64" y="3190"/>
                  </a:lnTo>
                  <a:cubicBezTo>
                    <a:pt x="80" y="3222"/>
                    <a:pt x="378" y="3913"/>
                    <a:pt x="975" y="4604"/>
                  </a:cubicBezTo>
                  <a:cubicBezTo>
                    <a:pt x="1809" y="5547"/>
                    <a:pt x="2814" y="6050"/>
                    <a:pt x="3914" y="6050"/>
                  </a:cubicBezTo>
                  <a:cubicBezTo>
                    <a:pt x="5014" y="6050"/>
                    <a:pt x="6035" y="5547"/>
                    <a:pt x="6852" y="4604"/>
                  </a:cubicBezTo>
                  <a:cubicBezTo>
                    <a:pt x="7466" y="3913"/>
                    <a:pt x="7749" y="3222"/>
                    <a:pt x="7764" y="3190"/>
                  </a:cubicBezTo>
                  <a:lnTo>
                    <a:pt x="7843" y="3018"/>
                  </a:lnTo>
                  <a:lnTo>
                    <a:pt x="7764" y="2861"/>
                  </a:lnTo>
                  <a:cubicBezTo>
                    <a:pt x="7749" y="2829"/>
                    <a:pt x="7466" y="2138"/>
                    <a:pt x="6852" y="1446"/>
                  </a:cubicBezTo>
                  <a:cubicBezTo>
                    <a:pt x="6035" y="504"/>
                    <a:pt x="5014" y="1"/>
                    <a:pt x="3914"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778"/>
                                        </p:tgtEl>
                                        <p:attrNameLst>
                                          <p:attrName>style.visibility</p:attrName>
                                        </p:attrNameLst>
                                      </p:cBhvr>
                                      <p:to>
                                        <p:strVal val="visible"/>
                                      </p:to>
                                    </p:set>
                                    <p:anim calcmode="lin" valueType="num">
                                      <p:cBhvr additive="base">
                                        <p:cTn id="7" dur="1000"/>
                                        <p:tgtEl>
                                          <p:spTgt spid="1778"/>
                                        </p:tgtEl>
                                        <p:attrNameLst>
                                          <p:attrName>ppt_x</p:attrName>
                                        </p:attrNameLst>
                                      </p:cBhvr>
                                      <p:tavLst>
                                        <p:tav tm="0">
                                          <p:val>
                                            <p:strVal val="#ppt_x-1"/>
                                          </p:val>
                                        </p:tav>
                                        <p:tav tm="100000">
                                          <p:val>
                                            <p:strVal val="#ppt_x"/>
                                          </p:val>
                                        </p:tav>
                                      </p:tavLst>
                                    </p:anim>
                                  </p:childTnLst>
                                </p:cTn>
                              </p:par>
                            </p:childTnLst>
                          </p:cTn>
                        </p:par>
                        <p:par>
                          <p:cTn id="8" fill="hold">
                            <p:stCondLst>
                              <p:cond delay="1000"/>
                            </p:stCondLst>
                            <p:childTnLst>
                              <p:par>
                                <p:cTn id="9" presetID="2" presetClass="entr" presetSubtype="2" fill="hold" nodeType="afterEffect">
                                  <p:stCondLst>
                                    <p:cond delay="0"/>
                                  </p:stCondLst>
                                  <p:childTnLst>
                                    <p:set>
                                      <p:cBhvr>
                                        <p:cTn id="10" dur="1" fill="hold">
                                          <p:stCondLst>
                                            <p:cond delay="0"/>
                                          </p:stCondLst>
                                        </p:cTn>
                                        <p:tgtEl>
                                          <p:spTgt spid="1777"/>
                                        </p:tgtEl>
                                        <p:attrNameLst>
                                          <p:attrName>style.visibility</p:attrName>
                                        </p:attrNameLst>
                                      </p:cBhvr>
                                      <p:to>
                                        <p:strVal val="visible"/>
                                      </p:to>
                                    </p:set>
                                    <p:anim calcmode="lin" valueType="num">
                                      <p:cBhvr additive="base">
                                        <p:cTn id="11" dur="1000"/>
                                        <p:tgtEl>
                                          <p:spTgt spid="1777"/>
                                        </p:tgtEl>
                                        <p:attrNameLst>
                                          <p:attrName>ppt_x</p:attrName>
                                        </p:attrNameLst>
                                      </p:cBhvr>
                                      <p:tavLst>
                                        <p:tav tm="0">
                                          <p:val>
                                            <p:strVal val="#ppt_x+1"/>
                                          </p:val>
                                        </p:tav>
                                        <p:tav tm="100000">
                                          <p:val>
                                            <p:strVal val="#ppt_x"/>
                                          </p:val>
                                        </p:tav>
                                      </p:tavLst>
                                    </p:anim>
                                  </p:childTnLst>
                                </p:cTn>
                              </p:par>
                            </p:childTnLst>
                          </p:cTn>
                        </p:par>
                        <p:par>
                          <p:cTn id="12" fill="hold">
                            <p:stCondLst>
                              <p:cond delay="2000"/>
                            </p:stCondLst>
                            <p:childTnLst>
                              <p:par>
                                <p:cTn id="13" presetID="2" presetClass="entr" presetSubtype="2" fill="hold" nodeType="afterEffect">
                                  <p:stCondLst>
                                    <p:cond delay="0"/>
                                  </p:stCondLst>
                                  <p:childTnLst>
                                    <p:set>
                                      <p:cBhvr>
                                        <p:cTn id="14" dur="1" fill="hold">
                                          <p:stCondLst>
                                            <p:cond delay="0"/>
                                          </p:stCondLst>
                                        </p:cTn>
                                        <p:tgtEl>
                                          <p:spTgt spid="1798"/>
                                        </p:tgtEl>
                                        <p:attrNameLst>
                                          <p:attrName>style.visibility</p:attrName>
                                        </p:attrNameLst>
                                      </p:cBhvr>
                                      <p:to>
                                        <p:strVal val="visible"/>
                                      </p:to>
                                    </p:set>
                                    <p:anim calcmode="lin" valueType="num">
                                      <p:cBhvr additive="base">
                                        <p:cTn id="15" dur="1000"/>
                                        <p:tgtEl>
                                          <p:spTgt spid="1798"/>
                                        </p:tgtEl>
                                        <p:attrNameLst>
                                          <p:attrName>ppt_x</p:attrName>
                                        </p:attrNameLst>
                                      </p:cBhvr>
                                      <p:tavLst>
                                        <p:tav tm="0">
                                          <p:val>
                                            <p:strVal val="#ppt_x+1"/>
                                          </p:val>
                                        </p:tav>
                                        <p:tav tm="100000">
                                          <p:val>
                                            <p:strVal val="#ppt_x"/>
                                          </p:val>
                                        </p:tav>
                                      </p:tavLst>
                                    </p:anim>
                                  </p:childTnLst>
                                </p:cTn>
                              </p:par>
                            </p:childTnLst>
                          </p:cTn>
                        </p:par>
                        <p:par>
                          <p:cTn id="16" fill="hold">
                            <p:stCondLst>
                              <p:cond delay="3000"/>
                            </p:stCondLst>
                            <p:childTnLst>
                              <p:par>
                                <p:cTn id="17" presetID="2" presetClass="entr" presetSubtype="2" fill="hold" nodeType="afterEffect">
                                  <p:stCondLst>
                                    <p:cond delay="0"/>
                                  </p:stCondLst>
                                  <p:childTnLst>
                                    <p:set>
                                      <p:cBhvr>
                                        <p:cTn id="18" dur="1" fill="hold">
                                          <p:stCondLst>
                                            <p:cond delay="0"/>
                                          </p:stCondLst>
                                        </p:cTn>
                                        <p:tgtEl>
                                          <p:spTgt spid="1799"/>
                                        </p:tgtEl>
                                        <p:attrNameLst>
                                          <p:attrName>style.visibility</p:attrName>
                                        </p:attrNameLst>
                                      </p:cBhvr>
                                      <p:to>
                                        <p:strVal val="visible"/>
                                      </p:to>
                                    </p:set>
                                    <p:anim calcmode="lin" valueType="num">
                                      <p:cBhvr additive="base">
                                        <p:cTn id="19" dur="1000"/>
                                        <p:tgtEl>
                                          <p:spTgt spid="1799"/>
                                        </p:tgtEl>
                                        <p:attrNameLst>
                                          <p:attrName>ppt_x</p:attrName>
                                        </p:attrNameLst>
                                      </p:cBhvr>
                                      <p:tavLst>
                                        <p:tav tm="0">
                                          <p:val>
                                            <p:strVal val="#ppt_x+1"/>
                                          </p:val>
                                        </p:tav>
                                        <p:tav tm="100000">
                                          <p:val>
                                            <p:strVal val="#ppt_x"/>
                                          </p:val>
                                        </p:tav>
                                      </p:tavLst>
                                    </p:anim>
                                  </p:childTnLst>
                                </p:cTn>
                              </p:par>
                            </p:childTnLst>
                          </p:cTn>
                        </p:par>
                        <p:par>
                          <p:cTn id="20" fill="hold">
                            <p:stCondLst>
                              <p:cond delay="4000"/>
                            </p:stCondLst>
                            <p:childTnLst>
                              <p:par>
                                <p:cTn id="21" presetID="2" presetClass="entr" presetSubtype="2" fill="hold" nodeType="afterEffect">
                                  <p:stCondLst>
                                    <p:cond delay="0"/>
                                  </p:stCondLst>
                                  <p:childTnLst>
                                    <p:set>
                                      <p:cBhvr>
                                        <p:cTn id="22" dur="1" fill="hold">
                                          <p:stCondLst>
                                            <p:cond delay="0"/>
                                          </p:stCondLst>
                                        </p:cTn>
                                        <p:tgtEl>
                                          <p:spTgt spid="1800"/>
                                        </p:tgtEl>
                                        <p:attrNameLst>
                                          <p:attrName>style.visibility</p:attrName>
                                        </p:attrNameLst>
                                      </p:cBhvr>
                                      <p:to>
                                        <p:strVal val="visible"/>
                                      </p:to>
                                    </p:set>
                                    <p:anim calcmode="lin" valueType="num">
                                      <p:cBhvr additive="base">
                                        <p:cTn id="23" dur="1000"/>
                                        <p:tgtEl>
                                          <p:spTgt spid="1800"/>
                                        </p:tgtEl>
                                        <p:attrNameLst>
                                          <p:attrName>ppt_x</p:attrName>
                                        </p:attrNameLst>
                                      </p:cBhvr>
                                      <p:tavLst>
                                        <p:tav tm="0">
                                          <p:val>
                                            <p:strVal val="#ppt_x+1"/>
                                          </p:val>
                                        </p:tav>
                                        <p:tav tm="100000">
                                          <p:val>
                                            <p:strVal val="#ppt_x"/>
                                          </p:val>
                                        </p:tav>
                                      </p:tavLst>
                                    </p:anim>
                                  </p:childTnLst>
                                </p:cTn>
                              </p:par>
                            </p:childTnLst>
                          </p:cTn>
                        </p:par>
                        <p:par>
                          <p:cTn id="24" fill="hold">
                            <p:stCondLst>
                              <p:cond delay="5000"/>
                            </p:stCondLst>
                            <p:childTnLst>
                              <p:par>
                                <p:cTn id="25" presetID="2" presetClass="entr" presetSubtype="2" fill="hold" nodeType="afterEffect">
                                  <p:stCondLst>
                                    <p:cond delay="0"/>
                                  </p:stCondLst>
                                  <p:childTnLst>
                                    <p:set>
                                      <p:cBhvr>
                                        <p:cTn id="26" dur="1" fill="hold">
                                          <p:stCondLst>
                                            <p:cond delay="0"/>
                                          </p:stCondLst>
                                        </p:cTn>
                                        <p:tgtEl>
                                          <p:spTgt spid="1801"/>
                                        </p:tgtEl>
                                        <p:attrNameLst>
                                          <p:attrName>style.visibility</p:attrName>
                                        </p:attrNameLst>
                                      </p:cBhvr>
                                      <p:to>
                                        <p:strVal val="visible"/>
                                      </p:to>
                                    </p:set>
                                    <p:anim calcmode="lin" valueType="num">
                                      <p:cBhvr additive="base">
                                        <p:cTn id="27" dur="1000"/>
                                        <p:tgtEl>
                                          <p:spTgt spid="1801"/>
                                        </p:tgtEl>
                                        <p:attrNameLst>
                                          <p:attrName>ppt_x</p:attrName>
                                        </p:attrNameLst>
                                      </p:cBhvr>
                                      <p:tavLst>
                                        <p:tav tm="0">
                                          <p:val>
                                            <p:strVal val="#ppt_x+1"/>
                                          </p:val>
                                        </p:tav>
                                        <p:tav tm="100000">
                                          <p:val>
                                            <p:strVal val="#ppt_x"/>
                                          </p:val>
                                        </p:tav>
                                      </p:tavLst>
                                    </p:anim>
                                  </p:childTnLst>
                                </p:cTn>
                              </p:par>
                            </p:childTnLst>
                          </p:cTn>
                        </p:par>
                        <p:par>
                          <p:cTn id="28" fill="hold">
                            <p:stCondLst>
                              <p:cond delay="6000"/>
                            </p:stCondLst>
                            <p:childTnLst>
                              <p:par>
                                <p:cTn id="29" presetID="2" presetClass="entr" presetSubtype="2" fill="hold" nodeType="afterEffect">
                                  <p:stCondLst>
                                    <p:cond delay="0"/>
                                  </p:stCondLst>
                                  <p:childTnLst>
                                    <p:set>
                                      <p:cBhvr>
                                        <p:cTn id="30" dur="1" fill="hold">
                                          <p:stCondLst>
                                            <p:cond delay="0"/>
                                          </p:stCondLst>
                                        </p:cTn>
                                        <p:tgtEl>
                                          <p:spTgt spid="1776"/>
                                        </p:tgtEl>
                                        <p:attrNameLst>
                                          <p:attrName>style.visibility</p:attrName>
                                        </p:attrNameLst>
                                      </p:cBhvr>
                                      <p:to>
                                        <p:strVal val="visible"/>
                                      </p:to>
                                    </p:set>
                                    <p:anim calcmode="lin" valueType="num">
                                      <p:cBhvr additive="base">
                                        <p:cTn id="31" dur="1000"/>
                                        <p:tgtEl>
                                          <p:spTgt spid="1776"/>
                                        </p:tgtEl>
                                        <p:attrNameLst>
                                          <p:attrName>ppt_x</p:attrName>
                                        </p:attrNameLst>
                                      </p:cBhvr>
                                      <p:tavLst>
                                        <p:tav tm="0">
                                          <p:val>
                                            <p:strVal val="#ppt_x+1"/>
                                          </p:val>
                                        </p:tav>
                                        <p:tav tm="100000">
                                          <p:val>
                                            <p:strVal val="#ppt_x"/>
                                          </p:val>
                                        </p:tav>
                                      </p:tavLst>
                                    </p:anim>
                                  </p:childTnLst>
                                </p:cTn>
                              </p:par>
                              <p:par>
                                <p:cTn id="32" presetID="2" presetClass="entr" presetSubtype="2" fill="hold" nodeType="withEffect">
                                  <p:stCondLst>
                                    <p:cond delay="0"/>
                                  </p:stCondLst>
                                  <p:childTnLst>
                                    <p:set>
                                      <p:cBhvr>
                                        <p:cTn id="33" dur="1" fill="hold">
                                          <p:stCondLst>
                                            <p:cond delay="0"/>
                                          </p:stCondLst>
                                        </p:cTn>
                                        <p:tgtEl>
                                          <p:spTgt spid="1803"/>
                                        </p:tgtEl>
                                        <p:attrNameLst>
                                          <p:attrName>style.visibility</p:attrName>
                                        </p:attrNameLst>
                                      </p:cBhvr>
                                      <p:to>
                                        <p:strVal val="visible"/>
                                      </p:to>
                                    </p:set>
                                    <p:anim calcmode="lin" valueType="num">
                                      <p:cBhvr additive="base">
                                        <p:cTn id="34" dur="1000"/>
                                        <p:tgtEl>
                                          <p:spTgt spid="1803"/>
                                        </p:tgtEl>
                                        <p:attrNameLst>
                                          <p:attrName>ppt_x</p:attrName>
                                        </p:attrNameLst>
                                      </p:cBhvr>
                                      <p:tavLst>
                                        <p:tav tm="0">
                                          <p:val>
                                            <p:strVal val="#ppt_x+1"/>
                                          </p:val>
                                        </p:tav>
                                        <p:tav tm="100000">
                                          <p:val>
                                            <p:strVal val="#ppt_x"/>
                                          </p:val>
                                        </p:tav>
                                      </p:tavLst>
                                    </p:anim>
                                  </p:childTnLst>
                                </p:cTn>
                              </p:par>
                              <p:par>
                                <p:cTn id="35" presetID="2" presetClass="entr" presetSubtype="2" fill="hold" nodeType="withEffect">
                                  <p:stCondLst>
                                    <p:cond delay="0"/>
                                  </p:stCondLst>
                                  <p:childTnLst>
                                    <p:set>
                                      <p:cBhvr>
                                        <p:cTn id="36" dur="1" fill="hold">
                                          <p:stCondLst>
                                            <p:cond delay="0"/>
                                          </p:stCondLst>
                                        </p:cTn>
                                        <p:tgtEl>
                                          <p:spTgt spid="1802"/>
                                        </p:tgtEl>
                                        <p:attrNameLst>
                                          <p:attrName>style.visibility</p:attrName>
                                        </p:attrNameLst>
                                      </p:cBhvr>
                                      <p:to>
                                        <p:strVal val="visible"/>
                                      </p:to>
                                    </p:set>
                                    <p:anim calcmode="lin" valueType="num">
                                      <p:cBhvr additive="base">
                                        <p:cTn id="37" dur="1000"/>
                                        <p:tgtEl>
                                          <p:spTgt spid="1802"/>
                                        </p:tgtEl>
                                        <p:attrNameLst>
                                          <p:attrName>ppt_x</p:attrName>
                                        </p:attrNameLst>
                                      </p:cBhvr>
                                      <p:tavLst>
                                        <p:tav tm="0">
                                          <p:val>
                                            <p:strVal val="#ppt_x+1"/>
                                          </p:val>
                                        </p:tav>
                                        <p:tav tm="100000">
                                          <p:val>
                                            <p:strVal val="#ppt_x"/>
                                          </p:val>
                                        </p:tav>
                                      </p:tavLst>
                                    </p:anim>
                                  </p:childTnLst>
                                </p:cTn>
                              </p:par>
                              <p:par>
                                <p:cTn id="38" presetID="2" presetClass="entr" presetSubtype="2" fill="hold" nodeType="withEffect">
                                  <p:stCondLst>
                                    <p:cond delay="0"/>
                                  </p:stCondLst>
                                  <p:childTnLst>
                                    <p:set>
                                      <p:cBhvr>
                                        <p:cTn id="39" dur="1" fill="hold">
                                          <p:stCondLst>
                                            <p:cond delay="0"/>
                                          </p:stCondLst>
                                        </p:cTn>
                                        <p:tgtEl>
                                          <p:spTgt spid="1807"/>
                                        </p:tgtEl>
                                        <p:attrNameLst>
                                          <p:attrName>style.visibility</p:attrName>
                                        </p:attrNameLst>
                                      </p:cBhvr>
                                      <p:to>
                                        <p:strVal val="visible"/>
                                      </p:to>
                                    </p:set>
                                    <p:anim calcmode="lin" valueType="num">
                                      <p:cBhvr additive="base">
                                        <p:cTn id="40" dur="1000"/>
                                        <p:tgtEl>
                                          <p:spTgt spid="1807"/>
                                        </p:tgtEl>
                                        <p:attrNameLst>
                                          <p:attrName>ppt_x</p:attrName>
                                        </p:attrNameLst>
                                      </p:cBhvr>
                                      <p:tavLst>
                                        <p:tav tm="0">
                                          <p:val>
                                            <p:strVal val="#ppt_x+1"/>
                                          </p:val>
                                        </p:tav>
                                        <p:tav tm="100000">
                                          <p:val>
                                            <p:strVal val="#ppt_x"/>
                                          </p:val>
                                        </p:tav>
                                      </p:tavLst>
                                    </p:anim>
                                  </p:childTnLst>
                                </p:cTn>
                              </p:par>
                              <p:par>
                                <p:cTn id="41" presetID="2" presetClass="entr" presetSubtype="2" fill="hold" nodeType="withEffect">
                                  <p:stCondLst>
                                    <p:cond delay="0"/>
                                  </p:stCondLst>
                                  <p:childTnLst>
                                    <p:set>
                                      <p:cBhvr>
                                        <p:cTn id="42" dur="1" fill="hold">
                                          <p:stCondLst>
                                            <p:cond delay="0"/>
                                          </p:stCondLst>
                                        </p:cTn>
                                        <p:tgtEl>
                                          <p:spTgt spid="1810"/>
                                        </p:tgtEl>
                                        <p:attrNameLst>
                                          <p:attrName>style.visibility</p:attrName>
                                        </p:attrNameLst>
                                      </p:cBhvr>
                                      <p:to>
                                        <p:strVal val="visible"/>
                                      </p:to>
                                    </p:set>
                                    <p:anim calcmode="lin" valueType="num">
                                      <p:cBhvr additive="base">
                                        <p:cTn id="43" dur="1000"/>
                                        <p:tgtEl>
                                          <p:spTgt spid="1810"/>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show="0">
  <p:cSld>
    <p:spTree>
      <p:nvGrpSpPr>
        <p:cNvPr id="1" name="Shape 1820"/>
        <p:cNvGrpSpPr/>
        <p:nvPr/>
      </p:nvGrpSpPr>
      <p:grpSpPr>
        <a:xfrm>
          <a:off x="0" y="0"/>
          <a:ext cx="0" cy="0"/>
          <a:chOff x="0" y="0"/>
          <a:chExt cx="0" cy="0"/>
        </a:xfrm>
      </p:grpSpPr>
      <p:sp>
        <p:nvSpPr>
          <p:cNvPr id="1821" name="Google Shape;1821;p10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EVOLUTION</a:t>
            </a:r>
            <a:endParaRPr/>
          </a:p>
        </p:txBody>
      </p:sp>
      <p:sp>
        <p:nvSpPr>
          <p:cNvPr id="1822" name="Google Shape;1822;p100"/>
          <p:cNvSpPr txBox="1"/>
          <p:nvPr/>
        </p:nvSpPr>
        <p:spPr>
          <a:xfrm>
            <a:off x="720000" y="2995525"/>
            <a:ext cx="18924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2018</a:t>
            </a:r>
            <a:endParaRPr sz="1800">
              <a:solidFill>
                <a:schemeClr val="dk1"/>
              </a:solidFill>
              <a:latin typeface="Orbitron Black"/>
              <a:ea typeface="Orbitron Black"/>
              <a:cs typeface="Orbitron Black"/>
              <a:sym typeface="Orbitron Black"/>
            </a:endParaRPr>
          </a:p>
        </p:txBody>
      </p:sp>
      <p:sp>
        <p:nvSpPr>
          <p:cNvPr id="1823" name="Google Shape;1823;p100"/>
          <p:cNvSpPr txBox="1"/>
          <p:nvPr/>
        </p:nvSpPr>
        <p:spPr>
          <a:xfrm>
            <a:off x="4602467" y="2995525"/>
            <a:ext cx="18924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2020</a:t>
            </a:r>
            <a:endParaRPr sz="1800">
              <a:solidFill>
                <a:schemeClr val="dk1"/>
              </a:solidFill>
              <a:latin typeface="Orbitron Black"/>
              <a:ea typeface="Orbitron Black"/>
              <a:cs typeface="Orbitron Black"/>
              <a:sym typeface="Orbitron Black"/>
            </a:endParaRPr>
          </a:p>
        </p:txBody>
      </p:sp>
      <p:sp>
        <p:nvSpPr>
          <p:cNvPr id="1824" name="Google Shape;1824;p100"/>
          <p:cNvSpPr txBox="1"/>
          <p:nvPr/>
        </p:nvSpPr>
        <p:spPr>
          <a:xfrm>
            <a:off x="720000" y="3390550"/>
            <a:ext cx="1892400" cy="66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825" name="Google Shape;1825;p100"/>
          <p:cNvSpPr txBox="1"/>
          <p:nvPr/>
        </p:nvSpPr>
        <p:spPr>
          <a:xfrm>
            <a:off x="4602367" y="3390550"/>
            <a:ext cx="1892400" cy="66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cxnSp>
        <p:nvCxnSpPr>
          <p:cNvPr id="1826" name="Google Shape;1826;p100"/>
          <p:cNvCxnSpPr>
            <a:stCxn id="1822" idx="0"/>
            <a:endCxn id="1827" idx="2"/>
          </p:cNvCxnSpPr>
          <p:nvPr/>
        </p:nvCxnSpPr>
        <p:spPr>
          <a:xfrm rot="-5400000">
            <a:off x="2512350" y="1900375"/>
            <a:ext cx="249000" cy="1941300"/>
          </a:xfrm>
          <a:prstGeom prst="bentConnector3">
            <a:avLst>
              <a:gd name="adj1" fmla="val 50014"/>
            </a:avLst>
          </a:prstGeom>
          <a:noFill/>
          <a:ln w="9525" cap="flat" cmpd="sng">
            <a:solidFill>
              <a:schemeClr val="accent1"/>
            </a:solidFill>
            <a:prstDash val="solid"/>
            <a:round/>
            <a:headEnd type="none" w="med" len="med"/>
            <a:tailEnd type="none" w="med" len="med"/>
          </a:ln>
        </p:spPr>
      </p:cxnSp>
      <p:cxnSp>
        <p:nvCxnSpPr>
          <p:cNvPr id="1828" name="Google Shape;1828;p100"/>
          <p:cNvCxnSpPr>
            <a:stCxn id="1827" idx="2"/>
            <a:endCxn id="1823" idx="0"/>
          </p:cNvCxnSpPr>
          <p:nvPr/>
        </p:nvCxnSpPr>
        <p:spPr>
          <a:xfrm rot="-5400000" flipH="1">
            <a:off x="4453583" y="1900308"/>
            <a:ext cx="249000" cy="1941300"/>
          </a:xfrm>
          <a:prstGeom prst="bentConnector3">
            <a:avLst>
              <a:gd name="adj1" fmla="val 50014"/>
            </a:avLst>
          </a:prstGeom>
          <a:noFill/>
          <a:ln w="9525" cap="flat" cmpd="sng">
            <a:solidFill>
              <a:schemeClr val="accent1"/>
            </a:solidFill>
            <a:prstDash val="solid"/>
            <a:round/>
            <a:headEnd type="none" w="med" len="med"/>
            <a:tailEnd type="none" w="med" len="med"/>
          </a:ln>
        </p:spPr>
      </p:cxnSp>
      <p:cxnSp>
        <p:nvCxnSpPr>
          <p:cNvPr id="1829" name="Google Shape;1829;p100"/>
          <p:cNvCxnSpPr>
            <a:stCxn id="1823" idx="0"/>
            <a:endCxn id="1830" idx="2"/>
          </p:cNvCxnSpPr>
          <p:nvPr/>
        </p:nvCxnSpPr>
        <p:spPr>
          <a:xfrm rot="-5400000">
            <a:off x="6394817" y="1900375"/>
            <a:ext cx="249000" cy="1941300"/>
          </a:xfrm>
          <a:prstGeom prst="bentConnector3">
            <a:avLst>
              <a:gd name="adj1" fmla="val 50014"/>
            </a:avLst>
          </a:prstGeom>
          <a:noFill/>
          <a:ln w="9525" cap="flat" cmpd="sng">
            <a:solidFill>
              <a:schemeClr val="accent1"/>
            </a:solidFill>
            <a:prstDash val="solid"/>
            <a:round/>
            <a:headEnd type="none" w="med" len="med"/>
            <a:tailEnd type="none" w="med" len="med"/>
          </a:ln>
        </p:spPr>
      </p:cxnSp>
      <p:sp>
        <p:nvSpPr>
          <p:cNvPr id="1827" name="Google Shape;1827;p100"/>
          <p:cNvSpPr txBox="1"/>
          <p:nvPr/>
        </p:nvSpPr>
        <p:spPr>
          <a:xfrm>
            <a:off x="2661233" y="2380458"/>
            <a:ext cx="18924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2019</a:t>
            </a:r>
            <a:endParaRPr sz="1800">
              <a:solidFill>
                <a:schemeClr val="dk1"/>
              </a:solidFill>
              <a:latin typeface="Orbitron Black"/>
              <a:ea typeface="Orbitron Black"/>
              <a:cs typeface="Orbitron Black"/>
              <a:sym typeface="Orbitron Black"/>
            </a:endParaRPr>
          </a:p>
        </p:txBody>
      </p:sp>
      <p:sp>
        <p:nvSpPr>
          <p:cNvPr id="1830" name="Google Shape;1830;p100"/>
          <p:cNvSpPr txBox="1"/>
          <p:nvPr/>
        </p:nvSpPr>
        <p:spPr>
          <a:xfrm>
            <a:off x="6543700" y="2380458"/>
            <a:ext cx="1892400" cy="366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2021</a:t>
            </a:r>
            <a:endParaRPr sz="1800">
              <a:solidFill>
                <a:schemeClr val="dk1"/>
              </a:solidFill>
              <a:latin typeface="Orbitron Black"/>
              <a:ea typeface="Orbitron Black"/>
              <a:cs typeface="Orbitron Black"/>
              <a:sym typeface="Orbitron Black"/>
            </a:endParaRPr>
          </a:p>
        </p:txBody>
      </p:sp>
      <p:sp>
        <p:nvSpPr>
          <p:cNvPr id="1831" name="Google Shape;1831;p100"/>
          <p:cNvSpPr txBox="1"/>
          <p:nvPr/>
        </p:nvSpPr>
        <p:spPr>
          <a:xfrm>
            <a:off x="2661183" y="1697341"/>
            <a:ext cx="1892400" cy="66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Neptune is the farthest planet from the Sun</a:t>
            </a:r>
            <a:endParaRPr>
              <a:solidFill>
                <a:schemeClr val="dk1"/>
              </a:solidFill>
              <a:latin typeface="Darker Grotesque"/>
              <a:ea typeface="Darker Grotesque"/>
              <a:cs typeface="Darker Grotesque"/>
              <a:sym typeface="Darker Grotesque"/>
            </a:endParaRPr>
          </a:p>
        </p:txBody>
      </p:sp>
      <p:sp>
        <p:nvSpPr>
          <p:cNvPr id="1832" name="Google Shape;1832;p100"/>
          <p:cNvSpPr txBox="1"/>
          <p:nvPr/>
        </p:nvSpPr>
        <p:spPr>
          <a:xfrm>
            <a:off x="6543550" y="1697341"/>
            <a:ext cx="1892400" cy="66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grpSp>
        <p:nvGrpSpPr>
          <p:cNvPr id="1833" name="Google Shape;1833;p100"/>
          <p:cNvGrpSpPr/>
          <p:nvPr/>
        </p:nvGrpSpPr>
        <p:grpSpPr>
          <a:xfrm>
            <a:off x="3160705" y="2746445"/>
            <a:ext cx="898500" cy="1201650"/>
            <a:chOff x="3160705" y="2746445"/>
            <a:chExt cx="898500" cy="1201650"/>
          </a:xfrm>
        </p:grpSpPr>
        <p:sp>
          <p:nvSpPr>
            <p:cNvPr id="1834" name="Google Shape;1834;p100"/>
            <p:cNvSpPr/>
            <p:nvPr/>
          </p:nvSpPr>
          <p:spPr>
            <a:xfrm rot="10800000" flipH="1">
              <a:off x="3160705" y="3049595"/>
              <a:ext cx="898500" cy="898500"/>
            </a:xfrm>
            <a:prstGeom prst="arc">
              <a:avLst>
                <a:gd name="adj1" fmla="val 91228"/>
                <a:gd name="adj2" fmla="val 10847469"/>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100"/>
            <p:cNvCxnSpPr>
              <a:endCxn id="1834" idx="1"/>
            </p:cNvCxnSpPr>
            <p:nvPr/>
          </p:nvCxnSpPr>
          <p:spPr>
            <a:xfrm rot="-5400000" flipH="1">
              <a:off x="3232555" y="3121445"/>
              <a:ext cx="752400" cy="2400"/>
            </a:xfrm>
            <a:prstGeom prst="bentConnector3">
              <a:avLst>
                <a:gd name="adj1" fmla="val 100193"/>
              </a:avLst>
            </a:prstGeom>
            <a:noFill/>
            <a:ln w="9525" cap="flat" cmpd="sng">
              <a:solidFill>
                <a:schemeClr val="accent1"/>
              </a:solidFill>
              <a:prstDash val="solid"/>
              <a:round/>
              <a:headEnd type="none" w="med" len="med"/>
              <a:tailEnd type="none" w="med" len="med"/>
            </a:ln>
          </p:spPr>
        </p:cxnSp>
        <p:sp>
          <p:nvSpPr>
            <p:cNvPr id="1836" name="Google Shape;1836;p100"/>
            <p:cNvSpPr/>
            <p:nvPr/>
          </p:nvSpPr>
          <p:spPr>
            <a:xfrm>
              <a:off x="3278821" y="3172163"/>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100"/>
            <p:cNvSpPr/>
            <p:nvPr/>
          </p:nvSpPr>
          <p:spPr>
            <a:xfrm>
              <a:off x="3410792" y="3312182"/>
              <a:ext cx="373845" cy="373332"/>
            </a:xfrm>
            <a:custGeom>
              <a:avLst/>
              <a:gdLst/>
              <a:ahLst/>
              <a:cxnLst/>
              <a:rect l="l" t="t" r="r" b="b"/>
              <a:pathLst>
                <a:path w="13841" h="13822" extrusionOk="0">
                  <a:moveTo>
                    <a:pt x="11627" y="1764"/>
                  </a:moveTo>
                  <a:lnTo>
                    <a:pt x="10818" y="2574"/>
                  </a:lnTo>
                  <a:lnTo>
                    <a:pt x="6210" y="2574"/>
                  </a:lnTo>
                  <a:cubicBezTo>
                    <a:pt x="6228" y="2448"/>
                    <a:pt x="6246" y="2304"/>
                    <a:pt x="6246" y="2178"/>
                  </a:cubicBezTo>
                  <a:cubicBezTo>
                    <a:pt x="6246" y="2034"/>
                    <a:pt x="6228" y="1890"/>
                    <a:pt x="6210" y="1764"/>
                  </a:cubicBezTo>
                  <a:close/>
                  <a:moveTo>
                    <a:pt x="4068" y="811"/>
                  </a:moveTo>
                  <a:cubicBezTo>
                    <a:pt x="4824" y="811"/>
                    <a:pt x="5436" y="1422"/>
                    <a:pt x="5436" y="2178"/>
                  </a:cubicBezTo>
                  <a:cubicBezTo>
                    <a:pt x="5436" y="2915"/>
                    <a:pt x="4824" y="3527"/>
                    <a:pt x="4068" y="3527"/>
                  </a:cubicBezTo>
                  <a:cubicBezTo>
                    <a:pt x="3331" y="3527"/>
                    <a:pt x="2719" y="2915"/>
                    <a:pt x="2719" y="2178"/>
                  </a:cubicBezTo>
                  <a:cubicBezTo>
                    <a:pt x="2719" y="1422"/>
                    <a:pt x="3331" y="811"/>
                    <a:pt x="4068" y="811"/>
                  </a:cubicBezTo>
                  <a:close/>
                  <a:moveTo>
                    <a:pt x="12221" y="2322"/>
                  </a:moveTo>
                  <a:lnTo>
                    <a:pt x="12221" y="4194"/>
                  </a:lnTo>
                  <a:lnTo>
                    <a:pt x="11393" y="4194"/>
                  </a:lnTo>
                  <a:lnTo>
                    <a:pt x="11393" y="3150"/>
                  </a:lnTo>
                  <a:lnTo>
                    <a:pt x="12221" y="2322"/>
                  </a:lnTo>
                  <a:close/>
                  <a:moveTo>
                    <a:pt x="4627" y="4266"/>
                  </a:moveTo>
                  <a:lnTo>
                    <a:pt x="4627" y="7397"/>
                  </a:lnTo>
                  <a:cubicBezTo>
                    <a:pt x="4447" y="7361"/>
                    <a:pt x="4267" y="7343"/>
                    <a:pt x="4068" y="7343"/>
                  </a:cubicBezTo>
                  <a:cubicBezTo>
                    <a:pt x="3888" y="7343"/>
                    <a:pt x="3708" y="7361"/>
                    <a:pt x="3528" y="7397"/>
                  </a:cubicBezTo>
                  <a:lnTo>
                    <a:pt x="3528" y="4266"/>
                  </a:lnTo>
                  <a:cubicBezTo>
                    <a:pt x="3691" y="4319"/>
                    <a:pt x="3888" y="4338"/>
                    <a:pt x="4068" y="4338"/>
                  </a:cubicBezTo>
                  <a:cubicBezTo>
                    <a:pt x="4267" y="4338"/>
                    <a:pt x="4447" y="4319"/>
                    <a:pt x="4627" y="4266"/>
                  </a:cubicBezTo>
                  <a:close/>
                  <a:moveTo>
                    <a:pt x="4068" y="8153"/>
                  </a:moveTo>
                  <a:cubicBezTo>
                    <a:pt x="4968" y="8153"/>
                    <a:pt x="5707" y="8873"/>
                    <a:pt x="5707" y="9773"/>
                  </a:cubicBezTo>
                  <a:lnTo>
                    <a:pt x="2448" y="9773"/>
                  </a:lnTo>
                  <a:cubicBezTo>
                    <a:pt x="2448" y="8873"/>
                    <a:pt x="3187" y="8153"/>
                    <a:pt x="4068" y="8153"/>
                  </a:cubicBezTo>
                  <a:close/>
                  <a:moveTo>
                    <a:pt x="5707" y="10582"/>
                  </a:moveTo>
                  <a:lnTo>
                    <a:pt x="5707" y="11392"/>
                  </a:lnTo>
                  <a:lnTo>
                    <a:pt x="2448" y="11392"/>
                  </a:lnTo>
                  <a:lnTo>
                    <a:pt x="2448" y="10582"/>
                  </a:lnTo>
                  <a:close/>
                  <a:moveTo>
                    <a:pt x="6516" y="12202"/>
                  </a:moveTo>
                  <a:lnTo>
                    <a:pt x="6516" y="13012"/>
                  </a:lnTo>
                  <a:lnTo>
                    <a:pt x="1639" y="13012"/>
                  </a:lnTo>
                  <a:lnTo>
                    <a:pt x="1639" y="12202"/>
                  </a:lnTo>
                  <a:close/>
                  <a:moveTo>
                    <a:pt x="4068" y="0"/>
                  </a:moveTo>
                  <a:cubicBezTo>
                    <a:pt x="2880" y="0"/>
                    <a:pt x="1909" y="972"/>
                    <a:pt x="1909" y="2178"/>
                  </a:cubicBezTo>
                  <a:cubicBezTo>
                    <a:pt x="1909" y="2843"/>
                    <a:pt x="2215" y="3455"/>
                    <a:pt x="2719" y="3870"/>
                  </a:cubicBezTo>
                  <a:lnTo>
                    <a:pt x="2719" y="7757"/>
                  </a:lnTo>
                  <a:cubicBezTo>
                    <a:pt x="2053" y="8189"/>
                    <a:pt x="1639" y="8945"/>
                    <a:pt x="1639" y="9773"/>
                  </a:cubicBezTo>
                  <a:lnTo>
                    <a:pt x="1639" y="11392"/>
                  </a:lnTo>
                  <a:lnTo>
                    <a:pt x="829" y="11392"/>
                  </a:lnTo>
                  <a:lnTo>
                    <a:pt x="829" y="13012"/>
                  </a:lnTo>
                  <a:lnTo>
                    <a:pt x="1" y="13012"/>
                  </a:lnTo>
                  <a:lnTo>
                    <a:pt x="1" y="13821"/>
                  </a:lnTo>
                  <a:lnTo>
                    <a:pt x="8135" y="13821"/>
                  </a:lnTo>
                  <a:lnTo>
                    <a:pt x="8135" y="13012"/>
                  </a:lnTo>
                  <a:lnTo>
                    <a:pt x="7326" y="13012"/>
                  </a:lnTo>
                  <a:lnTo>
                    <a:pt x="7326" y="11392"/>
                  </a:lnTo>
                  <a:lnTo>
                    <a:pt x="6516" y="11392"/>
                  </a:lnTo>
                  <a:lnTo>
                    <a:pt x="6516" y="9773"/>
                  </a:lnTo>
                  <a:cubicBezTo>
                    <a:pt x="6516" y="8945"/>
                    <a:pt x="6084" y="8189"/>
                    <a:pt x="5436" y="7757"/>
                  </a:cubicBezTo>
                  <a:lnTo>
                    <a:pt x="5436" y="3870"/>
                  </a:lnTo>
                  <a:cubicBezTo>
                    <a:pt x="5599" y="3726"/>
                    <a:pt x="5760" y="3563"/>
                    <a:pt x="5868" y="3383"/>
                  </a:cubicBezTo>
                  <a:lnTo>
                    <a:pt x="10583" y="3383"/>
                  </a:lnTo>
                  <a:lnTo>
                    <a:pt x="10583" y="5003"/>
                  </a:lnTo>
                  <a:lnTo>
                    <a:pt x="11393" y="5003"/>
                  </a:lnTo>
                  <a:lnTo>
                    <a:pt x="11393" y="5975"/>
                  </a:lnTo>
                  <a:lnTo>
                    <a:pt x="9774" y="6785"/>
                  </a:lnTo>
                  <a:lnTo>
                    <a:pt x="9774" y="8657"/>
                  </a:lnTo>
                  <a:lnTo>
                    <a:pt x="10583" y="8657"/>
                  </a:lnTo>
                  <a:lnTo>
                    <a:pt x="10583" y="7289"/>
                  </a:lnTo>
                  <a:lnTo>
                    <a:pt x="11807" y="6677"/>
                  </a:lnTo>
                  <a:lnTo>
                    <a:pt x="13030" y="7289"/>
                  </a:lnTo>
                  <a:lnTo>
                    <a:pt x="13030" y="8657"/>
                  </a:lnTo>
                  <a:lnTo>
                    <a:pt x="13841" y="8657"/>
                  </a:lnTo>
                  <a:lnTo>
                    <a:pt x="13841" y="6785"/>
                  </a:lnTo>
                  <a:lnTo>
                    <a:pt x="12203" y="5975"/>
                  </a:lnTo>
                  <a:lnTo>
                    <a:pt x="12203" y="5003"/>
                  </a:lnTo>
                  <a:lnTo>
                    <a:pt x="13030" y="5003"/>
                  </a:lnTo>
                  <a:lnTo>
                    <a:pt x="13030" y="955"/>
                  </a:lnTo>
                  <a:lnTo>
                    <a:pt x="5868" y="955"/>
                  </a:lnTo>
                  <a:cubicBezTo>
                    <a:pt x="5491" y="379"/>
                    <a:pt x="4824" y="0"/>
                    <a:pt x="406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 name="Google Shape;1838;p100"/>
          <p:cNvGrpSpPr/>
          <p:nvPr/>
        </p:nvGrpSpPr>
        <p:grpSpPr>
          <a:xfrm>
            <a:off x="5099300" y="1793945"/>
            <a:ext cx="898500" cy="1201650"/>
            <a:chOff x="5099300" y="1793945"/>
            <a:chExt cx="898500" cy="1201650"/>
          </a:xfrm>
        </p:grpSpPr>
        <p:sp>
          <p:nvSpPr>
            <p:cNvPr id="1839" name="Google Shape;1839;p100"/>
            <p:cNvSpPr/>
            <p:nvPr/>
          </p:nvSpPr>
          <p:spPr>
            <a:xfrm>
              <a:off x="5099300" y="1793945"/>
              <a:ext cx="898500" cy="898500"/>
            </a:xfrm>
            <a:prstGeom prst="arc">
              <a:avLst>
                <a:gd name="adj1" fmla="val 91228"/>
                <a:gd name="adj2" fmla="val 10847469"/>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40" name="Google Shape;1840;p100"/>
            <p:cNvCxnSpPr>
              <a:endCxn id="1839" idx="1"/>
            </p:cNvCxnSpPr>
            <p:nvPr/>
          </p:nvCxnSpPr>
          <p:spPr>
            <a:xfrm rot="-5400000">
              <a:off x="5172050" y="2619095"/>
              <a:ext cx="752400" cy="600"/>
            </a:xfrm>
            <a:prstGeom prst="bentConnector3">
              <a:avLst>
                <a:gd name="adj1" fmla="val 20145"/>
              </a:avLst>
            </a:prstGeom>
            <a:noFill/>
            <a:ln w="9525" cap="flat" cmpd="sng">
              <a:solidFill>
                <a:schemeClr val="accent1"/>
              </a:solidFill>
              <a:prstDash val="solid"/>
              <a:round/>
              <a:headEnd type="none" w="med" len="med"/>
              <a:tailEnd type="none" w="med" len="med"/>
            </a:ln>
          </p:spPr>
        </p:cxnSp>
        <p:sp>
          <p:nvSpPr>
            <p:cNvPr id="1841" name="Google Shape;1841;p100"/>
            <p:cNvSpPr/>
            <p:nvPr/>
          </p:nvSpPr>
          <p:spPr>
            <a:xfrm>
              <a:off x="5220046" y="1914646"/>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2" name="Google Shape;1842;p100"/>
            <p:cNvGrpSpPr/>
            <p:nvPr/>
          </p:nvGrpSpPr>
          <p:grpSpPr>
            <a:xfrm>
              <a:off x="5349354" y="2067474"/>
              <a:ext cx="398614" cy="351454"/>
              <a:chOff x="8032179" y="2173874"/>
              <a:chExt cx="398614" cy="351454"/>
            </a:xfrm>
          </p:grpSpPr>
          <p:sp>
            <p:nvSpPr>
              <p:cNvPr id="1843" name="Google Shape;1843;p100"/>
              <p:cNvSpPr/>
              <p:nvPr/>
            </p:nvSpPr>
            <p:spPr>
              <a:xfrm>
                <a:off x="8032179" y="2173874"/>
                <a:ext cx="398614" cy="351454"/>
              </a:xfrm>
              <a:custGeom>
                <a:avLst/>
                <a:gdLst/>
                <a:ahLst/>
                <a:cxnLst/>
                <a:rect l="l" t="t" r="r" b="b"/>
                <a:pathLst>
                  <a:path w="14758" h="13012" extrusionOk="0">
                    <a:moveTo>
                      <a:pt x="10439" y="865"/>
                    </a:moveTo>
                    <a:lnTo>
                      <a:pt x="10439" y="1728"/>
                    </a:lnTo>
                    <a:lnTo>
                      <a:pt x="4337" y="1728"/>
                    </a:lnTo>
                    <a:lnTo>
                      <a:pt x="4337" y="865"/>
                    </a:lnTo>
                    <a:close/>
                    <a:moveTo>
                      <a:pt x="1297" y="2609"/>
                    </a:moveTo>
                    <a:cubicBezTo>
                      <a:pt x="1548" y="2609"/>
                      <a:pt x="1746" y="2808"/>
                      <a:pt x="1746" y="3041"/>
                    </a:cubicBezTo>
                    <a:cubicBezTo>
                      <a:pt x="1746" y="3276"/>
                      <a:pt x="1548" y="3473"/>
                      <a:pt x="1297" y="3473"/>
                    </a:cubicBezTo>
                    <a:cubicBezTo>
                      <a:pt x="1062" y="3473"/>
                      <a:pt x="865" y="3276"/>
                      <a:pt x="865" y="3041"/>
                    </a:cubicBezTo>
                    <a:cubicBezTo>
                      <a:pt x="865" y="2808"/>
                      <a:pt x="1062" y="2609"/>
                      <a:pt x="1297" y="2609"/>
                    </a:cubicBezTo>
                    <a:close/>
                    <a:moveTo>
                      <a:pt x="13462" y="2609"/>
                    </a:moveTo>
                    <a:cubicBezTo>
                      <a:pt x="13695" y="2609"/>
                      <a:pt x="13894" y="2808"/>
                      <a:pt x="13894" y="3041"/>
                    </a:cubicBezTo>
                    <a:cubicBezTo>
                      <a:pt x="13894" y="3276"/>
                      <a:pt x="13695" y="3473"/>
                      <a:pt x="13462" y="3473"/>
                    </a:cubicBezTo>
                    <a:cubicBezTo>
                      <a:pt x="13227" y="3473"/>
                      <a:pt x="13030" y="3276"/>
                      <a:pt x="13030" y="3041"/>
                    </a:cubicBezTo>
                    <a:cubicBezTo>
                      <a:pt x="13030" y="2808"/>
                      <a:pt x="13227" y="2609"/>
                      <a:pt x="13462" y="2609"/>
                    </a:cubicBezTo>
                    <a:close/>
                    <a:moveTo>
                      <a:pt x="1297" y="6065"/>
                    </a:moveTo>
                    <a:cubicBezTo>
                      <a:pt x="1548" y="6065"/>
                      <a:pt x="1746" y="6263"/>
                      <a:pt x="1746" y="6497"/>
                    </a:cubicBezTo>
                    <a:cubicBezTo>
                      <a:pt x="1746" y="6731"/>
                      <a:pt x="1548" y="6929"/>
                      <a:pt x="1297" y="6929"/>
                    </a:cubicBezTo>
                    <a:cubicBezTo>
                      <a:pt x="1062" y="6929"/>
                      <a:pt x="865" y="6731"/>
                      <a:pt x="865" y="6497"/>
                    </a:cubicBezTo>
                    <a:cubicBezTo>
                      <a:pt x="865" y="6263"/>
                      <a:pt x="1062" y="6065"/>
                      <a:pt x="1297" y="6065"/>
                    </a:cubicBezTo>
                    <a:close/>
                    <a:moveTo>
                      <a:pt x="13462" y="6065"/>
                    </a:moveTo>
                    <a:cubicBezTo>
                      <a:pt x="13695" y="6065"/>
                      <a:pt x="13894" y="6263"/>
                      <a:pt x="13894" y="6497"/>
                    </a:cubicBezTo>
                    <a:cubicBezTo>
                      <a:pt x="13894" y="6731"/>
                      <a:pt x="13695" y="6929"/>
                      <a:pt x="13462" y="6929"/>
                    </a:cubicBezTo>
                    <a:cubicBezTo>
                      <a:pt x="13227" y="6929"/>
                      <a:pt x="13030" y="6731"/>
                      <a:pt x="13030" y="6497"/>
                    </a:cubicBezTo>
                    <a:cubicBezTo>
                      <a:pt x="13030" y="6263"/>
                      <a:pt x="13227" y="6065"/>
                      <a:pt x="13462" y="6065"/>
                    </a:cubicBezTo>
                    <a:close/>
                    <a:moveTo>
                      <a:pt x="1297" y="9520"/>
                    </a:moveTo>
                    <a:cubicBezTo>
                      <a:pt x="1548" y="9520"/>
                      <a:pt x="1746" y="9719"/>
                      <a:pt x="1746" y="9952"/>
                    </a:cubicBezTo>
                    <a:cubicBezTo>
                      <a:pt x="1746" y="10204"/>
                      <a:pt x="1548" y="10384"/>
                      <a:pt x="1297" y="10384"/>
                    </a:cubicBezTo>
                    <a:cubicBezTo>
                      <a:pt x="1062" y="10384"/>
                      <a:pt x="865" y="10204"/>
                      <a:pt x="865" y="9952"/>
                    </a:cubicBezTo>
                    <a:cubicBezTo>
                      <a:pt x="865" y="9719"/>
                      <a:pt x="1062" y="9520"/>
                      <a:pt x="1297" y="9520"/>
                    </a:cubicBezTo>
                    <a:close/>
                    <a:moveTo>
                      <a:pt x="13462" y="9520"/>
                    </a:moveTo>
                    <a:cubicBezTo>
                      <a:pt x="13695" y="9520"/>
                      <a:pt x="13894" y="9719"/>
                      <a:pt x="13894" y="9952"/>
                    </a:cubicBezTo>
                    <a:cubicBezTo>
                      <a:pt x="13894" y="10204"/>
                      <a:pt x="13695" y="10384"/>
                      <a:pt x="13462" y="10384"/>
                    </a:cubicBezTo>
                    <a:cubicBezTo>
                      <a:pt x="13227" y="10384"/>
                      <a:pt x="13030" y="10204"/>
                      <a:pt x="13030" y="9952"/>
                    </a:cubicBezTo>
                    <a:cubicBezTo>
                      <a:pt x="13030" y="9719"/>
                      <a:pt x="13227" y="9520"/>
                      <a:pt x="13462" y="9520"/>
                    </a:cubicBezTo>
                    <a:close/>
                    <a:moveTo>
                      <a:pt x="10439" y="2592"/>
                    </a:moveTo>
                    <a:lnTo>
                      <a:pt x="10439" y="10420"/>
                    </a:lnTo>
                    <a:lnTo>
                      <a:pt x="4337" y="10420"/>
                    </a:lnTo>
                    <a:lnTo>
                      <a:pt x="4337" y="2592"/>
                    </a:lnTo>
                    <a:close/>
                    <a:moveTo>
                      <a:pt x="10439" y="11284"/>
                    </a:moveTo>
                    <a:lnTo>
                      <a:pt x="10439" y="12148"/>
                    </a:lnTo>
                    <a:lnTo>
                      <a:pt x="4337" y="12148"/>
                    </a:lnTo>
                    <a:lnTo>
                      <a:pt x="4337" y="11284"/>
                    </a:lnTo>
                    <a:close/>
                    <a:moveTo>
                      <a:pt x="3473" y="1"/>
                    </a:moveTo>
                    <a:lnTo>
                      <a:pt x="3473" y="2609"/>
                    </a:lnTo>
                    <a:lnTo>
                      <a:pt x="2520" y="2609"/>
                    </a:lnTo>
                    <a:cubicBezTo>
                      <a:pt x="2340" y="2106"/>
                      <a:pt x="1872" y="1746"/>
                      <a:pt x="1297" y="1746"/>
                    </a:cubicBezTo>
                    <a:cubicBezTo>
                      <a:pt x="594" y="1746"/>
                      <a:pt x="1" y="2321"/>
                      <a:pt x="1" y="3041"/>
                    </a:cubicBezTo>
                    <a:cubicBezTo>
                      <a:pt x="1" y="3761"/>
                      <a:pt x="594" y="4337"/>
                      <a:pt x="1297" y="4337"/>
                    </a:cubicBezTo>
                    <a:cubicBezTo>
                      <a:pt x="1872" y="4337"/>
                      <a:pt x="2340" y="3977"/>
                      <a:pt x="2520" y="3473"/>
                    </a:cubicBezTo>
                    <a:lnTo>
                      <a:pt x="3473" y="3473"/>
                    </a:lnTo>
                    <a:lnTo>
                      <a:pt x="3473" y="6065"/>
                    </a:lnTo>
                    <a:lnTo>
                      <a:pt x="2520" y="6065"/>
                    </a:lnTo>
                    <a:cubicBezTo>
                      <a:pt x="2340" y="5561"/>
                      <a:pt x="1872" y="5201"/>
                      <a:pt x="1297" y="5201"/>
                    </a:cubicBezTo>
                    <a:cubicBezTo>
                      <a:pt x="594" y="5201"/>
                      <a:pt x="1" y="5796"/>
                      <a:pt x="1" y="6497"/>
                    </a:cubicBezTo>
                    <a:cubicBezTo>
                      <a:pt x="1" y="7217"/>
                      <a:pt x="594" y="7792"/>
                      <a:pt x="1297" y="7792"/>
                    </a:cubicBezTo>
                    <a:cubicBezTo>
                      <a:pt x="1872" y="7792"/>
                      <a:pt x="2340" y="7432"/>
                      <a:pt x="2520" y="6929"/>
                    </a:cubicBezTo>
                    <a:lnTo>
                      <a:pt x="3473" y="6929"/>
                    </a:lnTo>
                    <a:lnTo>
                      <a:pt x="3473" y="9520"/>
                    </a:lnTo>
                    <a:lnTo>
                      <a:pt x="2520" y="9520"/>
                    </a:lnTo>
                    <a:cubicBezTo>
                      <a:pt x="2340" y="9016"/>
                      <a:pt x="1872" y="8656"/>
                      <a:pt x="1297" y="8656"/>
                    </a:cubicBezTo>
                    <a:cubicBezTo>
                      <a:pt x="594" y="8656"/>
                      <a:pt x="1" y="9251"/>
                      <a:pt x="1" y="9952"/>
                    </a:cubicBezTo>
                    <a:cubicBezTo>
                      <a:pt x="1" y="10672"/>
                      <a:pt x="594" y="11266"/>
                      <a:pt x="1297" y="11266"/>
                    </a:cubicBezTo>
                    <a:cubicBezTo>
                      <a:pt x="1872" y="11266"/>
                      <a:pt x="2340" y="10888"/>
                      <a:pt x="2520" y="10384"/>
                    </a:cubicBezTo>
                    <a:lnTo>
                      <a:pt x="3473" y="10384"/>
                    </a:lnTo>
                    <a:lnTo>
                      <a:pt x="3473" y="13011"/>
                    </a:lnTo>
                    <a:lnTo>
                      <a:pt x="11303" y="13011"/>
                    </a:lnTo>
                    <a:lnTo>
                      <a:pt x="11303" y="10384"/>
                    </a:lnTo>
                    <a:lnTo>
                      <a:pt x="12238" y="10384"/>
                    </a:lnTo>
                    <a:cubicBezTo>
                      <a:pt x="12418" y="10888"/>
                      <a:pt x="12886" y="11266"/>
                      <a:pt x="13462" y="11266"/>
                    </a:cubicBezTo>
                    <a:cubicBezTo>
                      <a:pt x="14182" y="11266"/>
                      <a:pt x="14758" y="10672"/>
                      <a:pt x="14758" y="9952"/>
                    </a:cubicBezTo>
                    <a:cubicBezTo>
                      <a:pt x="14758" y="9251"/>
                      <a:pt x="14182" y="8656"/>
                      <a:pt x="13462" y="8656"/>
                    </a:cubicBezTo>
                    <a:cubicBezTo>
                      <a:pt x="12886" y="8656"/>
                      <a:pt x="12418" y="9016"/>
                      <a:pt x="12238" y="9520"/>
                    </a:cubicBezTo>
                    <a:lnTo>
                      <a:pt x="11303" y="9520"/>
                    </a:lnTo>
                    <a:lnTo>
                      <a:pt x="11303" y="6929"/>
                    </a:lnTo>
                    <a:lnTo>
                      <a:pt x="12238" y="6929"/>
                    </a:lnTo>
                    <a:cubicBezTo>
                      <a:pt x="12418" y="7432"/>
                      <a:pt x="12886" y="7792"/>
                      <a:pt x="13462" y="7792"/>
                    </a:cubicBezTo>
                    <a:cubicBezTo>
                      <a:pt x="14182" y="7792"/>
                      <a:pt x="14758" y="7217"/>
                      <a:pt x="14758" y="6497"/>
                    </a:cubicBezTo>
                    <a:cubicBezTo>
                      <a:pt x="14758" y="5796"/>
                      <a:pt x="14182" y="5201"/>
                      <a:pt x="13462" y="5201"/>
                    </a:cubicBezTo>
                    <a:cubicBezTo>
                      <a:pt x="12886" y="5201"/>
                      <a:pt x="12418" y="5561"/>
                      <a:pt x="12238" y="6065"/>
                    </a:cubicBezTo>
                    <a:lnTo>
                      <a:pt x="11303" y="6065"/>
                    </a:lnTo>
                    <a:lnTo>
                      <a:pt x="11303" y="3473"/>
                    </a:lnTo>
                    <a:lnTo>
                      <a:pt x="12238" y="3473"/>
                    </a:lnTo>
                    <a:cubicBezTo>
                      <a:pt x="12418" y="3977"/>
                      <a:pt x="12886" y="4337"/>
                      <a:pt x="13462" y="4337"/>
                    </a:cubicBezTo>
                    <a:cubicBezTo>
                      <a:pt x="14182" y="4337"/>
                      <a:pt x="14758" y="3761"/>
                      <a:pt x="14758" y="3041"/>
                    </a:cubicBezTo>
                    <a:cubicBezTo>
                      <a:pt x="14758" y="2321"/>
                      <a:pt x="14182" y="1746"/>
                      <a:pt x="13462" y="1746"/>
                    </a:cubicBezTo>
                    <a:cubicBezTo>
                      <a:pt x="12886" y="1746"/>
                      <a:pt x="12418" y="2106"/>
                      <a:pt x="12238" y="2609"/>
                    </a:cubicBezTo>
                    <a:lnTo>
                      <a:pt x="11303" y="2609"/>
                    </a:lnTo>
                    <a:lnTo>
                      <a:pt x="1130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100"/>
              <p:cNvSpPr/>
              <p:nvPr/>
            </p:nvSpPr>
            <p:spPr>
              <a:xfrm>
                <a:off x="8173144" y="2302685"/>
                <a:ext cx="70037" cy="93347"/>
              </a:xfrm>
              <a:custGeom>
                <a:avLst/>
                <a:gdLst/>
                <a:ahLst/>
                <a:cxnLst/>
                <a:rect l="l" t="t" r="r" b="b"/>
                <a:pathLst>
                  <a:path w="2593" h="3456" extrusionOk="0">
                    <a:moveTo>
                      <a:pt x="1728" y="864"/>
                    </a:moveTo>
                    <a:lnTo>
                      <a:pt x="1728" y="1728"/>
                    </a:lnTo>
                    <a:lnTo>
                      <a:pt x="865" y="1728"/>
                    </a:lnTo>
                    <a:lnTo>
                      <a:pt x="865" y="864"/>
                    </a:lnTo>
                    <a:close/>
                    <a:moveTo>
                      <a:pt x="1" y="0"/>
                    </a:moveTo>
                    <a:lnTo>
                      <a:pt x="1" y="3455"/>
                    </a:lnTo>
                    <a:lnTo>
                      <a:pt x="865" y="3455"/>
                    </a:lnTo>
                    <a:lnTo>
                      <a:pt x="865" y="2591"/>
                    </a:lnTo>
                    <a:lnTo>
                      <a:pt x="1728" y="2591"/>
                    </a:lnTo>
                    <a:lnTo>
                      <a:pt x="1728" y="3455"/>
                    </a:lnTo>
                    <a:lnTo>
                      <a:pt x="2592" y="3455"/>
                    </a:lnTo>
                    <a:lnTo>
                      <a:pt x="259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100"/>
              <p:cNvSpPr/>
              <p:nvPr/>
            </p:nvSpPr>
            <p:spPr>
              <a:xfrm>
                <a:off x="8266491" y="2302685"/>
                <a:ext cx="23337" cy="93347"/>
              </a:xfrm>
              <a:custGeom>
                <a:avLst/>
                <a:gdLst/>
                <a:ahLst/>
                <a:cxnLst/>
                <a:rect l="l" t="t" r="r" b="b"/>
                <a:pathLst>
                  <a:path w="864" h="3456" extrusionOk="0">
                    <a:moveTo>
                      <a:pt x="0" y="0"/>
                    </a:moveTo>
                    <a:lnTo>
                      <a:pt x="0" y="3455"/>
                    </a:lnTo>
                    <a:lnTo>
                      <a:pt x="864" y="3455"/>
                    </a:lnTo>
                    <a:lnTo>
                      <a:pt x="86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46" name="Google Shape;1846;p100"/>
          <p:cNvGrpSpPr/>
          <p:nvPr/>
        </p:nvGrpSpPr>
        <p:grpSpPr>
          <a:xfrm>
            <a:off x="1216813" y="1793945"/>
            <a:ext cx="898500" cy="1201650"/>
            <a:chOff x="1216813" y="1793945"/>
            <a:chExt cx="898500" cy="1201650"/>
          </a:xfrm>
        </p:grpSpPr>
        <p:sp>
          <p:nvSpPr>
            <p:cNvPr id="1847" name="Google Shape;1847;p100"/>
            <p:cNvSpPr/>
            <p:nvPr/>
          </p:nvSpPr>
          <p:spPr>
            <a:xfrm>
              <a:off x="1216813" y="1793945"/>
              <a:ext cx="898500" cy="898500"/>
            </a:xfrm>
            <a:prstGeom prst="arc">
              <a:avLst>
                <a:gd name="adj1" fmla="val 91228"/>
                <a:gd name="adj2" fmla="val 10847469"/>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48" name="Google Shape;1848;p100"/>
            <p:cNvCxnSpPr>
              <a:endCxn id="1847" idx="1"/>
            </p:cNvCxnSpPr>
            <p:nvPr/>
          </p:nvCxnSpPr>
          <p:spPr>
            <a:xfrm rot="-5400000">
              <a:off x="1289563" y="2619095"/>
              <a:ext cx="752400" cy="600"/>
            </a:xfrm>
            <a:prstGeom prst="bentConnector3">
              <a:avLst>
                <a:gd name="adj1" fmla="val 20145"/>
              </a:avLst>
            </a:prstGeom>
            <a:noFill/>
            <a:ln w="9525" cap="flat" cmpd="sng">
              <a:solidFill>
                <a:schemeClr val="accent1"/>
              </a:solidFill>
              <a:prstDash val="solid"/>
              <a:round/>
              <a:headEnd type="none" w="med" len="med"/>
              <a:tailEnd type="none" w="med" len="med"/>
            </a:ln>
          </p:spPr>
        </p:cxnSp>
        <p:sp>
          <p:nvSpPr>
            <p:cNvPr id="1849" name="Google Shape;1849;p100"/>
            <p:cNvSpPr/>
            <p:nvPr/>
          </p:nvSpPr>
          <p:spPr>
            <a:xfrm>
              <a:off x="1337596" y="1914646"/>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0" name="Google Shape;1850;p100"/>
            <p:cNvGrpSpPr/>
            <p:nvPr/>
          </p:nvGrpSpPr>
          <p:grpSpPr>
            <a:xfrm>
              <a:off x="1477940" y="2072345"/>
              <a:ext cx="387458" cy="341704"/>
              <a:chOff x="6439265" y="4016145"/>
              <a:chExt cx="387458" cy="341704"/>
            </a:xfrm>
          </p:grpSpPr>
          <p:sp>
            <p:nvSpPr>
              <p:cNvPr id="1851" name="Google Shape;1851;p100"/>
              <p:cNvSpPr/>
              <p:nvPr/>
            </p:nvSpPr>
            <p:spPr>
              <a:xfrm>
                <a:off x="6439265" y="4016145"/>
                <a:ext cx="387458" cy="341704"/>
              </a:xfrm>
              <a:custGeom>
                <a:avLst/>
                <a:gdLst/>
                <a:ahLst/>
                <a:cxnLst/>
                <a:rect l="l" t="t" r="r" b="b"/>
                <a:pathLst>
                  <a:path w="14345" h="12651" extrusionOk="0">
                    <a:moveTo>
                      <a:pt x="13498" y="828"/>
                    </a:moveTo>
                    <a:lnTo>
                      <a:pt x="13498" y="8458"/>
                    </a:lnTo>
                    <a:lnTo>
                      <a:pt x="829" y="8458"/>
                    </a:lnTo>
                    <a:lnTo>
                      <a:pt x="829" y="828"/>
                    </a:lnTo>
                    <a:close/>
                    <a:moveTo>
                      <a:pt x="13498" y="9286"/>
                    </a:moveTo>
                    <a:lnTo>
                      <a:pt x="13498" y="10131"/>
                    </a:lnTo>
                    <a:lnTo>
                      <a:pt x="829" y="10131"/>
                    </a:lnTo>
                    <a:lnTo>
                      <a:pt x="829" y="9286"/>
                    </a:lnTo>
                    <a:close/>
                    <a:moveTo>
                      <a:pt x="8567" y="10978"/>
                    </a:moveTo>
                    <a:lnTo>
                      <a:pt x="8567" y="11823"/>
                    </a:lnTo>
                    <a:lnTo>
                      <a:pt x="5760" y="11823"/>
                    </a:lnTo>
                    <a:lnTo>
                      <a:pt x="5760" y="10978"/>
                    </a:lnTo>
                    <a:close/>
                    <a:moveTo>
                      <a:pt x="1" y="0"/>
                    </a:moveTo>
                    <a:lnTo>
                      <a:pt x="1" y="10978"/>
                    </a:lnTo>
                    <a:lnTo>
                      <a:pt x="4932" y="10978"/>
                    </a:lnTo>
                    <a:lnTo>
                      <a:pt x="4932" y="11823"/>
                    </a:lnTo>
                    <a:lnTo>
                      <a:pt x="3799" y="11823"/>
                    </a:lnTo>
                    <a:lnTo>
                      <a:pt x="3799" y="12651"/>
                    </a:lnTo>
                    <a:lnTo>
                      <a:pt x="10529" y="12651"/>
                    </a:lnTo>
                    <a:lnTo>
                      <a:pt x="10529" y="11823"/>
                    </a:lnTo>
                    <a:lnTo>
                      <a:pt x="9414" y="11823"/>
                    </a:lnTo>
                    <a:lnTo>
                      <a:pt x="9414" y="10978"/>
                    </a:lnTo>
                    <a:lnTo>
                      <a:pt x="14345" y="10978"/>
                    </a:lnTo>
                    <a:lnTo>
                      <a:pt x="1434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100"/>
              <p:cNvSpPr/>
              <p:nvPr/>
            </p:nvSpPr>
            <p:spPr>
              <a:xfrm>
                <a:off x="6560323" y="4061333"/>
                <a:ext cx="144882" cy="160412"/>
              </a:xfrm>
              <a:custGeom>
                <a:avLst/>
                <a:gdLst/>
                <a:ahLst/>
                <a:cxnLst/>
                <a:rect l="l" t="t" r="r" b="b"/>
                <a:pathLst>
                  <a:path w="5364" h="5939" extrusionOk="0">
                    <a:moveTo>
                      <a:pt x="3924" y="1692"/>
                    </a:moveTo>
                    <a:cubicBezTo>
                      <a:pt x="3636" y="2034"/>
                      <a:pt x="3257" y="2304"/>
                      <a:pt x="2808" y="2484"/>
                    </a:cubicBezTo>
                    <a:lnTo>
                      <a:pt x="2681" y="2520"/>
                    </a:lnTo>
                    <a:lnTo>
                      <a:pt x="2573" y="2484"/>
                    </a:lnTo>
                    <a:cubicBezTo>
                      <a:pt x="2124" y="2304"/>
                      <a:pt x="1746" y="2034"/>
                      <a:pt x="1458" y="1692"/>
                    </a:cubicBezTo>
                    <a:close/>
                    <a:moveTo>
                      <a:pt x="2681" y="3419"/>
                    </a:moveTo>
                    <a:lnTo>
                      <a:pt x="2808" y="3455"/>
                    </a:lnTo>
                    <a:cubicBezTo>
                      <a:pt x="3257" y="3635"/>
                      <a:pt x="3636" y="3906"/>
                      <a:pt x="3924" y="4247"/>
                    </a:cubicBezTo>
                    <a:lnTo>
                      <a:pt x="1458" y="4247"/>
                    </a:lnTo>
                    <a:cubicBezTo>
                      <a:pt x="1746" y="3906"/>
                      <a:pt x="2124" y="3635"/>
                      <a:pt x="2573" y="3455"/>
                    </a:cubicBezTo>
                    <a:lnTo>
                      <a:pt x="2681" y="3419"/>
                    </a:lnTo>
                    <a:close/>
                    <a:moveTo>
                      <a:pt x="1" y="0"/>
                    </a:moveTo>
                    <a:cubicBezTo>
                      <a:pt x="1" y="720"/>
                      <a:pt x="217" y="1404"/>
                      <a:pt x="630" y="1980"/>
                    </a:cubicBezTo>
                    <a:cubicBezTo>
                      <a:pt x="900" y="2394"/>
                      <a:pt x="1260" y="2718"/>
                      <a:pt x="1674" y="2970"/>
                    </a:cubicBezTo>
                    <a:cubicBezTo>
                      <a:pt x="1260" y="3222"/>
                      <a:pt x="900" y="3546"/>
                      <a:pt x="630" y="3959"/>
                    </a:cubicBezTo>
                    <a:cubicBezTo>
                      <a:pt x="217" y="4535"/>
                      <a:pt x="1" y="5219"/>
                      <a:pt x="1" y="5939"/>
                    </a:cubicBezTo>
                    <a:lnTo>
                      <a:pt x="846" y="5939"/>
                    </a:lnTo>
                    <a:cubicBezTo>
                      <a:pt x="846" y="5651"/>
                      <a:pt x="900" y="5363"/>
                      <a:pt x="990" y="5094"/>
                    </a:cubicBezTo>
                    <a:lnTo>
                      <a:pt x="4392" y="5094"/>
                    </a:lnTo>
                    <a:cubicBezTo>
                      <a:pt x="4481" y="5363"/>
                      <a:pt x="4536" y="5651"/>
                      <a:pt x="4536" y="5939"/>
                    </a:cubicBezTo>
                    <a:lnTo>
                      <a:pt x="5364" y="5939"/>
                    </a:lnTo>
                    <a:cubicBezTo>
                      <a:pt x="5364" y="5219"/>
                      <a:pt x="5148" y="4535"/>
                      <a:pt x="4752" y="3959"/>
                    </a:cubicBezTo>
                    <a:cubicBezTo>
                      <a:pt x="4464" y="3546"/>
                      <a:pt x="4121" y="3222"/>
                      <a:pt x="3708" y="2970"/>
                    </a:cubicBezTo>
                    <a:cubicBezTo>
                      <a:pt x="4121" y="2718"/>
                      <a:pt x="4464" y="2394"/>
                      <a:pt x="4752" y="1980"/>
                    </a:cubicBezTo>
                    <a:cubicBezTo>
                      <a:pt x="5148" y="1404"/>
                      <a:pt x="5364" y="720"/>
                      <a:pt x="5364" y="0"/>
                    </a:cubicBezTo>
                    <a:lnTo>
                      <a:pt x="4536" y="0"/>
                    </a:lnTo>
                    <a:cubicBezTo>
                      <a:pt x="4536" y="288"/>
                      <a:pt x="4481" y="576"/>
                      <a:pt x="4392" y="847"/>
                    </a:cubicBezTo>
                    <a:lnTo>
                      <a:pt x="990" y="847"/>
                    </a:lnTo>
                    <a:cubicBezTo>
                      <a:pt x="900" y="576"/>
                      <a:pt x="846" y="288"/>
                      <a:pt x="84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53" name="Google Shape;1853;p100"/>
          <p:cNvGrpSpPr/>
          <p:nvPr/>
        </p:nvGrpSpPr>
        <p:grpSpPr>
          <a:xfrm>
            <a:off x="7038331" y="2746458"/>
            <a:ext cx="898500" cy="1201637"/>
            <a:chOff x="7038331" y="2746458"/>
            <a:chExt cx="898500" cy="1201637"/>
          </a:xfrm>
        </p:grpSpPr>
        <p:sp>
          <p:nvSpPr>
            <p:cNvPr id="1854" name="Google Shape;1854;p100"/>
            <p:cNvSpPr/>
            <p:nvPr/>
          </p:nvSpPr>
          <p:spPr>
            <a:xfrm rot="10800000" flipH="1">
              <a:off x="7038331" y="3049595"/>
              <a:ext cx="898500" cy="898500"/>
            </a:xfrm>
            <a:prstGeom prst="arc">
              <a:avLst>
                <a:gd name="adj1" fmla="val 91228"/>
                <a:gd name="adj2" fmla="val 10847469"/>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55" name="Google Shape;1855;p100"/>
            <p:cNvCxnSpPr>
              <a:stCxn id="1830" idx="2"/>
              <a:endCxn id="1854" idx="1"/>
            </p:cNvCxnSpPr>
            <p:nvPr/>
          </p:nvCxnSpPr>
          <p:spPr>
            <a:xfrm rot="5400000">
              <a:off x="7112500" y="3121458"/>
              <a:ext cx="752400" cy="2400"/>
            </a:xfrm>
            <a:prstGeom prst="bentConnector3">
              <a:avLst>
                <a:gd name="adj1" fmla="val 99547"/>
              </a:avLst>
            </a:prstGeom>
            <a:noFill/>
            <a:ln w="9525" cap="flat" cmpd="sng">
              <a:solidFill>
                <a:schemeClr val="accent1"/>
              </a:solidFill>
              <a:prstDash val="solid"/>
              <a:round/>
              <a:headEnd type="none" w="med" len="med"/>
              <a:tailEnd type="none" w="med" len="med"/>
            </a:ln>
          </p:spPr>
        </p:cxnSp>
        <p:sp>
          <p:nvSpPr>
            <p:cNvPr id="1856" name="Google Shape;1856;p100"/>
            <p:cNvSpPr/>
            <p:nvPr/>
          </p:nvSpPr>
          <p:spPr>
            <a:xfrm>
              <a:off x="7156409" y="3172163"/>
              <a:ext cx="657218" cy="657092"/>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7" name="Google Shape;1857;p100"/>
            <p:cNvGrpSpPr/>
            <p:nvPr/>
          </p:nvGrpSpPr>
          <p:grpSpPr>
            <a:xfrm>
              <a:off x="7364735" y="3299530"/>
              <a:ext cx="250329" cy="398641"/>
              <a:chOff x="2380985" y="3393430"/>
              <a:chExt cx="250329" cy="398641"/>
            </a:xfrm>
          </p:grpSpPr>
          <p:sp>
            <p:nvSpPr>
              <p:cNvPr id="1858" name="Google Shape;1858;p100"/>
              <p:cNvSpPr/>
              <p:nvPr/>
            </p:nvSpPr>
            <p:spPr>
              <a:xfrm>
                <a:off x="2380985" y="3541201"/>
                <a:ext cx="250329" cy="250869"/>
              </a:xfrm>
              <a:custGeom>
                <a:avLst/>
                <a:gdLst/>
                <a:ahLst/>
                <a:cxnLst/>
                <a:rect l="l" t="t" r="r" b="b"/>
                <a:pathLst>
                  <a:path w="9268" h="9288" extrusionOk="0">
                    <a:moveTo>
                      <a:pt x="4644" y="955"/>
                    </a:moveTo>
                    <a:lnTo>
                      <a:pt x="8404" y="2683"/>
                    </a:lnTo>
                    <a:lnTo>
                      <a:pt x="8404" y="3636"/>
                    </a:lnTo>
                    <a:lnTo>
                      <a:pt x="4644" y="1908"/>
                    </a:lnTo>
                    <a:lnTo>
                      <a:pt x="864" y="3636"/>
                    </a:lnTo>
                    <a:lnTo>
                      <a:pt x="864" y="2683"/>
                    </a:lnTo>
                    <a:lnTo>
                      <a:pt x="4644" y="955"/>
                    </a:lnTo>
                    <a:close/>
                    <a:moveTo>
                      <a:pt x="5507" y="5904"/>
                    </a:moveTo>
                    <a:lnTo>
                      <a:pt x="5507" y="8423"/>
                    </a:lnTo>
                    <a:lnTo>
                      <a:pt x="3761" y="8423"/>
                    </a:lnTo>
                    <a:lnTo>
                      <a:pt x="3761" y="5904"/>
                    </a:lnTo>
                    <a:close/>
                    <a:moveTo>
                      <a:pt x="4644" y="2863"/>
                    </a:moveTo>
                    <a:lnTo>
                      <a:pt x="8404" y="4572"/>
                    </a:lnTo>
                    <a:lnTo>
                      <a:pt x="8404" y="8423"/>
                    </a:lnTo>
                    <a:lnTo>
                      <a:pt x="6371" y="8423"/>
                    </a:lnTo>
                    <a:lnTo>
                      <a:pt x="6371" y="5040"/>
                    </a:lnTo>
                    <a:lnTo>
                      <a:pt x="2897" y="5040"/>
                    </a:lnTo>
                    <a:lnTo>
                      <a:pt x="2897" y="8423"/>
                    </a:lnTo>
                    <a:lnTo>
                      <a:pt x="864" y="8423"/>
                    </a:lnTo>
                    <a:lnTo>
                      <a:pt x="864" y="4572"/>
                    </a:lnTo>
                    <a:lnTo>
                      <a:pt x="4644" y="2863"/>
                    </a:lnTo>
                    <a:close/>
                    <a:moveTo>
                      <a:pt x="4644" y="1"/>
                    </a:moveTo>
                    <a:lnTo>
                      <a:pt x="0" y="2124"/>
                    </a:lnTo>
                    <a:lnTo>
                      <a:pt x="0" y="9287"/>
                    </a:lnTo>
                    <a:lnTo>
                      <a:pt x="9268" y="9287"/>
                    </a:lnTo>
                    <a:lnTo>
                      <a:pt x="9268" y="2124"/>
                    </a:lnTo>
                    <a:lnTo>
                      <a:pt x="464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100"/>
              <p:cNvSpPr/>
              <p:nvPr/>
            </p:nvSpPr>
            <p:spPr>
              <a:xfrm>
                <a:off x="2382930" y="3393430"/>
                <a:ext cx="246439" cy="67633"/>
              </a:xfrm>
              <a:custGeom>
                <a:avLst/>
                <a:gdLst/>
                <a:ahLst/>
                <a:cxnLst/>
                <a:rect l="l" t="t" r="r" b="b"/>
                <a:pathLst>
                  <a:path w="9124" h="2504" extrusionOk="0">
                    <a:moveTo>
                      <a:pt x="4572" y="1"/>
                    </a:moveTo>
                    <a:cubicBezTo>
                      <a:pt x="2844" y="1"/>
                      <a:pt x="1224" y="668"/>
                      <a:pt x="0" y="1891"/>
                    </a:cubicBezTo>
                    <a:lnTo>
                      <a:pt x="612" y="2503"/>
                    </a:lnTo>
                    <a:cubicBezTo>
                      <a:pt x="1673" y="1441"/>
                      <a:pt x="3077" y="865"/>
                      <a:pt x="4572" y="865"/>
                    </a:cubicBezTo>
                    <a:cubicBezTo>
                      <a:pt x="6047" y="865"/>
                      <a:pt x="7451" y="1441"/>
                      <a:pt x="8512" y="2503"/>
                    </a:cubicBezTo>
                    <a:lnTo>
                      <a:pt x="9124" y="1891"/>
                    </a:lnTo>
                    <a:cubicBezTo>
                      <a:pt x="7900" y="668"/>
                      <a:pt x="6280" y="1"/>
                      <a:pt x="457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100"/>
              <p:cNvSpPr/>
              <p:nvPr/>
            </p:nvSpPr>
            <p:spPr>
              <a:xfrm>
                <a:off x="2415990" y="3440373"/>
                <a:ext cx="180346" cy="53723"/>
              </a:xfrm>
              <a:custGeom>
                <a:avLst/>
                <a:gdLst/>
                <a:ahLst/>
                <a:cxnLst/>
                <a:rect l="l" t="t" r="r" b="b"/>
                <a:pathLst>
                  <a:path w="6677" h="1989" extrusionOk="0">
                    <a:moveTo>
                      <a:pt x="3338" y="0"/>
                    </a:moveTo>
                    <a:cubicBezTo>
                      <a:pt x="2128" y="0"/>
                      <a:pt x="918" y="459"/>
                      <a:pt x="0" y="1377"/>
                    </a:cubicBezTo>
                    <a:lnTo>
                      <a:pt x="612" y="1989"/>
                    </a:lnTo>
                    <a:cubicBezTo>
                      <a:pt x="1368" y="1233"/>
                      <a:pt x="2358" y="855"/>
                      <a:pt x="3345" y="855"/>
                    </a:cubicBezTo>
                    <a:cubicBezTo>
                      <a:pt x="4333" y="855"/>
                      <a:pt x="5318" y="1233"/>
                      <a:pt x="6064" y="1989"/>
                    </a:cubicBezTo>
                    <a:lnTo>
                      <a:pt x="6676" y="1377"/>
                    </a:lnTo>
                    <a:cubicBezTo>
                      <a:pt x="5758" y="459"/>
                      <a:pt x="4548" y="0"/>
                      <a:pt x="333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100"/>
              <p:cNvSpPr/>
              <p:nvPr/>
            </p:nvSpPr>
            <p:spPr>
              <a:xfrm>
                <a:off x="2449023" y="3486776"/>
                <a:ext cx="114252" cy="40380"/>
              </a:xfrm>
              <a:custGeom>
                <a:avLst/>
                <a:gdLst/>
                <a:ahLst/>
                <a:cxnLst/>
                <a:rect l="l" t="t" r="r" b="b"/>
                <a:pathLst>
                  <a:path w="4230" h="1495" extrusionOk="0">
                    <a:moveTo>
                      <a:pt x="2125" y="0"/>
                    </a:moveTo>
                    <a:cubicBezTo>
                      <a:pt x="1314" y="0"/>
                      <a:pt x="558" y="324"/>
                      <a:pt x="1" y="883"/>
                    </a:cubicBezTo>
                    <a:lnTo>
                      <a:pt x="613" y="1495"/>
                    </a:lnTo>
                    <a:cubicBezTo>
                      <a:pt x="1009" y="1099"/>
                      <a:pt x="1549" y="864"/>
                      <a:pt x="2125" y="864"/>
                    </a:cubicBezTo>
                    <a:cubicBezTo>
                      <a:pt x="2682" y="864"/>
                      <a:pt x="3222" y="1099"/>
                      <a:pt x="3617" y="1495"/>
                    </a:cubicBezTo>
                    <a:lnTo>
                      <a:pt x="4229" y="883"/>
                    </a:lnTo>
                    <a:cubicBezTo>
                      <a:pt x="3672" y="324"/>
                      <a:pt x="2916" y="0"/>
                      <a:pt x="212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862" name="Google Shape;1862;p100"/>
          <p:cNvPicPr preferRelativeResize="0"/>
          <p:nvPr/>
        </p:nvPicPr>
        <p:blipFill rotWithShape="1">
          <a:blip r:embed="rId3">
            <a:alphaModFix/>
          </a:blip>
          <a:srcRect l="7340" r="4538" b="19768"/>
          <a:stretch/>
        </p:blipFill>
        <p:spPr>
          <a:xfrm rot="-8579670" flipH="1">
            <a:off x="-1268761" y="3714738"/>
            <a:ext cx="3510927" cy="2422250"/>
          </a:xfrm>
          <a:prstGeom prst="rect">
            <a:avLst/>
          </a:prstGeom>
          <a:noFill/>
          <a:ln>
            <a:noFill/>
          </a:ln>
        </p:spPr>
      </p:pic>
      <p:sp>
        <p:nvSpPr>
          <p:cNvPr id="1863" name="Google Shape;1863;p100">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100">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100">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4</a:t>
            </a:r>
            <a:endParaRPr sz="1200" b="1">
              <a:solidFill>
                <a:schemeClr val="dk2"/>
              </a:solidFill>
              <a:latin typeface="Darker Grotesque"/>
              <a:ea typeface="Darker Grotesque"/>
              <a:cs typeface="Darker Grotesque"/>
              <a:sym typeface="Darker Grotesque"/>
            </a:endParaRPr>
          </a:p>
        </p:txBody>
      </p:sp>
      <p:sp>
        <p:nvSpPr>
          <p:cNvPr id="1866" name="Google Shape;1866;p100">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100">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68" name="Google Shape;1868;p100">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869" name="Google Shape;1869;p100">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70" name="Google Shape;1870;p100">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846"/>
                                        </p:tgtEl>
                                        <p:attrNameLst>
                                          <p:attrName>style.visibility</p:attrName>
                                        </p:attrNameLst>
                                      </p:cBhvr>
                                      <p:to>
                                        <p:strVal val="visible"/>
                                      </p:to>
                                    </p:set>
                                    <p:anim calcmode="lin" valueType="num">
                                      <p:cBhvr additive="base">
                                        <p:cTn id="7" dur="1000"/>
                                        <p:tgtEl>
                                          <p:spTgt spid="1846"/>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1826"/>
                                        </p:tgtEl>
                                        <p:attrNameLst>
                                          <p:attrName>style.visibility</p:attrName>
                                        </p:attrNameLst>
                                      </p:cBhvr>
                                      <p:to>
                                        <p:strVal val="visible"/>
                                      </p:to>
                                    </p:set>
                                    <p:anim calcmode="lin" valueType="num">
                                      <p:cBhvr additive="base">
                                        <p:cTn id="10" dur="1000"/>
                                        <p:tgtEl>
                                          <p:spTgt spid="1826"/>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0"/>
                                  </p:stCondLst>
                                  <p:childTnLst>
                                    <p:set>
                                      <p:cBhvr>
                                        <p:cTn id="12" dur="1" fill="hold">
                                          <p:stCondLst>
                                            <p:cond delay="0"/>
                                          </p:stCondLst>
                                        </p:cTn>
                                        <p:tgtEl>
                                          <p:spTgt spid="1833"/>
                                        </p:tgtEl>
                                        <p:attrNameLst>
                                          <p:attrName>style.visibility</p:attrName>
                                        </p:attrNameLst>
                                      </p:cBhvr>
                                      <p:to>
                                        <p:strVal val="visible"/>
                                      </p:to>
                                    </p:set>
                                    <p:anim calcmode="lin" valueType="num">
                                      <p:cBhvr additive="base">
                                        <p:cTn id="13" dur="1000"/>
                                        <p:tgtEl>
                                          <p:spTgt spid="1833"/>
                                        </p:tgtEl>
                                        <p:attrNameLst>
                                          <p:attrName>ppt_x</p:attrName>
                                        </p:attrNameLst>
                                      </p:cBhvr>
                                      <p:tavLst>
                                        <p:tav tm="0">
                                          <p:val>
                                            <p:strVal val="#ppt_x+1"/>
                                          </p:val>
                                        </p:tav>
                                        <p:tav tm="100000">
                                          <p:val>
                                            <p:strVal val="#ppt_x"/>
                                          </p:val>
                                        </p:tav>
                                      </p:tavLst>
                                    </p:anim>
                                  </p:childTnLst>
                                </p:cTn>
                              </p:par>
                              <p:par>
                                <p:cTn id="14" presetID="2" presetClass="entr" presetSubtype="2" fill="hold" nodeType="withEffect">
                                  <p:stCondLst>
                                    <p:cond delay="0"/>
                                  </p:stCondLst>
                                  <p:childTnLst>
                                    <p:set>
                                      <p:cBhvr>
                                        <p:cTn id="15" dur="1" fill="hold">
                                          <p:stCondLst>
                                            <p:cond delay="0"/>
                                          </p:stCondLst>
                                        </p:cTn>
                                        <p:tgtEl>
                                          <p:spTgt spid="1828"/>
                                        </p:tgtEl>
                                        <p:attrNameLst>
                                          <p:attrName>style.visibility</p:attrName>
                                        </p:attrNameLst>
                                      </p:cBhvr>
                                      <p:to>
                                        <p:strVal val="visible"/>
                                      </p:to>
                                    </p:set>
                                    <p:anim calcmode="lin" valueType="num">
                                      <p:cBhvr additive="base">
                                        <p:cTn id="16" dur="1000"/>
                                        <p:tgtEl>
                                          <p:spTgt spid="1828"/>
                                        </p:tgtEl>
                                        <p:attrNameLst>
                                          <p:attrName>ppt_x</p:attrName>
                                        </p:attrNameLst>
                                      </p:cBhvr>
                                      <p:tavLst>
                                        <p:tav tm="0">
                                          <p:val>
                                            <p:strVal val="#ppt_x+1"/>
                                          </p:val>
                                        </p:tav>
                                        <p:tav tm="100000">
                                          <p:val>
                                            <p:strVal val="#ppt_x"/>
                                          </p:val>
                                        </p:tav>
                                      </p:tavLst>
                                    </p:anim>
                                  </p:childTnLst>
                                </p:cTn>
                              </p:par>
                              <p:par>
                                <p:cTn id="17" presetID="2" presetClass="entr" presetSubtype="2" fill="hold" nodeType="withEffect">
                                  <p:stCondLst>
                                    <p:cond delay="0"/>
                                  </p:stCondLst>
                                  <p:childTnLst>
                                    <p:set>
                                      <p:cBhvr>
                                        <p:cTn id="18" dur="1" fill="hold">
                                          <p:stCondLst>
                                            <p:cond delay="0"/>
                                          </p:stCondLst>
                                        </p:cTn>
                                        <p:tgtEl>
                                          <p:spTgt spid="1838"/>
                                        </p:tgtEl>
                                        <p:attrNameLst>
                                          <p:attrName>style.visibility</p:attrName>
                                        </p:attrNameLst>
                                      </p:cBhvr>
                                      <p:to>
                                        <p:strVal val="visible"/>
                                      </p:to>
                                    </p:set>
                                    <p:anim calcmode="lin" valueType="num">
                                      <p:cBhvr additive="base">
                                        <p:cTn id="19" dur="1000"/>
                                        <p:tgtEl>
                                          <p:spTgt spid="1838"/>
                                        </p:tgtEl>
                                        <p:attrNameLst>
                                          <p:attrName>ppt_x</p:attrName>
                                        </p:attrNameLst>
                                      </p:cBhvr>
                                      <p:tavLst>
                                        <p:tav tm="0">
                                          <p:val>
                                            <p:strVal val="#ppt_x+1"/>
                                          </p:val>
                                        </p:tav>
                                        <p:tav tm="100000">
                                          <p:val>
                                            <p:strVal val="#ppt_x"/>
                                          </p:val>
                                        </p:tav>
                                      </p:tavLst>
                                    </p:anim>
                                  </p:childTnLst>
                                </p:cTn>
                              </p:par>
                              <p:par>
                                <p:cTn id="20" presetID="2" presetClass="entr" presetSubtype="2" fill="hold" nodeType="withEffect">
                                  <p:stCondLst>
                                    <p:cond delay="0"/>
                                  </p:stCondLst>
                                  <p:childTnLst>
                                    <p:set>
                                      <p:cBhvr>
                                        <p:cTn id="21" dur="1" fill="hold">
                                          <p:stCondLst>
                                            <p:cond delay="0"/>
                                          </p:stCondLst>
                                        </p:cTn>
                                        <p:tgtEl>
                                          <p:spTgt spid="1829"/>
                                        </p:tgtEl>
                                        <p:attrNameLst>
                                          <p:attrName>style.visibility</p:attrName>
                                        </p:attrNameLst>
                                      </p:cBhvr>
                                      <p:to>
                                        <p:strVal val="visible"/>
                                      </p:to>
                                    </p:set>
                                    <p:anim calcmode="lin" valueType="num">
                                      <p:cBhvr additive="base">
                                        <p:cTn id="22" dur="1000"/>
                                        <p:tgtEl>
                                          <p:spTgt spid="1829"/>
                                        </p:tgtEl>
                                        <p:attrNameLst>
                                          <p:attrName>ppt_x</p:attrName>
                                        </p:attrNameLst>
                                      </p:cBhvr>
                                      <p:tavLst>
                                        <p:tav tm="0">
                                          <p:val>
                                            <p:strVal val="#ppt_x+1"/>
                                          </p:val>
                                        </p:tav>
                                        <p:tav tm="100000">
                                          <p:val>
                                            <p:strVal val="#ppt_x"/>
                                          </p:val>
                                        </p:tav>
                                      </p:tavLst>
                                    </p:anim>
                                  </p:childTnLst>
                                </p:cTn>
                              </p:par>
                              <p:par>
                                <p:cTn id="23" presetID="2" presetClass="entr" presetSubtype="2" fill="hold" nodeType="withEffect">
                                  <p:stCondLst>
                                    <p:cond delay="0"/>
                                  </p:stCondLst>
                                  <p:childTnLst>
                                    <p:set>
                                      <p:cBhvr>
                                        <p:cTn id="24" dur="1" fill="hold">
                                          <p:stCondLst>
                                            <p:cond delay="0"/>
                                          </p:stCondLst>
                                        </p:cTn>
                                        <p:tgtEl>
                                          <p:spTgt spid="1853"/>
                                        </p:tgtEl>
                                        <p:attrNameLst>
                                          <p:attrName>style.visibility</p:attrName>
                                        </p:attrNameLst>
                                      </p:cBhvr>
                                      <p:to>
                                        <p:strVal val="visible"/>
                                      </p:to>
                                    </p:set>
                                    <p:anim calcmode="lin" valueType="num">
                                      <p:cBhvr additive="base">
                                        <p:cTn id="25" dur="1000"/>
                                        <p:tgtEl>
                                          <p:spTgt spid="1853"/>
                                        </p:tgtEl>
                                        <p:attrNameLst>
                                          <p:attrName>ppt_x</p:attrName>
                                        </p:attrNameLst>
                                      </p:cBhvr>
                                      <p:tavLst>
                                        <p:tav tm="0">
                                          <p:val>
                                            <p:strVal val="#ppt_x+1"/>
                                          </p:val>
                                        </p:tav>
                                        <p:tav tm="100000">
                                          <p:val>
                                            <p:strVal val="#ppt_x"/>
                                          </p:val>
                                        </p:tav>
                                      </p:tavLst>
                                    </p:anim>
                                  </p:childTnLst>
                                </p:cTn>
                              </p:par>
                            </p:childTnLst>
                          </p:cTn>
                        </p:par>
                        <p:par>
                          <p:cTn id="26" fill="hold">
                            <p:stCondLst>
                              <p:cond delay="1000"/>
                            </p:stCondLst>
                            <p:childTnLst>
                              <p:par>
                                <p:cTn id="27" presetID="10" presetClass="entr" presetSubtype="0" fill="hold" nodeType="afterEffect">
                                  <p:stCondLst>
                                    <p:cond delay="0"/>
                                  </p:stCondLst>
                                  <p:childTnLst>
                                    <p:set>
                                      <p:cBhvr>
                                        <p:cTn id="28" dur="1" fill="hold">
                                          <p:stCondLst>
                                            <p:cond delay="0"/>
                                          </p:stCondLst>
                                        </p:cTn>
                                        <p:tgtEl>
                                          <p:spTgt spid="1822"/>
                                        </p:tgtEl>
                                        <p:attrNameLst>
                                          <p:attrName>style.visibility</p:attrName>
                                        </p:attrNameLst>
                                      </p:cBhvr>
                                      <p:to>
                                        <p:strVal val="visible"/>
                                      </p:to>
                                    </p:set>
                                    <p:animEffect transition="in" filter="fade">
                                      <p:cBhvr>
                                        <p:cTn id="29" dur="1000"/>
                                        <p:tgtEl>
                                          <p:spTgt spid="1822"/>
                                        </p:tgtEl>
                                      </p:cBhvr>
                                    </p:animEffect>
                                  </p:childTnLst>
                                </p:cTn>
                              </p:par>
                              <p:par>
                                <p:cTn id="30" presetID="10" presetClass="entr" presetSubtype="0" fill="hold" nodeType="withEffect">
                                  <p:stCondLst>
                                    <p:cond delay="0"/>
                                  </p:stCondLst>
                                  <p:childTnLst>
                                    <p:set>
                                      <p:cBhvr>
                                        <p:cTn id="31" dur="1" fill="hold">
                                          <p:stCondLst>
                                            <p:cond delay="0"/>
                                          </p:stCondLst>
                                        </p:cTn>
                                        <p:tgtEl>
                                          <p:spTgt spid="1824"/>
                                        </p:tgtEl>
                                        <p:attrNameLst>
                                          <p:attrName>style.visibility</p:attrName>
                                        </p:attrNameLst>
                                      </p:cBhvr>
                                      <p:to>
                                        <p:strVal val="visible"/>
                                      </p:to>
                                    </p:set>
                                    <p:animEffect transition="in" filter="fade">
                                      <p:cBhvr>
                                        <p:cTn id="32" dur="1000"/>
                                        <p:tgtEl>
                                          <p:spTgt spid="1824"/>
                                        </p:tgtEl>
                                      </p:cBhvr>
                                    </p:animEffect>
                                  </p:childTnLst>
                                </p:cTn>
                              </p:par>
                            </p:childTnLst>
                          </p:cTn>
                        </p:par>
                        <p:par>
                          <p:cTn id="33" fill="hold">
                            <p:stCondLst>
                              <p:cond delay="2000"/>
                            </p:stCondLst>
                            <p:childTnLst>
                              <p:par>
                                <p:cTn id="34" presetID="10" presetClass="entr" presetSubtype="0" fill="hold" nodeType="afterEffect">
                                  <p:stCondLst>
                                    <p:cond delay="0"/>
                                  </p:stCondLst>
                                  <p:childTnLst>
                                    <p:set>
                                      <p:cBhvr>
                                        <p:cTn id="35" dur="1" fill="hold">
                                          <p:stCondLst>
                                            <p:cond delay="0"/>
                                          </p:stCondLst>
                                        </p:cTn>
                                        <p:tgtEl>
                                          <p:spTgt spid="1827"/>
                                        </p:tgtEl>
                                        <p:attrNameLst>
                                          <p:attrName>style.visibility</p:attrName>
                                        </p:attrNameLst>
                                      </p:cBhvr>
                                      <p:to>
                                        <p:strVal val="visible"/>
                                      </p:to>
                                    </p:set>
                                    <p:animEffect transition="in" filter="fade">
                                      <p:cBhvr>
                                        <p:cTn id="36" dur="1000"/>
                                        <p:tgtEl>
                                          <p:spTgt spid="1827"/>
                                        </p:tgtEl>
                                      </p:cBhvr>
                                    </p:animEffect>
                                  </p:childTnLst>
                                </p:cTn>
                              </p:par>
                              <p:par>
                                <p:cTn id="37" presetID="10" presetClass="entr" presetSubtype="0" fill="hold" nodeType="withEffect">
                                  <p:stCondLst>
                                    <p:cond delay="0"/>
                                  </p:stCondLst>
                                  <p:childTnLst>
                                    <p:set>
                                      <p:cBhvr>
                                        <p:cTn id="38" dur="1" fill="hold">
                                          <p:stCondLst>
                                            <p:cond delay="0"/>
                                          </p:stCondLst>
                                        </p:cTn>
                                        <p:tgtEl>
                                          <p:spTgt spid="1831"/>
                                        </p:tgtEl>
                                        <p:attrNameLst>
                                          <p:attrName>style.visibility</p:attrName>
                                        </p:attrNameLst>
                                      </p:cBhvr>
                                      <p:to>
                                        <p:strVal val="visible"/>
                                      </p:to>
                                    </p:set>
                                    <p:animEffect transition="in" filter="fade">
                                      <p:cBhvr>
                                        <p:cTn id="39" dur="1000"/>
                                        <p:tgtEl>
                                          <p:spTgt spid="1831"/>
                                        </p:tgtEl>
                                      </p:cBhvr>
                                    </p:animEffect>
                                  </p:childTnLst>
                                </p:cTn>
                              </p:par>
                            </p:childTnLst>
                          </p:cTn>
                        </p:par>
                        <p:par>
                          <p:cTn id="40" fill="hold">
                            <p:stCondLst>
                              <p:cond delay="3000"/>
                            </p:stCondLst>
                            <p:childTnLst>
                              <p:par>
                                <p:cTn id="41" presetID="10" presetClass="entr" presetSubtype="0" fill="hold" nodeType="afterEffect">
                                  <p:stCondLst>
                                    <p:cond delay="0"/>
                                  </p:stCondLst>
                                  <p:childTnLst>
                                    <p:set>
                                      <p:cBhvr>
                                        <p:cTn id="42" dur="1" fill="hold">
                                          <p:stCondLst>
                                            <p:cond delay="0"/>
                                          </p:stCondLst>
                                        </p:cTn>
                                        <p:tgtEl>
                                          <p:spTgt spid="1823"/>
                                        </p:tgtEl>
                                        <p:attrNameLst>
                                          <p:attrName>style.visibility</p:attrName>
                                        </p:attrNameLst>
                                      </p:cBhvr>
                                      <p:to>
                                        <p:strVal val="visible"/>
                                      </p:to>
                                    </p:set>
                                    <p:animEffect transition="in" filter="fade">
                                      <p:cBhvr>
                                        <p:cTn id="43" dur="1000"/>
                                        <p:tgtEl>
                                          <p:spTgt spid="1823"/>
                                        </p:tgtEl>
                                      </p:cBhvr>
                                    </p:animEffect>
                                  </p:childTnLst>
                                </p:cTn>
                              </p:par>
                              <p:par>
                                <p:cTn id="44" presetID="10" presetClass="entr" presetSubtype="0" fill="hold" nodeType="withEffect">
                                  <p:stCondLst>
                                    <p:cond delay="0"/>
                                  </p:stCondLst>
                                  <p:childTnLst>
                                    <p:set>
                                      <p:cBhvr>
                                        <p:cTn id="45" dur="1" fill="hold">
                                          <p:stCondLst>
                                            <p:cond delay="0"/>
                                          </p:stCondLst>
                                        </p:cTn>
                                        <p:tgtEl>
                                          <p:spTgt spid="1825"/>
                                        </p:tgtEl>
                                        <p:attrNameLst>
                                          <p:attrName>style.visibility</p:attrName>
                                        </p:attrNameLst>
                                      </p:cBhvr>
                                      <p:to>
                                        <p:strVal val="visible"/>
                                      </p:to>
                                    </p:set>
                                    <p:animEffect transition="in" filter="fade">
                                      <p:cBhvr>
                                        <p:cTn id="46" dur="1000"/>
                                        <p:tgtEl>
                                          <p:spTgt spid="1825"/>
                                        </p:tgtEl>
                                      </p:cBhvr>
                                    </p:animEffect>
                                  </p:childTnLst>
                                </p:cTn>
                              </p:par>
                            </p:childTnLst>
                          </p:cTn>
                        </p:par>
                        <p:par>
                          <p:cTn id="47" fill="hold">
                            <p:stCondLst>
                              <p:cond delay="4000"/>
                            </p:stCondLst>
                            <p:childTnLst>
                              <p:par>
                                <p:cTn id="48" presetID="10" presetClass="entr" presetSubtype="0" fill="hold" nodeType="afterEffect">
                                  <p:stCondLst>
                                    <p:cond delay="0"/>
                                  </p:stCondLst>
                                  <p:childTnLst>
                                    <p:set>
                                      <p:cBhvr>
                                        <p:cTn id="49" dur="1" fill="hold">
                                          <p:stCondLst>
                                            <p:cond delay="0"/>
                                          </p:stCondLst>
                                        </p:cTn>
                                        <p:tgtEl>
                                          <p:spTgt spid="1830"/>
                                        </p:tgtEl>
                                        <p:attrNameLst>
                                          <p:attrName>style.visibility</p:attrName>
                                        </p:attrNameLst>
                                      </p:cBhvr>
                                      <p:to>
                                        <p:strVal val="visible"/>
                                      </p:to>
                                    </p:set>
                                    <p:animEffect transition="in" filter="fade">
                                      <p:cBhvr>
                                        <p:cTn id="50" dur="1000"/>
                                        <p:tgtEl>
                                          <p:spTgt spid="1830"/>
                                        </p:tgtEl>
                                      </p:cBhvr>
                                    </p:animEffect>
                                  </p:childTnLst>
                                </p:cTn>
                              </p:par>
                              <p:par>
                                <p:cTn id="51" presetID="10" presetClass="entr" presetSubtype="0" fill="hold" nodeType="withEffect">
                                  <p:stCondLst>
                                    <p:cond delay="0"/>
                                  </p:stCondLst>
                                  <p:childTnLst>
                                    <p:set>
                                      <p:cBhvr>
                                        <p:cTn id="52" dur="1" fill="hold">
                                          <p:stCondLst>
                                            <p:cond delay="0"/>
                                          </p:stCondLst>
                                        </p:cTn>
                                        <p:tgtEl>
                                          <p:spTgt spid="1832"/>
                                        </p:tgtEl>
                                        <p:attrNameLst>
                                          <p:attrName>style.visibility</p:attrName>
                                        </p:attrNameLst>
                                      </p:cBhvr>
                                      <p:to>
                                        <p:strVal val="visible"/>
                                      </p:to>
                                    </p:set>
                                    <p:animEffect transition="in" filter="fade">
                                      <p:cBhvr>
                                        <p:cTn id="53" dur="1000"/>
                                        <p:tgtEl>
                                          <p:spTgt spid="18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show="0">
  <p:cSld>
    <p:spTree>
      <p:nvGrpSpPr>
        <p:cNvPr id="1" name="Shape 1874"/>
        <p:cNvGrpSpPr/>
        <p:nvPr/>
      </p:nvGrpSpPr>
      <p:grpSpPr>
        <a:xfrm>
          <a:off x="0" y="0"/>
          <a:ext cx="0" cy="0"/>
          <a:chOff x="0" y="0"/>
          <a:chExt cx="0" cy="0"/>
        </a:xfrm>
      </p:grpSpPr>
      <p:sp>
        <p:nvSpPr>
          <p:cNvPr id="1875" name="Google Shape;1875;p10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INCREASINGLY MEANINGFUL EXPERIENCES</a:t>
            </a:r>
            <a:endParaRPr/>
          </a:p>
        </p:txBody>
      </p:sp>
      <p:sp>
        <p:nvSpPr>
          <p:cNvPr id="1876" name="Google Shape;1876;p101"/>
          <p:cNvSpPr txBox="1"/>
          <p:nvPr/>
        </p:nvSpPr>
        <p:spPr>
          <a:xfrm>
            <a:off x="720000" y="1394300"/>
            <a:ext cx="1128300" cy="36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54.0%</a:t>
            </a:r>
            <a:endParaRPr sz="1800">
              <a:solidFill>
                <a:schemeClr val="dk1"/>
              </a:solidFill>
              <a:latin typeface="Orbitron Black"/>
              <a:ea typeface="Orbitron Black"/>
              <a:cs typeface="Orbitron Black"/>
              <a:sym typeface="Orbitron Black"/>
            </a:endParaRPr>
          </a:p>
        </p:txBody>
      </p:sp>
      <p:sp>
        <p:nvSpPr>
          <p:cNvPr id="1877" name="Google Shape;1877;p101"/>
          <p:cNvSpPr txBox="1"/>
          <p:nvPr/>
        </p:nvSpPr>
        <p:spPr>
          <a:xfrm>
            <a:off x="720000" y="2343276"/>
            <a:ext cx="1128300" cy="36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34.5%</a:t>
            </a:r>
            <a:endParaRPr sz="1800">
              <a:solidFill>
                <a:schemeClr val="dk1"/>
              </a:solidFill>
              <a:latin typeface="Orbitron Black"/>
              <a:ea typeface="Orbitron Black"/>
              <a:cs typeface="Orbitron Black"/>
              <a:sym typeface="Orbitron Black"/>
            </a:endParaRPr>
          </a:p>
        </p:txBody>
      </p:sp>
      <p:sp>
        <p:nvSpPr>
          <p:cNvPr id="1878" name="Google Shape;1878;p101"/>
          <p:cNvSpPr txBox="1"/>
          <p:nvPr/>
        </p:nvSpPr>
        <p:spPr>
          <a:xfrm>
            <a:off x="720000" y="3292249"/>
            <a:ext cx="1128300" cy="36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Orbitron Black"/>
                <a:ea typeface="Orbitron Black"/>
                <a:cs typeface="Orbitron Black"/>
                <a:sym typeface="Orbitron Black"/>
              </a:rPr>
              <a:t>11.5%</a:t>
            </a:r>
            <a:endParaRPr sz="1800">
              <a:solidFill>
                <a:schemeClr val="dk1"/>
              </a:solidFill>
              <a:latin typeface="Orbitron Black"/>
              <a:ea typeface="Orbitron Black"/>
              <a:cs typeface="Orbitron Black"/>
              <a:sym typeface="Orbitron Black"/>
            </a:endParaRPr>
          </a:p>
        </p:txBody>
      </p:sp>
      <p:sp>
        <p:nvSpPr>
          <p:cNvPr id="1879" name="Google Shape;1879;p101"/>
          <p:cNvSpPr txBox="1"/>
          <p:nvPr/>
        </p:nvSpPr>
        <p:spPr>
          <a:xfrm>
            <a:off x="2068600" y="3292249"/>
            <a:ext cx="2384700" cy="367800"/>
          </a:xfrm>
          <a:prstGeom prst="rect">
            <a:avLst/>
          </a:prstGeom>
          <a:noFill/>
          <a:ln>
            <a:noFill/>
          </a:ln>
        </p:spPr>
        <p:txBody>
          <a:bodyPr spcFirstLastPara="1" wrap="square" lIns="91425" tIns="91425" rIns="91425" bIns="91425" anchor="b" anchorCtr="0">
            <a:noAutofit/>
          </a:bodyPr>
          <a:lstStyle/>
          <a:p>
            <a:pPr marL="0" lvl="0" indent="0" algn="l"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880" name="Google Shape;1880;p101"/>
          <p:cNvSpPr txBox="1"/>
          <p:nvPr/>
        </p:nvSpPr>
        <p:spPr>
          <a:xfrm>
            <a:off x="2068600" y="2343275"/>
            <a:ext cx="2384700" cy="367800"/>
          </a:xfrm>
          <a:prstGeom prst="rect">
            <a:avLst/>
          </a:prstGeom>
          <a:noFill/>
          <a:ln>
            <a:noFill/>
          </a:ln>
        </p:spPr>
        <p:txBody>
          <a:bodyPr spcFirstLastPara="1" wrap="square" lIns="91425" tIns="91425" rIns="91425" bIns="91425" anchor="b" anchorCtr="0">
            <a:noAutofit/>
          </a:bodyPr>
          <a:lstStyle/>
          <a:p>
            <a:pPr marL="0" lvl="0" indent="0" algn="l"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881" name="Google Shape;1881;p101"/>
          <p:cNvSpPr txBox="1"/>
          <p:nvPr/>
        </p:nvSpPr>
        <p:spPr>
          <a:xfrm>
            <a:off x="2068600" y="1394300"/>
            <a:ext cx="2384700" cy="367800"/>
          </a:xfrm>
          <a:prstGeom prst="rect">
            <a:avLst/>
          </a:prstGeom>
          <a:noFill/>
          <a:ln>
            <a:noFill/>
          </a:ln>
        </p:spPr>
        <p:txBody>
          <a:bodyPr spcFirstLastPara="1" wrap="square" lIns="91425" tIns="91425" rIns="91425" bIns="91425" anchor="b" anchorCtr="0">
            <a:noAutofit/>
          </a:bodyPr>
          <a:lstStyle/>
          <a:p>
            <a:pPr marL="0" lvl="0" indent="0" algn="l" rtl="0">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882" name="Google Shape;1882;p101"/>
          <p:cNvSpPr txBox="1"/>
          <p:nvPr/>
        </p:nvSpPr>
        <p:spPr>
          <a:xfrm>
            <a:off x="2068600" y="3555600"/>
            <a:ext cx="22635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883" name="Google Shape;1883;p101"/>
          <p:cNvSpPr txBox="1"/>
          <p:nvPr/>
        </p:nvSpPr>
        <p:spPr>
          <a:xfrm>
            <a:off x="2068600" y="2606625"/>
            <a:ext cx="22635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884" name="Google Shape;1884;p101"/>
          <p:cNvSpPr txBox="1"/>
          <p:nvPr/>
        </p:nvSpPr>
        <p:spPr>
          <a:xfrm>
            <a:off x="2068600" y="1657650"/>
            <a:ext cx="22635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885" name="Google Shape;1885;p101"/>
          <p:cNvSpPr/>
          <p:nvPr/>
        </p:nvSpPr>
        <p:spPr>
          <a:xfrm>
            <a:off x="1848323" y="151436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886" name="Google Shape;1886;p101"/>
          <p:cNvSpPr/>
          <p:nvPr/>
        </p:nvSpPr>
        <p:spPr>
          <a:xfrm>
            <a:off x="1848323" y="247458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1887" name="Google Shape;1887;p101"/>
          <p:cNvSpPr/>
          <p:nvPr/>
        </p:nvSpPr>
        <p:spPr>
          <a:xfrm>
            <a:off x="1848325" y="342279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pic>
        <p:nvPicPr>
          <p:cNvPr id="1888" name="Google Shape;1888;p101" title="Gráfico">
            <a:hlinkClick r:id="rId3"/>
          </p:cNvPr>
          <p:cNvPicPr preferRelativeResize="0"/>
          <p:nvPr/>
        </p:nvPicPr>
        <p:blipFill rotWithShape="1">
          <a:blip r:embed="rId4">
            <a:alphaModFix/>
          </a:blip>
          <a:srcRect l="19653" r="19403"/>
          <a:stretch/>
        </p:blipFill>
        <p:spPr>
          <a:xfrm>
            <a:off x="4831287" y="1154475"/>
            <a:ext cx="2990428" cy="3038049"/>
          </a:xfrm>
          <a:prstGeom prst="rect">
            <a:avLst/>
          </a:prstGeom>
          <a:noFill/>
          <a:ln>
            <a:noFill/>
          </a:ln>
        </p:spPr>
      </p:pic>
      <p:sp>
        <p:nvSpPr>
          <p:cNvPr id="1889" name="Google Shape;1889;p101"/>
          <p:cNvSpPr txBox="1"/>
          <p:nvPr/>
        </p:nvSpPr>
        <p:spPr>
          <a:xfrm>
            <a:off x="719900" y="4176875"/>
            <a:ext cx="7704000" cy="338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Follow the link in the graph to modify its data and then paste the new one here. </a:t>
            </a:r>
            <a:r>
              <a:rPr lang="en">
                <a:solidFill>
                  <a:schemeClr val="dk1"/>
                </a:solidFill>
                <a:uFill>
                  <a:noFill/>
                </a:uFill>
                <a:latin typeface="Darker Grotesque"/>
                <a:ea typeface="Darker Grotesque"/>
                <a:cs typeface="Darker Grotesque"/>
                <a:sym typeface="Darker Grotesque"/>
                <a:hlinkClick r:id="rId5">
                  <a:extLst>
                    <a:ext uri="{A12FA001-AC4F-418D-AE19-62706E023703}">
                      <ahyp:hlinkClr xmlns:ahyp="http://schemas.microsoft.com/office/drawing/2018/hyperlinkcolor" val="tx"/>
                    </a:ext>
                  </a:extLst>
                </a:hlinkClick>
              </a:rPr>
              <a:t>For more info, click here</a:t>
            </a:r>
            <a:endParaRPr>
              <a:solidFill>
                <a:schemeClr val="dk1"/>
              </a:solidFill>
              <a:latin typeface="Darker Grotesque"/>
              <a:ea typeface="Darker Grotesque"/>
              <a:cs typeface="Darker Grotesque"/>
              <a:sym typeface="Darker Grotesque"/>
            </a:endParaRPr>
          </a:p>
        </p:txBody>
      </p:sp>
      <p:sp>
        <p:nvSpPr>
          <p:cNvPr id="1890" name="Google Shape;1890;p101"/>
          <p:cNvSpPr/>
          <p:nvPr/>
        </p:nvSpPr>
        <p:spPr>
          <a:xfrm>
            <a:off x="5762350" y="2109372"/>
            <a:ext cx="1128249" cy="1128224"/>
          </a:xfrm>
          <a:custGeom>
            <a:avLst/>
            <a:gdLst/>
            <a:ahLst/>
            <a:cxnLst/>
            <a:rect l="l" t="t" r="r" b="b"/>
            <a:pathLst>
              <a:path w="45293" h="45292" extrusionOk="0">
                <a:moveTo>
                  <a:pt x="22647" y="0"/>
                </a:moveTo>
                <a:cubicBezTo>
                  <a:pt x="9877" y="0"/>
                  <a:pt x="1" y="10227"/>
                  <a:pt x="1" y="22646"/>
                </a:cubicBezTo>
                <a:cubicBezTo>
                  <a:pt x="1" y="35444"/>
                  <a:pt x="9877" y="45292"/>
                  <a:pt x="22647" y="45292"/>
                </a:cubicBezTo>
                <a:cubicBezTo>
                  <a:pt x="35066" y="45292"/>
                  <a:pt x="45293" y="35444"/>
                  <a:pt x="45293" y="22646"/>
                </a:cubicBezTo>
                <a:cubicBezTo>
                  <a:pt x="45293" y="10227"/>
                  <a:pt x="35066" y="0"/>
                  <a:pt x="22647"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1" name="Google Shape;1891;p101"/>
          <p:cNvGrpSpPr/>
          <p:nvPr/>
        </p:nvGrpSpPr>
        <p:grpSpPr>
          <a:xfrm>
            <a:off x="5974630" y="2287705"/>
            <a:ext cx="704162" cy="771384"/>
            <a:chOff x="8061251" y="2189239"/>
            <a:chExt cx="328434" cy="359821"/>
          </a:xfrm>
        </p:grpSpPr>
        <p:sp>
          <p:nvSpPr>
            <p:cNvPr id="1892" name="Google Shape;1892;p101"/>
            <p:cNvSpPr/>
            <p:nvPr/>
          </p:nvSpPr>
          <p:spPr>
            <a:xfrm>
              <a:off x="8193061" y="2321050"/>
              <a:ext cx="21194" cy="20763"/>
            </a:xfrm>
            <a:custGeom>
              <a:avLst/>
              <a:gdLst/>
              <a:ahLst/>
              <a:cxnLst/>
              <a:rect l="l" t="t" r="r" b="b"/>
              <a:pathLst>
                <a:path w="786" h="770" extrusionOk="0">
                  <a:moveTo>
                    <a:pt x="0" y="1"/>
                  </a:moveTo>
                  <a:lnTo>
                    <a:pt x="0" y="770"/>
                  </a:lnTo>
                  <a:lnTo>
                    <a:pt x="786" y="770"/>
                  </a:lnTo>
                  <a:lnTo>
                    <a:pt x="7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101"/>
            <p:cNvSpPr/>
            <p:nvPr/>
          </p:nvSpPr>
          <p:spPr>
            <a:xfrm>
              <a:off x="8236693" y="2321050"/>
              <a:ext cx="20790" cy="20763"/>
            </a:xfrm>
            <a:custGeom>
              <a:avLst/>
              <a:gdLst/>
              <a:ahLst/>
              <a:cxnLst/>
              <a:rect l="l" t="t" r="r" b="b"/>
              <a:pathLst>
                <a:path w="771" h="770" extrusionOk="0">
                  <a:moveTo>
                    <a:pt x="0" y="1"/>
                  </a:moveTo>
                  <a:lnTo>
                    <a:pt x="0" y="770"/>
                  </a:lnTo>
                  <a:lnTo>
                    <a:pt x="771" y="770"/>
                  </a:lnTo>
                  <a:lnTo>
                    <a:pt x="77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01"/>
            <p:cNvSpPr/>
            <p:nvPr/>
          </p:nvSpPr>
          <p:spPr>
            <a:xfrm>
              <a:off x="8193061" y="2362983"/>
              <a:ext cx="64419" cy="21221"/>
            </a:xfrm>
            <a:custGeom>
              <a:avLst/>
              <a:gdLst/>
              <a:ahLst/>
              <a:cxnLst/>
              <a:rect l="l" t="t" r="r" b="b"/>
              <a:pathLst>
                <a:path w="2389" h="787" extrusionOk="0">
                  <a:moveTo>
                    <a:pt x="0" y="1"/>
                  </a:moveTo>
                  <a:lnTo>
                    <a:pt x="0" y="786"/>
                  </a:lnTo>
                  <a:lnTo>
                    <a:pt x="2389" y="786"/>
                  </a:lnTo>
                  <a:lnTo>
                    <a:pt x="238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01"/>
            <p:cNvSpPr/>
            <p:nvPr/>
          </p:nvSpPr>
          <p:spPr>
            <a:xfrm>
              <a:off x="8108711" y="2278686"/>
              <a:ext cx="233517" cy="149170"/>
            </a:xfrm>
            <a:custGeom>
              <a:avLst/>
              <a:gdLst/>
              <a:ahLst/>
              <a:cxnLst/>
              <a:rect l="l" t="t" r="r" b="b"/>
              <a:pathLst>
                <a:path w="8660" h="5532" extrusionOk="0">
                  <a:moveTo>
                    <a:pt x="6302" y="786"/>
                  </a:moveTo>
                  <a:lnTo>
                    <a:pt x="6302" y="4746"/>
                  </a:lnTo>
                  <a:lnTo>
                    <a:pt x="2342" y="4746"/>
                  </a:lnTo>
                  <a:lnTo>
                    <a:pt x="2342" y="786"/>
                  </a:lnTo>
                  <a:close/>
                  <a:moveTo>
                    <a:pt x="1557" y="0"/>
                  </a:moveTo>
                  <a:lnTo>
                    <a:pt x="1557" y="2372"/>
                  </a:lnTo>
                  <a:lnTo>
                    <a:pt x="786" y="2372"/>
                  </a:lnTo>
                  <a:lnTo>
                    <a:pt x="786" y="1587"/>
                  </a:lnTo>
                  <a:lnTo>
                    <a:pt x="0" y="1587"/>
                  </a:lnTo>
                  <a:lnTo>
                    <a:pt x="0" y="3944"/>
                  </a:lnTo>
                  <a:lnTo>
                    <a:pt x="786" y="3944"/>
                  </a:lnTo>
                  <a:lnTo>
                    <a:pt x="786" y="3158"/>
                  </a:lnTo>
                  <a:lnTo>
                    <a:pt x="1557" y="3158"/>
                  </a:lnTo>
                  <a:lnTo>
                    <a:pt x="1557" y="5532"/>
                  </a:lnTo>
                  <a:lnTo>
                    <a:pt x="7088" y="5532"/>
                  </a:lnTo>
                  <a:lnTo>
                    <a:pt x="7088" y="3158"/>
                  </a:lnTo>
                  <a:lnTo>
                    <a:pt x="7874" y="3158"/>
                  </a:lnTo>
                  <a:lnTo>
                    <a:pt x="7874" y="3944"/>
                  </a:lnTo>
                  <a:lnTo>
                    <a:pt x="8660" y="3944"/>
                  </a:lnTo>
                  <a:lnTo>
                    <a:pt x="8660" y="1587"/>
                  </a:lnTo>
                  <a:lnTo>
                    <a:pt x="7874" y="1587"/>
                  </a:lnTo>
                  <a:lnTo>
                    <a:pt x="7874" y="2372"/>
                  </a:lnTo>
                  <a:lnTo>
                    <a:pt x="7088" y="2372"/>
                  </a:lnTo>
                  <a:lnTo>
                    <a:pt x="708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01"/>
            <p:cNvSpPr/>
            <p:nvPr/>
          </p:nvSpPr>
          <p:spPr>
            <a:xfrm>
              <a:off x="8061251" y="2189239"/>
              <a:ext cx="328434" cy="359821"/>
            </a:xfrm>
            <a:custGeom>
              <a:avLst/>
              <a:gdLst/>
              <a:ahLst/>
              <a:cxnLst/>
              <a:rect l="l" t="t" r="r" b="b"/>
              <a:pathLst>
                <a:path w="12180" h="13344" extrusionOk="0">
                  <a:moveTo>
                    <a:pt x="6082" y="771"/>
                  </a:moveTo>
                  <a:cubicBezTo>
                    <a:pt x="9005" y="771"/>
                    <a:pt x="11394" y="3160"/>
                    <a:pt x="11394" y="6083"/>
                  </a:cubicBezTo>
                  <a:cubicBezTo>
                    <a:pt x="11394" y="7309"/>
                    <a:pt x="10954" y="8518"/>
                    <a:pt x="10168" y="9461"/>
                  </a:cubicBezTo>
                  <a:cubicBezTo>
                    <a:pt x="9398" y="10404"/>
                    <a:pt x="8314" y="11049"/>
                    <a:pt x="7135" y="11284"/>
                  </a:cubicBezTo>
                  <a:lnTo>
                    <a:pt x="7009" y="11300"/>
                  </a:lnTo>
                  <a:lnTo>
                    <a:pt x="6082" y="12243"/>
                  </a:lnTo>
                  <a:lnTo>
                    <a:pt x="5155" y="11300"/>
                  </a:lnTo>
                  <a:lnTo>
                    <a:pt x="5045" y="11284"/>
                  </a:lnTo>
                  <a:cubicBezTo>
                    <a:pt x="3851" y="11049"/>
                    <a:pt x="2766" y="10404"/>
                    <a:pt x="1997" y="9461"/>
                  </a:cubicBezTo>
                  <a:cubicBezTo>
                    <a:pt x="1211" y="8518"/>
                    <a:pt x="786" y="7309"/>
                    <a:pt x="786" y="6083"/>
                  </a:cubicBezTo>
                  <a:cubicBezTo>
                    <a:pt x="786" y="3160"/>
                    <a:pt x="3160" y="771"/>
                    <a:pt x="6082" y="771"/>
                  </a:cubicBezTo>
                  <a:close/>
                  <a:moveTo>
                    <a:pt x="6082" y="1"/>
                  </a:moveTo>
                  <a:cubicBezTo>
                    <a:pt x="4463" y="1"/>
                    <a:pt x="2923" y="629"/>
                    <a:pt x="1777" y="1777"/>
                  </a:cubicBezTo>
                  <a:cubicBezTo>
                    <a:pt x="629" y="2924"/>
                    <a:pt x="0" y="4449"/>
                    <a:pt x="0" y="6083"/>
                  </a:cubicBezTo>
                  <a:cubicBezTo>
                    <a:pt x="0" y="7497"/>
                    <a:pt x="488" y="8880"/>
                    <a:pt x="1399" y="9964"/>
                  </a:cubicBezTo>
                  <a:cubicBezTo>
                    <a:pt x="2263" y="11001"/>
                    <a:pt x="3457" y="11740"/>
                    <a:pt x="4762" y="12023"/>
                  </a:cubicBezTo>
                  <a:lnTo>
                    <a:pt x="6082" y="13343"/>
                  </a:lnTo>
                  <a:lnTo>
                    <a:pt x="7402" y="12023"/>
                  </a:lnTo>
                  <a:cubicBezTo>
                    <a:pt x="8722" y="11740"/>
                    <a:pt x="9917" y="11001"/>
                    <a:pt x="10780" y="9964"/>
                  </a:cubicBezTo>
                  <a:cubicBezTo>
                    <a:pt x="11677" y="8880"/>
                    <a:pt x="12180" y="7497"/>
                    <a:pt x="12180" y="6083"/>
                  </a:cubicBezTo>
                  <a:cubicBezTo>
                    <a:pt x="12180" y="4449"/>
                    <a:pt x="11535" y="2924"/>
                    <a:pt x="10388" y="1777"/>
                  </a:cubicBezTo>
                  <a:cubicBezTo>
                    <a:pt x="9240" y="629"/>
                    <a:pt x="7717" y="1"/>
                    <a:pt x="608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7" name="Google Shape;1897;p101">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01">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01">
            <a:hlinkClick r:id="rId7"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4</a:t>
            </a:r>
            <a:endParaRPr sz="1200" b="1">
              <a:solidFill>
                <a:schemeClr val="dk2"/>
              </a:solidFill>
              <a:latin typeface="Darker Grotesque"/>
              <a:ea typeface="Darker Grotesque"/>
              <a:cs typeface="Darker Grotesque"/>
              <a:sym typeface="Darker Grotesque"/>
            </a:endParaRPr>
          </a:p>
        </p:txBody>
      </p:sp>
      <p:sp>
        <p:nvSpPr>
          <p:cNvPr id="1900" name="Google Shape;1900;p101">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01">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02" name="Google Shape;1902;p101">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903" name="Google Shape;1903;p101">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04" name="Google Shape;1904;p101">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0">
  <p:cSld>
    <p:spTree>
      <p:nvGrpSpPr>
        <p:cNvPr id="1" name="Shape 1908"/>
        <p:cNvGrpSpPr/>
        <p:nvPr/>
      </p:nvGrpSpPr>
      <p:grpSpPr>
        <a:xfrm>
          <a:off x="0" y="0"/>
          <a:ext cx="0" cy="0"/>
          <a:chOff x="0" y="0"/>
          <a:chExt cx="0" cy="0"/>
        </a:xfrm>
      </p:grpSpPr>
      <p:sp>
        <p:nvSpPr>
          <p:cNvPr id="1909" name="Google Shape;1909;p102"/>
          <p:cNvSpPr/>
          <p:nvPr/>
        </p:nvSpPr>
        <p:spPr>
          <a:xfrm rot="10800000" flipH="1">
            <a:off x="-1700150" y="2571745"/>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698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02"/>
          <p:cNvSpPr/>
          <p:nvPr/>
        </p:nvSpPr>
        <p:spPr>
          <a:xfrm>
            <a:off x="3509475" y="-3172112"/>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911" name="Google Shape;1911;p102"/>
          <p:cNvPicPr preferRelativeResize="0"/>
          <p:nvPr/>
        </p:nvPicPr>
        <p:blipFill rotWithShape="1">
          <a:blip r:embed="rId3">
            <a:alphaModFix/>
          </a:blip>
          <a:srcRect l="7340" r="4538" b="19768"/>
          <a:stretch/>
        </p:blipFill>
        <p:spPr>
          <a:xfrm rot="-3591002" flipH="1">
            <a:off x="611729" y="4616060"/>
            <a:ext cx="6884144" cy="4749463"/>
          </a:xfrm>
          <a:prstGeom prst="rect">
            <a:avLst/>
          </a:prstGeom>
          <a:noFill/>
          <a:ln>
            <a:noFill/>
          </a:ln>
        </p:spPr>
      </p:pic>
      <p:pic>
        <p:nvPicPr>
          <p:cNvPr id="1912" name="Google Shape;1912;p102"/>
          <p:cNvPicPr preferRelativeResize="0"/>
          <p:nvPr/>
        </p:nvPicPr>
        <p:blipFill rotWithShape="1">
          <a:blip r:embed="rId3">
            <a:alphaModFix/>
          </a:blip>
          <a:srcRect l="7340" r="4538" b="19768"/>
          <a:stretch/>
        </p:blipFill>
        <p:spPr>
          <a:xfrm rot="8688988" flipH="1">
            <a:off x="-2632541" y="-2369747"/>
            <a:ext cx="5546205" cy="3826439"/>
          </a:xfrm>
          <a:prstGeom prst="rect">
            <a:avLst/>
          </a:prstGeom>
          <a:noFill/>
          <a:ln>
            <a:noFill/>
          </a:ln>
        </p:spPr>
      </p:pic>
      <p:sp>
        <p:nvSpPr>
          <p:cNvPr id="1913" name="Google Shape;1913;p102"/>
          <p:cNvSpPr txBox="1">
            <a:spLocks noGrp="1"/>
          </p:cNvSpPr>
          <p:nvPr>
            <p:ph type="title"/>
          </p:nvPr>
        </p:nvSpPr>
        <p:spPr>
          <a:xfrm>
            <a:off x="4572000" y="1168450"/>
            <a:ext cx="3858900" cy="140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OUR SERVICES</a:t>
            </a:r>
            <a:endParaRPr/>
          </a:p>
        </p:txBody>
      </p:sp>
      <p:sp>
        <p:nvSpPr>
          <p:cNvPr id="1914" name="Google Shape;1914;p102"/>
          <p:cNvSpPr txBox="1">
            <a:spLocks noGrp="1"/>
          </p:cNvSpPr>
          <p:nvPr>
            <p:ph type="title" idx="2"/>
          </p:nvPr>
        </p:nvSpPr>
        <p:spPr>
          <a:xfrm>
            <a:off x="6831000" y="3532125"/>
            <a:ext cx="15999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05</a:t>
            </a:r>
            <a:endParaRPr/>
          </a:p>
        </p:txBody>
      </p:sp>
      <p:sp>
        <p:nvSpPr>
          <p:cNvPr id="1915" name="Google Shape;1915;p102"/>
          <p:cNvSpPr txBox="1">
            <a:spLocks noGrp="1"/>
          </p:cNvSpPr>
          <p:nvPr>
            <p:ph type="subTitle" idx="1"/>
          </p:nvPr>
        </p:nvSpPr>
        <p:spPr>
          <a:xfrm>
            <a:off x="5460300" y="2572100"/>
            <a:ext cx="2970600" cy="71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enter a subtitle here if you need it</a:t>
            </a:r>
            <a:endParaRPr/>
          </a:p>
        </p:txBody>
      </p:sp>
      <p:pic>
        <p:nvPicPr>
          <p:cNvPr id="1916" name="Google Shape;1916;p102"/>
          <p:cNvPicPr preferRelativeResize="0"/>
          <p:nvPr/>
        </p:nvPicPr>
        <p:blipFill rotWithShape="1">
          <a:blip r:embed="rId4">
            <a:alphaModFix/>
          </a:blip>
          <a:srcRect l="3166" r="40583"/>
          <a:stretch/>
        </p:blipFill>
        <p:spPr>
          <a:xfrm>
            <a:off x="713213" y="914972"/>
            <a:ext cx="3613500" cy="3613500"/>
          </a:xfrm>
          <a:prstGeom prst="ellipse">
            <a:avLst/>
          </a:prstGeom>
          <a:noFill/>
          <a:ln>
            <a:noFill/>
          </a:ln>
          <a:effectLst>
            <a:outerShdw blurRad="128588" dist="28575" dir="11040000" algn="bl" rotWithShape="0">
              <a:schemeClr val="accent1">
                <a:alpha val="23000"/>
              </a:schemeClr>
            </a:outerShdw>
          </a:effectLst>
        </p:spPr>
      </p:pic>
      <p:pic>
        <p:nvPicPr>
          <p:cNvPr id="1917" name="Google Shape;1917;p102"/>
          <p:cNvPicPr preferRelativeResize="0"/>
          <p:nvPr/>
        </p:nvPicPr>
        <p:blipFill>
          <a:blip r:embed="rId5">
            <a:alphaModFix/>
          </a:blip>
          <a:stretch>
            <a:fillRect/>
          </a:stretch>
        </p:blipFill>
        <p:spPr>
          <a:xfrm rot="2051220">
            <a:off x="83900" y="3984322"/>
            <a:ext cx="797027" cy="603989"/>
          </a:xfrm>
          <a:prstGeom prst="rect">
            <a:avLst/>
          </a:prstGeom>
          <a:noFill/>
          <a:ln>
            <a:noFill/>
          </a:ln>
        </p:spPr>
      </p:pic>
      <p:sp>
        <p:nvSpPr>
          <p:cNvPr id="1918" name="Google Shape;1918;p102">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02">
            <a:hlinkClick r:id="rId6"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02">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1921" name="Google Shape;1921;p102">
            <a:hlinkClick r:id="rId6"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02">
            <a:hlinkClick r:id="rId6"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23" name="Google Shape;1923;p102">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1924" name="Google Shape;1924;p102">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912"/>
                                        </p:tgtEl>
                                        <p:attrNameLst>
                                          <p:attrName>style.visibility</p:attrName>
                                        </p:attrNameLst>
                                      </p:cBhvr>
                                      <p:to>
                                        <p:strVal val="visible"/>
                                      </p:to>
                                    </p:set>
                                    <p:anim calcmode="lin" valueType="num">
                                      <p:cBhvr additive="base">
                                        <p:cTn id="7" dur="1000"/>
                                        <p:tgtEl>
                                          <p:spTgt spid="1912"/>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1911"/>
                                        </p:tgtEl>
                                        <p:attrNameLst>
                                          <p:attrName>style.visibility</p:attrName>
                                        </p:attrNameLst>
                                      </p:cBhvr>
                                      <p:to>
                                        <p:strVal val="visible"/>
                                      </p:to>
                                    </p:set>
                                    <p:anim calcmode="lin" valueType="num">
                                      <p:cBhvr additive="base">
                                        <p:cTn id="10" dur="1000"/>
                                        <p:tgtEl>
                                          <p:spTgt spid="1911"/>
                                        </p:tgtEl>
                                        <p:attrNameLst>
                                          <p:attrName>ppt_y</p:attrName>
                                        </p:attrNameLst>
                                      </p:cBhvr>
                                      <p:tavLst>
                                        <p:tav tm="0">
                                          <p:val>
                                            <p:strVal val="#ppt_y+1"/>
                                          </p:val>
                                        </p:tav>
                                        <p:tav tm="100000">
                                          <p:val>
                                            <p:strVal val="#ppt_y"/>
                                          </p:val>
                                        </p:tav>
                                      </p:tavLst>
                                    </p:anim>
                                  </p:childTnLst>
                                </p:cTn>
                              </p:par>
                              <p:par>
                                <p:cTn id="11" presetID="2" presetClass="entr" presetSubtype="1" fill="hold" nodeType="withEffect">
                                  <p:stCondLst>
                                    <p:cond delay="0"/>
                                  </p:stCondLst>
                                  <p:childTnLst>
                                    <p:set>
                                      <p:cBhvr>
                                        <p:cTn id="12" dur="1" fill="hold">
                                          <p:stCondLst>
                                            <p:cond delay="0"/>
                                          </p:stCondLst>
                                        </p:cTn>
                                        <p:tgtEl>
                                          <p:spTgt spid="1910"/>
                                        </p:tgtEl>
                                        <p:attrNameLst>
                                          <p:attrName>style.visibility</p:attrName>
                                        </p:attrNameLst>
                                      </p:cBhvr>
                                      <p:to>
                                        <p:strVal val="visible"/>
                                      </p:to>
                                    </p:set>
                                    <p:anim calcmode="lin" valueType="num">
                                      <p:cBhvr additive="base">
                                        <p:cTn id="13" dur="1000"/>
                                        <p:tgtEl>
                                          <p:spTgt spid="1910"/>
                                        </p:tgtEl>
                                        <p:attrNameLst>
                                          <p:attrName>ppt_y</p:attrName>
                                        </p:attrNameLst>
                                      </p:cBhvr>
                                      <p:tavLst>
                                        <p:tav tm="0">
                                          <p:val>
                                            <p:strVal val="#ppt_y-1"/>
                                          </p:val>
                                        </p:tav>
                                        <p:tav tm="100000">
                                          <p:val>
                                            <p:strVal val="#ppt_y"/>
                                          </p:val>
                                        </p:tav>
                                      </p:tavLst>
                                    </p:anim>
                                  </p:childTnLst>
                                </p:cTn>
                              </p:par>
                              <p:par>
                                <p:cTn id="14" presetID="2" presetClass="entr" presetSubtype="8" fill="hold" nodeType="withEffect">
                                  <p:stCondLst>
                                    <p:cond delay="0"/>
                                  </p:stCondLst>
                                  <p:childTnLst>
                                    <p:set>
                                      <p:cBhvr>
                                        <p:cTn id="15" dur="1" fill="hold">
                                          <p:stCondLst>
                                            <p:cond delay="0"/>
                                          </p:stCondLst>
                                        </p:cTn>
                                        <p:tgtEl>
                                          <p:spTgt spid="1917"/>
                                        </p:tgtEl>
                                        <p:attrNameLst>
                                          <p:attrName>style.visibility</p:attrName>
                                        </p:attrNameLst>
                                      </p:cBhvr>
                                      <p:to>
                                        <p:strVal val="visible"/>
                                      </p:to>
                                    </p:set>
                                    <p:anim calcmode="lin" valueType="num">
                                      <p:cBhvr additive="base">
                                        <p:cTn id="16" dur="1000"/>
                                        <p:tgtEl>
                                          <p:spTgt spid="1917"/>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Shape 1928"/>
        <p:cNvGrpSpPr/>
        <p:nvPr/>
      </p:nvGrpSpPr>
      <p:grpSpPr>
        <a:xfrm>
          <a:off x="0" y="0"/>
          <a:ext cx="0" cy="0"/>
          <a:chOff x="0" y="0"/>
          <a:chExt cx="0" cy="0"/>
        </a:xfrm>
      </p:grpSpPr>
      <p:pic>
        <p:nvPicPr>
          <p:cNvPr id="1929" name="Google Shape;1929;p103"/>
          <p:cNvPicPr preferRelativeResize="0"/>
          <p:nvPr/>
        </p:nvPicPr>
        <p:blipFill rotWithShape="1">
          <a:blip r:embed="rId3">
            <a:alphaModFix/>
          </a:blip>
          <a:srcRect l="35545" r="33569"/>
          <a:stretch/>
        </p:blipFill>
        <p:spPr>
          <a:xfrm>
            <a:off x="6314150" y="0"/>
            <a:ext cx="2824152" cy="5143500"/>
          </a:xfrm>
          <a:prstGeom prst="rect">
            <a:avLst/>
          </a:prstGeom>
          <a:noFill/>
          <a:ln>
            <a:noFill/>
          </a:ln>
        </p:spPr>
      </p:pic>
      <p:sp>
        <p:nvSpPr>
          <p:cNvPr id="1930" name="Google Shape;1930;p103"/>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HOW ABOUT FOUR COLUMNS?</a:t>
            </a:r>
            <a:endParaRPr/>
          </a:p>
        </p:txBody>
      </p:sp>
      <p:sp>
        <p:nvSpPr>
          <p:cNvPr id="1931" name="Google Shape;1931;p103"/>
          <p:cNvSpPr txBox="1">
            <a:spLocks noGrp="1"/>
          </p:cNvSpPr>
          <p:nvPr>
            <p:ph type="title"/>
          </p:nvPr>
        </p:nvSpPr>
        <p:spPr>
          <a:xfrm>
            <a:off x="720000" y="1759050"/>
            <a:ext cx="18582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1932" name="Google Shape;1932;p103"/>
          <p:cNvSpPr txBox="1">
            <a:spLocks noGrp="1"/>
          </p:cNvSpPr>
          <p:nvPr>
            <p:ph type="subTitle" idx="1"/>
          </p:nvPr>
        </p:nvSpPr>
        <p:spPr>
          <a:xfrm>
            <a:off x="719996" y="2116975"/>
            <a:ext cx="1858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1E1F24"/>
              </a:buClr>
              <a:buSzPts val="1100"/>
              <a:buFont typeface="Arial"/>
              <a:buNone/>
            </a:pPr>
            <a:r>
              <a:rPr lang="en"/>
              <a:t>Mercury is the closest planet to the Sun</a:t>
            </a:r>
            <a:endParaRPr/>
          </a:p>
        </p:txBody>
      </p:sp>
      <p:sp>
        <p:nvSpPr>
          <p:cNvPr id="1933" name="Google Shape;1933;p103"/>
          <p:cNvSpPr txBox="1">
            <a:spLocks noGrp="1"/>
          </p:cNvSpPr>
          <p:nvPr>
            <p:ph type="title" idx="2"/>
          </p:nvPr>
        </p:nvSpPr>
        <p:spPr>
          <a:xfrm>
            <a:off x="3138449" y="1759050"/>
            <a:ext cx="18582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1934" name="Google Shape;1934;p103"/>
          <p:cNvSpPr txBox="1">
            <a:spLocks noGrp="1"/>
          </p:cNvSpPr>
          <p:nvPr>
            <p:ph type="subTitle" idx="3"/>
          </p:nvPr>
        </p:nvSpPr>
        <p:spPr>
          <a:xfrm>
            <a:off x="3138447" y="2116975"/>
            <a:ext cx="1858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1E1F24"/>
              </a:buClr>
              <a:buSzPts val="1100"/>
              <a:buFont typeface="Arial"/>
              <a:buNone/>
            </a:pPr>
            <a:r>
              <a:rPr lang="en"/>
              <a:t>It's the biggest planet in the Solar System</a:t>
            </a:r>
            <a:endParaRPr/>
          </a:p>
        </p:txBody>
      </p:sp>
      <p:sp>
        <p:nvSpPr>
          <p:cNvPr id="1935" name="Google Shape;1935;p103"/>
          <p:cNvSpPr txBox="1">
            <a:spLocks noGrp="1"/>
          </p:cNvSpPr>
          <p:nvPr>
            <p:ph type="title" idx="4"/>
          </p:nvPr>
        </p:nvSpPr>
        <p:spPr>
          <a:xfrm>
            <a:off x="720000" y="3192450"/>
            <a:ext cx="18582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1936" name="Google Shape;1936;p103"/>
          <p:cNvSpPr txBox="1">
            <a:spLocks noGrp="1"/>
          </p:cNvSpPr>
          <p:nvPr>
            <p:ph type="subTitle" idx="5"/>
          </p:nvPr>
        </p:nvSpPr>
        <p:spPr>
          <a:xfrm>
            <a:off x="719996" y="3550375"/>
            <a:ext cx="1858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1E1F24"/>
              </a:buClr>
              <a:buSzPts val="1100"/>
              <a:buFont typeface="Arial"/>
              <a:buNone/>
            </a:pPr>
            <a:r>
              <a:rPr lang="en"/>
              <a:t>Venus is the second planet from the Sun</a:t>
            </a:r>
            <a:endParaRPr/>
          </a:p>
        </p:txBody>
      </p:sp>
      <p:sp>
        <p:nvSpPr>
          <p:cNvPr id="1937" name="Google Shape;1937;p103"/>
          <p:cNvSpPr txBox="1">
            <a:spLocks noGrp="1"/>
          </p:cNvSpPr>
          <p:nvPr>
            <p:ph type="title" idx="6"/>
          </p:nvPr>
        </p:nvSpPr>
        <p:spPr>
          <a:xfrm>
            <a:off x="3138449" y="3192450"/>
            <a:ext cx="18582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1938" name="Google Shape;1938;p103"/>
          <p:cNvSpPr txBox="1">
            <a:spLocks noGrp="1"/>
          </p:cNvSpPr>
          <p:nvPr>
            <p:ph type="subTitle" idx="7"/>
          </p:nvPr>
        </p:nvSpPr>
        <p:spPr>
          <a:xfrm>
            <a:off x="3138447" y="3550375"/>
            <a:ext cx="1858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1E1F24"/>
              </a:buClr>
              <a:buSzPts val="1100"/>
              <a:buFont typeface="Arial"/>
              <a:buNone/>
            </a:pPr>
            <a:r>
              <a:rPr lang="en"/>
              <a:t>Despite being red, Mars is a cold place</a:t>
            </a:r>
            <a:endParaRPr/>
          </a:p>
        </p:txBody>
      </p:sp>
      <p:grpSp>
        <p:nvGrpSpPr>
          <p:cNvPr id="1939" name="Google Shape;1939;p103"/>
          <p:cNvGrpSpPr/>
          <p:nvPr/>
        </p:nvGrpSpPr>
        <p:grpSpPr>
          <a:xfrm>
            <a:off x="5793136" y="2365933"/>
            <a:ext cx="43276" cy="411646"/>
            <a:chOff x="1256711" y="1178908"/>
            <a:chExt cx="43276" cy="411646"/>
          </a:xfrm>
        </p:grpSpPr>
        <p:grpSp>
          <p:nvGrpSpPr>
            <p:cNvPr id="1940" name="Google Shape;1940;p103"/>
            <p:cNvGrpSpPr/>
            <p:nvPr/>
          </p:nvGrpSpPr>
          <p:grpSpPr>
            <a:xfrm>
              <a:off x="1256711" y="1178908"/>
              <a:ext cx="43276" cy="184846"/>
              <a:chOff x="1256700" y="1103575"/>
              <a:chExt cx="60900" cy="260200"/>
            </a:xfrm>
          </p:grpSpPr>
          <p:sp>
            <p:nvSpPr>
              <p:cNvPr id="1941" name="Google Shape;1941;p10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0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0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 name="Google Shape;1944;p103"/>
            <p:cNvGrpSpPr/>
            <p:nvPr/>
          </p:nvGrpSpPr>
          <p:grpSpPr>
            <a:xfrm>
              <a:off x="1256711" y="1405708"/>
              <a:ext cx="43276" cy="184846"/>
              <a:chOff x="1256700" y="1103575"/>
              <a:chExt cx="60900" cy="260200"/>
            </a:xfrm>
          </p:grpSpPr>
          <p:sp>
            <p:nvSpPr>
              <p:cNvPr id="1945" name="Google Shape;1945;p10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0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0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48" name="Google Shape;1948;p103">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03">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03">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1951" name="Google Shape;1951;p103">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03">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53" name="Google Shape;1953;p103">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1954" name="Google Shape;1954;p103">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55" name="Google Shape;1955;p103">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Shape 1959"/>
        <p:cNvGrpSpPr/>
        <p:nvPr/>
      </p:nvGrpSpPr>
      <p:grpSpPr>
        <a:xfrm>
          <a:off x="0" y="0"/>
          <a:ext cx="0" cy="0"/>
          <a:chOff x="0" y="0"/>
          <a:chExt cx="0" cy="0"/>
        </a:xfrm>
      </p:grpSpPr>
      <p:sp>
        <p:nvSpPr>
          <p:cNvPr id="1960" name="Google Shape;1960;p104"/>
          <p:cNvSpPr/>
          <p:nvPr/>
        </p:nvSpPr>
        <p:spPr>
          <a:xfrm>
            <a:off x="-1481036" y="-1523478"/>
            <a:ext cx="2974800" cy="29748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89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104"/>
          <p:cNvSpPr/>
          <p:nvPr/>
        </p:nvSpPr>
        <p:spPr>
          <a:xfrm flipH="1">
            <a:off x="7631791" y="3790200"/>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962" name="Google Shape;1962;p104"/>
          <p:cNvPicPr preferRelativeResize="0"/>
          <p:nvPr/>
        </p:nvPicPr>
        <p:blipFill rotWithShape="1">
          <a:blip r:embed="rId3">
            <a:alphaModFix/>
          </a:blip>
          <a:srcRect l="7340" r="4538" b="19768"/>
          <a:stretch/>
        </p:blipFill>
        <p:spPr>
          <a:xfrm rot="8099993" flipH="1">
            <a:off x="8108244" y="-1306300"/>
            <a:ext cx="3498423" cy="2413616"/>
          </a:xfrm>
          <a:prstGeom prst="rect">
            <a:avLst/>
          </a:prstGeom>
          <a:noFill/>
          <a:ln>
            <a:noFill/>
          </a:ln>
        </p:spPr>
      </p:pic>
      <p:pic>
        <p:nvPicPr>
          <p:cNvPr id="1963" name="Google Shape;1963;p104"/>
          <p:cNvPicPr preferRelativeResize="0"/>
          <p:nvPr/>
        </p:nvPicPr>
        <p:blipFill>
          <a:blip r:embed="rId4">
            <a:alphaModFix/>
          </a:blip>
          <a:stretch>
            <a:fillRect/>
          </a:stretch>
        </p:blipFill>
        <p:spPr>
          <a:xfrm rot="3599948" flipH="1">
            <a:off x="246632" y="4222869"/>
            <a:ext cx="780790" cy="591688"/>
          </a:xfrm>
          <a:prstGeom prst="rect">
            <a:avLst/>
          </a:prstGeom>
          <a:noFill/>
          <a:ln>
            <a:noFill/>
          </a:ln>
        </p:spPr>
      </p:pic>
      <p:pic>
        <p:nvPicPr>
          <p:cNvPr id="1964" name="Google Shape;1964;p104"/>
          <p:cNvPicPr preferRelativeResize="0"/>
          <p:nvPr/>
        </p:nvPicPr>
        <p:blipFill rotWithShape="1">
          <a:blip r:embed="rId3">
            <a:alphaModFix/>
          </a:blip>
          <a:srcRect l="7340" r="4538" b="19768"/>
          <a:stretch/>
        </p:blipFill>
        <p:spPr>
          <a:xfrm rot="-900026">
            <a:off x="4720567" y="1613322"/>
            <a:ext cx="1302263" cy="898453"/>
          </a:xfrm>
          <a:prstGeom prst="rect">
            <a:avLst/>
          </a:prstGeom>
          <a:noFill/>
          <a:ln>
            <a:noFill/>
          </a:ln>
        </p:spPr>
      </p:pic>
      <p:pic>
        <p:nvPicPr>
          <p:cNvPr id="1965" name="Google Shape;1965;p104"/>
          <p:cNvPicPr preferRelativeResize="0"/>
          <p:nvPr/>
        </p:nvPicPr>
        <p:blipFill rotWithShape="1">
          <a:blip r:embed="rId3">
            <a:alphaModFix/>
          </a:blip>
          <a:srcRect l="7340" r="4538" b="19768"/>
          <a:stretch/>
        </p:blipFill>
        <p:spPr>
          <a:xfrm rot="-9000013">
            <a:off x="3211790" y="3468831"/>
            <a:ext cx="1302260" cy="898453"/>
          </a:xfrm>
          <a:prstGeom prst="rect">
            <a:avLst/>
          </a:prstGeom>
          <a:noFill/>
          <a:ln>
            <a:noFill/>
          </a:ln>
        </p:spPr>
      </p:pic>
      <p:sp>
        <p:nvSpPr>
          <p:cNvPr id="1966" name="Google Shape;1966;p104"/>
          <p:cNvSpPr txBox="1">
            <a:spLocks noGrp="1"/>
          </p:cNvSpPr>
          <p:nvPr>
            <p:ph type="title"/>
          </p:nvPr>
        </p:nvSpPr>
        <p:spPr>
          <a:xfrm>
            <a:off x="1101000" y="1759050"/>
            <a:ext cx="1858200" cy="325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a:t>
            </a:r>
            <a:endParaRPr/>
          </a:p>
        </p:txBody>
      </p:sp>
      <p:sp>
        <p:nvSpPr>
          <p:cNvPr id="1967" name="Google Shape;1967;p104"/>
          <p:cNvSpPr txBox="1">
            <a:spLocks noGrp="1"/>
          </p:cNvSpPr>
          <p:nvPr>
            <p:ph type="subTitle" idx="1"/>
          </p:nvPr>
        </p:nvSpPr>
        <p:spPr>
          <a:xfrm>
            <a:off x="1101000" y="2116975"/>
            <a:ext cx="18582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rgbClr val="1E1F24"/>
              </a:buClr>
              <a:buSzPts val="1100"/>
              <a:buFont typeface="Arial"/>
              <a:buNone/>
            </a:pPr>
            <a:r>
              <a:rPr lang="en"/>
              <a:t>Venus is the second planet from the Sun</a:t>
            </a:r>
            <a:endParaRPr/>
          </a:p>
        </p:txBody>
      </p:sp>
      <p:sp>
        <p:nvSpPr>
          <p:cNvPr id="1968" name="Google Shape;1968;p104"/>
          <p:cNvSpPr txBox="1">
            <a:spLocks noGrp="1"/>
          </p:cNvSpPr>
          <p:nvPr>
            <p:ph type="title" idx="2"/>
          </p:nvPr>
        </p:nvSpPr>
        <p:spPr>
          <a:xfrm>
            <a:off x="6184799" y="1759050"/>
            <a:ext cx="18582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1969" name="Google Shape;1969;p104"/>
          <p:cNvSpPr txBox="1">
            <a:spLocks noGrp="1"/>
          </p:cNvSpPr>
          <p:nvPr>
            <p:ph type="subTitle" idx="3"/>
          </p:nvPr>
        </p:nvSpPr>
        <p:spPr>
          <a:xfrm>
            <a:off x="6184797" y="2116975"/>
            <a:ext cx="1858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1E1F24"/>
              </a:buClr>
              <a:buSzPts val="1100"/>
              <a:buFont typeface="Arial"/>
              <a:buNone/>
            </a:pPr>
            <a:r>
              <a:rPr lang="en"/>
              <a:t>Mercury is the closest planet to the Sun</a:t>
            </a:r>
            <a:endParaRPr/>
          </a:p>
        </p:txBody>
      </p:sp>
      <p:sp>
        <p:nvSpPr>
          <p:cNvPr id="1970" name="Google Shape;1970;p104"/>
          <p:cNvSpPr txBox="1">
            <a:spLocks noGrp="1"/>
          </p:cNvSpPr>
          <p:nvPr>
            <p:ph type="title" idx="4"/>
          </p:nvPr>
        </p:nvSpPr>
        <p:spPr>
          <a:xfrm>
            <a:off x="1101000" y="3192450"/>
            <a:ext cx="1858200" cy="325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MARS</a:t>
            </a:r>
            <a:endParaRPr/>
          </a:p>
        </p:txBody>
      </p:sp>
      <p:sp>
        <p:nvSpPr>
          <p:cNvPr id="1971" name="Google Shape;1971;p104"/>
          <p:cNvSpPr txBox="1">
            <a:spLocks noGrp="1"/>
          </p:cNvSpPr>
          <p:nvPr>
            <p:ph type="subTitle" idx="5"/>
          </p:nvPr>
        </p:nvSpPr>
        <p:spPr>
          <a:xfrm>
            <a:off x="1101000" y="3550375"/>
            <a:ext cx="18582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rgbClr val="1E1F24"/>
              </a:buClr>
              <a:buSzPts val="1100"/>
              <a:buFont typeface="Arial"/>
              <a:buNone/>
            </a:pPr>
            <a:r>
              <a:rPr lang="en"/>
              <a:t>Despite being red, Mars is a cold place</a:t>
            </a:r>
            <a:endParaRPr/>
          </a:p>
        </p:txBody>
      </p:sp>
      <p:sp>
        <p:nvSpPr>
          <p:cNvPr id="1972" name="Google Shape;1972;p104"/>
          <p:cNvSpPr txBox="1">
            <a:spLocks noGrp="1"/>
          </p:cNvSpPr>
          <p:nvPr>
            <p:ph type="title" idx="6"/>
          </p:nvPr>
        </p:nvSpPr>
        <p:spPr>
          <a:xfrm>
            <a:off x="6184799" y="3192450"/>
            <a:ext cx="18582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1973" name="Google Shape;1973;p104"/>
          <p:cNvSpPr txBox="1">
            <a:spLocks noGrp="1"/>
          </p:cNvSpPr>
          <p:nvPr>
            <p:ph type="subTitle" idx="7"/>
          </p:nvPr>
        </p:nvSpPr>
        <p:spPr>
          <a:xfrm>
            <a:off x="6184797" y="3550375"/>
            <a:ext cx="1858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1E1F24"/>
              </a:buClr>
              <a:buSzPts val="1100"/>
              <a:buFont typeface="Arial"/>
              <a:buNone/>
            </a:pPr>
            <a:r>
              <a:rPr lang="en"/>
              <a:t>It's the biggest planet in the Solar System</a:t>
            </a:r>
            <a:endParaRPr/>
          </a:p>
        </p:txBody>
      </p:sp>
      <p:sp>
        <p:nvSpPr>
          <p:cNvPr id="1974" name="Google Shape;1974;p104"/>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STRENGTHS</a:t>
            </a:r>
            <a:endParaRPr/>
          </a:p>
        </p:txBody>
      </p:sp>
      <p:pic>
        <p:nvPicPr>
          <p:cNvPr id="1975" name="Google Shape;1975;p104"/>
          <p:cNvPicPr preferRelativeResize="0"/>
          <p:nvPr/>
        </p:nvPicPr>
        <p:blipFill rotWithShape="1">
          <a:blip r:embed="rId3">
            <a:alphaModFix/>
          </a:blip>
          <a:srcRect l="7340" r="4538" b="19768"/>
          <a:stretch/>
        </p:blipFill>
        <p:spPr>
          <a:xfrm rot="-8603928">
            <a:off x="3243030" y="1613323"/>
            <a:ext cx="1302263" cy="898454"/>
          </a:xfrm>
          <a:prstGeom prst="rect">
            <a:avLst/>
          </a:prstGeom>
          <a:noFill/>
          <a:ln>
            <a:noFill/>
          </a:ln>
        </p:spPr>
      </p:pic>
      <p:sp>
        <p:nvSpPr>
          <p:cNvPr id="1976" name="Google Shape;1976;p104"/>
          <p:cNvSpPr/>
          <p:nvPr/>
        </p:nvSpPr>
        <p:spPr>
          <a:xfrm rot="5400000">
            <a:off x="4704360" y="1623811"/>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977" name="Google Shape;1977;p104"/>
          <p:cNvPicPr preferRelativeResize="0"/>
          <p:nvPr/>
        </p:nvPicPr>
        <p:blipFill rotWithShape="1">
          <a:blip r:embed="rId3">
            <a:alphaModFix/>
          </a:blip>
          <a:srcRect l="7340" r="4538" b="19768"/>
          <a:stretch/>
        </p:blipFill>
        <p:spPr>
          <a:xfrm rot="5399986">
            <a:off x="4465739" y="3240231"/>
            <a:ext cx="1302262" cy="898453"/>
          </a:xfrm>
          <a:prstGeom prst="rect">
            <a:avLst/>
          </a:prstGeom>
          <a:noFill/>
          <a:ln>
            <a:noFill/>
          </a:ln>
        </p:spPr>
      </p:pic>
      <p:sp>
        <p:nvSpPr>
          <p:cNvPr id="1978" name="Google Shape;1978;p104"/>
          <p:cNvSpPr/>
          <p:nvPr/>
        </p:nvSpPr>
        <p:spPr>
          <a:xfrm rot="5400000">
            <a:off x="4704360" y="3060989"/>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04"/>
          <p:cNvSpPr/>
          <p:nvPr/>
        </p:nvSpPr>
        <p:spPr>
          <a:xfrm rot="5400000">
            <a:off x="3261310" y="1623811"/>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04"/>
          <p:cNvSpPr/>
          <p:nvPr/>
        </p:nvSpPr>
        <p:spPr>
          <a:xfrm rot="5400000">
            <a:off x="3261310" y="3060989"/>
            <a:ext cx="1182300" cy="11823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1" name="Google Shape;1981;p104"/>
          <p:cNvGrpSpPr/>
          <p:nvPr/>
        </p:nvGrpSpPr>
        <p:grpSpPr>
          <a:xfrm>
            <a:off x="3548904" y="3398590"/>
            <a:ext cx="566184" cy="565432"/>
            <a:chOff x="2380985" y="2173874"/>
            <a:chExt cx="385973" cy="385487"/>
          </a:xfrm>
        </p:grpSpPr>
        <p:sp>
          <p:nvSpPr>
            <p:cNvPr id="1982" name="Google Shape;1982;p104"/>
            <p:cNvSpPr/>
            <p:nvPr/>
          </p:nvSpPr>
          <p:spPr>
            <a:xfrm>
              <a:off x="2495697" y="2255147"/>
              <a:ext cx="156550" cy="139912"/>
            </a:xfrm>
            <a:custGeom>
              <a:avLst/>
              <a:gdLst/>
              <a:ahLst/>
              <a:cxnLst/>
              <a:rect l="l" t="t" r="r" b="b"/>
              <a:pathLst>
                <a:path w="5796" h="5180" extrusionOk="0">
                  <a:moveTo>
                    <a:pt x="3905" y="838"/>
                  </a:moveTo>
                  <a:cubicBezTo>
                    <a:pt x="4135" y="838"/>
                    <a:pt x="4364" y="924"/>
                    <a:pt x="4536" y="1095"/>
                  </a:cubicBezTo>
                  <a:cubicBezTo>
                    <a:pt x="4877" y="1455"/>
                    <a:pt x="4877" y="2012"/>
                    <a:pt x="4536" y="2372"/>
                  </a:cubicBezTo>
                  <a:lnTo>
                    <a:pt x="2897" y="3992"/>
                  </a:lnTo>
                  <a:lnTo>
                    <a:pt x="1260" y="2372"/>
                  </a:lnTo>
                  <a:cubicBezTo>
                    <a:pt x="918" y="2012"/>
                    <a:pt x="918" y="1455"/>
                    <a:pt x="1260" y="1095"/>
                  </a:cubicBezTo>
                  <a:cubicBezTo>
                    <a:pt x="1440" y="932"/>
                    <a:pt x="1674" y="843"/>
                    <a:pt x="1908" y="843"/>
                  </a:cubicBezTo>
                  <a:cubicBezTo>
                    <a:pt x="2124" y="843"/>
                    <a:pt x="2357" y="932"/>
                    <a:pt x="2537" y="1095"/>
                  </a:cubicBezTo>
                  <a:lnTo>
                    <a:pt x="2897" y="1472"/>
                  </a:lnTo>
                  <a:lnTo>
                    <a:pt x="3276" y="1095"/>
                  </a:lnTo>
                  <a:cubicBezTo>
                    <a:pt x="3447" y="924"/>
                    <a:pt x="3676" y="838"/>
                    <a:pt x="3905" y="838"/>
                  </a:cubicBezTo>
                  <a:close/>
                  <a:moveTo>
                    <a:pt x="1903" y="0"/>
                  </a:moveTo>
                  <a:cubicBezTo>
                    <a:pt x="1459" y="0"/>
                    <a:pt x="1016" y="169"/>
                    <a:pt x="684" y="500"/>
                  </a:cubicBezTo>
                  <a:cubicBezTo>
                    <a:pt x="1" y="1184"/>
                    <a:pt x="1" y="2283"/>
                    <a:pt x="684" y="2966"/>
                  </a:cubicBezTo>
                  <a:lnTo>
                    <a:pt x="2897" y="5179"/>
                  </a:lnTo>
                  <a:lnTo>
                    <a:pt x="5129" y="2966"/>
                  </a:lnTo>
                  <a:cubicBezTo>
                    <a:pt x="5795" y="2283"/>
                    <a:pt x="5795" y="1184"/>
                    <a:pt x="5129" y="500"/>
                  </a:cubicBezTo>
                  <a:cubicBezTo>
                    <a:pt x="4787" y="169"/>
                    <a:pt x="4345" y="0"/>
                    <a:pt x="3901" y="0"/>
                  </a:cubicBezTo>
                  <a:cubicBezTo>
                    <a:pt x="3551" y="0"/>
                    <a:pt x="3199" y="106"/>
                    <a:pt x="2897" y="320"/>
                  </a:cubicBezTo>
                  <a:cubicBezTo>
                    <a:pt x="2603" y="106"/>
                    <a:pt x="2253" y="0"/>
                    <a:pt x="1903"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04"/>
            <p:cNvSpPr/>
            <p:nvPr/>
          </p:nvSpPr>
          <p:spPr>
            <a:xfrm>
              <a:off x="2446592" y="2173874"/>
              <a:ext cx="254272" cy="385487"/>
            </a:xfrm>
            <a:custGeom>
              <a:avLst/>
              <a:gdLst/>
              <a:ahLst/>
              <a:cxnLst/>
              <a:rect l="l" t="t" r="r" b="b"/>
              <a:pathLst>
                <a:path w="9414" h="14272" extrusionOk="0">
                  <a:moveTo>
                    <a:pt x="4770" y="829"/>
                  </a:moveTo>
                  <a:cubicBezTo>
                    <a:pt x="5795" y="846"/>
                    <a:pt x="6750" y="1242"/>
                    <a:pt x="7469" y="1980"/>
                  </a:cubicBezTo>
                  <a:cubicBezTo>
                    <a:pt x="8171" y="2700"/>
                    <a:pt x="8567" y="3672"/>
                    <a:pt x="8567" y="4680"/>
                  </a:cubicBezTo>
                  <a:cubicBezTo>
                    <a:pt x="8567" y="5561"/>
                    <a:pt x="8261" y="6443"/>
                    <a:pt x="7703" y="7127"/>
                  </a:cubicBezTo>
                  <a:cubicBezTo>
                    <a:pt x="7146" y="7792"/>
                    <a:pt x="6839" y="8656"/>
                    <a:pt x="6822" y="9539"/>
                  </a:cubicBezTo>
                  <a:lnTo>
                    <a:pt x="2628" y="9539"/>
                  </a:lnTo>
                  <a:cubicBezTo>
                    <a:pt x="2610" y="8656"/>
                    <a:pt x="2286" y="7792"/>
                    <a:pt x="1728" y="7109"/>
                  </a:cubicBezTo>
                  <a:cubicBezTo>
                    <a:pt x="1152" y="6389"/>
                    <a:pt x="847" y="5508"/>
                    <a:pt x="864" y="4589"/>
                  </a:cubicBezTo>
                  <a:cubicBezTo>
                    <a:pt x="919" y="2501"/>
                    <a:pt x="2646" y="829"/>
                    <a:pt x="4715" y="829"/>
                  </a:cubicBezTo>
                  <a:close/>
                  <a:moveTo>
                    <a:pt x="6822" y="10367"/>
                  </a:moveTo>
                  <a:lnTo>
                    <a:pt x="6822" y="11482"/>
                  </a:lnTo>
                  <a:lnTo>
                    <a:pt x="2628" y="11482"/>
                  </a:lnTo>
                  <a:lnTo>
                    <a:pt x="2628" y="10367"/>
                  </a:lnTo>
                  <a:close/>
                  <a:moveTo>
                    <a:pt x="5975" y="12328"/>
                  </a:moveTo>
                  <a:cubicBezTo>
                    <a:pt x="5903" y="12958"/>
                    <a:pt x="5363" y="13443"/>
                    <a:pt x="4715" y="13443"/>
                  </a:cubicBezTo>
                  <a:cubicBezTo>
                    <a:pt x="4067" y="13443"/>
                    <a:pt x="3546" y="12958"/>
                    <a:pt x="3474" y="12328"/>
                  </a:cubicBezTo>
                  <a:close/>
                  <a:moveTo>
                    <a:pt x="4721" y="0"/>
                  </a:moveTo>
                  <a:cubicBezTo>
                    <a:pt x="2178" y="0"/>
                    <a:pt x="90" y="2038"/>
                    <a:pt x="36" y="4572"/>
                  </a:cubicBezTo>
                  <a:cubicBezTo>
                    <a:pt x="0" y="5688"/>
                    <a:pt x="379" y="6767"/>
                    <a:pt x="1063" y="7631"/>
                  </a:cubicBezTo>
                  <a:cubicBezTo>
                    <a:pt x="1531" y="8207"/>
                    <a:pt x="1783" y="8908"/>
                    <a:pt x="1783" y="9628"/>
                  </a:cubicBezTo>
                  <a:lnTo>
                    <a:pt x="1783" y="12328"/>
                  </a:lnTo>
                  <a:lnTo>
                    <a:pt x="2628" y="12328"/>
                  </a:lnTo>
                  <a:cubicBezTo>
                    <a:pt x="2700" y="13407"/>
                    <a:pt x="3618" y="14271"/>
                    <a:pt x="4715" y="14271"/>
                  </a:cubicBezTo>
                  <a:cubicBezTo>
                    <a:pt x="5831" y="14271"/>
                    <a:pt x="6731" y="13407"/>
                    <a:pt x="6803" y="12328"/>
                  </a:cubicBezTo>
                  <a:lnTo>
                    <a:pt x="7649" y="12328"/>
                  </a:lnTo>
                  <a:lnTo>
                    <a:pt x="7649" y="9628"/>
                  </a:lnTo>
                  <a:cubicBezTo>
                    <a:pt x="7649" y="8908"/>
                    <a:pt x="7901" y="8207"/>
                    <a:pt x="8351" y="7648"/>
                  </a:cubicBezTo>
                  <a:cubicBezTo>
                    <a:pt x="9034" y="6821"/>
                    <a:pt x="9413" y="5760"/>
                    <a:pt x="9413" y="4680"/>
                  </a:cubicBezTo>
                  <a:cubicBezTo>
                    <a:pt x="9413" y="3437"/>
                    <a:pt x="8926" y="2268"/>
                    <a:pt x="8063" y="1386"/>
                  </a:cubicBezTo>
                  <a:cubicBezTo>
                    <a:pt x="7182" y="505"/>
                    <a:pt x="6011" y="1"/>
                    <a:pt x="4787" y="1"/>
                  </a:cubicBezTo>
                  <a:cubicBezTo>
                    <a:pt x="4765" y="0"/>
                    <a:pt x="4743" y="0"/>
                    <a:pt x="472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04"/>
            <p:cNvSpPr/>
            <p:nvPr/>
          </p:nvSpPr>
          <p:spPr>
            <a:xfrm>
              <a:off x="2380985" y="2289072"/>
              <a:ext cx="43783" cy="22364"/>
            </a:xfrm>
            <a:custGeom>
              <a:avLst/>
              <a:gdLst/>
              <a:ahLst/>
              <a:cxnLst/>
              <a:rect l="l" t="t" r="r" b="b"/>
              <a:pathLst>
                <a:path w="1621" h="828" extrusionOk="0">
                  <a:moveTo>
                    <a:pt x="0" y="0"/>
                  </a:moveTo>
                  <a:lnTo>
                    <a:pt x="0" y="828"/>
                  </a:lnTo>
                  <a:lnTo>
                    <a:pt x="1620" y="828"/>
                  </a:lnTo>
                  <a:lnTo>
                    <a:pt x="162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04"/>
            <p:cNvSpPr/>
            <p:nvPr/>
          </p:nvSpPr>
          <p:spPr>
            <a:xfrm>
              <a:off x="2401405" y="2365402"/>
              <a:ext cx="49104" cy="41325"/>
            </a:xfrm>
            <a:custGeom>
              <a:avLst/>
              <a:gdLst/>
              <a:ahLst/>
              <a:cxnLst/>
              <a:rect l="l" t="t" r="r" b="b"/>
              <a:pathLst>
                <a:path w="1818" h="1530" extrusionOk="0">
                  <a:moveTo>
                    <a:pt x="1404" y="0"/>
                  </a:moveTo>
                  <a:lnTo>
                    <a:pt x="0" y="809"/>
                  </a:lnTo>
                  <a:lnTo>
                    <a:pt x="413" y="1529"/>
                  </a:lnTo>
                  <a:lnTo>
                    <a:pt x="1817" y="720"/>
                  </a:lnTo>
                  <a:lnTo>
                    <a:pt x="140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04"/>
            <p:cNvSpPr/>
            <p:nvPr/>
          </p:nvSpPr>
          <p:spPr>
            <a:xfrm>
              <a:off x="2697920" y="2365402"/>
              <a:ext cx="49104" cy="41325"/>
            </a:xfrm>
            <a:custGeom>
              <a:avLst/>
              <a:gdLst/>
              <a:ahLst/>
              <a:cxnLst/>
              <a:rect l="l" t="t" r="r" b="b"/>
              <a:pathLst>
                <a:path w="1818" h="1530" extrusionOk="0">
                  <a:moveTo>
                    <a:pt x="413" y="0"/>
                  </a:moveTo>
                  <a:lnTo>
                    <a:pt x="0" y="720"/>
                  </a:lnTo>
                  <a:lnTo>
                    <a:pt x="1385" y="1529"/>
                  </a:lnTo>
                  <a:lnTo>
                    <a:pt x="1817" y="809"/>
                  </a:lnTo>
                  <a:lnTo>
                    <a:pt x="41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04"/>
            <p:cNvSpPr/>
            <p:nvPr/>
          </p:nvSpPr>
          <p:spPr>
            <a:xfrm>
              <a:off x="2723661" y="2289072"/>
              <a:ext cx="43297" cy="22364"/>
            </a:xfrm>
            <a:custGeom>
              <a:avLst/>
              <a:gdLst/>
              <a:ahLst/>
              <a:cxnLst/>
              <a:rect l="l" t="t" r="r" b="b"/>
              <a:pathLst>
                <a:path w="1603" h="828" extrusionOk="0">
                  <a:moveTo>
                    <a:pt x="0" y="0"/>
                  </a:moveTo>
                  <a:lnTo>
                    <a:pt x="0" y="828"/>
                  </a:lnTo>
                  <a:lnTo>
                    <a:pt x="1603" y="828"/>
                  </a:lnTo>
                  <a:lnTo>
                    <a:pt x="160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04"/>
            <p:cNvSpPr/>
            <p:nvPr/>
          </p:nvSpPr>
          <p:spPr>
            <a:xfrm>
              <a:off x="2697920" y="2194294"/>
              <a:ext cx="49104" cy="41325"/>
            </a:xfrm>
            <a:custGeom>
              <a:avLst/>
              <a:gdLst/>
              <a:ahLst/>
              <a:cxnLst/>
              <a:rect l="l" t="t" r="r" b="b"/>
              <a:pathLst>
                <a:path w="1818" h="1530" extrusionOk="0">
                  <a:moveTo>
                    <a:pt x="1385" y="1"/>
                  </a:moveTo>
                  <a:lnTo>
                    <a:pt x="0" y="792"/>
                  </a:lnTo>
                  <a:lnTo>
                    <a:pt x="413" y="1530"/>
                  </a:lnTo>
                  <a:lnTo>
                    <a:pt x="1817" y="720"/>
                  </a:lnTo>
                  <a:lnTo>
                    <a:pt x="138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04"/>
            <p:cNvSpPr/>
            <p:nvPr/>
          </p:nvSpPr>
          <p:spPr>
            <a:xfrm>
              <a:off x="2401405" y="2194294"/>
              <a:ext cx="49104" cy="41325"/>
            </a:xfrm>
            <a:custGeom>
              <a:avLst/>
              <a:gdLst/>
              <a:ahLst/>
              <a:cxnLst/>
              <a:rect l="l" t="t" r="r" b="b"/>
              <a:pathLst>
                <a:path w="1818" h="1530" extrusionOk="0">
                  <a:moveTo>
                    <a:pt x="413" y="1"/>
                  </a:moveTo>
                  <a:lnTo>
                    <a:pt x="0" y="720"/>
                  </a:lnTo>
                  <a:lnTo>
                    <a:pt x="1404" y="1530"/>
                  </a:lnTo>
                  <a:lnTo>
                    <a:pt x="1817" y="792"/>
                  </a:lnTo>
                  <a:lnTo>
                    <a:pt x="41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0" name="Google Shape;1990;p104"/>
          <p:cNvGrpSpPr/>
          <p:nvPr/>
        </p:nvGrpSpPr>
        <p:grpSpPr>
          <a:xfrm>
            <a:off x="3569309" y="1921786"/>
            <a:ext cx="485387" cy="586094"/>
            <a:chOff x="3987000" y="1626057"/>
            <a:chExt cx="309183" cy="373332"/>
          </a:xfrm>
        </p:grpSpPr>
        <p:sp>
          <p:nvSpPr>
            <p:cNvPr id="1991" name="Google Shape;1991;p104"/>
            <p:cNvSpPr/>
            <p:nvPr/>
          </p:nvSpPr>
          <p:spPr>
            <a:xfrm>
              <a:off x="4073026" y="1669787"/>
              <a:ext cx="179400" cy="179427"/>
            </a:xfrm>
            <a:custGeom>
              <a:avLst/>
              <a:gdLst/>
              <a:ahLst/>
              <a:cxnLst/>
              <a:rect l="l" t="t" r="r" b="b"/>
              <a:pathLst>
                <a:path w="6642" h="6643" extrusionOk="0">
                  <a:moveTo>
                    <a:pt x="2268" y="1027"/>
                  </a:moveTo>
                  <a:cubicBezTo>
                    <a:pt x="2268" y="1063"/>
                    <a:pt x="2251" y="1099"/>
                    <a:pt x="2251" y="1135"/>
                  </a:cubicBezTo>
                  <a:cubicBezTo>
                    <a:pt x="2143" y="1423"/>
                    <a:pt x="2071" y="1747"/>
                    <a:pt x="2016" y="2107"/>
                  </a:cubicBezTo>
                  <a:lnTo>
                    <a:pt x="1116" y="2107"/>
                  </a:lnTo>
                  <a:cubicBezTo>
                    <a:pt x="1387" y="1639"/>
                    <a:pt x="1783" y="1260"/>
                    <a:pt x="2268" y="1027"/>
                  </a:cubicBezTo>
                  <a:close/>
                  <a:moveTo>
                    <a:pt x="3312" y="829"/>
                  </a:moveTo>
                  <a:cubicBezTo>
                    <a:pt x="3384" y="865"/>
                    <a:pt x="3528" y="1063"/>
                    <a:pt x="3654" y="1512"/>
                  </a:cubicBezTo>
                  <a:cubicBezTo>
                    <a:pt x="3708" y="1692"/>
                    <a:pt x="3744" y="1891"/>
                    <a:pt x="3779" y="2107"/>
                  </a:cubicBezTo>
                  <a:lnTo>
                    <a:pt x="2844" y="2107"/>
                  </a:lnTo>
                  <a:cubicBezTo>
                    <a:pt x="2880" y="1891"/>
                    <a:pt x="2916" y="1692"/>
                    <a:pt x="2970" y="1512"/>
                  </a:cubicBezTo>
                  <a:cubicBezTo>
                    <a:pt x="3096" y="1063"/>
                    <a:pt x="3258" y="865"/>
                    <a:pt x="3312" y="829"/>
                  </a:cubicBezTo>
                  <a:close/>
                  <a:moveTo>
                    <a:pt x="4355" y="1027"/>
                  </a:moveTo>
                  <a:lnTo>
                    <a:pt x="4355" y="1027"/>
                  </a:lnTo>
                  <a:cubicBezTo>
                    <a:pt x="4842" y="1260"/>
                    <a:pt x="5255" y="1639"/>
                    <a:pt x="5507" y="2107"/>
                  </a:cubicBezTo>
                  <a:lnTo>
                    <a:pt x="4607" y="2107"/>
                  </a:lnTo>
                  <a:cubicBezTo>
                    <a:pt x="4554" y="1747"/>
                    <a:pt x="4482" y="1423"/>
                    <a:pt x="4391" y="1135"/>
                  </a:cubicBezTo>
                  <a:cubicBezTo>
                    <a:pt x="4374" y="1099"/>
                    <a:pt x="4355" y="1063"/>
                    <a:pt x="4355" y="1027"/>
                  </a:cubicBezTo>
                  <a:close/>
                  <a:moveTo>
                    <a:pt x="1944" y="2916"/>
                  </a:moveTo>
                  <a:lnTo>
                    <a:pt x="1944" y="3312"/>
                  </a:lnTo>
                  <a:lnTo>
                    <a:pt x="1944" y="3727"/>
                  </a:lnTo>
                  <a:lnTo>
                    <a:pt x="828" y="3727"/>
                  </a:lnTo>
                  <a:cubicBezTo>
                    <a:pt x="811" y="3600"/>
                    <a:pt x="811" y="3456"/>
                    <a:pt x="811" y="3312"/>
                  </a:cubicBezTo>
                  <a:cubicBezTo>
                    <a:pt x="811" y="3187"/>
                    <a:pt x="811" y="3043"/>
                    <a:pt x="828" y="2916"/>
                  </a:cubicBezTo>
                  <a:close/>
                  <a:moveTo>
                    <a:pt x="3870" y="2916"/>
                  </a:moveTo>
                  <a:cubicBezTo>
                    <a:pt x="3870" y="3043"/>
                    <a:pt x="3887" y="3187"/>
                    <a:pt x="3887" y="3312"/>
                  </a:cubicBezTo>
                  <a:cubicBezTo>
                    <a:pt x="3887" y="3456"/>
                    <a:pt x="3870" y="3600"/>
                    <a:pt x="3870" y="3727"/>
                  </a:cubicBezTo>
                  <a:lnTo>
                    <a:pt x="2754" y="3727"/>
                  </a:lnTo>
                  <a:lnTo>
                    <a:pt x="2754" y="3312"/>
                  </a:lnTo>
                  <a:lnTo>
                    <a:pt x="2754" y="2916"/>
                  </a:lnTo>
                  <a:close/>
                  <a:moveTo>
                    <a:pt x="5795" y="2916"/>
                  </a:moveTo>
                  <a:cubicBezTo>
                    <a:pt x="5814" y="3043"/>
                    <a:pt x="5831" y="3187"/>
                    <a:pt x="5831" y="3312"/>
                  </a:cubicBezTo>
                  <a:cubicBezTo>
                    <a:pt x="5831" y="3456"/>
                    <a:pt x="5814" y="3600"/>
                    <a:pt x="5795" y="3727"/>
                  </a:cubicBezTo>
                  <a:lnTo>
                    <a:pt x="4679" y="3727"/>
                  </a:lnTo>
                  <a:cubicBezTo>
                    <a:pt x="4679" y="3600"/>
                    <a:pt x="4698" y="3456"/>
                    <a:pt x="4698" y="3312"/>
                  </a:cubicBezTo>
                  <a:cubicBezTo>
                    <a:pt x="4698" y="3187"/>
                    <a:pt x="4679" y="3043"/>
                    <a:pt x="4679" y="2916"/>
                  </a:cubicBezTo>
                  <a:close/>
                  <a:moveTo>
                    <a:pt x="2016" y="4536"/>
                  </a:moveTo>
                  <a:cubicBezTo>
                    <a:pt x="2071" y="4896"/>
                    <a:pt x="2143" y="5220"/>
                    <a:pt x="2251" y="5508"/>
                  </a:cubicBezTo>
                  <a:cubicBezTo>
                    <a:pt x="2251" y="5544"/>
                    <a:pt x="2268" y="5580"/>
                    <a:pt x="2268" y="5598"/>
                  </a:cubicBezTo>
                  <a:cubicBezTo>
                    <a:pt x="1783" y="5382"/>
                    <a:pt x="1387" y="5004"/>
                    <a:pt x="1116" y="4536"/>
                  </a:cubicBezTo>
                  <a:close/>
                  <a:moveTo>
                    <a:pt x="5507" y="4536"/>
                  </a:moveTo>
                  <a:cubicBezTo>
                    <a:pt x="5255" y="5004"/>
                    <a:pt x="4842" y="5382"/>
                    <a:pt x="4355" y="5598"/>
                  </a:cubicBezTo>
                  <a:cubicBezTo>
                    <a:pt x="4355" y="5580"/>
                    <a:pt x="4374" y="5544"/>
                    <a:pt x="4391" y="5508"/>
                  </a:cubicBezTo>
                  <a:cubicBezTo>
                    <a:pt x="4482" y="5220"/>
                    <a:pt x="4554" y="4896"/>
                    <a:pt x="4607" y="4536"/>
                  </a:cubicBezTo>
                  <a:close/>
                  <a:moveTo>
                    <a:pt x="3779" y="4536"/>
                  </a:moveTo>
                  <a:cubicBezTo>
                    <a:pt x="3744" y="4752"/>
                    <a:pt x="3708" y="4950"/>
                    <a:pt x="3654" y="5130"/>
                  </a:cubicBezTo>
                  <a:cubicBezTo>
                    <a:pt x="3528" y="5580"/>
                    <a:pt x="3384" y="5760"/>
                    <a:pt x="3312" y="5814"/>
                  </a:cubicBezTo>
                  <a:cubicBezTo>
                    <a:pt x="3258" y="5760"/>
                    <a:pt x="3096" y="5580"/>
                    <a:pt x="2970" y="5130"/>
                  </a:cubicBezTo>
                  <a:cubicBezTo>
                    <a:pt x="2916" y="4950"/>
                    <a:pt x="2880" y="4752"/>
                    <a:pt x="2844" y="4536"/>
                  </a:cubicBezTo>
                  <a:close/>
                  <a:moveTo>
                    <a:pt x="3312" y="1"/>
                  </a:moveTo>
                  <a:cubicBezTo>
                    <a:pt x="1476" y="1"/>
                    <a:pt x="0" y="1495"/>
                    <a:pt x="0" y="3312"/>
                  </a:cubicBezTo>
                  <a:cubicBezTo>
                    <a:pt x="0" y="5148"/>
                    <a:pt x="1476" y="6642"/>
                    <a:pt x="3312" y="6642"/>
                  </a:cubicBezTo>
                  <a:cubicBezTo>
                    <a:pt x="5147" y="6642"/>
                    <a:pt x="6642" y="5148"/>
                    <a:pt x="6642" y="3312"/>
                  </a:cubicBezTo>
                  <a:cubicBezTo>
                    <a:pt x="6642" y="1495"/>
                    <a:pt x="5147" y="1"/>
                    <a:pt x="331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04"/>
            <p:cNvSpPr/>
            <p:nvPr/>
          </p:nvSpPr>
          <p:spPr>
            <a:xfrm>
              <a:off x="3987000" y="1626057"/>
              <a:ext cx="309183" cy="373332"/>
            </a:xfrm>
            <a:custGeom>
              <a:avLst/>
              <a:gdLst/>
              <a:ahLst/>
              <a:cxnLst/>
              <a:rect l="l" t="t" r="r" b="b"/>
              <a:pathLst>
                <a:path w="11447" h="13822" extrusionOk="0">
                  <a:moveTo>
                    <a:pt x="6497" y="811"/>
                  </a:moveTo>
                  <a:cubicBezTo>
                    <a:pt x="8783" y="811"/>
                    <a:pt x="10636" y="2663"/>
                    <a:pt x="10636" y="4931"/>
                  </a:cubicBezTo>
                  <a:cubicBezTo>
                    <a:pt x="10636" y="6030"/>
                    <a:pt x="10204" y="7055"/>
                    <a:pt x="9448" y="7829"/>
                  </a:cubicBezTo>
                  <a:lnTo>
                    <a:pt x="9340" y="7937"/>
                  </a:lnTo>
                  <a:lnTo>
                    <a:pt x="9340" y="13012"/>
                  </a:lnTo>
                  <a:lnTo>
                    <a:pt x="3653" y="13012"/>
                  </a:lnTo>
                  <a:lnTo>
                    <a:pt x="3653" y="10637"/>
                  </a:lnTo>
                  <a:lnTo>
                    <a:pt x="2376" y="10637"/>
                  </a:lnTo>
                  <a:lnTo>
                    <a:pt x="2376" y="8386"/>
                  </a:lnTo>
                  <a:lnTo>
                    <a:pt x="1134" y="7954"/>
                  </a:lnTo>
                  <a:lnTo>
                    <a:pt x="2376" y="5579"/>
                  </a:lnTo>
                  <a:lnTo>
                    <a:pt x="2376" y="4931"/>
                  </a:lnTo>
                  <a:cubicBezTo>
                    <a:pt x="2376" y="2663"/>
                    <a:pt x="4229" y="811"/>
                    <a:pt x="6497" y="811"/>
                  </a:cubicBezTo>
                  <a:close/>
                  <a:moveTo>
                    <a:pt x="6497" y="0"/>
                  </a:moveTo>
                  <a:cubicBezTo>
                    <a:pt x="3780" y="0"/>
                    <a:pt x="1566" y="2214"/>
                    <a:pt x="1566" y="4931"/>
                  </a:cubicBezTo>
                  <a:lnTo>
                    <a:pt x="1566" y="5382"/>
                  </a:lnTo>
                  <a:lnTo>
                    <a:pt x="1" y="8405"/>
                  </a:lnTo>
                  <a:lnTo>
                    <a:pt x="1566" y="8962"/>
                  </a:lnTo>
                  <a:lnTo>
                    <a:pt x="1566" y="11446"/>
                  </a:lnTo>
                  <a:lnTo>
                    <a:pt x="2844" y="11446"/>
                  </a:lnTo>
                  <a:lnTo>
                    <a:pt x="2844" y="13821"/>
                  </a:lnTo>
                  <a:lnTo>
                    <a:pt x="10151" y="13821"/>
                  </a:lnTo>
                  <a:lnTo>
                    <a:pt x="10151" y="8278"/>
                  </a:lnTo>
                  <a:cubicBezTo>
                    <a:pt x="10978" y="7361"/>
                    <a:pt x="11446" y="6173"/>
                    <a:pt x="11446" y="4931"/>
                  </a:cubicBezTo>
                  <a:cubicBezTo>
                    <a:pt x="11446" y="2214"/>
                    <a:pt x="9232" y="0"/>
                    <a:pt x="649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3" name="Google Shape;1993;p104"/>
          <p:cNvSpPr/>
          <p:nvPr/>
        </p:nvSpPr>
        <p:spPr>
          <a:xfrm>
            <a:off x="5011638" y="1926825"/>
            <a:ext cx="566193" cy="576256"/>
          </a:xfrm>
          <a:custGeom>
            <a:avLst/>
            <a:gdLst/>
            <a:ahLst/>
            <a:cxnLst/>
            <a:rect l="l" t="t" r="r" b="b"/>
            <a:pathLst>
              <a:path w="13067" h="13300" extrusionOk="0">
                <a:moveTo>
                  <a:pt x="6533" y="774"/>
                </a:moveTo>
                <a:cubicBezTo>
                  <a:pt x="6767" y="774"/>
                  <a:pt x="6965" y="972"/>
                  <a:pt x="6965" y="1206"/>
                </a:cubicBezTo>
                <a:cubicBezTo>
                  <a:pt x="6965" y="1458"/>
                  <a:pt x="6767" y="1638"/>
                  <a:pt x="6533" y="1638"/>
                </a:cubicBezTo>
                <a:cubicBezTo>
                  <a:pt x="6281" y="1638"/>
                  <a:pt x="6101" y="1458"/>
                  <a:pt x="6101" y="1206"/>
                </a:cubicBezTo>
                <a:cubicBezTo>
                  <a:pt x="6101" y="972"/>
                  <a:pt x="6281" y="774"/>
                  <a:pt x="6533" y="774"/>
                </a:cubicBezTo>
                <a:close/>
                <a:moveTo>
                  <a:pt x="3329" y="1818"/>
                </a:moveTo>
                <a:cubicBezTo>
                  <a:pt x="3473" y="1818"/>
                  <a:pt x="3600" y="1872"/>
                  <a:pt x="3689" y="1998"/>
                </a:cubicBezTo>
                <a:cubicBezTo>
                  <a:pt x="3833" y="2178"/>
                  <a:pt x="3780" y="2465"/>
                  <a:pt x="3581" y="2609"/>
                </a:cubicBezTo>
                <a:cubicBezTo>
                  <a:pt x="3508" y="2654"/>
                  <a:pt x="3423" y="2686"/>
                  <a:pt x="3325" y="2686"/>
                </a:cubicBezTo>
                <a:cubicBezTo>
                  <a:pt x="3303" y="2686"/>
                  <a:pt x="3280" y="2685"/>
                  <a:pt x="3257" y="2681"/>
                </a:cubicBezTo>
                <a:cubicBezTo>
                  <a:pt x="3149" y="2664"/>
                  <a:pt x="3041" y="2592"/>
                  <a:pt x="2988" y="2501"/>
                </a:cubicBezTo>
                <a:cubicBezTo>
                  <a:pt x="2844" y="2304"/>
                  <a:pt x="2880" y="2034"/>
                  <a:pt x="3077" y="1890"/>
                </a:cubicBezTo>
                <a:cubicBezTo>
                  <a:pt x="3149" y="1836"/>
                  <a:pt x="3240" y="1818"/>
                  <a:pt x="3329" y="1818"/>
                </a:cubicBezTo>
                <a:close/>
                <a:moveTo>
                  <a:pt x="9740" y="1808"/>
                </a:moveTo>
                <a:cubicBezTo>
                  <a:pt x="9826" y="1808"/>
                  <a:pt x="9912" y="1834"/>
                  <a:pt x="9988" y="1890"/>
                </a:cubicBezTo>
                <a:cubicBezTo>
                  <a:pt x="10187" y="2034"/>
                  <a:pt x="10223" y="2304"/>
                  <a:pt x="10079" y="2501"/>
                </a:cubicBezTo>
                <a:cubicBezTo>
                  <a:pt x="10007" y="2592"/>
                  <a:pt x="9916" y="2664"/>
                  <a:pt x="9791" y="2681"/>
                </a:cubicBezTo>
                <a:cubicBezTo>
                  <a:pt x="9771" y="2685"/>
                  <a:pt x="9751" y="2686"/>
                  <a:pt x="9730" y="2686"/>
                </a:cubicBezTo>
                <a:cubicBezTo>
                  <a:pt x="9638" y="2686"/>
                  <a:pt x="9540" y="2654"/>
                  <a:pt x="9467" y="2609"/>
                </a:cubicBezTo>
                <a:cubicBezTo>
                  <a:pt x="9268" y="2465"/>
                  <a:pt x="9232" y="2178"/>
                  <a:pt x="9376" y="1998"/>
                </a:cubicBezTo>
                <a:cubicBezTo>
                  <a:pt x="9465" y="1876"/>
                  <a:pt x="9602" y="1808"/>
                  <a:pt x="9740" y="1808"/>
                </a:cubicBezTo>
                <a:close/>
                <a:moveTo>
                  <a:pt x="1341" y="4528"/>
                </a:moveTo>
                <a:cubicBezTo>
                  <a:pt x="1393" y="4528"/>
                  <a:pt x="1445" y="4537"/>
                  <a:pt x="1494" y="4553"/>
                </a:cubicBezTo>
                <a:cubicBezTo>
                  <a:pt x="1602" y="4589"/>
                  <a:pt x="1692" y="4661"/>
                  <a:pt x="1746" y="4769"/>
                </a:cubicBezTo>
                <a:cubicBezTo>
                  <a:pt x="1800" y="4877"/>
                  <a:pt x="1818" y="4985"/>
                  <a:pt x="1782" y="5093"/>
                </a:cubicBezTo>
                <a:cubicBezTo>
                  <a:pt x="1746" y="5220"/>
                  <a:pt x="1656" y="5309"/>
                  <a:pt x="1548" y="5364"/>
                </a:cubicBezTo>
                <a:cubicBezTo>
                  <a:pt x="1499" y="5393"/>
                  <a:pt x="1438" y="5406"/>
                  <a:pt x="1376" y="5406"/>
                </a:cubicBezTo>
                <a:cubicBezTo>
                  <a:pt x="1325" y="5406"/>
                  <a:pt x="1273" y="5397"/>
                  <a:pt x="1224" y="5381"/>
                </a:cubicBezTo>
                <a:cubicBezTo>
                  <a:pt x="990" y="5309"/>
                  <a:pt x="864" y="5057"/>
                  <a:pt x="936" y="4824"/>
                </a:cubicBezTo>
                <a:cubicBezTo>
                  <a:pt x="972" y="4716"/>
                  <a:pt x="1062" y="4625"/>
                  <a:pt x="1152" y="4572"/>
                </a:cubicBezTo>
                <a:cubicBezTo>
                  <a:pt x="1212" y="4542"/>
                  <a:pt x="1277" y="4528"/>
                  <a:pt x="1341" y="4528"/>
                </a:cubicBezTo>
                <a:close/>
                <a:moveTo>
                  <a:pt x="11698" y="4536"/>
                </a:moveTo>
                <a:cubicBezTo>
                  <a:pt x="11770" y="4536"/>
                  <a:pt x="11842" y="4553"/>
                  <a:pt x="11896" y="4572"/>
                </a:cubicBezTo>
                <a:cubicBezTo>
                  <a:pt x="12004" y="4625"/>
                  <a:pt x="12076" y="4716"/>
                  <a:pt x="12111" y="4824"/>
                </a:cubicBezTo>
                <a:cubicBezTo>
                  <a:pt x="12183" y="5057"/>
                  <a:pt x="12058" y="5309"/>
                  <a:pt x="11842" y="5381"/>
                </a:cubicBezTo>
                <a:cubicBezTo>
                  <a:pt x="11794" y="5397"/>
                  <a:pt x="11741" y="5406"/>
                  <a:pt x="11688" y="5406"/>
                </a:cubicBezTo>
                <a:cubicBezTo>
                  <a:pt x="11624" y="5406"/>
                  <a:pt x="11559" y="5393"/>
                  <a:pt x="11500" y="5364"/>
                </a:cubicBezTo>
                <a:cubicBezTo>
                  <a:pt x="11392" y="5309"/>
                  <a:pt x="11320" y="5220"/>
                  <a:pt x="11284" y="5093"/>
                </a:cubicBezTo>
                <a:cubicBezTo>
                  <a:pt x="11248" y="4985"/>
                  <a:pt x="11266" y="4877"/>
                  <a:pt x="11320" y="4769"/>
                </a:cubicBezTo>
                <a:cubicBezTo>
                  <a:pt x="11374" y="4661"/>
                  <a:pt x="11464" y="4589"/>
                  <a:pt x="11572" y="4553"/>
                </a:cubicBezTo>
                <a:cubicBezTo>
                  <a:pt x="11608" y="4536"/>
                  <a:pt x="11662" y="4536"/>
                  <a:pt x="11698" y="4536"/>
                </a:cubicBezTo>
                <a:close/>
                <a:moveTo>
                  <a:pt x="6533" y="5544"/>
                </a:moveTo>
                <a:cubicBezTo>
                  <a:pt x="6893" y="5544"/>
                  <a:pt x="7180" y="5832"/>
                  <a:pt x="7180" y="6191"/>
                </a:cubicBezTo>
                <a:cubicBezTo>
                  <a:pt x="7180" y="6551"/>
                  <a:pt x="6893" y="6857"/>
                  <a:pt x="6533" y="6857"/>
                </a:cubicBezTo>
                <a:cubicBezTo>
                  <a:pt x="6173" y="6857"/>
                  <a:pt x="5885" y="6551"/>
                  <a:pt x="5885" y="6191"/>
                </a:cubicBezTo>
                <a:cubicBezTo>
                  <a:pt x="5885" y="5832"/>
                  <a:pt x="6173" y="5544"/>
                  <a:pt x="6533" y="5544"/>
                </a:cubicBezTo>
                <a:close/>
                <a:moveTo>
                  <a:pt x="6533" y="3996"/>
                </a:moveTo>
                <a:cubicBezTo>
                  <a:pt x="7991" y="3996"/>
                  <a:pt x="9196" y="5184"/>
                  <a:pt x="9196" y="6641"/>
                </a:cubicBezTo>
                <a:cubicBezTo>
                  <a:pt x="9196" y="7360"/>
                  <a:pt x="8908" y="8008"/>
                  <a:pt x="8459" y="8476"/>
                </a:cubicBezTo>
                <a:cubicBezTo>
                  <a:pt x="8368" y="7936"/>
                  <a:pt x="8044" y="7451"/>
                  <a:pt x="7595" y="7163"/>
                </a:cubicBezTo>
                <a:cubicBezTo>
                  <a:pt x="7811" y="6911"/>
                  <a:pt x="7955" y="6569"/>
                  <a:pt x="7955" y="6191"/>
                </a:cubicBezTo>
                <a:cubicBezTo>
                  <a:pt x="7955" y="5417"/>
                  <a:pt x="7324" y="4769"/>
                  <a:pt x="6533" y="4769"/>
                </a:cubicBezTo>
                <a:cubicBezTo>
                  <a:pt x="5741" y="4769"/>
                  <a:pt x="5093" y="5417"/>
                  <a:pt x="5093" y="6191"/>
                </a:cubicBezTo>
                <a:cubicBezTo>
                  <a:pt x="5093" y="6569"/>
                  <a:pt x="5237" y="6911"/>
                  <a:pt x="5472" y="7163"/>
                </a:cubicBezTo>
                <a:cubicBezTo>
                  <a:pt x="5021" y="7451"/>
                  <a:pt x="4697" y="7936"/>
                  <a:pt x="4608" y="8476"/>
                </a:cubicBezTo>
                <a:cubicBezTo>
                  <a:pt x="4157" y="8008"/>
                  <a:pt x="3869" y="7360"/>
                  <a:pt x="3869" y="6641"/>
                </a:cubicBezTo>
                <a:cubicBezTo>
                  <a:pt x="3869" y="5184"/>
                  <a:pt x="5057" y="3996"/>
                  <a:pt x="6533" y="3996"/>
                </a:cubicBezTo>
                <a:close/>
                <a:moveTo>
                  <a:pt x="1350" y="7883"/>
                </a:moveTo>
                <a:cubicBezTo>
                  <a:pt x="1422" y="7883"/>
                  <a:pt x="1494" y="7900"/>
                  <a:pt x="1548" y="7936"/>
                </a:cubicBezTo>
                <a:cubicBezTo>
                  <a:pt x="1656" y="7991"/>
                  <a:pt x="1746" y="8080"/>
                  <a:pt x="1782" y="8188"/>
                </a:cubicBezTo>
                <a:cubicBezTo>
                  <a:pt x="1818" y="8296"/>
                  <a:pt x="1800" y="8423"/>
                  <a:pt x="1746" y="8531"/>
                </a:cubicBezTo>
                <a:cubicBezTo>
                  <a:pt x="1692" y="8639"/>
                  <a:pt x="1602" y="8711"/>
                  <a:pt x="1494" y="8747"/>
                </a:cubicBezTo>
                <a:cubicBezTo>
                  <a:pt x="1456" y="8760"/>
                  <a:pt x="1416" y="8765"/>
                  <a:pt x="1375" y="8765"/>
                </a:cubicBezTo>
                <a:cubicBezTo>
                  <a:pt x="1300" y="8765"/>
                  <a:pt x="1222" y="8745"/>
                  <a:pt x="1152" y="8711"/>
                </a:cubicBezTo>
                <a:cubicBezTo>
                  <a:pt x="1062" y="8656"/>
                  <a:pt x="972" y="8567"/>
                  <a:pt x="936" y="8459"/>
                </a:cubicBezTo>
                <a:cubicBezTo>
                  <a:pt x="864" y="8243"/>
                  <a:pt x="990" y="7991"/>
                  <a:pt x="1224" y="7919"/>
                </a:cubicBezTo>
                <a:cubicBezTo>
                  <a:pt x="1260" y="7900"/>
                  <a:pt x="1314" y="7883"/>
                  <a:pt x="1350" y="7883"/>
                </a:cubicBezTo>
                <a:close/>
                <a:moveTo>
                  <a:pt x="11698" y="7883"/>
                </a:moveTo>
                <a:cubicBezTo>
                  <a:pt x="11752" y="7883"/>
                  <a:pt x="11788" y="7900"/>
                  <a:pt x="11842" y="7919"/>
                </a:cubicBezTo>
                <a:cubicBezTo>
                  <a:pt x="12058" y="7991"/>
                  <a:pt x="12183" y="8243"/>
                  <a:pt x="12111" y="8459"/>
                </a:cubicBezTo>
                <a:cubicBezTo>
                  <a:pt x="12076" y="8567"/>
                  <a:pt x="12004" y="8656"/>
                  <a:pt x="11896" y="8711"/>
                </a:cubicBezTo>
                <a:cubicBezTo>
                  <a:pt x="11838" y="8745"/>
                  <a:pt x="11764" y="8765"/>
                  <a:pt x="11690" y="8765"/>
                </a:cubicBezTo>
                <a:cubicBezTo>
                  <a:pt x="11650" y="8765"/>
                  <a:pt x="11610" y="8760"/>
                  <a:pt x="11572" y="8747"/>
                </a:cubicBezTo>
                <a:cubicBezTo>
                  <a:pt x="11464" y="8711"/>
                  <a:pt x="11374" y="8639"/>
                  <a:pt x="11320" y="8531"/>
                </a:cubicBezTo>
                <a:cubicBezTo>
                  <a:pt x="11266" y="8423"/>
                  <a:pt x="11248" y="8296"/>
                  <a:pt x="11284" y="8188"/>
                </a:cubicBezTo>
                <a:cubicBezTo>
                  <a:pt x="11320" y="8080"/>
                  <a:pt x="11392" y="7991"/>
                  <a:pt x="11500" y="7936"/>
                </a:cubicBezTo>
                <a:cubicBezTo>
                  <a:pt x="11572" y="7900"/>
                  <a:pt x="11626" y="7883"/>
                  <a:pt x="11698" y="7883"/>
                </a:cubicBezTo>
                <a:close/>
                <a:moveTo>
                  <a:pt x="6533" y="7631"/>
                </a:moveTo>
                <a:cubicBezTo>
                  <a:pt x="7180" y="7631"/>
                  <a:pt x="7703" y="8152"/>
                  <a:pt x="7703" y="8800"/>
                </a:cubicBezTo>
                <a:lnTo>
                  <a:pt x="7703" y="9035"/>
                </a:lnTo>
                <a:cubicBezTo>
                  <a:pt x="7343" y="9215"/>
                  <a:pt x="6947" y="9304"/>
                  <a:pt x="6533" y="9304"/>
                </a:cubicBezTo>
                <a:cubicBezTo>
                  <a:pt x="6119" y="9304"/>
                  <a:pt x="5705" y="9215"/>
                  <a:pt x="5364" y="9035"/>
                </a:cubicBezTo>
                <a:lnTo>
                  <a:pt x="5364" y="8800"/>
                </a:lnTo>
                <a:cubicBezTo>
                  <a:pt x="5364" y="8152"/>
                  <a:pt x="5885" y="7631"/>
                  <a:pt x="6533" y="7631"/>
                </a:cubicBezTo>
                <a:close/>
                <a:moveTo>
                  <a:pt x="3329" y="10619"/>
                </a:moveTo>
                <a:cubicBezTo>
                  <a:pt x="3420" y="10619"/>
                  <a:pt x="3509" y="10636"/>
                  <a:pt x="3581" y="10691"/>
                </a:cubicBezTo>
                <a:cubicBezTo>
                  <a:pt x="3780" y="10835"/>
                  <a:pt x="3833" y="11104"/>
                  <a:pt x="3689" y="11302"/>
                </a:cubicBezTo>
                <a:cubicBezTo>
                  <a:pt x="3604" y="11419"/>
                  <a:pt x="3475" y="11479"/>
                  <a:pt x="3343" y="11479"/>
                </a:cubicBezTo>
                <a:cubicBezTo>
                  <a:pt x="3251" y="11479"/>
                  <a:pt x="3158" y="11451"/>
                  <a:pt x="3077" y="11392"/>
                </a:cubicBezTo>
                <a:cubicBezTo>
                  <a:pt x="2880" y="11266"/>
                  <a:pt x="2844" y="10978"/>
                  <a:pt x="2988" y="10799"/>
                </a:cubicBezTo>
                <a:cubicBezTo>
                  <a:pt x="3041" y="10691"/>
                  <a:pt x="3149" y="10636"/>
                  <a:pt x="3257" y="10619"/>
                </a:cubicBezTo>
                <a:close/>
                <a:moveTo>
                  <a:pt x="9791" y="10619"/>
                </a:moveTo>
                <a:cubicBezTo>
                  <a:pt x="9916" y="10636"/>
                  <a:pt x="10007" y="10691"/>
                  <a:pt x="10079" y="10799"/>
                </a:cubicBezTo>
                <a:cubicBezTo>
                  <a:pt x="10223" y="10978"/>
                  <a:pt x="10187" y="11266"/>
                  <a:pt x="9988" y="11392"/>
                </a:cubicBezTo>
                <a:cubicBezTo>
                  <a:pt x="9907" y="11451"/>
                  <a:pt x="9814" y="11479"/>
                  <a:pt x="9723" y="11479"/>
                </a:cubicBezTo>
                <a:cubicBezTo>
                  <a:pt x="9591" y="11479"/>
                  <a:pt x="9461" y="11419"/>
                  <a:pt x="9376" y="11302"/>
                </a:cubicBezTo>
                <a:cubicBezTo>
                  <a:pt x="9232" y="11104"/>
                  <a:pt x="9268" y="10835"/>
                  <a:pt x="9467" y="10691"/>
                </a:cubicBezTo>
                <a:cubicBezTo>
                  <a:pt x="9539" y="10636"/>
                  <a:pt x="9628" y="10619"/>
                  <a:pt x="9719" y="10619"/>
                </a:cubicBezTo>
                <a:close/>
                <a:moveTo>
                  <a:pt x="6533" y="11644"/>
                </a:moveTo>
                <a:cubicBezTo>
                  <a:pt x="6767" y="11644"/>
                  <a:pt x="6965" y="11842"/>
                  <a:pt x="6965" y="12094"/>
                </a:cubicBezTo>
                <a:cubicBezTo>
                  <a:pt x="6965" y="12328"/>
                  <a:pt x="6767" y="12526"/>
                  <a:pt x="6533" y="12526"/>
                </a:cubicBezTo>
                <a:cubicBezTo>
                  <a:pt x="6281" y="12526"/>
                  <a:pt x="6101" y="12328"/>
                  <a:pt x="6101" y="12094"/>
                </a:cubicBezTo>
                <a:cubicBezTo>
                  <a:pt x="6101" y="11842"/>
                  <a:pt x="6281" y="11644"/>
                  <a:pt x="6533" y="11644"/>
                </a:cubicBezTo>
                <a:close/>
                <a:moveTo>
                  <a:pt x="6533" y="1"/>
                </a:moveTo>
                <a:cubicBezTo>
                  <a:pt x="5867" y="1"/>
                  <a:pt x="5309" y="541"/>
                  <a:pt x="5309" y="1206"/>
                </a:cubicBezTo>
                <a:cubicBezTo>
                  <a:pt x="5309" y="1746"/>
                  <a:pt x="5669" y="2196"/>
                  <a:pt x="6137" y="2357"/>
                </a:cubicBezTo>
                <a:lnTo>
                  <a:pt x="6137" y="3221"/>
                </a:lnTo>
                <a:cubicBezTo>
                  <a:pt x="5669" y="3276"/>
                  <a:pt x="5237" y="3437"/>
                  <a:pt x="4841" y="3653"/>
                </a:cubicBezTo>
                <a:lnTo>
                  <a:pt x="4320" y="2952"/>
                </a:lnTo>
                <a:cubicBezTo>
                  <a:pt x="4625" y="2537"/>
                  <a:pt x="4625" y="1962"/>
                  <a:pt x="4320" y="1530"/>
                </a:cubicBezTo>
                <a:cubicBezTo>
                  <a:pt x="4081" y="1203"/>
                  <a:pt x="3710" y="1029"/>
                  <a:pt x="3335" y="1029"/>
                </a:cubicBezTo>
                <a:cubicBezTo>
                  <a:pt x="3089" y="1029"/>
                  <a:pt x="2842" y="1104"/>
                  <a:pt x="2628" y="1260"/>
                </a:cubicBezTo>
                <a:cubicBezTo>
                  <a:pt x="2069" y="1656"/>
                  <a:pt x="1962" y="2412"/>
                  <a:pt x="2357" y="2969"/>
                </a:cubicBezTo>
                <a:cubicBezTo>
                  <a:pt x="2537" y="3221"/>
                  <a:pt x="2825" y="3401"/>
                  <a:pt x="3149" y="3456"/>
                </a:cubicBezTo>
                <a:lnTo>
                  <a:pt x="3329" y="3456"/>
                </a:lnTo>
                <a:cubicBezTo>
                  <a:pt x="3456" y="3456"/>
                  <a:pt x="3581" y="3437"/>
                  <a:pt x="3689" y="3401"/>
                </a:cubicBezTo>
                <a:lnTo>
                  <a:pt x="4212" y="4104"/>
                </a:lnTo>
                <a:cubicBezTo>
                  <a:pt x="3869" y="4428"/>
                  <a:pt x="3600" y="4805"/>
                  <a:pt x="3401" y="5220"/>
                </a:cubicBezTo>
                <a:lnTo>
                  <a:pt x="2573" y="4949"/>
                </a:lnTo>
                <a:cubicBezTo>
                  <a:pt x="2573" y="4769"/>
                  <a:pt x="2520" y="4589"/>
                  <a:pt x="2448" y="4409"/>
                </a:cubicBezTo>
                <a:cubicBezTo>
                  <a:pt x="2285" y="4121"/>
                  <a:pt x="2052" y="3905"/>
                  <a:pt x="1728" y="3816"/>
                </a:cubicBezTo>
                <a:cubicBezTo>
                  <a:pt x="1607" y="3773"/>
                  <a:pt x="1484" y="3753"/>
                  <a:pt x="1361" y="3753"/>
                </a:cubicBezTo>
                <a:cubicBezTo>
                  <a:pt x="1172" y="3753"/>
                  <a:pt x="984" y="3801"/>
                  <a:pt x="810" y="3888"/>
                </a:cubicBezTo>
                <a:cubicBezTo>
                  <a:pt x="522" y="4032"/>
                  <a:pt x="306" y="4284"/>
                  <a:pt x="198" y="4589"/>
                </a:cubicBezTo>
                <a:cubicBezTo>
                  <a:pt x="1" y="5237"/>
                  <a:pt x="342" y="5921"/>
                  <a:pt x="990" y="6119"/>
                </a:cubicBezTo>
                <a:cubicBezTo>
                  <a:pt x="1098" y="6155"/>
                  <a:pt x="1242" y="6191"/>
                  <a:pt x="1368" y="6191"/>
                </a:cubicBezTo>
                <a:cubicBezTo>
                  <a:pt x="1548" y="6191"/>
                  <a:pt x="1746" y="6137"/>
                  <a:pt x="1908" y="6047"/>
                </a:cubicBezTo>
                <a:cubicBezTo>
                  <a:pt x="2088" y="5957"/>
                  <a:pt x="2232" y="5849"/>
                  <a:pt x="2340" y="5688"/>
                </a:cubicBezTo>
                <a:lnTo>
                  <a:pt x="3149" y="5957"/>
                </a:lnTo>
                <a:cubicBezTo>
                  <a:pt x="3113" y="6191"/>
                  <a:pt x="3096" y="6407"/>
                  <a:pt x="3096" y="6641"/>
                </a:cubicBezTo>
                <a:cubicBezTo>
                  <a:pt x="3096" y="6875"/>
                  <a:pt x="3113" y="7109"/>
                  <a:pt x="3149" y="7325"/>
                </a:cubicBezTo>
                <a:lnTo>
                  <a:pt x="2340" y="7595"/>
                </a:lnTo>
                <a:cubicBezTo>
                  <a:pt x="2232" y="7451"/>
                  <a:pt x="2088" y="7325"/>
                  <a:pt x="1908" y="7253"/>
                </a:cubicBezTo>
                <a:cubicBezTo>
                  <a:pt x="1733" y="7154"/>
                  <a:pt x="1544" y="7109"/>
                  <a:pt x="1354" y="7109"/>
                </a:cubicBezTo>
                <a:cubicBezTo>
                  <a:pt x="1232" y="7109"/>
                  <a:pt x="1110" y="7128"/>
                  <a:pt x="990" y="7163"/>
                </a:cubicBezTo>
                <a:cubicBezTo>
                  <a:pt x="342" y="7379"/>
                  <a:pt x="1" y="8063"/>
                  <a:pt x="198" y="8711"/>
                </a:cubicBezTo>
                <a:cubicBezTo>
                  <a:pt x="306" y="9016"/>
                  <a:pt x="522" y="9268"/>
                  <a:pt x="810" y="9412"/>
                </a:cubicBezTo>
                <a:cubicBezTo>
                  <a:pt x="972" y="9503"/>
                  <a:pt x="1170" y="9539"/>
                  <a:pt x="1350" y="9539"/>
                </a:cubicBezTo>
                <a:cubicBezTo>
                  <a:pt x="1476" y="9539"/>
                  <a:pt x="1602" y="9520"/>
                  <a:pt x="1728" y="9484"/>
                </a:cubicBezTo>
                <a:cubicBezTo>
                  <a:pt x="2052" y="9376"/>
                  <a:pt x="2285" y="9179"/>
                  <a:pt x="2448" y="8872"/>
                </a:cubicBezTo>
                <a:cubicBezTo>
                  <a:pt x="2520" y="8711"/>
                  <a:pt x="2573" y="8531"/>
                  <a:pt x="2573" y="8351"/>
                </a:cubicBezTo>
                <a:lnTo>
                  <a:pt x="3401" y="8080"/>
                </a:lnTo>
                <a:cubicBezTo>
                  <a:pt x="3600" y="8495"/>
                  <a:pt x="3869" y="8872"/>
                  <a:pt x="4212" y="9179"/>
                </a:cubicBezTo>
                <a:lnTo>
                  <a:pt x="3689" y="9880"/>
                </a:lnTo>
                <a:cubicBezTo>
                  <a:pt x="3585" y="9845"/>
                  <a:pt x="3464" y="9825"/>
                  <a:pt x="3344" y="9825"/>
                </a:cubicBezTo>
                <a:cubicBezTo>
                  <a:pt x="3278" y="9825"/>
                  <a:pt x="3213" y="9831"/>
                  <a:pt x="3149" y="9844"/>
                </a:cubicBezTo>
                <a:cubicBezTo>
                  <a:pt x="2825" y="9899"/>
                  <a:pt x="2537" y="10079"/>
                  <a:pt x="2357" y="10331"/>
                </a:cubicBezTo>
                <a:cubicBezTo>
                  <a:pt x="1962" y="10871"/>
                  <a:pt x="2069" y="11644"/>
                  <a:pt x="2628" y="12040"/>
                </a:cubicBezTo>
                <a:cubicBezTo>
                  <a:pt x="2825" y="12184"/>
                  <a:pt x="3077" y="12256"/>
                  <a:pt x="3329" y="12256"/>
                </a:cubicBezTo>
                <a:cubicBezTo>
                  <a:pt x="3708" y="12256"/>
                  <a:pt x="4085" y="12094"/>
                  <a:pt x="4320" y="11770"/>
                </a:cubicBezTo>
                <a:cubicBezTo>
                  <a:pt x="4625" y="11338"/>
                  <a:pt x="4625" y="10763"/>
                  <a:pt x="4320" y="10348"/>
                </a:cubicBezTo>
                <a:lnTo>
                  <a:pt x="4841" y="9647"/>
                </a:lnTo>
                <a:cubicBezTo>
                  <a:pt x="5237" y="9863"/>
                  <a:pt x="5669" y="10007"/>
                  <a:pt x="6137" y="10060"/>
                </a:cubicBezTo>
                <a:lnTo>
                  <a:pt x="6137" y="10942"/>
                </a:lnTo>
                <a:cubicBezTo>
                  <a:pt x="5669" y="11104"/>
                  <a:pt x="5309" y="11554"/>
                  <a:pt x="5309" y="12094"/>
                </a:cubicBezTo>
                <a:cubicBezTo>
                  <a:pt x="5309" y="12759"/>
                  <a:pt x="5867" y="13299"/>
                  <a:pt x="6533" y="13299"/>
                </a:cubicBezTo>
                <a:cubicBezTo>
                  <a:pt x="7199" y="13299"/>
                  <a:pt x="7739" y="12759"/>
                  <a:pt x="7739" y="12094"/>
                </a:cubicBezTo>
                <a:cubicBezTo>
                  <a:pt x="7739" y="11554"/>
                  <a:pt x="7396" y="11104"/>
                  <a:pt x="6929" y="10942"/>
                </a:cubicBezTo>
                <a:lnTo>
                  <a:pt x="6929" y="10060"/>
                </a:lnTo>
                <a:cubicBezTo>
                  <a:pt x="7396" y="10007"/>
                  <a:pt x="7828" y="9863"/>
                  <a:pt x="8224" y="9647"/>
                </a:cubicBezTo>
                <a:lnTo>
                  <a:pt x="8728" y="10348"/>
                </a:lnTo>
                <a:cubicBezTo>
                  <a:pt x="8440" y="10763"/>
                  <a:pt x="8423" y="11338"/>
                  <a:pt x="8747" y="11770"/>
                </a:cubicBezTo>
                <a:cubicBezTo>
                  <a:pt x="8980" y="12094"/>
                  <a:pt x="9359" y="12256"/>
                  <a:pt x="9736" y="12256"/>
                </a:cubicBezTo>
                <a:cubicBezTo>
                  <a:pt x="9971" y="12256"/>
                  <a:pt x="10223" y="12184"/>
                  <a:pt x="10439" y="12040"/>
                </a:cubicBezTo>
                <a:cubicBezTo>
                  <a:pt x="10978" y="11644"/>
                  <a:pt x="11104" y="10871"/>
                  <a:pt x="10708" y="10331"/>
                </a:cubicBezTo>
                <a:cubicBezTo>
                  <a:pt x="10528" y="10079"/>
                  <a:pt x="10240" y="9899"/>
                  <a:pt x="9916" y="9844"/>
                </a:cubicBezTo>
                <a:cubicBezTo>
                  <a:pt x="9853" y="9831"/>
                  <a:pt x="9787" y="9825"/>
                  <a:pt x="9721" y="9825"/>
                </a:cubicBezTo>
                <a:cubicBezTo>
                  <a:pt x="9599" y="9825"/>
                  <a:pt x="9475" y="9845"/>
                  <a:pt x="9359" y="9880"/>
                </a:cubicBezTo>
                <a:lnTo>
                  <a:pt x="8855" y="9179"/>
                </a:lnTo>
                <a:cubicBezTo>
                  <a:pt x="9196" y="8872"/>
                  <a:pt x="9467" y="8495"/>
                  <a:pt x="9664" y="8080"/>
                </a:cubicBezTo>
                <a:lnTo>
                  <a:pt x="10492" y="8351"/>
                </a:lnTo>
                <a:cubicBezTo>
                  <a:pt x="10492" y="8531"/>
                  <a:pt x="10528" y="8711"/>
                  <a:pt x="10619" y="8872"/>
                </a:cubicBezTo>
                <a:cubicBezTo>
                  <a:pt x="10762" y="9179"/>
                  <a:pt x="11014" y="9376"/>
                  <a:pt x="11320" y="9484"/>
                </a:cubicBezTo>
                <a:cubicBezTo>
                  <a:pt x="11446" y="9520"/>
                  <a:pt x="11572" y="9539"/>
                  <a:pt x="11698" y="9539"/>
                </a:cubicBezTo>
                <a:cubicBezTo>
                  <a:pt x="11896" y="9539"/>
                  <a:pt x="12076" y="9503"/>
                  <a:pt x="12255" y="9412"/>
                </a:cubicBezTo>
                <a:cubicBezTo>
                  <a:pt x="12543" y="9268"/>
                  <a:pt x="12759" y="9016"/>
                  <a:pt x="12867" y="8711"/>
                </a:cubicBezTo>
                <a:cubicBezTo>
                  <a:pt x="13066" y="8063"/>
                  <a:pt x="12723" y="7379"/>
                  <a:pt x="12076" y="7163"/>
                </a:cubicBezTo>
                <a:cubicBezTo>
                  <a:pt x="11956" y="7128"/>
                  <a:pt x="11834" y="7109"/>
                  <a:pt x="11712" y="7109"/>
                </a:cubicBezTo>
                <a:cubicBezTo>
                  <a:pt x="11522" y="7109"/>
                  <a:pt x="11334" y="7154"/>
                  <a:pt x="11158" y="7253"/>
                </a:cubicBezTo>
                <a:cubicBezTo>
                  <a:pt x="10978" y="7325"/>
                  <a:pt x="10834" y="7451"/>
                  <a:pt x="10726" y="7595"/>
                </a:cubicBezTo>
                <a:lnTo>
                  <a:pt x="9899" y="7325"/>
                </a:lnTo>
                <a:cubicBezTo>
                  <a:pt x="9952" y="7109"/>
                  <a:pt x="9971" y="6875"/>
                  <a:pt x="9971" y="6641"/>
                </a:cubicBezTo>
                <a:cubicBezTo>
                  <a:pt x="9971" y="6407"/>
                  <a:pt x="9952" y="6191"/>
                  <a:pt x="9899" y="5957"/>
                </a:cubicBezTo>
                <a:lnTo>
                  <a:pt x="10726" y="5688"/>
                </a:lnTo>
                <a:cubicBezTo>
                  <a:pt x="10834" y="5849"/>
                  <a:pt x="10978" y="5957"/>
                  <a:pt x="11158" y="6047"/>
                </a:cubicBezTo>
                <a:cubicBezTo>
                  <a:pt x="11320" y="6137"/>
                  <a:pt x="11518" y="6191"/>
                  <a:pt x="11698" y="6191"/>
                </a:cubicBezTo>
                <a:cubicBezTo>
                  <a:pt x="11824" y="6191"/>
                  <a:pt x="11950" y="6173"/>
                  <a:pt x="12076" y="6119"/>
                </a:cubicBezTo>
                <a:cubicBezTo>
                  <a:pt x="12723" y="5921"/>
                  <a:pt x="13066" y="5237"/>
                  <a:pt x="12867" y="4589"/>
                </a:cubicBezTo>
                <a:cubicBezTo>
                  <a:pt x="12759" y="4284"/>
                  <a:pt x="12543" y="4032"/>
                  <a:pt x="12255" y="3888"/>
                </a:cubicBezTo>
                <a:cubicBezTo>
                  <a:pt x="12081" y="3801"/>
                  <a:pt x="11894" y="3753"/>
                  <a:pt x="11701" y="3753"/>
                </a:cubicBezTo>
                <a:cubicBezTo>
                  <a:pt x="11575" y="3753"/>
                  <a:pt x="11447" y="3773"/>
                  <a:pt x="11320" y="3816"/>
                </a:cubicBezTo>
                <a:cubicBezTo>
                  <a:pt x="11014" y="3905"/>
                  <a:pt x="10762" y="4121"/>
                  <a:pt x="10619" y="4409"/>
                </a:cubicBezTo>
                <a:cubicBezTo>
                  <a:pt x="10528" y="4589"/>
                  <a:pt x="10492" y="4769"/>
                  <a:pt x="10492" y="4949"/>
                </a:cubicBezTo>
                <a:lnTo>
                  <a:pt x="9664" y="5220"/>
                </a:lnTo>
                <a:cubicBezTo>
                  <a:pt x="9467" y="4805"/>
                  <a:pt x="9196" y="4428"/>
                  <a:pt x="8855" y="4104"/>
                </a:cubicBezTo>
                <a:lnTo>
                  <a:pt x="9359" y="3401"/>
                </a:lnTo>
                <a:cubicBezTo>
                  <a:pt x="9484" y="3437"/>
                  <a:pt x="9611" y="3456"/>
                  <a:pt x="9719" y="3456"/>
                </a:cubicBezTo>
                <a:lnTo>
                  <a:pt x="9916" y="3456"/>
                </a:lnTo>
                <a:cubicBezTo>
                  <a:pt x="10240" y="3401"/>
                  <a:pt x="10528" y="3221"/>
                  <a:pt x="10708" y="2969"/>
                </a:cubicBezTo>
                <a:cubicBezTo>
                  <a:pt x="11104" y="2412"/>
                  <a:pt x="10978" y="1656"/>
                  <a:pt x="10439" y="1260"/>
                </a:cubicBezTo>
                <a:cubicBezTo>
                  <a:pt x="10225" y="1104"/>
                  <a:pt x="9977" y="1029"/>
                  <a:pt x="9732" y="1029"/>
                </a:cubicBezTo>
                <a:cubicBezTo>
                  <a:pt x="9357" y="1029"/>
                  <a:pt x="8986" y="1203"/>
                  <a:pt x="8747" y="1530"/>
                </a:cubicBezTo>
                <a:cubicBezTo>
                  <a:pt x="8423" y="1962"/>
                  <a:pt x="8440" y="2537"/>
                  <a:pt x="8728" y="2952"/>
                </a:cubicBezTo>
                <a:lnTo>
                  <a:pt x="8224" y="3653"/>
                </a:lnTo>
                <a:cubicBezTo>
                  <a:pt x="7828" y="3437"/>
                  <a:pt x="7396" y="3276"/>
                  <a:pt x="6929" y="3221"/>
                </a:cubicBezTo>
                <a:lnTo>
                  <a:pt x="6929" y="2357"/>
                </a:lnTo>
                <a:cubicBezTo>
                  <a:pt x="7396" y="2196"/>
                  <a:pt x="7739" y="1746"/>
                  <a:pt x="7739" y="1206"/>
                </a:cubicBezTo>
                <a:cubicBezTo>
                  <a:pt x="7739" y="541"/>
                  <a:pt x="7199" y="1"/>
                  <a:pt x="653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4" name="Google Shape;1994;p104"/>
          <p:cNvGrpSpPr/>
          <p:nvPr/>
        </p:nvGrpSpPr>
        <p:grpSpPr>
          <a:xfrm>
            <a:off x="5070518" y="3395500"/>
            <a:ext cx="485403" cy="484809"/>
            <a:chOff x="8032179" y="2796077"/>
            <a:chExt cx="373818" cy="373332"/>
          </a:xfrm>
        </p:grpSpPr>
        <p:sp>
          <p:nvSpPr>
            <p:cNvPr id="1995" name="Google Shape;1995;p104"/>
            <p:cNvSpPr/>
            <p:nvPr/>
          </p:nvSpPr>
          <p:spPr>
            <a:xfrm>
              <a:off x="8032179" y="2796077"/>
              <a:ext cx="373818" cy="373332"/>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04"/>
            <p:cNvSpPr/>
            <p:nvPr/>
          </p:nvSpPr>
          <p:spPr>
            <a:xfrm>
              <a:off x="8114830" y="2933611"/>
              <a:ext cx="208517" cy="184262"/>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97" name="Google Shape;1997;p104"/>
          <p:cNvPicPr preferRelativeResize="0"/>
          <p:nvPr/>
        </p:nvPicPr>
        <p:blipFill rotWithShape="1">
          <a:blip r:embed="rId3">
            <a:alphaModFix/>
          </a:blip>
          <a:srcRect l="7340" r="4538" b="19768"/>
          <a:stretch/>
        </p:blipFill>
        <p:spPr>
          <a:xfrm rot="8099993" flipH="1">
            <a:off x="-2319331" y="493175"/>
            <a:ext cx="3498423" cy="2413616"/>
          </a:xfrm>
          <a:prstGeom prst="rect">
            <a:avLst/>
          </a:prstGeom>
          <a:noFill/>
          <a:ln>
            <a:noFill/>
          </a:ln>
        </p:spPr>
      </p:pic>
      <p:sp>
        <p:nvSpPr>
          <p:cNvPr id="1998" name="Google Shape;1998;p104">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04">
            <a:hlinkClick r:id="rId5"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04">
            <a:hlinkClick r:id="rId6"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2001" name="Google Shape;2001;p104">
            <a:hlinkClick r:id="rId5"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04">
            <a:hlinkClick r:id="rId5"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03" name="Google Shape;2003;p104">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004" name="Google Shape;2004;p104">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05" name="Google Shape;2005;p104">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997"/>
                                        </p:tgtEl>
                                        <p:attrNameLst>
                                          <p:attrName>style.visibility</p:attrName>
                                        </p:attrNameLst>
                                      </p:cBhvr>
                                      <p:to>
                                        <p:strVal val="visible"/>
                                      </p:to>
                                    </p:set>
                                    <p:anim calcmode="lin" valueType="num">
                                      <p:cBhvr additive="base">
                                        <p:cTn id="7" dur="1000"/>
                                        <p:tgtEl>
                                          <p:spTgt spid="1997"/>
                                        </p:tgtEl>
                                        <p:attrNameLst>
                                          <p:attrName>ppt_x</p:attrName>
                                        </p:attrNameLst>
                                      </p:cBhvr>
                                      <p:tavLst>
                                        <p:tav tm="0">
                                          <p:val>
                                            <p:strVal val="#ppt_x-1"/>
                                          </p:val>
                                        </p:tav>
                                        <p:tav tm="100000">
                                          <p:val>
                                            <p:strVal val="#ppt_x"/>
                                          </p:val>
                                        </p:tav>
                                      </p:tavLst>
                                    </p:anim>
                                  </p:childTnLst>
                                </p:cTn>
                              </p:par>
                              <p:par>
                                <p:cTn id="8" presetID="2" presetClass="entr" presetSubtype="1" fill="hold" nodeType="withEffect">
                                  <p:stCondLst>
                                    <p:cond delay="0"/>
                                  </p:stCondLst>
                                  <p:childTnLst>
                                    <p:set>
                                      <p:cBhvr>
                                        <p:cTn id="9" dur="1" fill="hold">
                                          <p:stCondLst>
                                            <p:cond delay="0"/>
                                          </p:stCondLst>
                                        </p:cTn>
                                        <p:tgtEl>
                                          <p:spTgt spid="1962"/>
                                        </p:tgtEl>
                                        <p:attrNameLst>
                                          <p:attrName>style.visibility</p:attrName>
                                        </p:attrNameLst>
                                      </p:cBhvr>
                                      <p:to>
                                        <p:strVal val="visible"/>
                                      </p:to>
                                    </p:set>
                                    <p:anim calcmode="lin" valueType="num">
                                      <p:cBhvr additive="base">
                                        <p:cTn id="10" dur="1000"/>
                                        <p:tgtEl>
                                          <p:spTgt spid="1962"/>
                                        </p:tgtEl>
                                        <p:attrNameLst>
                                          <p:attrName>ppt_y</p:attrName>
                                        </p:attrNameLst>
                                      </p:cBhvr>
                                      <p:tavLst>
                                        <p:tav tm="0">
                                          <p:val>
                                            <p:strVal val="#ppt_y-1"/>
                                          </p:val>
                                        </p:tav>
                                        <p:tav tm="100000">
                                          <p:val>
                                            <p:strVal val="#ppt_y"/>
                                          </p:val>
                                        </p:tav>
                                      </p:tavLst>
                                    </p:anim>
                                  </p:childTnLst>
                                </p:cTn>
                              </p:par>
                              <p:par>
                                <p:cTn id="11" presetID="23" presetClass="entr" presetSubtype="16" fill="hold" nodeType="withEffect">
                                  <p:stCondLst>
                                    <p:cond delay="0"/>
                                  </p:stCondLst>
                                  <p:childTnLst>
                                    <p:set>
                                      <p:cBhvr>
                                        <p:cTn id="12" dur="1" fill="hold">
                                          <p:stCondLst>
                                            <p:cond delay="0"/>
                                          </p:stCondLst>
                                        </p:cTn>
                                        <p:tgtEl>
                                          <p:spTgt spid="1964"/>
                                        </p:tgtEl>
                                        <p:attrNameLst>
                                          <p:attrName>style.visibility</p:attrName>
                                        </p:attrNameLst>
                                      </p:cBhvr>
                                      <p:to>
                                        <p:strVal val="visible"/>
                                      </p:to>
                                    </p:set>
                                    <p:anim calcmode="lin" valueType="num">
                                      <p:cBhvr additive="base">
                                        <p:cTn id="13" dur="1000"/>
                                        <p:tgtEl>
                                          <p:spTgt spid="1964"/>
                                        </p:tgtEl>
                                        <p:attrNameLst>
                                          <p:attrName>ppt_w</p:attrName>
                                        </p:attrNameLst>
                                      </p:cBhvr>
                                      <p:tavLst>
                                        <p:tav tm="0">
                                          <p:val>
                                            <p:strVal val="0"/>
                                          </p:val>
                                        </p:tav>
                                        <p:tav tm="100000">
                                          <p:val>
                                            <p:strVal val="#ppt_w"/>
                                          </p:val>
                                        </p:tav>
                                      </p:tavLst>
                                    </p:anim>
                                    <p:anim calcmode="lin" valueType="num">
                                      <p:cBhvr additive="base">
                                        <p:cTn id="14" dur="1000"/>
                                        <p:tgtEl>
                                          <p:spTgt spid="1964"/>
                                        </p:tgtEl>
                                        <p:attrNameLst>
                                          <p:attrName>ppt_h</p:attrName>
                                        </p:attrNameLst>
                                      </p:cBhvr>
                                      <p:tavLst>
                                        <p:tav tm="0">
                                          <p:val>
                                            <p:strVal val="0"/>
                                          </p:val>
                                        </p:tav>
                                        <p:tav tm="100000">
                                          <p:val>
                                            <p:strVal val="#ppt_h"/>
                                          </p:val>
                                        </p:tav>
                                      </p:tavLst>
                                    </p:anim>
                                  </p:childTnLst>
                                </p:cTn>
                              </p:par>
                              <p:par>
                                <p:cTn id="15" presetID="23" presetClass="entr" presetSubtype="16" fill="hold" nodeType="withEffect">
                                  <p:stCondLst>
                                    <p:cond delay="0"/>
                                  </p:stCondLst>
                                  <p:childTnLst>
                                    <p:set>
                                      <p:cBhvr>
                                        <p:cTn id="16" dur="1" fill="hold">
                                          <p:stCondLst>
                                            <p:cond delay="0"/>
                                          </p:stCondLst>
                                        </p:cTn>
                                        <p:tgtEl>
                                          <p:spTgt spid="1975"/>
                                        </p:tgtEl>
                                        <p:attrNameLst>
                                          <p:attrName>style.visibility</p:attrName>
                                        </p:attrNameLst>
                                      </p:cBhvr>
                                      <p:to>
                                        <p:strVal val="visible"/>
                                      </p:to>
                                    </p:set>
                                    <p:anim calcmode="lin" valueType="num">
                                      <p:cBhvr additive="base">
                                        <p:cTn id="17" dur="1000"/>
                                        <p:tgtEl>
                                          <p:spTgt spid="1975"/>
                                        </p:tgtEl>
                                        <p:attrNameLst>
                                          <p:attrName>ppt_w</p:attrName>
                                        </p:attrNameLst>
                                      </p:cBhvr>
                                      <p:tavLst>
                                        <p:tav tm="0">
                                          <p:val>
                                            <p:strVal val="0"/>
                                          </p:val>
                                        </p:tav>
                                        <p:tav tm="100000">
                                          <p:val>
                                            <p:strVal val="#ppt_w"/>
                                          </p:val>
                                        </p:tav>
                                      </p:tavLst>
                                    </p:anim>
                                    <p:anim calcmode="lin" valueType="num">
                                      <p:cBhvr additive="base">
                                        <p:cTn id="18" dur="1000"/>
                                        <p:tgtEl>
                                          <p:spTgt spid="1975"/>
                                        </p:tgtEl>
                                        <p:attrNameLst>
                                          <p:attrName>ppt_h</p:attrName>
                                        </p:attrNameLst>
                                      </p:cBhvr>
                                      <p:tavLst>
                                        <p:tav tm="0">
                                          <p:val>
                                            <p:strVal val="0"/>
                                          </p:val>
                                        </p:tav>
                                        <p:tav tm="100000">
                                          <p:val>
                                            <p:strVal val="#ppt_h"/>
                                          </p:val>
                                        </p:tav>
                                      </p:tavLst>
                                    </p:anim>
                                  </p:childTnLst>
                                </p:cTn>
                              </p:par>
                              <p:par>
                                <p:cTn id="19" presetID="23" presetClass="entr" presetSubtype="16" fill="hold" nodeType="withEffect">
                                  <p:stCondLst>
                                    <p:cond delay="0"/>
                                  </p:stCondLst>
                                  <p:childTnLst>
                                    <p:set>
                                      <p:cBhvr>
                                        <p:cTn id="20" dur="1" fill="hold">
                                          <p:stCondLst>
                                            <p:cond delay="0"/>
                                          </p:stCondLst>
                                        </p:cTn>
                                        <p:tgtEl>
                                          <p:spTgt spid="1977"/>
                                        </p:tgtEl>
                                        <p:attrNameLst>
                                          <p:attrName>style.visibility</p:attrName>
                                        </p:attrNameLst>
                                      </p:cBhvr>
                                      <p:to>
                                        <p:strVal val="visible"/>
                                      </p:to>
                                    </p:set>
                                    <p:anim calcmode="lin" valueType="num">
                                      <p:cBhvr additive="base">
                                        <p:cTn id="21" dur="1000"/>
                                        <p:tgtEl>
                                          <p:spTgt spid="1977"/>
                                        </p:tgtEl>
                                        <p:attrNameLst>
                                          <p:attrName>ppt_w</p:attrName>
                                        </p:attrNameLst>
                                      </p:cBhvr>
                                      <p:tavLst>
                                        <p:tav tm="0">
                                          <p:val>
                                            <p:strVal val="0"/>
                                          </p:val>
                                        </p:tav>
                                        <p:tav tm="100000">
                                          <p:val>
                                            <p:strVal val="#ppt_w"/>
                                          </p:val>
                                        </p:tav>
                                      </p:tavLst>
                                    </p:anim>
                                    <p:anim calcmode="lin" valueType="num">
                                      <p:cBhvr additive="base">
                                        <p:cTn id="22" dur="1000"/>
                                        <p:tgtEl>
                                          <p:spTgt spid="1977"/>
                                        </p:tgtEl>
                                        <p:attrNameLst>
                                          <p:attrName>ppt_h</p:attrName>
                                        </p:attrNameLst>
                                      </p:cBhvr>
                                      <p:tavLst>
                                        <p:tav tm="0">
                                          <p:val>
                                            <p:strVal val="0"/>
                                          </p:val>
                                        </p:tav>
                                        <p:tav tm="100000">
                                          <p:val>
                                            <p:strVal val="#ppt_h"/>
                                          </p:val>
                                        </p:tav>
                                      </p:tavLst>
                                    </p:anim>
                                  </p:childTnLst>
                                </p:cTn>
                              </p:par>
                              <p:par>
                                <p:cTn id="23" presetID="23" presetClass="entr" presetSubtype="16" fill="hold" nodeType="withEffect">
                                  <p:stCondLst>
                                    <p:cond delay="0"/>
                                  </p:stCondLst>
                                  <p:childTnLst>
                                    <p:set>
                                      <p:cBhvr>
                                        <p:cTn id="24" dur="1" fill="hold">
                                          <p:stCondLst>
                                            <p:cond delay="0"/>
                                          </p:stCondLst>
                                        </p:cTn>
                                        <p:tgtEl>
                                          <p:spTgt spid="1965"/>
                                        </p:tgtEl>
                                        <p:attrNameLst>
                                          <p:attrName>style.visibility</p:attrName>
                                        </p:attrNameLst>
                                      </p:cBhvr>
                                      <p:to>
                                        <p:strVal val="visible"/>
                                      </p:to>
                                    </p:set>
                                    <p:anim calcmode="lin" valueType="num">
                                      <p:cBhvr additive="base">
                                        <p:cTn id="25" dur="1000"/>
                                        <p:tgtEl>
                                          <p:spTgt spid="1965"/>
                                        </p:tgtEl>
                                        <p:attrNameLst>
                                          <p:attrName>ppt_w</p:attrName>
                                        </p:attrNameLst>
                                      </p:cBhvr>
                                      <p:tavLst>
                                        <p:tav tm="0">
                                          <p:val>
                                            <p:strVal val="0"/>
                                          </p:val>
                                        </p:tav>
                                        <p:tav tm="100000">
                                          <p:val>
                                            <p:strVal val="#ppt_w"/>
                                          </p:val>
                                        </p:tav>
                                      </p:tavLst>
                                    </p:anim>
                                    <p:anim calcmode="lin" valueType="num">
                                      <p:cBhvr additive="base">
                                        <p:cTn id="26" dur="1000"/>
                                        <p:tgtEl>
                                          <p:spTgt spid="1965"/>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Shape 2009"/>
        <p:cNvGrpSpPr/>
        <p:nvPr/>
      </p:nvGrpSpPr>
      <p:grpSpPr>
        <a:xfrm>
          <a:off x="0" y="0"/>
          <a:ext cx="0" cy="0"/>
          <a:chOff x="0" y="0"/>
          <a:chExt cx="0" cy="0"/>
        </a:xfrm>
      </p:grpSpPr>
      <p:pic>
        <p:nvPicPr>
          <p:cNvPr id="2010" name="Google Shape;2010;p105"/>
          <p:cNvPicPr preferRelativeResize="0"/>
          <p:nvPr/>
        </p:nvPicPr>
        <p:blipFill rotWithShape="1">
          <a:blip r:embed="rId3">
            <a:alphaModFix/>
          </a:blip>
          <a:srcRect l="7340" r="4538" b="19768"/>
          <a:stretch/>
        </p:blipFill>
        <p:spPr>
          <a:xfrm rot="-1665335">
            <a:off x="6477258" y="-4114456"/>
            <a:ext cx="7862096" cy="5424219"/>
          </a:xfrm>
          <a:prstGeom prst="rect">
            <a:avLst/>
          </a:prstGeom>
          <a:noFill/>
          <a:ln>
            <a:noFill/>
          </a:ln>
        </p:spPr>
      </p:pic>
      <p:pic>
        <p:nvPicPr>
          <p:cNvPr id="2011" name="Google Shape;2011;p105"/>
          <p:cNvPicPr preferRelativeResize="0"/>
          <p:nvPr/>
        </p:nvPicPr>
        <p:blipFill rotWithShape="1">
          <a:blip r:embed="rId3">
            <a:alphaModFix/>
          </a:blip>
          <a:srcRect l="7340" r="4538" b="19768"/>
          <a:stretch/>
        </p:blipFill>
        <p:spPr>
          <a:xfrm rot="-1665337">
            <a:off x="-1657948" y="-1975335"/>
            <a:ext cx="5981304" cy="4126625"/>
          </a:xfrm>
          <a:prstGeom prst="rect">
            <a:avLst/>
          </a:prstGeom>
          <a:noFill/>
          <a:ln>
            <a:noFill/>
          </a:ln>
        </p:spPr>
      </p:pic>
      <p:pic>
        <p:nvPicPr>
          <p:cNvPr id="2012" name="Google Shape;2012;p105"/>
          <p:cNvPicPr preferRelativeResize="0"/>
          <p:nvPr/>
        </p:nvPicPr>
        <p:blipFill rotWithShape="1">
          <a:blip r:embed="rId3">
            <a:alphaModFix/>
          </a:blip>
          <a:srcRect l="7340" r="4538" b="19768"/>
          <a:stretch/>
        </p:blipFill>
        <p:spPr>
          <a:xfrm rot="8440460">
            <a:off x="6929516" y="3663641"/>
            <a:ext cx="3498423" cy="2413614"/>
          </a:xfrm>
          <a:prstGeom prst="rect">
            <a:avLst/>
          </a:prstGeom>
          <a:noFill/>
          <a:ln>
            <a:noFill/>
          </a:ln>
        </p:spPr>
      </p:pic>
      <p:pic>
        <p:nvPicPr>
          <p:cNvPr id="2013" name="Google Shape;2013;p105"/>
          <p:cNvPicPr preferRelativeResize="0"/>
          <p:nvPr/>
        </p:nvPicPr>
        <p:blipFill rotWithShape="1">
          <a:blip r:embed="rId3">
            <a:alphaModFix/>
          </a:blip>
          <a:srcRect l="7340" r="4538" b="19768"/>
          <a:stretch/>
        </p:blipFill>
        <p:spPr>
          <a:xfrm rot="-2942448">
            <a:off x="-1837786" y="4211901"/>
            <a:ext cx="3498427" cy="2413616"/>
          </a:xfrm>
          <a:prstGeom prst="rect">
            <a:avLst/>
          </a:prstGeom>
          <a:noFill/>
          <a:ln>
            <a:noFill/>
          </a:ln>
        </p:spPr>
      </p:pic>
      <p:sp>
        <p:nvSpPr>
          <p:cNvPr id="2014" name="Google Shape;2014;p105"/>
          <p:cNvSpPr/>
          <p:nvPr/>
        </p:nvSpPr>
        <p:spPr>
          <a:xfrm>
            <a:off x="1144151" y="2025074"/>
            <a:ext cx="6665456" cy="648225"/>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4,498,300,000</a:t>
            </a:r>
          </a:p>
        </p:txBody>
      </p:sp>
      <p:sp>
        <p:nvSpPr>
          <p:cNvPr id="2015" name="Google Shape;2015;p105"/>
          <p:cNvSpPr txBox="1">
            <a:spLocks noGrp="1"/>
          </p:cNvSpPr>
          <p:nvPr>
            <p:ph type="title"/>
          </p:nvPr>
        </p:nvSpPr>
        <p:spPr>
          <a:xfrm>
            <a:off x="720000" y="1785663"/>
            <a:ext cx="7704000" cy="102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4,498,300,000</a:t>
            </a:r>
            <a:endParaRPr/>
          </a:p>
        </p:txBody>
      </p:sp>
      <p:sp>
        <p:nvSpPr>
          <p:cNvPr id="2016" name="Google Shape;2016;p105"/>
          <p:cNvSpPr txBox="1">
            <a:spLocks noGrp="1"/>
          </p:cNvSpPr>
          <p:nvPr>
            <p:ph type="subTitle" idx="1"/>
          </p:nvPr>
        </p:nvSpPr>
        <p:spPr>
          <a:xfrm>
            <a:off x="1284000" y="2828400"/>
            <a:ext cx="6576000" cy="44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catch your audience’s attention</a:t>
            </a:r>
            <a:endParaRPr/>
          </a:p>
        </p:txBody>
      </p:sp>
      <p:sp>
        <p:nvSpPr>
          <p:cNvPr id="2017" name="Google Shape;2017;p105">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05">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05">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2020" name="Google Shape;2020;p105">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05">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22" name="Google Shape;2022;p105">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023" name="Google Shape;2023;p105">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24" name="Google Shape;2024;p105">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2015"/>
                                        </p:tgtEl>
                                        <p:attrNameLst>
                                          <p:attrName>style.visibility</p:attrName>
                                        </p:attrNameLst>
                                      </p:cBhvr>
                                      <p:to>
                                        <p:strVal val="visible"/>
                                      </p:to>
                                    </p:set>
                                    <p:anim calcmode="lin" valueType="num">
                                      <p:cBhvr additive="base">
                                        <p:cTn id="7" dur="1000"/>
                                        <p:tgtEl>
                                          <p:spTgt spid="2015"/>
                                        </p:tgtEl>
                                        <p:attrNameLst>
                                          <p:attrName>ppt_w</p:attrName>
                                        </p:attrNameLst>
                                      </p:cBhvr>
                                      <p:tavLst>
                                        <p:tav tm="0">
                                          <p:val>
                                            <p:strVal val="0"/>
                                          </p:val>
                                        </p:tav>
                                        <p:tav tm="100000">
                                          <p:val>
                                            <p:strVal val="#ppt_w"/>
                                          </p:val>
                                        </p:tav>
                                      </p:tavLst>
                                    </p:anim>
                                    <p:anim calcmode="lin" valueType="num">
                                      <p:cBhvr additive="base">
                                        <p:cTn id="8" dur="1000"/>
                                        <p:tgtEl>
                                          <p:spTgt spid="2015"/>
                                        </p:tgtEl>
                                        <p:attrNameLst>
                                          <p:attrName>ppt_h</p:attrName>
                                        </p:attrNameLst>
                                      </p:cBhvr>
                                      <p:tavLst>
                                        <p:tav tm="0">
                                          <p:val>
                                            <p:strVal val="0"/>
                                          </p:val>
                                        </p:tav>
                                        <p:tav tm="100000">
                                          <p:val>
                                            <p:strVal val="#ppt_h"/>
                                          </p:val>
                                        </p:tav>
                                      </p:tavLst>
                                    </p:anim>
                                  </p:childTnLst>
                                </p:cTn>
                              </p:par>
                              <p:par>
                                <p:cTn id="9" presetID="23" presetClass="entr" presetSubtype="16" fill="hold" nodeType="withEffect">
                                  <p:stCondLst>
                                    <p:cond delay="0"/>
                                  </p:stCondLst>
                                  <p:childTnLst>
                                    <p:set>
                                      <p:cBhvr>
                                        <p:cTn id="10" dur="1" fill="hold">
                                          <p:stCondLst>
                                            <p:cond delay="0"/>
                                          </p:stCondLst>
                                        </p:cTn>
                                        <p:tgtEl>
                                          <p:spTgt spid="2014"/>
                                        </p:tgtEl>
                                        <p:attrNameLst>
                                          <p:attrName>style.visibility</p:attrName>
                                        </p:attrNameLst>
                                      </p:cBhvr>
                                      <p:to>
                                        <p:strVal val="visible"/>
                                      </p:to>
                                    </p:set>
                                    <p:anim calcmode="lin" valueType="num">
                                      <p:cBhvr additive="base">
                                        <p:cTn id="11" dur="1000"/>
                                        <p:tgtEl>
                                          <p:spTgt spid="2014"/>
                                        </p:tgtEl>
                                        <p:attrNameLst>
                                          <p:attrName>ppt_w</p:attrName>
                                        </p:attrNameLst>
                                      </p:cBhvr>
                                      <p:tavLst>
                                        <p:tav tm="0">
                                          <p:val>
                                            <p:strVal val="0"/>
                                          </p:val>
                                        </p:tav>
                                        <p:tav tm="100000">
                                          <p:val>
                                            <p:strVal val="#ppt_w"/>
                                          </p:val>
                                        </p:tav>
                                      </p:tavLst>
                                    </p:anim>
                                    <p:anim calcmode="lin" valueType="num">
                                      <p:cBhvr additive="base">
                                        <p:cTn id="12" dur="1000"/>
                                        <p:tgtEl>
                                          <p:spTgt spid="2014"/>
                                        </p:tgtEl>
                                        <p:attrNameLst>
                                          <p:attrName>ppt_h</p:attrName>
                                        </p:attrNameLst>
                                      </p:cBhvr>
                                      <p:tavLst>
                                        <p:tav tm="0">
                                          <p:val>
                                            <p:strVal val="0"/>
                                          </p:val>
                                        </p:tav>
                                        <p:tav tm="100000">
                                          <p:val>
                                            <p:strVal val="#ppt_h"/>
                                          </p:val>
                                        </p:tav>
                                      </p:tavLst>
                                    </p:anim>
                                  </p:childTnLst>
                                </p:cTn>
                              </p:par>
                              <p:par>
                                <p:cTn id="13" presetID="2" presetClass="entr" presetSubtype="2" fill="hold" nodeType="withEffect">
                                  <p:stCondLst>
                                    <p:cond delay="0"/>
                                  </p:stCondLst>
                                  <p:childTnLst>
                                    <p:set>
                                      <p:cBhvr>
                                        <p:cTn id="14" dur="1" fill="hold">
                                          <p:stCondLst>
                                            <p:cond delay="0"/>
                                          </p:stCondLst>
                                        </p:cTn>
                                        <p:tgtEl>
                                          <p:spTgt spid="2010"/>
                                        </p:tgtEl>
                                        <p:attrNameLst>
                                          <p:attrName>style.visibility</p:attrName>
                                        </p:attrNameLst>
                                      </p:cBhvr>
                                      <p:to>
                                        <p:strVal val="visible"/>
                                      </p:to>
                                    </p:set>
                                    <p:anim calcmode="lin" valueType="num">
                                      <p:cBhvr additive="base">
                                        <p:cTn id="15" dur="1000"/>
                                        <p:tgtEl>
                                          <p:spTgt spid="2010"/>
                                        </p:tgtEl>
                                        <p:attrNameLst>
                                          <p:attrName>ppt_x</p:attrName>
                                        </p:attrNameLst>
                                      </p:cBhvr>
                                      <p:tavLst>
                                        <p:tav tm="0">
                                          <p:val>
                                            <p:strVal val="#ppt_x+1"/>
                                          </p:val>
                                        </p:tav>
                                        <p:tav tm="100000">
                                          <p:val>
                                            <p:strVal val="#ppt_x"/>
                                          </p:val>
                                        </p:tav>
                                      </p:tavLst>
                                    </p:anim>
                                  </p:childTnLst>
                                </p:cTn>
                              </p:par>
                              <p:par>
                                <p:cTn id="16" presetID="2" presetClass="entr" presetSubtype="1" fill="hold" nodeType="withEffect">
                                  <p:stCondLst>
                                    <p:cond delay="0"/>
                                  </p:stCondLst>
                                  <p:childTnLst>
                                    <p:set>
                                      <p:cBhvr>
                                        <p:cTn id="17" dur="1" fill="hold">
                                          <p:stCondLst>
                                            <p:cond delay="0"/>
                                          </p:stCondLst>
                                        </p:cTn>
                                        <p:tgtEl>
                                          <p:spTgt spid="2011"/>
                                        </p:tgtEl>
                                        <p:attrNameLst>
                                          <p:attrName>style.visibility</p:attrName>
                                        </p:attrNameLst>
                                      </p:cBhvr>
                                      <p:to>
                                        <p:strVal val="visible"/>
                                      </p:to>
                                    </p:set>
                                    <p:anim calcmode="lin" valueType="num">
                                      <p:cBhvr additive="base">
                                        <p:cTn id="18" dur="1000"/>
                                        <p:tgtEl>
                                          <p:spTgt spid="2011"/>
                                        </p:tgtEl>
                                        <p:attrNameLst>
                                          <p:attrName>ppt_y</p:attrName>
                                        </p:attrNameLst>
                                      </p:cBhvr>
                                      <p:tavLst>
                                        <p:tav tm="0">
                                          <p:val>
                                            <p:strVal val="#ppt_y-1"/>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2013"/>
                                        </p:tgtEl>
                                        <p:attrNameLst>
                                          <p:attrName>style.visibility</p:attrName>
                                        </p:attrNameLst>
                                      </p:cBhvr>
                                      <p:to>
                                        <p:strVal val="visible"/>
                                      </p:to>
                                    </p:set>
                                    <p:anim calcmode="lin" valueType="num">
                                      <p:cBhvr additive="base">
                                        <p:cTn id="21" dur="1000"/>
                                        <p:tgtEl>
                                          <p:spTgt spid="2013"/>
                                        </p:tgtEl>
                                        <p:attrNameLst>
                                          <p:attrName>ppt_y</p:attrName>
                                        </p:attrNameLst>
                                      </p:cBhvr>
                                      <p:tavLst>
                                        <p:tav tm="0">
                                          <p:val>
                                            <p:strVal val="#ppt_y+1"/>
                                          </p:val>
                                        </p:tav>
                                        <p:tav tm="100000">
                                          <p:val>
                                            <p:strVal val="#ppt_y"/>
                                          </p:val>
                                        </p:tav>
                                      </p:tavLst>
                                    </p:anim>
                                  </p:childTnLst>
                                </p:cTn>
                              </p:par>
                              <p:par>
                                <p:cTn id="22" presetID="2" presetClass="entr" presetSubtype="4" fill="hold" nodeType="withEffect">
                                  <p:stCondLst>
                                    <p:cond delay="0"/>
                                  </p:stCondLst>
                                  <p:childTnLst>
                                    <p:set>
                                      <p:cBhvr>
                                        <p:cTn id="23" dur="1" fill="hold">
                                          <p:stCondLst>
                                            <p:cond delay="0"/>
                                          </p:stCondLst>
                                        </p:cTn>
                                        <p:tgtEl>
                                          <p:spTgt spid="2012"/>
                                        </p:tgtEl>
                                        <p:attrNameLst>
                                          <p:attrName>style.visibility</p:attrName>
                                        </p:attrNameLst>
                                      </p:cBhvr>
                                      <p:to>
                                        <p:strVal val="visible"/>
                                      </p:to>
                                    </p:set>
                                    <p:anim calcmode="lin" valueType="num">
                                      <p:cBhvr additive="base">
                                        <p:cTn id="24" dur="1000"/>
                                        <p:tgtEl>
                                          <p:spTgt spid="20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Shape 2028"/>
        <p:cNvGrpSpPr/>
        <p:nvPr/>
      </p:nvGrpSpPr>
      <p:grpSpPr>
        <a:xfrm>
          <a:off x="0" y="0"/>
          <a:ext cx="0" cy="0"/>
          <a:chOff x="0" y="0"/>
          <a:chExt cx="0" cy="0"/>
        </a:xfrm>
      </p:grpSpPr>
      <p:sp>
        <p:nvSpPr>
          <p:cNvPr id="2029" name="Google Shape;2029;p106"/>
          <p:cNvSpPr txBox="1">
            <a:spLocks noGrp="1"/>
          </p:cNvSpPr>
          <p:nvPr>
            <p:ph type="title"/>
          </p:nvPr>
        </p:nvSpPr>
        <p:spPr>
          <a:xfrm>
            <a:off x="3642899" y="1759050"/>
            <a:ext cx="1858200" cy="325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JUPITER</a:t>
            </a:r>
            <a:endParaRPr/>
          </a:p>
        </p:txBody>
      </p:sp>
      <p:sp>
        <p:nvSpPr>
          <p:cNvPr id="2030" name="Google Shape;2030;p106"/>
          <p:cNvSpPr txBox="1">
            <a:spLocks noGrp="1"/>
          </p:cNvSpPr>
          <p:nvPr>
            <p:ph type="subTitle" idx="1"/>
          </p:nvPr>
        </p:nvSpPr>
        <p:spPr>
          <a:xfrm>
            <a:off x="5566675" y="1759050"/>
            <a:ext cx="28641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the biggest planet in the Solar System</a:t>
            </a:r>
            <a:endParaRPr/>
          </a:p>
        </p:txBody>
      </p:sp>
      <p:pic>
        <p:nvPicPr>
          <p:cNvPr id="2031" name="Google Shape;2031;p106"/>
          <p:cNvPicPr preferRelativeResize="0"/>
          <p:nvPr/>
        </p:nvPicPr>
        <p:blipFill rotWithShape="1">
          <a:blip r:embed="rId3">
            <a:alphaModFix/>
          </a:blip>
          <a:srcRect l="22485" t="2088" r="23617" b="2098"/>
          <a:stretch/>
        </p:blipFill>
        <p:spPr>
          <a:xfrm>
            <a:off x="1052475" y="1465095"/>
            <a:ext cx="2806500" cy="2806500"/>
          </a:xfrm>
          <a:prstGeom prst="ellipse">
            <a:avLst/>
          </a:prstGeom>
          <a:noFill/>
          <a:ln>
            <a:noFill/>
          </a:ln>
          <a:effectLst>
            <a:outerShdw blurRad="128588" dist="28575" dir="11040000" algn="bl" rotWithShape="0">
              <a:schemeClr val="accent1">
                <a:alpha val="23000"/>
              </a:schemeClr>
            </a:outerShdw>
          </a:effectLst>
        </p:spPr>
      </p:pic>
      <p:sp>
        <p:nvSpPr>
          <p:cNvPr id="2032" name="Google Shape;2032;p106"/>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WEBSITE EXPERIENCE</a:t>
            </a:r>
            <a:endParaRPr/>
          </a:p>
        </p:txBody>
      </p:sp>
      <p:sp>
        <p:nvSpPr>
          <p:cNvPr id="2033" name="Google Shape;2033;p106"/>
          <p:cNvSpPr txBox="1">
            <a:spLocks noGrp="1"/>
          </p:cNvSpPr>
          <p:nvPr>
            <p:ph type="title" idx="2"/>
          </p:nvPr>
        </p:nvSpPr>
        <p:spPr>
          <a:xfrm>
            <a:off x="3642899" y="2480825"/>
            <a:ext cx="1858200" cy="325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MARS</a:t>
            </a:r>
            <a:endParaRPr/>
          </a:p>
        </p:txBody>
      </p:sp>
      <p:sp>
        <p:nvSpPr>
          <p:cNvPr id="2034" name="Google Shape;2034;p106"/>
          <p:cNvSpPr txBox="1">
            <a:spLocks noGrp="1"/>
          </p:cNvSpPr>
          <p:nvPr>
            <p:ph type="subTitle" idx="3"/>
          </p:nvPr>
        </p:nvSpPr>
        <p:spPr>
          <a:xfrm>
            <a:off x="5566675" y="2480825"/>
            <a:ext cx="28641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035" name="Google Shape;2035;p106"/>
          <p:cNvSpPr txBox="1">
            <a:spLocks noGrp="1"/>
          </p:cNvSpPr>
          <p:nvPr>
            <p:ph type="title" idx="4"/>
          </p:nvPr>
        </p:nvSpPr>
        <p:spPr>
          <a:xfrm>
            <a:off x="3642899" y="3924375"/>
            <a:ext cx="1858200" cy="325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MERCURY</a:t>
            </a:r>
            <a:endParaRPr/>
          </a:p>
        </p:txBody>
      </p:sp>
      <p:sp>
        <p:nvSpPr>
          <p:cNvPr id="2036" name="Google Shape;2036;p106"/>
          <p:cNvSpPr txBox="1">
            <a:spLocks noGrp="1"/>
          </p:cNvSpPr>
          <p:nvPr>
            <p:ph type="subTitle" idx="5"/>
          </p:nvPr>
        </p:nvSpPr>
        <p:spPr>
          <a:xfrm>
            <a:off x="5566675" y="3924375"/>
            <a:ext cx="28641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a:t>
            </a:r>
            <a:endParaRPr/>
          </a:p>
        </p:txBody>
      </p:sp>
      <p:sp>
        <p:nvSpPr>
          <p:cNvPr id="2037" name="Google Shape;2037;p106"/>
          <p:cNvSpPr txBox="1">
            <a:spLocks noGrp="1"/>
          </p:cNvSpPr>
          <p:nvPr>
            <p:ph type="title" idx="6"/>
          </p:nvPr>
        </p:nvSpPr>
        <p:spPr>
          <a:xfrm>
            <a:off x="3642899" y="3202600"/>
            <a:ext cx="1858200" cy="325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a:t>
            </a:r>
            <a:endParaRPr/>
          </a:p>
        </p:txBody>
      </p:sp>
      <p:sp>
        <p:nvSpPr>
          <p:cNvPr id="2038" name="Google Shape;2038;p106"/>
          <p:cNvSpPr txBox="1">
            <a:spLocks noGrp="1"/>
          </p:cNvSpPr>
          <p:nvPr>
            <p:ph type="subTitle" idx="7"/>
          </p:nvPr>
        </p:nvSpPr>
        <p:spPr>
          <a:xfrm>
            <a:off x="5566675" y="3202600"/>
            <a:ext cx="2864100" cy="32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039" name="Google Shape;2039;p106">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06">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06">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2042" name="Google Shape;2042;p106">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06">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44" name="Google Shape;2044;p106">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045" name="Google Shape;2045;p106">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46" name="Google Shape;2046;p106">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Shape 2050"/>
        <p:cNvGrpSpPr/>
        <p:nvPr/>
      </p:nvGrpSpPr>
      <p:grpSpPr>
        <a:xfrm>
          <a:off x="0" y="0"/>
          <a:ext cx="0" cy="0"/>
          <a:chOff x="0" y="0"/>
          <a:chExt cx="0" cy="0"/>
        </a:xfrm>
      </p:grpSpPr>
      <p:sp>
        <p:nvSpPr>
          <p:cNvPr id="2051" name="Google Shape;2051;p107"/>
          <p:cNvSpPr/>
          <p:nvPr/>
        </p:nvSpPr>
        <p:spPr>
          <a:xfrm>
            <a:off x="788689" y="2295788"/>
            <a:ext cx="3218196" cy="352987"/>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9h 55m 23s</a:t>
            </a:r>
          </a:p>
        </p:txBody>
      </p:sp>
      <p:sp>
        <p:nvSpPr>
          <p:cNvPr id="2052" name="Google Shape;2052;p107"/>
          <p:cNvSpPr txBox="1">
            <a:spLocks noGrp="1"/>
          </p:cNvSpPr>
          <p:nvPr>
            <p:ph type="title" idx="2"/>
          </p:nvPr>
        </p:nvSpPr>
        <p:spPr>
          <a:xfrm>
            <a:off x="720000" y="2075311"/>
            <a:ext cx="3852000" cy="82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9h 55m 23s</a:t>
            </a:r>
            <a:endParaRPr/>
          </a:p>
        </p:txBody>
      </p:sp>
      <p:sp>
        <p:nvSpPr>
          <p:cNvPr id="2053" name="Google Shape;2053;p107"/>
          <p:cNvSpPr/>
          <p:nvPr/>
        </p:nvSpPr>
        <p:spPr>
          <a:xfrm>
            <a:off x="792178" y="3473429"/>
            <a:ext cx="3225990" cy="413958"/>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386,000 km</a:t>
            </a:r>
          </a:p>
        </p:txBody>
      </p:sp>
      <p:sp>
        <p:nvSpPr>
          <p:cNvPr id="2054" name="Google Shape;2054;p107"/>
          <p:cNvSpPr txBox="1">
            <a:spLocks noGrp="1"/>
          </p:cNvSpPr>
          <p:nvPr>
            <p:ph type="title" idx="4"/>
          </p:nvPr>
        </p:nvSpPr>
        <p:spPr>
          <a:xfrm>
            <a:off x="720000" y="3249096"/>
            <a:ext cx="3852000" cy="82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2055" name="Google Shape;2055;p107"/>
          <p:cNvSpPr/>
          <p:nvPr/>
        </p:nvSpPr>
        <p:spPr>
          <a:xfrm>
            <a:off x="788689" y="1148797"/>
            <a:ext cx="3209486" cy="391037"/>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333,000.00</a:t>
            </a:r>
          </a:p>
        </p:txBody>
      </p:sp>
      <p:sp>
        <p:nvSpPr>
          <p:cNvPr id="2056" name="Google Shape;2056;p107"/>
          <p:cNvSpPr txBox="1">
            <a:spLocks noGrp="1"/>
          </p:cNvSpPr>
          <p:nvPr>
            <p:ph type="title"/>
          </p:nvPr>
        </p:nvSpPr>
        <p:spPr>
          <a:xfrm>
            <a:off x="720000" y="901525"/>
            <a:ext cx="3852000" cy="82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a:t>
            </a:r>
            <a:endParaRPr/>
          </a:p>
        </p:txBody>
      </p:sp>
      <p:sp>
        <p:nvSpPr>
          <p:cNvPr id="2057" name="Google Shape;2057;p107"/>
          <p:cNvSpPr txBox="1">
            <a:spLocks noGrp="1"/>
          </p:cNvSpPr>
          <p:nvPr>
            <p:ph type="subTitle" idx="1"/>
          </p:nvPr>
        </p:nvSpPr>
        <p:spPr>
          <a:xfrm>
            <a:off x="720000" y="1607552"/>
            <a:ext cx="38520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 Sun’s mass compared to Earth’s</a:t>
            </a:r>
            <a:endParaRPr/>
          </a:p>
        </p:txBody>
      </p:sp>
      <p:sp>
        <p:nvSpPr>
          <p:cNvPr id="2058" name="Google Shape;2058;p107"/>
          <p:cNvSpPr txBox="1">
            <a:spLocks noGrp="1"/>
          </p:cNvSpPr>
          <p:nvPr>
            <p:ph type="subTitle" idx="3"/>
          </p:nvPr>
        </p:nvSpPr>
        <p:spPr>
          <a:xfrm>
            <a:off x="720000" y="2781338"/>
            <a:ext cx="38520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Jupiter’s rotation period</a:t>
            </a:r>
            <a:endParaRPr/>
          </a:p>
        </p:txBody>
      </p:sp>
      <p:sp>
        <p:nvSpPr>
          <p:cNvPr id="2059" name="Google Shape;2059;p107"/>
          <p:cNvSpPr txBox="1">
            <a:spLocks noGrp="1"/>
          </p:cNvSpPr>
          <p:nvPr>
            <p:ph type="subTitle" idx="5"/>
          </p:nvPr>
        </p:nvSpPr>
        <p:spPr>
          <a:xfrm>
            <a:off x="720000" y="3955124"/>
            <a:ext cx="38520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Distance between Earth and the Moon</a:t>
            </a:r>
            <a:endParaRPr/>
          </a:p>
        </p:txBody>
      </p:sp>
      <p:pic>
        <p:nvPicPr>
          <p:cNvPr id="2060" name="Google Shape;2060;p107"/>
          <p:cNvPicPr preferRelativeResize="0"/>
          <p:nvPr/>
        </p:nvPicPr>
        <p:blipFill rotWithShape="1">
          <a:blip r:embed="rId3">
            <a:alphaModFix/>
          </a:blip>
          <a:srcRect l="22693" t="477" r="22479" b="2056"/>
          <a:stretch/>
        </p:blipFill>
        <p:spPr>
          <a:xfrm>
            <a:off x="4810500" y="901525"/>
            <a:ext cx="3613500" cy="3613500"/>
          </a:xfrm>
          <a:prstGeom prst="ellipse">
            <a:avLst/>
          </a:prstGeom>
          <a:noFill/>
          <a:ln>
            <a:noFill/>
          </a:ln>
          <a:effectLst>
            <a:outerShdw blurRad="128588" dist="28575" dir="11040000" algn="bl" rotWithShape="0">
              <a:schemeClr val="accent1">
                <a:alpha val="23000"/>
              </a:schemeClr>
            </a:outerShdw>
          </a:effectLst>
        </p:spPr>
      </p:pic>
      <p:sp>
        <p:nvSpPr>
          <p:cNvPr id="2061" name="Google Shape;2061;p107">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07">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07">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2064" name="Google Shape;2064;p107">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07">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66" name="Google Shape;2066;p107">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067" name="Google Shape;2067;p107">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68" name="Google Shape;2068;p107">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Shape 2072"/>
        <p:cNvGrpSpPr/>
        <p:nvPr/>
      </p:nvGrpSpPr>
      <p:grpSpPr>
        <a:xfrm>
          <a:off x="0" y="0"/>
          <a:ext cx="0" cy="0"/>
          <a:chOff x="0" y="0"/>
          <a:chExt cx="0" cy="0"/>
        </a:xfrm>
      </p:grpSpPr>
      <p:pic>
        <p:nvPicPr>
          <p:cNvPr id="2073" name="Google Shape;2073;p108"/>
          <p:cNvPicPr preferRelativeResize="0"/>
          <p:nvPr/>
        </p:nvPicPr>
        <p:blipFill rotWithShape="1">
          <a:blip r:embed="rId3">
            <a:alphaModFix/>
          </a:blip>
          <a:srcRect t="29919" b="29855"/>
          <a:stretch/>
        </p:blipFill>
        <p:spPr>
          <a:xfrm>
            <a:off x="-10650" y="3138575"/>
            <a:ext cx="9144000" cy="2068999"/>
          </a:xfrm>
          <a:prstGeom prst="rect">
            <a:avLst/>
          </a:prstGeom>
          <a:noFill/>
          <a:ln>
            <a:noFill/>
          </a:ln>
        </p:spPr>
      </p:pic>
      <p:sp>
        <p:nvSpPr>
          <p:cNvPr id="2074" name="Google Shape;2074;p10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PRICING</a:t>
            </a:r>
            <a:endParaRPr/>
          </a:p>
        </p:txBody>
      </p:sp>
      <p:sp>
        <p:nvSpPr>
          <p:cNvPr id="2075" name="Google Shape;2075;p108"/>
          <p:cNvSpPr txBox="1">
            <a:spLocks noGrp="1"/>
          </p:cNvSpPr>
          <p:nvPr>
            <p:ph type="ctrTitle" idx="4294967295"/>
          </p:nvPr>
        </p:nvSpPr>
        <p:spPr>
          <a:xfrm>
            <a:off x="3660000" y="2373986"/>
            <a:ext cx="1167900" cy="57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$60</a:t>
            </a:r>
            <a:endParaRPr sz="1800"/>
          </a:p>
        </p:txBody>
      </p:sp>
      <p:sp>
        <p:nvSpPr>
          <p:cNvPr id="2076" name="Google Shape;2076;p108"/>
          <p:cNvSpPr txBox="1">
            <a:spLocks noGrp="1"/>
          </p:cNvSpPr>
          <p:nvPr>
            <p:ph type="ctrTitle" idx="4294967295"/>
          </p:nvPr>
        </p:nvSpPr>
        <p:spPr>
          <a:xfrm>
            <a:off x="6485273" y="2333258"/>
            <a:ext cx="1167900" cy="57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$85</a:t>
            </a:r>
            <a:endParaRPr sz="1800"/>
          </a:p>
        </p:txBody>
      </p:sp>
      <p:sp>
        <p:nvSpPr>
          <p:cNvPr id="2077" name="Google Shape;2077;p108"/>
          <p:cNvSpPr txBox="1">
            <a:spLocks noGrp="1"/>
          </p:cNvSpPr>
          <p:nvPr>
            <p:ph type="ctrTitle" idx="4294967295"/>
          </p:nvPr>
        </p:nvSpPr>
        <p:spPr>
          <a:xfrm>
            <a:off x="832380" y="2363476"/>
            <a:ext cx="1167900" cy="57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$35</a:t>
            </a:r>
            <a:endParaRPr sz="1800"/>
          </a:p>
        </p:txBody>
      </p:sp>
      <p:sp>
        <p:nvSpPr>
          <p:cNvPr id="2078" name="Google Shape;2078;p108"/>
          <p:cNvSpPr txBox="1">
            <a:spLocks noGrp="1"/>
          </p:cNvSpPr>
          <p:nvPr>
            <p:ph type="ctrTitle" idx="4294967295"/>
          </p:nvPr>
        </p:nvSpPr>
        <p:spPr>
          <a:xfrm>
            <a:off x="3660000" y="1402724"/>
            <a:ext cx="1802700" cy="31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PRO</a:t>
            </a:r>
            <a:endParaRPr sz="1800"/>
          </a:p>
        </p:txBody>
      </p:sp>
      <p:sp>
        <p:nvSpPr>
          <p:cNvPr id="2079" name="Google Shape;2079;p108"/>
          <p:cNvSpPr txBox="1">
            <a:spLocks noGrp="1"/>
          </p:cNvSpPr>
          <p:nvPr>
            <p:ph type="ctrTitle" idx="4294967295"/>
          </p:nvPr>
        </p:nvSpPr>
        <p:spPr>
          <a:xfrm>
            <a:off x="6485273" y="1402724"/>
            <a:ext cx="1802700" cy="31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PREMIUM</a:t>
            </a:r>
            <a:endParaRPr sz="1800"/>
          </a:p>
        </p:txBody>
      </p:sp>
      <p:sp>
        <p:nvSpPr>
          <p:cNvPr id="2080" name="Google Shape;2080;p108"/>
          <p:cNvSpPr txBox="1">
            <a:spLocks noGrp="1"/>
          </p:cNvSpPr>
          <p:nvPr>
            <p:ph type="ctrTitle" idx="4294967295"/>
          </p:nvPr>
        </p:nvSpPr>
        <p:spPr>
          <a:xfrm>
            <a:off x="832380" y="1402724"/>
            <a:ext cx="1802700" cy="31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BASIC</a:t>
            </a:r>
            <a:endParaRPr sz="1800"/>
          </a:p>
        </p:txBody>
      </p:sp>
      <p:sp>
        <p:nvSpPr>
          <p:cNvPr id="2081" name="Google Shape;2081;p108"/>
          <p:cNvSpPr txBox="1">
            <a:spLocks noGrp="1"/>
          </p:cNvSpPr>
          <p:nvPr>
            <p:ph type="subTitle" idx="4294967295"/>
          </p:nvPr>
        </p:nvSpPr>
        <p:spPr>
          <a:xfrm>
            <a:off x="3660000" y="1760556"/>
            <a:ext cx="1802700" cy="5727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400"/>
              <a:t>You can explain your product or your service</a:t>
            </a:r>
            <a:endParaRPr sz="1400"/>
          </a:p>
        </p:txBody>
      </p:sp>
      <p:sp>
        <p:nvSpPr>
          <p:cNvPr id="2082" name="Google Shape;2082;p108"/>
          <p:cNvSpPr txBox="1">
            <a:spLocks noGrp="1"/>
          </p:cNvSpPr>
          <p:nvPr>
            <p:ph type="subTitle" idx="4294967295"/>
          </p:nvPr>
        </p:nvSpPr>
        <p:spPr>
          <a:xfrm>
            <a:off x="6485273" y="1760556"/>
            <a:ext cx="1802700" cy="5727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400"/>
              <a:t>You can explain your product or your service</a:t>
            </a:r>
            <a:endParaRPr sz="1400"/>
          </a:p>
        </p:txBody>
      </p:sp>
      <p:sp>
        <p:nvSpPr>
          <p:cNvPr id="2083" name="Google Shape;2083;p108"/>
          <p:cNvSpPr txBox="1">
            <a:spLocks noGrp="1"/>
          </p:cNvSpPr>
          <p:nvPr>
            <p:ph type="subTitle" idx="4294967295"/>
          </p:nvPr>
        </p:nvSpPr>
        <p:spPr>
          <a:xfrm>
            <a:off x="832380" y="1760556"/>
            <a:ext cx="1802700" cy="5727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400"/>
              <a:t>You can explain your product or your service</a:t>
            </a:r>
            <a:endParaRPr sz="1400"/>
          </a:p>
        </p:txBody>
      </p:sp>
      <p:pic>
        <p:nvPicPr>
          <p:cNvPr id="2084" name="Google Shape;2084;p108"/>
          <p:cNvPicPr preferRelativeResize="0"/>
          <p:nvPr/>
        </p:nvPicPr>
        <p:blipFill rotWithShape="1">
          <a:blip r:embed="rId4">
            <a:alphaModFix/>
          </a:blip>
          <a:srcRect l="7340" r="4538" b="19768"/>
          <a:stretch/>
        </p:blipFill>
        <p:spPr>
          <a:xfrm rot="-2699993" flipH="1">
            <a:off x="-1409723" y="-796518"/>
            <a:ext cx="3342095" cy="2305760"/>
          </a:xfrm>
          <a:prstGeom prst="rect">
            <a:avLst/>
          </a:prstGeom>
          <a:noFill/>
          <a:ln>
            <a:noFill/>
          </a:ln>
        </p:spPr>
      </p:pic>
      <p:pic>
        <p:nvPicPr>
          <p:cNvPr id="2085" name="Google Shape;2085;p108"/>
          <p:cNvPicPr preferRelativeResize="0"/>
          <p:nvPr/>
        </p:nvPicPr>
        <p:blipFill rotWithShape="1">
          <a:blip r:embed="rId4">
            <a:alphaModFix/>
          </a:blip>
          <a:srcRect l="7340" r="4538" b="19768"/>
          <a:stretch/>
        </p:blipFill>
        <p:spPr>
          <a:xfrm rot="-2699993" flipH="1">
            <a:off x="7754802" y="-1428968"/>
            <a:ext cx="3342095" cy="2305760"/>
          </a:xfrm>
          <a:prstGeom prst="rect">
            <a:avLst/>
          </a:prstGeom>
          <a:noFill/>
          <a:ln>
            <a:noFill/>
          </a:ln>
        </p:spPr>
      </p:pic>
      <p:grpSp>
        <p:nvGrpSpPr>
          <p:cNvPr id="2086" name="Google Shape;2086;p108"/>
          <p:cNvGrpSpPr/>
          <p:nvPr/>
        </p:nvGrpSpPr>
        <p:grpSpPr>
          <a:xfrm>
            <a:off x="5952349" y="1402733"/>
            <a:ext cx="43276" cy="411646"/>
            <a:chOff x="1256711" y="1178908"/>
            <a:chExt cx="43276" cy="411646"/>
          </a:xfrm>
        </p:grpSpPr>
        <p:grpSp>
          <p:nvGrpSpPr>
            <p:cNvPr id="2087" name="Google Shape;2087;p108"/>
            <p:cNvGrpSpPr/>
            <p:nvPr/>
          </p:nvGrpSpPr>
          <p:grpSpPr>
            <a:xfrm>
              <a:off x="1256711" y="1178908"/>
              <a:ext cx="43276" cy="184846"/>
              <a:chOff x="1256700" y="1103575"/>
              <a:chExt cx="60900" cy="260200"/>
            </a:xfrm>
          </p:grpSpPr>
          <p:sp>
            <p:nvSpPr>
              <p:cNvPr id="2088" name="Google Shape;2088;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1" name="Google Shape;2091;p108"/>
            <p:cNvGrpSpPr/>
            <p:nvPr/>
          </p:nvGrpSpPr>
          <p:grpSpPr>
            <a:xfrm>
              <a:off x="1256711" y="1405708"/>
              <a:ext cx="43276" cy="184846"/>
              <a:chOff x="1256700" y="1103575"/>
              <a:chExt cx="60900" cy="260200"/>
            </a:xfrm>
          </p:grpSpPr>
          <p:sp>
            <p:nvSpPr>
              <p:cNvPr id="2092" name="Google Shape;2092;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5" name="Google Shape;2095;p108"/>
          <p:cNvGrpSpPr/>
          <p:nvPr/>
        </p:nvGrpSpPr>
        <p:grpSpPr>
          <a:xfrm>
            <a:off x="2937436" y="1402733"/>
            <a:ext cx="43276" cy="411646"/>
            <a:chOff x="1256711" y="1178908"/>
            <a:chExt cx="43276" cy="411646"/>
          </a:xfrm>
        </p:grpSpPr>
        <p:grpSp>
          <p:nvGrpSpPr>
            <p:cNvPr id="2096" name="Google Shape;2096;p108"/>
            <p:cNvGrpSpPr/>
            <p:nvPr/>
          </p:nvGrpSpPr>
          <p:grpSpPr>
            <a:xfrm>
              <a:off x="1256711" y="1178908"/>
              <a:ext cx="43276" cy="184846"/>
              <a:chOff x="1256700" y="1103575"/>
              <a:chExt cx="60900" cy="260200"/>
            </a:xfrm>
          </p:grpSpPr>
          <p:sp>
            <p:nvSpPr>
              <p:cNvPr id="2097" name="Google Shape;2097;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 name="Google Shape;2100;p108"/>
            <p:cNvGrpSpPr/>
            <p:nvPr/>
          </p:nvGrpSpPr>
          <p:grpSpPr>
            <a:xfrm>
              <a:off x="1256711" y="1405708"/>
              <a:ext cx="43276" cy="184846"/>
              <a:chOff x="1256700" y="1103575"/>
              <a:chExt cx="60900" cy="260200"/>
            </a:xfrm>
          </p:grpSpPr>
          <p:sp>
            <p:nvSpPr>
              <p:cNvPr id="2101" name="Google Shape;2101;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04" name="Google Shape;2104;p108">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08">
            <a:hlinkClick r:id="rId5"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08">
            <a:hlinkClick r:id="rId6"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2107" name="Google Shape;2107;p108">
            <a:hlinkClick r:id="rId5"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08">
            <a:hlinkClick r:id="rId5"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09" name="Google Shape;2109;p108">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110" name="Google Shape;2110;p108">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11" name="Google Shape;2111;p108">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Shape 2115"/>
        <p:cNvGrpSpPr/>
        <p:nvPr/>
      </p:nvGrpSpPr>
      <p:grpSpPr>
        <a:xfrm>
          <a:off x="0" y="0"/>
          <a:ext cx="0" cy="0"/>
          <a:chOff x="0" y="0"/>
          <a:chExt cx="0" cy="0"/>
        </a:xfrm>
      </p:grpSpPr>
      <p:sp>
        <p:nvSpPr>
          <p:cNvPr id="2116" name="Google Shape;2116;p109"/>
          <p:cNvSpPr/>
          <p:nvPr/>
        </p:nvSpPr>
        <p:spPr>
          <a:xfrm>
            <a:off x="853325" y="1454275"/>
            <a:ext cx="4568400" cy="552000"/>
          </a:xfrm>
          <a:prstGeom prst="rect">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0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FUTURE EVENTS</a:t>
            </a:r>
            <a:endParaRPr/>
          </a:p>
        </p:txBody>
      </p:sp>
      <p:sp>
        <p:nvSpPr>
          <p:cNvPr id="2118" name="Google Shape;2118;p109"/>
          <p:cNvSpPr txBox="1"/>
          <p:nvPr/>
        </p:nvSpPr>
        <p:spPr>
          <a:xfrm>
            <a:off x="6039300" y="3804501"/>
            <a:ext cx="2384700" cy="393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EARTH</a:t>
            </a:r>
            <a:endParaRPr sz="1800">
              <a:solidFill>
                <a:schemeClr val="dk1"/>
              </a:solidFill>
              <a:latin typeface="Orbitron Black"/>
              <a:ea typeface="Orbitron Black"/>
              <a:cs typeface="Orbitron Black"/>
              <a:sym typeface="Orbitron Black"/>
            </a:endParaRPr>
          </a:p>
        </p:txBody>
      </p:sp>
      <p:sp>
        <p:nvSpPr>
          <p:cNvPr id="2119" name="Google Shape;2119;p109"/>
          <p:cNvSpPr txBox="1"/>
          <p:nvPr/>
        </p:nvSpPr>
        <p:spPr>
          <a:xfrm>
            <a:off x="6039300" y="2686677"/>
            <a:ext cx="2384700" cy="393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2120" name="Google Shape;2120;p109"/>
          <p:cNvSpPr txBox="1"/>
          <p:nvPr/>
        </p:nvSpPr>
        <p:spPr>
          <a:xfrm>
            <a:off x="6039300" y="1568851"/>
            <a:ext cx="2384700" cy="393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2121" name="Google Shape;2121;p109"/>
          <p:cNvSpPr txBox="1"/>
          <p:nvPr/>
        </p:nvSpPr>
        <p:spPr>
          <a:xfrm>
            <a:off x="6039325" y="4121900"/>
            <a:ext cx="1824000" cy="57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This is the the wonderful planet we live on!</a:t>
            </a:r>
            <a:endParaRPr>
              <a:solidFill>
                <a:schemeClr val="dk1"/>
              </a:solidFill>
              <a:latin typeface="Darker Grotesque"/>
              <a:ea typeface="Darker Grotesque"/>
              <a:cs typeface="Darker Grotesque"/>
              <a:sym typeface="Darker Grotesque"/>
            </a:endParaRPr>
          </a:p>
        </p:txBody>
      </p:sp>
      <p:sp>
        <p:nvSpPr>
          <p:cNvPr id="2122" name="Google Shape;2122;p109"/>
          <p:cNvSpPr txBox="1"/>
          <p:nvPr/>
        </p:nvSpPr>
        <p:spPr>
          <a:xfrm>
            <a:off x="6039325" y="3004075"/>
            <a:ext cx="1824000" cy="57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2123" name="Google Shape;2123;p109"/>
          <p:cNvSpPr txBox="1"/>
          <p:nvPr/>
        </p:nvSpPr>
        <p:spPr>
          <a:xfrm>
            <a:off x="6039325" y="1886250"/>
            <a:ext cx="1824000" cy="57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It’s the smallest planet in the Solar System</a:t>
            </a:r>
            <a:endParaRPr>
              <a:solidFill>
                <a:schemeClr val="dk1"/>
              </a:solidFill>
              <a:latin typeface="Darker Grotesque"/>
              <a:ea typeface="Darker Grotesque"/>
              <a:cs typeface="Darker Grotesque"/>
              <a:sym typeface="Darker Grotesque"/>
            </a:endParaRPr>
          </a:p>
        </p:txBody>
      </p:sp>
      <p:sp>
        <p:nvSpPr>
          <p:cNvPr id="2124" name="Google Shape;2124;p109"/>
          <p:cNvSpPr/>
          <p:nvPr/>
        </p:nvSpPr>
        <p:spPr>
          <a:xfrm>
            <a:off x="5895238" y="1742968"/>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25" name="Google Shape;2125;p109"/>
          <p:cNvSpPr/>
          <p:nvPr/>
        </p:nvSpPr>
        <p:spPr>
          <a:xfrm>
            <a:off x="5895238" y="287203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26" name="Google Shape;2126;p109"/>
          <p:cNvSpPr/>
          <p:nvPr/>
        </p:nvSpPr>
        <p:spPr>
          <a:xfrm>
            <a:off x="5895240" y="398909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27" name="Google Shape;2127;p109"/>
          <p:cNvSpPr txBox="1"/>
          <p:nvPr/>
        </p:nvSpPr>
        <p:spPr>
          <a:xfrm>
            <a:off x="853350" y="1556250"/>
            <a:ext cx="669000" cy="373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SUN</a:t>
            </a:r>
            <a:endParaRPr sz="1300">
              <a:solidFill>
                <a:schemeClr val="dk1"/>
              </a:solidFill>
              <a:latin typeface="Orbitron Black"/>
              <a:ea typeface="Orbitron Black"/>
              <a:cs typeface="Orbitron Black"/>
              <a:sym typeface="Orbitron Black"/>
            </a:endParaRPr>
          </a:p>
        </p:txBody>
      </p:sp>
      <p:sp>
        <p:nvSpPr>
          <p:cNvPr id="2128" name="Google Shape;2128;p109"/>
          <p:cNvSpPr txBox="1"/>
          <p:nvPr/>
        </p:nvSpPr>
        <p:spPr>
          <a:xfrm>
            <a:off x="1522477" y="1556250"/>
            <a:ext cx="669000" cy="373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MON</a:t>
            </a:r>
            <a:endParaRPr sz="1300">
              <a:solidFill>
                <a:schemeClr val="dk1"/>
              </a:solidFill>
              <a:latin typeface="Orbitron Black"/>
              <a:ea typeface="Orbitron Black"/>
              <a:cs typeface="Orbitron Black"/>
              <a:sym typeface="Orbitron Black"/>
            </a:endParaRPr>
          </a:p>
        </p:txBody>
      </p:sp>
      <p:sp>
        <p:nvSpPr>
          <p:cNvPr id="2129" name="Google Shape;2129;p109"/>
          <p:cNvSpPr txBox="1"/>
          <p:nvPr/>
        </p:nvSpPr>
        <p:spPr>
          <a:xfrm>
            <a:off x="2191479" y="1556250"/>
            <a:ext cx="669000" cy="373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TUE</a:t>
            </a:r>
            <a:endParaRPr sz="1300">
              <a:solidFill>
                <a:schemeClr val="dk1"/>
              </a:solidFill>
              <a:latin typeface="Orbitron Black"/>
              <a:ea typeface="Orbitron Black"/>
              <a:cs typeface="Orbitron Black"/>
              <a:sym typeface="Orbitron Black"/>
            </a:endParaRPr>
          </a:p>
        </p:txBody>
      </p:sp>
      <p:sp>
        <p:nvSpPr>
          <p:cNvPr id="2130" name="Google Shape;2130;p109"/>
          <p:cNvSpPr txBox="1"/>
          <p:nvPr/>
        </p:nvSpPr>
        <p:spPr>
          <a:xfrm>
            <a:off x="2860793" y="1556250"/>
            <a:ext cx="669000" cy="373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WED</a:t>
            </a:r>
            <a:endParaRPr sz="1300">
              <a:solidFill>
                <a:schemeClr val="dk1"/>
              </a:solidFill>
              <a:latin typeface="Orbitron Black"/>
              <a:ea typeface="Orbitron Black"/>
              <a:cs typeface="Orbitron Black"/>
              <a:sym typeface="Orbitron Black"/>
            </a:endParaRPr>
          </a:p>
        </p:txBody>
      </p:sp>
      <p:sp>
        <p:nvSpPr>
          <p:cNvPr id="2131" name="Google Shape;2131;p109"/>
          <p:cNvSpPr txBox="1"/>
          <p:nvPr/>
        </p:nvSpPr>
        <p:spPr>
          <a:xfrm>
            <a:off x="3529595" y="1556250"/>
            <a:ext cx="669000" cy="373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THU</a:t>
            </a:r>
            <a:endParaRPr sz="1300">
              <a:solidFill>
                <a:schemeClr val="dk1"/>
              </a:solidFill>
              <a:latin typeface="Orbitron Black"/>
              <a:ea typeface="Orbitron Black"/>
              <a:cs typeface="Orbitron Black"/>
              <a:sym typeface="Orbitron Black"/>
            </a:endParaRPr>
          </a:p>
        </p:txBody>
      </p:sp>
      <p:sp>
        <p:nvSpPr>
          <p:cNvPr id="2132" name="Google Shape;2132;p109"/>
          <p:cNvSpPr txBox="1"/>
          <p:nvPr/>
        </p:nvSpPr>
        <p:spPr>
          <a:xfrm>
            <a:off x="4199121" y="1556250"/>
            <a:ext cx="669000" cy="373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FRI</a:t>
            </a:r>
            <a:endParaRPr sz="1300">
              <a:solidFill>
                <a:schemeClr val="dk1"/>
              </a:solidFill>
              <a:latin typeface="Orbitron Black"/>
              <a:ea typeface="Orbitron Black"/>
              <a:cs typeface="Orbitron Black"/>
              <a:sym typeface="Orbitron Black"/>
            </a:endParaRPr>
          </a:p>
        </p:txBody>
      </p:sp>
      <p:sp>
        <p:nvSpPr>
          <p:cNvPr id="2133" name="Google Shape;2133;p109"/>
          <p:cNvSpPr txBox="1"/>
          <p:nvPr/>
        </p:nvSpPr>
        <p:spPr>
          <a:xfrm>
            <a:off x="4867723" y="1556250"/>
            <a:ext cx="669000" cy="373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SAT</a:t>
            </a:r>
            <a:endParaRPr sz="1300">
              <a:solidFill>
                <a:schemeClr val="dk1"/>
              </a:solidFill>
              <a:latin typeface="Orbitron Black"/>
              <a:ea typeface="Orbitron Black"/>
              <a:cs typeface="Orbitron Black"/>
              <a:sym typeface="Orbitron Black"/>
            </a:endParaRPr>
          </a:p>
        </p:txBody>
      </p:sp>
      <p:graphicFrame>
        <p:nvGraphicFramePr>
          <p:cNvPr id="2134" name="Google Shape;2134;p109"/>
          <p:cNvGraphicFramePr/>
          <p:nvPr/>
        </p:nvGraphicFramePr>
        <p:xfrm>
          <a:off x="853375" y="2006250"/>
          <a:ext cx="3000000" cy="3000000"/>
        </p:xfrm>
        <a:graphic>
          <a:graphicData uri="http://schemas.openxmlformats.org/drawingml/2006/table">
            <a:tbl>
              <a:tblPr>
                <a:noFill/>
                <a:tableStyleId>{66CF3BB9-356A-4DC6-A1AA-591E68149EF2}</a:tableStyleId>
              </a:tblPr>
              <a:tblGrid>
                <a:gridCol w="652625">
                  <a:extLst>
                    <a:ext uri="{9D8B030D-6E8A-4147-A177-3AD203B41FA5}">
                      <a16:colId xmlns:a16="http://schemas.microsoft.com/office/drawing/2014/main" val="20000"/>
                    </a:ext>
                  </a:extLst>
                </a:gridCol>
                <a:gridCol w="652625">
                  <a:extLst>
                    <a:ext uri="{9D8B030D-6E8A-4147-A177-3AD203B41FA5}">
                      <a16:colId xmlns:a16="http://schemas.microsoft.com/office/drawing/2014/main" val="20001"/>
                    </a:ext>
                  </a:extLst>
                </a:gridCol>
                <a:gridCol w="652625">
                  <a:extLst>
                    <a:ext uri="{9D8B030D-6E8A-4147-A177-3AD203B41FA5}">
                      <a16:colId xmlns:a16="http://schemas.microsoft.com/office/drawing/2014/main" val="20002"/>
                    </a:ext>
                  </a:extLst>
                </a:gridCol>
                <a:gridCol w="652625">
                  <a:extLst>
                    <a:ext uri="{9D8B030D-6E8A-4147-A177-3AD203B41FA5}">
                      <a16:colId xmlns:a16="http://schemas.microsoft.com/office/drawing/2014/main" val="20003"/>
                    </a:ext>
                  </a:extLst>
                </a:gridCol>
                <a:gridCol w="652625">
                  <a:extLst>
                    <a:ext uri="{9D8B030D-6E8A-4147-A177-3AD203B41FA5}">
                      <a16:colId xmlns:a16="http://schemas.microsoft.com/office/drawing/2014/main" val="20004"/>
                    </a:ext>
                  </a:extLst>
                </a:gridCol>
                <a:gridCol w="652625">
                  <a:extLst>
                    <a:ext uri="{9D8B030D-6E8A-4147-A177-3AD203B41FA5}">
                      <a16:colId xmlns:a16="http://schemas.microsoft.com/office/drawing/2014/main" val="20005"/>
                    </a:ext>
                  </a:extLst>
                </a:gridCol>
                <a:gridCol w="652625">
                  <a:extLst>
                    <a:ext uri="{9D8B030D-6E8A-4147-A177-3AD203B41FA5}">
                      <a16:colId xmlns:a16="http://schemas.microsoft.com/office/drawing/2014/main" val="20006"/>
                    </a:ext>
                  </a:extLst>
                </a:gridCol>
              </a:tblGrid>
              <a:tr h="481300">
                <a:tc>
                  <a:txBody>
                    <a:bodyPr/>
                    <a:lstStyle/>
                    <a:p>
                      <a:pPr marL="0" lvl="0" indent="0" algn="r" rtl="0">
                        <a:spcBef>
                          <a:spcPts val="0"/>
                        </a:spcBef>
                        <a:spcAft>
                          <a:spcPts val="0"/>
                        </a:spcAft>
                        <a:buNone/>
                      </a:pP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01</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02</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03</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04</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05</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06</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469725">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07</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08</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09</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10</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11</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12</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13</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469725">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14</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15</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16</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17</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18</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19</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20</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469725">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21</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22</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23</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24</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25</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26</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27</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469725">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28</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29</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30</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r>
                        <a:rPr lang="en" sz="900">
                          <a:solidFill>
                            <a:schemeClr val="dk1"/>
                          </a:solidFill>
                          <a:latin typeface="Orbitron Black"/>
                          <a:ea typeface="Orbitron Black"/>
                          <a:cs typeface="Orbitron Black"/>
                          <a:sym typeface="Orbitron Black"/>
                        </a:rPr>
                        <a:t>31</a:t>
                      </a: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tc>
                  <a:txBody>
                    <a:bodyPr/>
                    <a:lstStyle/>
                    <a:p>
                      <a:pPr marL="0" lvl="0" indent="0" algn="r" rtl="0">
                        <a:spcBef>
                          <a:spcPts val="0"/>
                        </a:spcBef>
                        <a:spcAft>
                          <a:spcPts val="0"/>
                        </a:spcAft>
                        <a:buNone/>
                      </a:pPr>
                      <a:endParaRPr sz="900">
                        <a:solidFill>
                          <a:schemeClr val="dk1"/>
                        </a:solidFill>
                        <a:latin typeface="Orbitron Black"/>
                        <a:ea typeface="Orbitron Black"/>
                        <a:cs typeface="Orbitron Black"/>
                        <a:sym typeface="Orbitron Black"/>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bl>
          </a:graphicData>
        </a:graphic>
      </p:graphicFrame>
      <p:sp>
        <p:nvSpPr>
          <p:cNvPr id="2135" name="Google Shape;2135;p109"/>
          <p:cNvSpPr/>
          <p:nvPr/>
        </p:nvSpPr>
        <p:spPr>
          <a:xfrm>
            <a:off x="3755288" y="270119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36" name="Google Shape;2136;p109"/>
          <p:cNvSpPr/>
          <p:nvPr/>
        </p:nvSpPr>
        <p:spPr>
          <a:xfrm>
            <a:off x="4333138" y="2701193"/>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37" name="Google Shape;2137;p109"/>
          <p:cNvSpPr/>
          <p:nvPr/>
        </p:nvSpPr>
        <p:spPr>
          <a:xfrm>
            <a:off x="3046865" y="313374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38" name="Google Shape;2138;p109"/>
          <p:cNvSpPr/>
          <p:nvPr/>
        </p:nvSpPr>
        <p:spPr>
          <a:xfrm>
            <a:off x="1728178" y="4098946"/>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39" name="Google Shape;2139;p109"/>
          <p:cNvSpPr/>
          <p:nvPr/>
        </p:nvSpPr>
        <p:spPr>
          <a:xfrm>
            <a:off x="3046863" y="224003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40" name="Google Shape;2140;p109"/>
          <p:cNvSpPr/>
          <p:nvPr/>
        </p:nvSpPr>
        <p:spPr>
          <a:xfrm>
            <a:off x="2373763" y="2240035"/>
            <a:ext cx="105195" cy="105195"/>
          </a:xfrm>
          <a:custGeom>
            <a:avLst/>
            <a:gdLst/>
            <a:ahLst/>
            <a:cxnLst/>
            <a:rect l="l" t="t" r="r" b="b"/>
            <a:pathLst>
              <a:path w="294252" h="294252" extrusionOk="0">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p>
        </p:txBody>
      </p:sp>
      <p:sp>
        <p:nvSpPr>
          <p:cNvPr id="2141" name="Google Shape;2141;p109">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09">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09">
            <a:hlinkClick r:id="rId4"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2144" name="Google Shape;2144;p109">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09">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46" name="Google Shape;2146;p109">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147" name="Google Shape;2147;p109">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48" name="Google Shape;2148;p109">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Shape 2152"/>
        <p:cNvGrpSpPr/>
        <p:nvPr/>
      </p:nvGrpSpPr>
      <p:grpSpPr>
        <a:xfrm>
          <a:off x="0" y="0"/>
          <a:ext cx="0" cy="0"/>
          <a:chOff x="0" y="0"/>
          <a:chExt cx="0" cy="0"/>
        </a:xfrm>
      </p:grpSpPr>
      <p:sp>
        <p:nvSpPr>
          <p:cNvPr id="2153" name="Google Shape;2153;p110"/>
          <p:cNvSpPr/>
          <p:nvPr/>
        </p:nvSpPr>
        <p:spPr>
          <a:xfrm>
            <a:off x="4160875" y="1442850"/>
            <a:ext cx="822300" cy="82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110"/>
          <p:cNvSpPr/>
          <p:nvPr/>
        </p:nvSpPr>
        <p:spPr>
          <a:xfrm>
            <a:off x="6459588" y="2480275"/>
            <a:ext cx="822300" cy="82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110"/>
          <p:cNvSpPr/>
          <p:nvPr/>
        </p:nvSpPr>
        <p:spPr>
          <a:xfrm>
            <a:off x="1804700" y="2480275"/>
            <a:ext cx="822300" cy="82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110"/>
          <p:cNvSpPr txBox="1">
            <a:spLocks noGrp="1"/>
          </p:cNvSpPr>
          <p:nvPr>
            <p:ph type="title"/>
          </p:nvPr>
        </p:nvSpPr>
        <p:spPr>
          <a:xfrm>
            <a:off x="1224050" y="3517711"/>
            <a:ext cx="1983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20%</a:t>
            </a:r>
            <a:endParaRPr/>
          </a:p>
        </p:txBody>
      </p:sp>
      <p:sp>
        <p:nvSpPr>
          <p:cNvPr id="2157" name="Google Shape;2157;p110"/>
          <p:cNvSpPr txBox="1">
            <a:spLocks noGrp="1"/>
          </p:cNvSpPr>
          <p:nvPr>
            <p:ph type="subTitle" idx="1"/>
          </p:nvPr>
        </p:nvSpPr>
        <p:spPr>
          <a:xfrm>
            <a:off x="1224050" y="4157073"/>
            <a:ext cx="19836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very cold place</a:t>
            </a:r>
            <a:endParaRPr/>
          </a:p>
        </p:txBody>
      </p:sp>
      <p:sp>
        <p:nvSpPr>
          <p:cNvPr id="2158" name="Google Shape;2158;p110"/>
          <p:cNvSpPr txBox="1">
            <a:spLocks noGrp="1"/>
          </p:cNvSpPr>
          <p:nvPr>
            <p:ph type="title" idx="2"/>
          </p:nvPr>
        </p:nvSpPr>
        <p:spPr>
          <a:xfrm>
            <a:off x="3580200" y="2432175"/>
            <a:ext cx="1983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65%</a:t>
            </a:r>
            <a:endParaRPr/>
          </a:p>
        </p:txBody>
      </p:sp>
      <p:sp>
        <p:nvSpPr>
          <p:cNvPr id="2159" name="Google Shape;2159;p110"/>
          <p:cNvSpPr txBox="1">
            <a:spLocks noGrp="1"/>
          </p:cNvSpPr>
          <p:nvPr>
            <p:ph type="subTitle" idx="3"/>
          </p:nvPr>
        </p:nvSpPr>
        <p:spPr>
          <a:xfrm>
            <a:off x="3580200" y="3138201"/>
            <a:ext cx="19836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planet in the Solar System</a:t>
            </a:r>
            <a:endParaRPr/>
          </a:p>
        </p:txBody>
      </p:sp>
      <p:sp>
        <p:nvSpPr>
          <p:cNvPr id="2160" name="Google Shape;2160;p110"/>
          <p:cNvSpPr txBox="1">
            <a:spLocks noGrp="1"/>
          </p:cNvSpPr>
          <p:nvPr>
            <p:ph type="title" idx="4"/>
          </p:nvPr>
        </p:nvSpPr>
        <p:spPr>
          <a:xfrm>
            <a:off x="5878938" y="3517711"/>
            <a:ext cx="1983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a:t>
            </a:r>
            <a:endParaRPr/>
          </a:p>
        </p:txBody>
      </p:sp>
      <p:sp>
        <p:nvSpPr>
          <p:cNvPr id="2161" name="Google Shape;2161;p110"/>
          <p:cNvSpPr txBox="1">
            <a:spLocks noGrp="1"/>
          </p:cNvSpPr>
          <p:nvPr>
            <p:ph type="subTitle" idx="5"/>
          </p:nvPr>
        </p:nvSpPr>
        <p:spPr>
          <a:xfrm>
            <a:off x="5878938" y="4157073"/>
            <a:ext cx="19836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2162" name="Google Shape;2162;p110"/>
          <p:cNvSpPr/>
          <p:nvPr/>
        </p:nvSpPr>
        <p:spPr>
          <a:xfrm>
            <a:off x="4112439" y="1395297"/>
            <a:ext cx="919500" cy="919500"/>
          </a:xfrm>
          <a:prstGeom prst="donut">
            <a:avLst>
              <a:gd name="adj" fmla="val 10182"/>
            </a:avLst>
          </a:pr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10"/>
          <p:cNvSpPr/>
          <p:nvPr/>
        </p:nvSpPr>
        <p:spPr>
          <a:xfrm rot="4539040" flipH="1">
            <a:off x="4112608" y="1394599"/>
            <a:ext cx="918763" cy="918763"/>
          </a:xfrm>
          <a:prstGeom prst="blockArc">
            <a:avLst>
              <a:gd name="adj1" fmla="val 6490304"/>
              <a:gd name="adj2" fmla="val 1583269"/>
              <a:gd name="adj3" fmla="val 10052"/>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10"/>
          <p:cNvSpPr/>
          <p:nvPr/>
        </p:nvSpPr>
        <p:spPr>
          <a:xfrm>
            <a:off x="6411176" y="2433469"/>
            <a:ext cx="919500" cy="919500"/>
          </a:xfrm>
          <a:prstGeom prst="donut">
            <a:avLst>
              <a:gd name="adj" fmla="val 10182"/>
            </a:avLst>
          </a:pr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10"/>
          <p:cNvSpPr/>
          <p:nvPr/>
        </p:nvSpPr>
        <p:spPr>
          <a:xfrm rot="4539040" flipH="1">
            <a:off x="6411346" y="2423047"/>
            <a:ext cx="918763" cy="918763"/>
          </a:xfrm>
          <a:prstGeom prst="blockArc">
            <a:avLst>
              <a:gd name="adj1" fmla="val 17840914"/>
              <a:gd name="adj2" fmla="val 20713946"/>
              <a:gd name="adj3" fmla="val 12007"/>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10"/>
          <p:cNvSpPr/>
          <p:nvPr/>
        </p:nvSpPr>
        <p:spPr>
          <a:xfrm>
            <a:off x="1756299" y="2433469"/>
            <a:ext cx="919500" cy="919500"/>
          </a:xfrm>
          <a:prstGeom prst="donut">
            <a:avLst>
              <a:gd name="adj" fmla="val 10182"/>
            </a:avLst>
          </a:pr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10"/>
          <p:cNvSpPr/>
          <p:nvPr/>
        </p:nvSpPr>
        <p:spPr>
          <a:xfrm rot="4539040" flipH="1">
            <a:off x="1756469" y="2432770"/>
            <a:ext cx="918763" cy="918763"/>
          </a:xfrm>
          <a:prstGeom prst="blockArc">
            <a:avLst>
              <a:gd name="adj1" fmla="val 14998373"/>
              <a:gd name="adj2" fmla="val 20677063"/>
              <a:gd name="adj3" fmla="val 10756"/>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10"/>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CAMPAIGN MANAGEMENT</a:t>
            </a:r>
            <a:endParaRPr/>
          </a:p>
        </p:txBody>
      </p:sp>
      <p:grpSp>
        <p:nvGrpSpPr>
          <p:cNvPr id="2169" name="Google Shape;2169;p110"/>
          <p:cNvGrpSpPr/>
          <p:nvPr/>
        </p:nvGrpSpPr>
        <p:grpSpPr>
          <a:xfrm>
            <a:off x="4379602" y="1650124"/>
            <a:ext cx="384791" cy="384791"/>
            <a:chOff x="4823689" y="3405442"/>
            <a:chExt cx="384791" cy="384791"/>
          </a:xfrm>
        </p:grpSpPr>
        <p:sp>
          <p:nvSpPr>
            <p:cNvPr id="2170" name="Google Shape;2170;p110"/>
            <p:cNvSpPr/>
            <p:nvPr/>
          </p:nvSpPr>
          <p:spPr>
            <a:xfrm>
              <a:off x="4823689" y="3405442"/>
              <a:ext cx="384791" cy="384791"/>
            </a:xfrm>
            <a:custGeom>
              <a:avLst/>
              <a:gdLst/>
              <a:ahLst/>
              <a:cxnLst/>
              <a:rect l="l" t="t" r="r" b="b"/>
              <a:pathLst>
                <a:path w="14270" h="14270" extrusionOk="0">
                  <a:moveTo>
                    <a:pt x="7135" y="943"/>
                  </a:moveTo>
                  <a:lnTo>
                    <a:pt x="13438" y="4071"/>
                  </a:lnTo>
                  <a:lnTo>
                    <a:pt x="13438" y="13437"/>
                  </a:lnTo>
                  <a:lnTo>
                    <a:pt x="850" y="13437"/>
                  </a:lnTo>
                  <a:lnTo>
                    <a:pt x="850" y="4071"/>
                  </a:lnTo>
                  <a:lnTo>
                    <a:pt x="7135" y="943"/>
                  </a:lnTo>
                  <a:close/>
                  <a:moveTo>
                    <a:pt x="7135" y="0"/>
                  </a:moveTo>
                  <a:lnTo>
                    <a:pt x="1" y="3552"/>
                  </a:lnTo>
                  <a:lnTo>
                    <a:pt x="1" y="14269"/>
                  </a:lnTo>
                  <a:lnTo>
                    <a:pt x="14270" y="14269"/>
                  </a:lnTo>
                  <a:lnTo>
                    <a:pt x="14270" y="3552"/>
                  </a:lnTo>
                  <a:lnTo>
                    <a:pt x="713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110"/>
            <p:cNvSpPr/>
            <p:nvPr/>
          </p:nvSpPr>
          <p:spPr>
            <a:xfrm>
              <a:off x="4869073" y="3455896"/>
              <a:ext cx="294485" cy="289415"/>
            </a:xfrm>
            <a:custGeom>
              <a:avLst/>
              <a:gdLst/>
              <a:ahLst/>
              <a:cxnLst/>
              <a:rect l="l" t="t" r="r" b="b"/>
              <a:pathLst>
                <a:path w="10921" h="10733" extrusionOk="0">
                  <a:moveTo>
                    <a:pt x="5452" y="943"/>
                  </a:moveTo>
                  <a:lnTo>
                    <a:pt x="10089" y="3237"/>
                  </a:lnTo>
                  <a:lnTo>
                    <a:pt x="10089" y="9900"/>
                  </a:lnTo>
                  <a:lnTo>
                    <a:pt x="832" y="9900"/>
                  </a:lnTo>
                  <a:lnTo>
                    <a:pt x="832" y="3237"/>
                  </a:lnTo>
                  <a:lnTo>
                    <a:pt x="5452" y="943"/>
                  </a:lnTo>
                  <a:close/>
                  <a:moveTo>
                    <a:pt x="5452" y="0"/>
                  </a:moveTo>
                  <a:lnTo>
                    <a:pt x="0" y="2718"/>
                  </a:lnTo>
                  <a:lnTo>
                    <a:pt x="0" y="10733"/>
                  </a:lnTo>
                  <a:lnTo>
                    <a:pt x="10921" y="10733"/>
                  </a:lnTo>
                  <a:lnTo>
                    <a:pt x="10921" y="2718"/>
                  </a:lnTo>
                  <a:lnTo>
                    <a:pt x="545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110"/>
            <p:cNvSpPr/>
            <p:nvPr/>
          </p:nvSpPr>
          <p:spPr>
            <a:xfrm>
              <a:off x="4982628" y="3578781"/>
              <a:ext cx="67386" cy="67817"/>
            </a:xfrm>
            <a:custGeom>
              <a:avLst/>
              <a:gdLst/>
              <a:ahLst/>
              <a:cxnLst/>
              <a:rect l="l" t="t" r="r" b="b"/>
              <a:pathLst>
                <a:path w="2499" h="2515" extrusionOk="0">
                  <a:moveTo>
                    <a:pt x="1241" y="833"/>
                  </a:moveTo>
                  <a:cubicBezTo>
                    <a:pt x="1478" y="833"/>
                    <a:pt x="1666" y="1021"/>
                    <a:pt x="1666" y="1257"/>
                  </a:cubicBezTo>
                  <a:cubicBezTo>
                    <a:pt x="1666" y="1477"/>
                    <a:pt x="1478" y="1666"/>
                    <a:pt x="1241" y="1666"/>
                  </a:cubicBezTo>
                  <a:cubicBezTo>
                    <a:pt x="1021" y="1666"/>
                    <a:pt x="833" y="1477"/>
                    <a:pt x="833" y="1257"/>
                  </a:cubicBezTo>
                  <a:cubicBezTo>
                    <a:pt x="833" y="1021"/>
                    <a:pt x="1021" y="833"/>
                    <a:pt x="1241" y="833"/>
                  </a:cubicBezTo>
                  <a:close/>
                  <a:moveTo>
                    <a:pt x="1241" y="0"/>
                  </a:moveTo>
                  <a:cubicBezTo>
                    <a:pt x="550" y="0"/>
                    <a:pt x="1" y="566"/>
                    <a:pt x="1" y="1257"/>
                  </a:cubicBezTo>
                  <a:cubicBezTo>
                    <a:pt x="1" y="1949"/>
                    <a:pt x="550" y="2515"/>
                    <a:pt x="1241" y="2515"/>
                  </a:cubicBezTo>
                  <a:cubicBezTo>
                    <a:pt x="1933" y="2515"/>
                    <a:pt x="2499" y="1949"/>
                    <a:pt x="2499" y="1257"/>
                  </a:cubicBezTo>
                  <a:cubicBezTo>
                    <a:pt x="2499" y="566"/>
                    <a:pt x="1933" y="0"/>
                    <a:pt x="124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10"/>
            <p:cNvSpPr/>
            <p:nvPr/>
          </p:nvSpPr>
          <p:spPr>
            <a:xfrm>
              <a:off x="4913972" y="3533855"/>
              <a:ext cx="204691" cy="157664"/>
            </a:xfrm>
            <a:custGeom>
              <a:avLst/>
              <a:gdLst/>
              <a:ahLst/>
              <a:cxnLst/>
              <a:rect l="l" t="t" r="r" b="b"/>
              <a:pathLst>
                <a:path w="7591" h="5847" extrusionOk="0">
                  <a:moveTo>
                    <a:pt x="3787" y="833"/>
                  </a:moveTo>
                  <a:cubicBezTo>
                    <a:pt x="4604" y="833"/>
                    <a:pt x="5359" y="1195"/>
                    <a:pt x="6004" y="1918"/>
                  </a:cubicBezTo>
                  <a:cubicBezTo>
                    <a:pt x="6333" y="2310"/>
                    <a:pt x="6569" y="2703"/>
                    <a:pt x="6679" y="2923"/>
                  </a:cubicBezTo>
                  <a:cubicBezTo>
                    <a:pt x="6412" y="3441"/>
                    <a:pt x="5469" y="5013"/>
                    <a:pt x="3787" y="5013"/>
                  </a:cubicBezTo>
                  <a:cubicBezTo>
                    <a:pt x="2970" y="5013"/>
                    <a:pt x="2232" y="4636"/>
                    <a:pt x="1587" y="3913"/>
                  </a:cubicBezTo>
                  <a:cubicBezTo>
                    <a:pt x="1242" y="3521"/>
                    <a:pt x="1022" y="3127"/>
                    <a:pt x="912" y="2923"/>
                  </a:cubicBezTo>
                  <a:cubicBezTo>
                    <a:pt x="1179" y="2404"/>
                    <a:pt x="2122" y="833"/>
                    <a:pt x="3787" y="833"/>
                  </a:cubicBezTo>
                  <a:close/>
                  <a:moveTo>
                    <a:pt x="3787" y="1"/>
                  </a:moveTo>
                  <a:cubicBezTo>
                    <a:pt x="2735" y="1"/>
                    <a:pt x="1744" y="472"/>
                    <a:pt x="944" y="1383"/>
                  </a:cubicBezTo>
                  <a:cubicBezTo>
                    <a:pt x="362" y="2059"/>
                    <a:pt x="79" y="2735"/>
                    <a:pt x="64" y="2750"/>
                  </a:cubicBezTo>
                  <a:lnTo>
                    <a:pt x="1" y="2923"/>
                  </a:lnTo>
                  <a:lnTo>
                    <a:pt x="64" y="3081"/>
                  </a:lnTo>
                  <a:cubicBezTo>
                    <a:pt x="79" y="3112"/>
                    <a:pt x="362" y="3772"/>
                    <a:pt x="944" y="4447"/>
                  </a:cubicBezTo>
                  <a:cubicBezTo>
                    <a:pt x="1744" y="5359"/>
                    <a:pt x="2735" y="5846"/>
                    <a:pt x="3787" y="5846"/>
                  </a:cubicBezTo>
                  <a:cubicBezTo>
                    <a:pt x="4856" y="5846"/>
                    <a:pt x="5847" y="5359"/>
                    <a:pt x="6647" y="4447"/>
                  </a:cubicBezTo>
                  <a:cubicBezTo>
                    <a:pt x="7229" y="3772"/>
                    <a:pt x="7512" y="3112"/>
                    <a:pt x="7527" y="3081"/>
                  </a:cubicBezTo>
                  <a:lnTo>
                    <a:pt x="7590" y="2923"/>
                  </a:lnTo>
                  <a:lnTo>
                    <a:pt x="7527" y="2750"/>
                  </a:lnTo>
                  <a:cubicBezTo>
                    <a:pt x="7512" y="2735"/>
                    <a:pt x="7229" y="2059"/>
                    <a:pt x="6647" y="1383"/>
                  </a:cubicBezTo>
                  <a:cubicBezTo>
                    <a:pt x="5847" y="472"/>
                    <a:pt x="4856" y="1"/>
                    <a:pt x="378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4" name="Google Shape;2174;p110"/>
          <p:cNvGrpSpPr/>
          <p:nvPr/>
        </p:nvGrpSpPr>
        <p:grpSpPr>
          <a:xfrm>
            <a:off x="2057148" y="2699529"/>
            <a:ext cx="317405" cy="385222"/>
            <a:chOff x="3183335" y="3405442"/>
            <a:chExt cx="317405" cy="385222"/>
          </a:xfrm>
        </p:grpSpPr>
        <p:sp>
          <p:nvSpPr>
            <p:cNvPr id="2175" name="Google Shape;2175;p110"/>
            <p:cNvSpPr/>
            <p:nvPr/>
          </p:nvSpPr>
          <p:spPr>
            <a:xfrm>
              <a:off x="3296054" y="3450799"/>
              <a:ext cx="22462" cy="22462"/>
            </a:xfrm>
            <a:custGeom>
              <a:avLst/>
              <a:gdLst/>
              <a:ahLst/>
              <a:cxnLst/>
              <a:rect l="l" t="t" r="r" b="b"/>
              <a:pathLst>
                <a:path w="833" h="833" extrusionOk="0">
                  <a:moveTo>
                    <a:pt x="1" y="1"/>
                  </a:moveTo>
                  <a:lnTo>
                    <a:pt x="1" y="833"/>
                  </a:lnTo>
                  <a:lnTo>
                    <a:pt x="833" y="833"/>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10"/>
            <p:cNvSpPr/>
            <p:nvPr/>
          </p:nvSpPr>
          <p:spPr>
            <a:xfrm>
              <a:off x="3365114" y="3450799"/>
              <a:ext cx="22489" cy="22462"/>
            </a:xfrm>
            <a:custGeom>
              <a:avLst/>
              <a:gdLst/>
              <a:ahLst/>
              <a:cxnLst/>
              <a:rect l="l" t="t" r="r" b="b"/>
              <a:pathLst>
                <a:path w="834" h="833" extrusionOk="0">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10"/>
            <p:cNvSpPr/>
            <p:nvPr/>
          </p:nvSpPr>
          <p:spPr>
            <a:xfrm>
              <a:off x="3296054" y="3495725"/>
              <a:ext cx="91546" cy="22462"/>
            </a:xfrm>
            <a:custGeom>
              <a:avLst/>
              <a:gdLst/>
              <a:ahLst/>
              <a:cxnLst/>
              <a:rect l="l" t="t" r="r" b="b"/>
              <a:pathLst>
                <a:path w="3395" h="833" extrusionOk="0">
                  <a:moveTo>
                    <a:pt x="1" y="0"/>
                  </a:moveTo>
                  <a:lnTo>
                    <a:pt x="1" y="833"/>
                  </a:lnTo>
                  <a:lnTo>
                    <a:pt x="3395" y="833"/>
                  </a:lnTo>
                  <a:lnTo>
                    <a:pt x="339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110"/>
            <p:cNvSpPr/>
            <p:nvPr/>
          </p:nvSpPr>
          <p:spPr>
            <a:xfrm>
              <a:off x="3273591" y="3587652"/>
              <a:ext cx="136901" cy="67413"/>
            </a:xfrm>
            <a:custGeom>
              <a:avLst/>
              <a:gdLst/>
              <a:ahLst/>
              <a:cxnLst/>
              <a:rect l="l" t="t" r="r" b="b"/>
              <a:pathLst>
                <a:path w="5077" h="2500" extrusionOk="0">
                  <a:moveTo>
                    <a:pt x="4228" y="834"/>
                  </a:moveTo>
                  <a:lnTo>
                    <a:pt x="4228" y="1666"/>
                  </a:lnTo>
                  <a:lnTo>
                    <a:pt x="834" y="1666"/>
                  </a:lnTo>
                  <a:lnTo>
                    <a:pt x="834" y="834"/>
                  </a:lnTo>
                  <a:close/>
                  <a:moveTo>
                    <a:pt x="0" y="1"/>
                  </a:moveTo>
                  <a:lnTo>
                    <a:pt x="0" y="2500"/>
                  </a:lnTo>
                  <a:lnTo>
                    <a:pt x="5076" y="2500"/>
                  </a:lnTo>
                  <a:lnTo>
                    <a:pt x="507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110"/>
            <p:cNvSpPr/>
            <p:nvPr/>
          </p:nvSpPr>
          <p:spPr>
            <a:xfrm>
              <a:off x="3183335" y="3405442"/>
              <a:ext cx="317405" cy="385222"/>
            </a:xfrm>
            <a:custGeom>
              <a:avLst/>
              <a:gdLst/>
              <a:ahLst/>
              <a:cxnLst/>
              <a:rect l="l" t="t" r="r" b="b"/>
              <a:pathLst>
                <a:path w="11771" h="14286" extrusionOk="0">
                  <a:moveTo>
                    <a:pt x="8423" y="834"/>
                  </a:moveTo>
                  <a:lnTo>
                    <a:pt x="8423" y="5077"/>
                  </a:lnTo>
                  <a:lnTo>
                    <a:pt x="3347" y="5077"/>
                  </a:lnTo>
                  <a:lnTo>
                    <a:pt x="3347" y="834"/>
                  </a:lnTo>
                  <a:close/>
                  <a:moveTo>
                    <a:pt x="9256" y="5909"/>
                  </a:moveTo>
                  <a:lnTo>
                    <a:pt x="9256" y="10089"/>
                  </a:lnTo>
                  <a:lnTo>
                    <a:pt x="2498" y="10089"/>
                  </a:lnTo>
                  <a:lnTo>
                    <a:pt x="2498" y="5909"/>
                  </a:lnTo>
                  <a:close/>
                  <a:moveTo>
                    <a:pt x="7999" y="10938"/>
                  </a:moveTo>
                  <a:lnTo>
                    <a:pt x="7999" y="11771"/>
                  </a:lnTo>
                  <a:lnTo>
                    <a:pt x="3756" y="11771"/>
                  </a:lnTo>
                  <a:lnTo>
                    <a:pt x="3756" y="10938"/>
                  </a:lnTo>
                  <a:close/>
                  <a:moveTo>
                    <a:pt x="2923" y="10938"/>
                  </a:moveTo>
                  <a:lnTo>
                    <a:pt x="2923" y="13437"/>
                  </a:lnTo>
                  <a:lnTo>
                    <a:pt x="1666" y="13437"/>
                  </a:lnTo>
                  <a:lnTo>
                    <a:pt x="1666" y="10938"/>
                  </a:lnTo>
                  <a:close/>
                  <a:moveTo>
                    <a:pt x="10089" y="10938"/>
                  </a:moveTo>
                  <a:lnTo>
                    <a:pt x="10089" y="13437"/>
                  </a:lnTo>
                  <a:lnTo>
                    <a:pt x="8832" y="13437"/>
                  </a:lnTo>
                  <a:lnTo>
                    <a:pt x="8832" y="10938"/>
                  </a:lnTo>
                  <a:close/>
                  <a:moveTo>
                    <a:pt x="2498" y="0"/>
                  </a:moveTo>
                  <a:lnTo>
                    <a:pt x="2498" y="2546"/>
                  </a:lnTo>
                  <a:lnTo>
                    <a:pt x="1666" y="2546"/>
                  </a:lnTo>
                  <a:lnTo>
                    <a:pt x="1666" y="1698"/>
                  </a:lnTo>
                  <a:lnTo>
                    <a:pt x="833" y="1698"/>
                  </a:lnTo>
                  <a:lnTo>
                    <a:pt x="833" y="4212"/>
                  </a:lnTo>
                  <a:lnTo>
                    <a:pt x="1666" y="4212"/>
                  </a:lnTo>
                  <a:lnTo>
                    <a:pt x="1666" y="3380"/>
                  </a:lnTo>
                  <a:lnTo>
                    <a:pt x="2498" y="3380"/>
                  </a:lnTo>
                  <a:lnTo>
                    <a:pt x="2498" y="5077"/>
                  </a:lnTo>
                  <a:lnTo>
                    <a:pt x="1666" y="5077"/>
                  </a:lnTo>
                  <a:lnTo>
                    <a:pt x="1666" y="5909"/>
                  </a:lnTo>
                  <a:lnTo>
                    <a:pt x="0" y="5909"/>
                  </a:lnTo>
                  <a:lnTo>
                    <a:pt x="0" y="9257"/>
                  </a:lnTo>
                  <a:lnTo>
                    <a:pt x="833" y="9257"/>
                  </a:lnTo>
                  <a:lnTo>
                    <a:pt x="833" y="6758"/>
                  </a:lnTo>
                  <a:lnTo>
                    <a:pt x="1666" y="6758"/>
                  </a:lnTo>
                  <a:lnTo>
                    <a:pt x="1666" y="10089"/>
                  </a:lnTo>
                  <a:lnTo>
                    <a:pt x="833" y="10089"/>
                  </a:lnTo>
                  <a:lnTo>
                    <a:pt x="833" y="14286"/>
                  </a:lnTo>
                  <a:lnTo>
                    <a:pt x="3756" y="14286"/>
                  </a:lnTo>
                  <a:lnTo>
                    <a:pt x="3756" y="12604"/>
                  </a:lnTo>
                  <a:lnTo>
                    <a:pt x="7999" y="12604"/>
                  </a:lnTo>
                  <a:lnTo>
                    <a:pt x="7999" y="14286"/>
                  </a:lnTo>
                  <a:lnTo>
                    <a:pt x="10921" y="14286"/>
                  </a:lnTo>
                  <a:lnTo>
                    <a:pt x="10921" y="10089"/>
                  </a:lnTo>
                  <a:lnTo>
                    <a:pt x="10089" y="10089"/>
                  </a:lnTo>
                  <a:lnTo>
                    <a:pt x="10089" y="6758"/>
                  </a:lnTo>
                  <a:lnTo>
                    <a:pt x="10921" y="6758"/>
                  </a:lnTo>
                  <a:lnTo>
                    <a:pt x="10921" y="9257"/>
                  </a:lnTo>
                  <a:lnTo>
                    <a:pt x="11770" y="9257"/>
                  </a:lnTo>
                  <a:lnTo>
                    <a:pt x="11770" y="5909"/>
                  </a:lnTo>
                  <a:lnTo>
                    <a:pt x="10089" y="5909"/>
                  </a:lnTo>
                  <a:lnTo>
                    <a:pt x="10089" y="5077"/>
                  </a:lnTo>
                  <a:lnTo>
                    <a:pt x="9256" y="5077"/>
                  </a:lnTo>
                  <a:lnTo>
                    <a:pt x="9256" y="3380"/>
                  </a:lnTo>
                  <a:lnTo>
                    <a:pt x="10089" y="3380"/>
                  </a:lnTo>
                  <a:lnTo>
                    <a:pt x="10089" y="4212"/>
                  </a:lnTo>
                  <a:lnTo>
                    <a:pt x="10921" y="4212"/>
                  </a:lnTo>
                  <a:lnTo>
                    <a:pt x="10921" y="1698"/>
                  </a:lnTo>
                  <a:lnTo>
                    <a:pt x="10089" y="1698"/>
                  </a:lnTo>
                  <a:lnTo>
                    <a:pt x="10089" y="2546"/>
                  </a:lnTo>
                  <a:lnTo>
                    <a:pt x="9256" y="2546"/>
                  </a:lnTo>
                  <a:lnTo>
                    <a:pt x="925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 name="Google Shape;2180;p110"/>
          <p:cNvGrpSpPr/>
          <p:nvPr/>
        </p:nvGrpSpPr>
        <p:grpSpPr>
          <a:xfrm>
            <a:off x="6671991" y="2710985"/>
            <a:ext cx="397491" cy="362334"/>
            <a:chOff x="8026491" y="2812185"/>
            <a:chExt cx="397491" cy="362334"/>
          </a:xfrm>
        </p:grpSpPr>
        <p:sp>
          <p:nvSpPr>
            <p:cNvPr id="2181" name="Google Shape;2181;p110"/>
            <p:cNvSpPr/>
            <p:nvPr/>
          </p:nvSpPr>
          <p:spPr>
            <a:xfrm>
              <a:off x="8026491" y="2929974"/>
              <a:ext cx="397491" cy="244546"/>
            </a:xfrm>
            <a:custGeom>
              <a:avLst/>
              <a:gdLst/>
              <a:ahLst/>
              <a:cxnLst/>
              <a:rect l="l" t="t" r="r" b="b"/>
              <a:pathLst>
                <a:path w="14741" h="9069" extrusionOk="0">
                  <a:moveTo>
                    <a:pt x="9775" y="866"/>
                  </a:moveTo>
                  <a:cubicBezTo>
                    <a:pt x="10200" y="1463"/>
                    <a:pt x="10341" y="2232"/>
                    <a:pt x="10389" y="2689"/>
                  </a:cubicBezTo>
                  <a:lnTo>
                    <a:pt x="8675" y="2877"/>
                  </a:lnTo>
                  <a:lnTo>
                    <a:pt x="8675" y="866"/>
                  </a:lnTo>
                  <a:close/>
                  <a:moveTo>
                    <a:pt x="7811" y="912"/>
                  </a:moveTo>
                  <a:lnTo>
                    <a:pt x="7811" y="2971"/>
                  </a:lnTo>
                  <a:lnTo>
                    <a:pt x="2217" y="3584"/>
                  </a:lnTo>
                  <a:lnTo>
                    <a:pt x="3537" y="2594"/>
                  </a:lnTo>
                  <a:cubicBezTo>
                    <a:pt x="4763" y="1651"/>
                    <a:pt x="6255" y="1069"/>
                    <a:pt x="7811" y="912"/>
                  </a:cubicBezTo>
                  <a:close/>
                  <a:moveTo>
                    <a:pt x="12777" y="866"/>
                  </a:moveTo>
                  <a:lnTo>
                    <a:pt x="12887" y="1006"/>
                  </a:lnTo>
                  <a:cubicBezTo>
                    <a:pt x="13452" y="1871"/>
                    <a:pt x="13783" y="2846"/>
                    <a:pt x="13861" y="3867"/>
                  </a:cubicBezTo>
                  <a:lnTo>
                    <a:pt x="13012" y="3867"/>
                  </a:lnTo>
                  <a:lnTo>
                    <a:pt x="13012" y="4731"/>
                  </a:lnTo>
                  <a:lnTo>
                    <a:pt x="13877" y="4731"/>
                  </a:lnTo>
                  <a:lnTo>
                    <a:pt x="13877" y="6900"/>
                  </a:lnTo>
                  <a:lnTo>
                    <a:pt x="12966" y="6900"/>
                  </a:lnTo>
                  <a:cubicBezTo>
                    <a:pt x="12761" y="6161"/>
                    <a:pt x="12086" y="5611"/>
                    <a:pt x="11284" y="5611"/>
                  </a:cubicBezTo>
                  <a:cubicBezTo>
                    <a:pt x="10483" y="5611"/>
                    <a:pt x="9807" y="6161"/>
                    <a:pt x="9618" y="6900"/>
                  </a:cubicBezTo>
                  <a:lnTo>
                    <a:pt x="5140" y="6900"/>
                  </a:lnTo>
                  <a:cubicBezTo>
                    <a:pt x="4935" y="6161"/>
                    <a:pt x="4260" y="5611"/>
                    <a:pt x="3458" y="5611"/>
                  </a:cubicBezTo>
                  <a:cubicBezTo>
                    <a:pt x="2657" y="5611"/>
                    <a:pt x="1981" y="6161"/>
                    <a:pt x="1792" y="6900"/>
                  </a:cubicBezTo>
                  <a:lnTo>
                    <a:pt x="866" y="6900"/>
                  </a:lnTo>
                  <a:lnTo>
                    <a:pt x="866" y="5689"/>
                  </a:lnTo>
                  <a:cubicBezTo>
                    <a:pt x="866" y="5297"/>
                    <a:pt x="975" y="4904"/>
                    <a:pt x="1180" y="4574"/>
                  </a:cubicBezTo>
                  <a:lnTo>
                    <a:pt x="11284" y="3458"/>
                  </a:lnTo>
                  <a:lnTo>
                    <a:pt x="11284" y="3066"/>
                  </a:lnTo>
                  <a:cubicBezTo>
                    <a:pt x="11284" y="3018"/>
                    <a:pt x="11284" y="1903"/>
                    <a:pt x="10781" y="866"/>
                  </a:cubicBezTo>
                  <a:close/>
                  <a:moveTo>
                    <a:pt x="3458" y="6475"/>
                  </a:moveTo>
                  <a:cubicBezTo>
                    <a:pt x="3929" y="6475"/>
                    <a:pt x="4323" y="6869"/>
                    <a:pt x="4323" y="7340"/>
                  </a:cubicBezTo>
                  <a:cubicBezTo>
                    <a:pt x="4323" y="7811"/>
                    <a:pt x="3929" y="8204"/>
                    <a:pt x="3458" y="8204"/>
                  </a:cubicBezTo>
                  <a:cubicBezTo>
                    <a:pt x="2986" y="8204"/>
                    <a:pt x="2594" y="7811"/>
                    <a:pt x="2594" y="7340"/>
                  </a:cubicBezTo>
                  <a:cubicBezTo>
                    <a:pt x="2594" y="6869"/>
                    <a:pt x="2986" y="6475"/>
                    <a:pt x="3458" y="6475"/>
                  </a:cubicBezTo>
                  <a:close/>
                  <a:moveTo>
                    <a:pt x="11284" y="6475"/>
                  </a:moveTo>
                  <a:cubicBezTo>
                    <a:pt x="11755" y="6475"/>
                    <a:pt x="12149" y="6869"/>
                    <a:pt x="12149" y="7340"/>
                  </a:cubicBezTo>
                  <a:cubicBezTo>
                    <a:pt x="12149" y="7811"/>
                    <a:pt x="11755" y="8204"/>
                    <a:pt x="11284" y="8204"/>
                  </a:cubicBezTo>
                  <a:cubicBezTo>
                    <a:pt x="10812" y="8204"/>
                    <a:pt x="10420" y="7811"/>
                    <a:pt x="10420" y="7340"/>
                  </a:cubicBezTo>
                  <a:cubicBezTo>
                    <a:pt x="10420" y="6869"/>
                    <a:pt x="10812" y="6475"/>
                    <a:pt x="11284" y="6475"/>
                  </a:cubicBezTo>
                  <a:close/>
                  <a:moveTo>
                    <a:pt x="8644" y="1"/>
                  </a:moveTo>
                  <a:cubicBezTo>
                    <a:pt x="6617" y="1"/>
                    <a:pt x="4621" y="677"/>
                    <a:pt x="3003" y="1903"/>
                  </a:cubicBezTo>
                  <a:lnTo>
                    <a:pt x="1195" y="3286"/>
                  </a:lnTo>
                  <a:cubicBezTo>
                    <a:pt x="457" y="3851"/>
                    <a:pt x="1" y="4747"/>
                    <a:pt x="1" y="5689"/>
                  </a:cubicBezTo>
                  <a:lnTo>
                    <a:pt x="1" y="7764"/>
                  </a:lnTo>
                  <a:lnTo>
                    <a:pt x="1792" y="7764"/>
                  </a:lnTo>
                  <a:cubicBezTo>
                    <a:pt x="1981" y="8518"/>
                    <a:pt x="2657" y="9069"/>
                    <a:pt x="3458" y="9069"/>
                  </a:cubicBezTo>
                  <a:cubicBezTo>
                    <a:pt x="4260" y="9069"/>
                    <a:pt x="4935" y="8518"/>
                    <a:pt x="5140" y="7764"/>
                  </a:cubicBezTo>
                  <a:lnTo>
                    <a:pt x="9618" y="7764"/>
                  </a:lnTo>
                  <a:cubicBezTo>
                    <a:pt x="9807" y="8518"/>
                    <a:pt x="10483" y="9069"/>
                    <a:pt x="11284" y="9069"/>
                  </a:cubicBezTo>
                  <a:cubicBezTo>
                    <a:pt x="12086" y="9069"/>
                    <a:pt x="12761" y="8518"/>
                    <a:pt x="12966" y="7764"/>
                  </a:cubicBezTo>
                  <a:lnTo>
                    <a:pt x="14741" y="7764"/>
                  </a:lnTo>
                  <a:lnTo>
                    <a:pt x="14741" y="4307"/>
                  </a:lnTo>
                  <a:cubicBezTo>
                    <a:pt x="14741" y="2955"/>
                    <a:pt x="14349" y="1651"/>
                    <a:pt x="13594" y="535"/>
                  </a:cubicBezTo>
                  <a:lnTo>
                    <a:pt x="1324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10"/>
            <p:cNvSpPr/>
            <p:nvPr/>
          </p:nvSpPr>
          <p:spPr>
            <a:xfrm>
              <a:off x="8143039" y="2812185"/>
              <a:ext cx="164460" cy="50452"/>
            </a:xfrm>
            <a:custGeom>
              <a:avLst/>
              <a:gdLst/>
              <a:ahLst/>
              <a:cxnLst/>
              <a:rect l="l" t="t" r="r" b="b"/>
              <a:pathLst>
                <a:path w="6099" h="1871" extrusionOk="0">
                  <a:moveTo>
                    <a:pt x="3049" y="0"/>
                  </a:moveTo>
                  <a:cubicBezTo>
                    <a:pt x="1902" y="0"/>
                    <a:pt x="818" y="440"/>
                    <a:pt x="1" y="1257"/>
                  </a:cubicBezTo>
                  <a:lnTo>
                    <a:pt x="613" y="1871"/>
                  </a:lnTo>
                  <a:cubicBezTo>
                    <a:pt x="1258" y="1226"/>
                    <a:pt x="2122" y="865"/>
                    <a:pt x="3049" y="865"/>
                  </a:cubicBezTo>
                  <a:cubicBezTo>
                    <a:pt x="3976" y="865"/>
                    <a:pt x="4841" y="1226"/>
                    <a:pt x="5501" y="1871"/>
                  </a:cubicBezTo>
                  <a:lnTo>
                    <a:pt x="6098" y="1257"/>
                  </a:lnTo>
                  <a:cubicBezTo>
                    <a:pt x="5296" y="440"/>
                    <a:pt x="4212" y="0"/>
                    <a:pt x="304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10"/>
            <p:cNvSpPr/>
            <p:nvPr/>
          </p:nvSpPr>
          <p:spPr>
            <a:xfrm>
              <a:off x="8176100" y="2858783"/>
              <a:ext cx="98746" cy="36915"/>
            </a:xfrm>
            <a:custGeom>
              <a:avLst/>
              <a:gdLst/>
              <a:ahLst/>
              <a:cxnLst/>
              <a:rect l="l" t="t" r="r" b="b"/>
              <a:pathLst>
                <a:path w="3662" h="1369" extrusionOk="0">
                  <a:moveTo>
                    <a:pt x="1823" y="1"/>
                  </a:moveTo>
                  <a:cubicBezTo>
                    <a:pt x="1132" y="1"/>
                    <a:pt x="487" y="268"/>
                    <a:pt x="1" y="755"/>
                  </a:cubicBezTo>
                  <a:lnTo>
                    <a:pt x="613" y="1368"/>
                  </a:lnTo>
                  <a:cubicBezTo>
                    <a:pt x="927" y="1038"/>
                    <a:pt x="1367" y="866"/>
                    <a:pt x="1823" y="866"/>
                  </a:cubicBezTo>
                  <a:cubicBezTo>
                    <a:pt x="2295" y="866"/>
                    <a:pt x="2719" y="1038"/>
                    <a:pt x="3049" y="1368"/>
                  </a:cubicBezTo>
                  <a:lnTo>
                    <a:pt x="3661" y="755"/>
                  </a:lnTo>
                  <a:cubicBezTo>
                    <a:pt x="3175" y="268"/>
                    <a:pt x="2515" y="1"/>
                    <a:pt x="182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10"/>
            <p:cNvSpPr/>
            <p:nvPr/>
          </p:nvSpPr>
          <p:spPr>
            <a:xfrm>
              <a:off x="8213798" y="3057955"/>
              <a:ext cx="23352" cy="23352"/>
            </a:xfrm>
            <a:custGeom>
              <a:avLst/>
              <a:gdLst/>
              <a:ahLst/>
              <a:cxnLst/>
              <a:rect l="l" t="t" r="r" b="b"/>
              <a:pathLst>
                <a:path w="866" h="866" extrusionOk="0">
                  <a:moveTo>
                    <a:pt x="1" y="1"/>
                  </a:moveTo>
                  <a:lnTo>
                    <a:pt x="1" y="865"/>
                  </a:lnTo>
                  <a:lnTo>
                    <a:pt x="865" y="865"/>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5" name="Google Shape;2185;p110">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10">
            <a:hlinkClick r:id="rId3"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110">
            <a:hlinkClick r:id="rId4"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5</a:t>
            </a:r>
            <a:endParaRPr sz="1200" b="1">
              <a:solidFill>
                <a:schemeClr val="dk2"/>
              </a:solidFill>
              <a:latin typeface="Darker Grotesque"/>
              <a:ea typeface="Darker Grotesque"/>
              <a:cs typeface="Darker Grotesque"/>
              <a:sym typeface="Darker Grotesque"/>
            </a:endParaRPr>
          </a:p>
        </p:txBody>
      </p:sp>
      <p:sp>
        <p:nvSpPr>
          <p:cNvPr id="2188" name="Google Shape;2188;p110">
            <a:hlinkClick r:id="rId3"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110">
            <a:hlinkClick r:id="rId3"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0" name="Google Shape;2190;p110">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191" name="Google Shape;2191;p110">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2" name="Google Shape;2192;p110">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Shape 2196"/>
        <p:cNvGrpSpPr/>
        <p:nvPr/>
      </p:nvGrpSpPr>
      <p:grpSpPr>
        <a:xfrm>
          <a:off x="0" y="0"/>
          <a:ext cx="0" cy="0"/>
          <a:chOff x="0" y="0"/>
          <a:chExt cx="0" cy="0"/>
        </a:xfrm>
      </p:grpSpPr>
      <p:sp>
        <p:nvSpPr>
          <p:cNvPr id="2197" name="Google Shape;2197;p111"/>
          <p:cNvSpPr/>
          <p:nvPr/>
        </p:nvSpPr>
        <p:spPr>
          <a:xfrm>
            <a:off x="-1927134" y="-113707"/>
            <a:ext cx="4833000" cy="4833000"/>
          </a:xfrm>
          <a:prstGeom prst="ellipse">
            <a:avLst/>
          </a:prstGeom>
          <a:solidFill>
            <a:schemeClr val="dk2"/>
          </a:solidFill>
          <a:ln w="9525" cap="flat" cmpd="sng">
            <a:solidFill>
              <a:schemeClr val="dk2"/>
            </a:solidFill>
            <a:prstDash val="solid"/>
            <a:round/>
            <a:headEnd type="none" w="sm" len="sm"/>
            <a:tailEnd type="none" w="sm" len="sm"/>
          </a:ln>
          <a:effectLst>
            <a:outerShdw blurRad="57150" dist="19050" dir="13560000" algn="bl" rotWithShape="0">
              <a:srgbClr val="4877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11"/>
          <p:cNvSpPr/>
          <p:nvPr/>
        </p:nvSpPr>
        <p:spPr>
          <a:xfrm flipH="1">
            <a:off x="-99459" y="3532125"/>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99" name="Google Shape;2199;p111"/>
          <p:cNvPicPr preferRelativeResize="0"/>
          <p:nvPr/>
        </p:nvPicPr>
        <p:blipFill rotWithShape="1">
          <a:blip r:embed="rId3">
            <a:alphaModFix/>
          </a:blip>
          <a:srcRect l="7340" r="4538" b="19768"/>
          <a:stretch/>
        </p:blipFill>
        <p:spPr>
          <a:xfrm rot="-1985806" flipH="1">
            <a:off x="-1801456" y="-2474233"/>
            <a:ext cx="6884144" cy="4749463"/>
          </a:xfrm>
          <a:prstGeom prst="rect">
            <a:avLst/>
          </a:prstGeom>
          <a:noFill/>
          <a:ln>
            <a:noFill/>
          </a:ln>
        </p:spPr>
      </p:pic>
      <p:pic>
        <p:nvPicPr>
          <p:cNvPr id="2200" name="Google Shape;2200;p111"/>
          <p:cNvPicPr preferRelativeResize="0"/>
          <p:nvPr/>
        </p:nvPicPr>
        <p:blipFill rotWithShape="1">
          <a:blip r:embed="rId3">
            <a:alphaModFix/>
          </a:blip>
          <a:srcRect l="7340" r="4538" b="19768"/>
          <a:stretch/>
        </p:blipFill>
        <p:spPr>
          <a:xfrm rot="8099993" flipH="1">
            <a:off x="8108244" y="-1306300"/>
            <a:ext cx="3498423" cy="2413616"/>
          </a:xfrm>
          <a:prstGeom prst="rect">
            <a:avLst/>
          </a:prstGeom>
          <a:noFill/>
          <a:ln>
            <a:noFill/>
          </a:ln>
        </p:spPr>
      </p:pic>
      <p:pic>
        <p:nvPicPr>
          <p:cNvPr id="2201" name="Google Shape;2201;p111"/>
          <p:cNvPicPr preferRelativeResize="0"/>
          <p:nvPr/>
        </p:nvPicPr>
        <p:blipFill rotWithShape="1">
          <a:blip r:embed="rId3">
            <a:alphaModFix/>
          </a:blip>
          <a:srcRect l="7340" r="4538" b="19768"/>
          <a:stretch/>
        </p:blipFill>
        <p:spPr>
          <a:xfrm rot="-6719609" flipH="1">
            <a:off x="6096700" y="3273472"/>
            <a:ext cx="5546207" cy="3826438"/>
          </a:xfrm>
          <a:prstGeom prst="rect">
            <a:avLst/>
          </a:prstGeom>
          <a:noFill/>
          <a:ln>
            <a:noFill/>
          </a:ln>
        </p:spPr>
      </p:pic>
      <p:grpSp>
        <p:nvGrpSpPr>
          <p:cNvPr id="2202" name="Google Shape;2202;p111"/>
          <p:cNvGrpSpPr/>
          <p:nvPr/>
        </p:nvGrpSpPr>
        <p:grpSpPr>
          <a:xfrm rot="-5400000" flipH="1">
            <a:off x="5593480" y="3202983"/>
            <a:ext cx="43276" cy="411646"/>
            <a:chOff x="1256711" y="1178908"/>
            <a:chExt cx="43276" cy="411646"/>
          </a:xfrm>
        </p:grpSpPr>
        <p:grpSp>
          <p:nvGrpSpPr>
            <p:cNvPr id="2203" name="Google Shape;2203;p111"/>
            <p:cNvGrpSpPr/>
            <p:nvPr/>
          </p:nvGrpSpPr>
          <p:grpSpPr>
            <a:xfrm>
              <a:off x="1256711" y="1178908"/>
              <a:ext cx="43276" cy="184846"/>
              <a:chOff x="1256700" y="1103575"/>
              <a:chExt cx="60900" cy="260200"/>
            </a:xfrm>
          </p:grpSpPr>
          <p:sp>
            <p:nvSpPr>
              <p:cNvPr id="2204" name="Google Shape;2204;p11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11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11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 name="Google Shape;2207;p111"/>
            <p:cNvGrpSpPr/>
            <p:nvPr/>
          </p:nvGrpSpPr>
          <p:grpSpPr>
            <a:xfrm>
              <a:off x="1256711" y="1405708"/>
              <a:ext cx="43276" cy="184846"/>
              <a:chOff x="1256700" y="1103575"/>
              <a:chExt cx="60900" cy="260200"/>
            </a:xfrm>
          </p:grpSpPr>
          <p:sp>
            <p:nvSpPr>
              <p:cNvPr id="2208" name="Google Shape;2208;p11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11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11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211" name="Google Shape;2211;p111"/>
          <p:cNvPicPr preferRelativeResize="0"/>
          <p:nvPr/>
        </p:nvPicPr>
        <p:blipFill>
          <a:blip r:embed="rId4">
            <a:alphaModFix/>
          </a:blip>
          <a:stretch>
            <a:fillRect/>
          </a:stretch>
        </p:blipFill>
        <p:spPr>
          <a:xfrm rot="-2051198" flipH="1">
            <a:off x="8370387" y="1469130"/>
            <a:ext cx="709969" cy="538013"/>
          </a:xfrm>
          <a:prstGeom prst="rect">
            <a:avLst/>
          </a:prstGeom>
          <a:noFill/>
          <a:ln>
            <a:noFill/>
          </a:ln>
        </p:spPr>
      </p:pic>
      <p:pic>
        <p:nvPicPr>
          <p:cNvPr id="2212" name="Google Shape;2212;p111"/>
          <p:cNvPicPr preferRelativeResize="0"/>
          <p:nvPr/>
        </p:nvPicPr>
        <p:blipFill>
          <a:blip r:embed="rId4">
            <a:alphaModFix/>
          </a:blip>
          <a:stretch>
            <a:fillRect/>
          </a:stretch>
        </p:blipFill>
        <p:spPr>
          <a:xfrm rot="3599953" flipH="1">
            <a:off x="790138" y="2555820"/>
            <a:ext cx="984379" cy="745965"/>
          </a:xfrm>
          <a:prstGeom prst="rect">
            <a:avLst/>
          </a:prstGeom>
          <a:noFill/>
          <a:ln>
            <a:noFill/>
          </a:ln>
        </p:spPr>
      </p:pic>
      <p:sp>
        <p:nvSpPr>
          <p:cNvPr id="2213" name="Google Shape;2213;p111"/>
          <p:cNvSpPr txBox="1">
            <a:spLocks noGrp="1"/>
          </p:cNvSpPr>
          <p:nvPr>
            <p:ph type="title"/>
          </p:nvPr>
        </p:nvSpPr>
        <p:spPr>
          <a:xfrm>
            <a:off x="2541750" y="1168450"/>
            <a:ext cx="4060500" cy="14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CAMPAIGNS</a:t>
            </a:r>
            <a:endParaRPr/>
          </a:p>
        </p:txBody>
      </p:sp>
      <p:sp>
        <p:nvSpPr>
          <p:cNvPr id="2214" name="Google Shape;2214;p111"/>
          <p:cNvSpPr txBox="1">
            <a:spLocks noGrp="1"/>
          </p:cNvSpPr>
          <p:nvPr>
            <p:ph type="title" idx="2"/>
          </p:nvPr>
        </p:nvSpPr>
        <p:spPr>
          <a:xfrm>
            <a:off x="3772050" y="3532125"/>
            <a:ext cx="1599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2215" name="Google Shape;2215;p111"/>
          <p:cNvSpPr txBox="1">
            <a:spLocks noGrp="1"/>
          </p:cNvSpPr>
          <p:nvPr>
            <p:ph type="subTitle" idx="1"/>
          </p:nvPr>
        </p:nvSpPr>
        <p:spPr>
          <a:xfrm>
            <a:off x="3086700" y="2572100"/>
            <a:ext cx="29706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sp>
        <p:nvSpPr>
          <p:cNvPr id="2216" name="Google Shape;2216;p111">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11">
            <a:hlinkClick r:id="rId5"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11">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2219" name="Google Shape;2219;p111">
            <a:hlinkClick r:id="rId5"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11">
            <a:hlinkClick r:id="rId5"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21" name="Google Shape;2221;p111">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2222" name="Google Shape;2222;p111">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199"/>
                                        </p:tgtEl>
                                        <p:attrNameLst>
                                          <p:attrName>style.visibility</p:attrName>
                                        </p:attrNameLst>
                                      </p:cBhvr>
                                      <p:to>
                                        <p:strVal val="visible"/>
                                      </p:to>
                                    </p:set>
                                    <p:anim calcmode="lin" valueType="num">
                                      <p:cBhvr additive="base">
                                        <p:cTn id="7" dur="1000"/>
                                        <p:tgtEl>
                                          <p:spTgt spid="2199"/>
                                        </p:tgtEl>
                                        <p:attrNameLst>
                                          <p:attrName>ppt_y</p:attrName>
                                        </p:attrNameLst>
                                      </p:cBhvr>
                                      <p:tavLst>
                                        <p:tav tm="0">
                                          <p:val>
                                            <p:strVal val="#ppt_y-1"/>
                                          </p:val>
                                        </p:tav>
                                        <p:tav tm="100000">
                                          <p:val>
                                            <p:strVal val="#ppt_y"/>
                                          </p:val>
                                        </p:tav>
                                      </p:tavLst>
                                    </p:anim>
                                  </p:childTnLst>
                                </p:cTn>
                              </p:par>
                              <p:par>
                                <p:cTn id="8" presetID="2" presetClass="entr" presetSubtype="2" fill="hold" nodeType="withEffect">
                                  <p:stCondLst>
                                    <p:cond delay="0"/>
                                  </p:stCondLst>
                                  <p:childTnLst>
                                    <p:set>
                                      <p:cBhvr>
                                        <p:cTn id="9" dur="1" fill="hold">
                                          <p:stCondLst>
                                            <p:cond delay="0"/>
                                          </p:stCondLst>
                                        </p:cTn>
                                        <p:tgtEl>
                                          <p:spTgt spid="2201"/>
                                        </p:tgtEl>
                                        <p:attrNameLst>
                                          <p:attrName>style.visibility</p:attrName>
                                        </p:attrNameLst>
                                      </p:cBhvr>
                                      <p:to>
                                        <p:strVal val="visible"/>
                                      </p:to>
                                    </p:set>
                                    <p:anim calcmode="lin" valueType="num">
                                      <p:cBhvr additive="base">
                                        <p:cTn id="10" dur="1000"/>
                                        <p:tgtEl>
                                          <p:spTgt spid="2201"/>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0"/>
                                  </p:stCondLst>
                                  <p:childTnLst>
                                    <p:set>
                                      <p:cBhvr>
                                        <p:cTn id="12" dur="1" fill="hold">
                                          <p:stCondLst>
                                            <p:cond delay="0"/>
                                          </p:stCondLst>
                                        </p:cTn>
                                        <p:tgtEl>
                                          <p:spTgt spid="2200"/>
                                        </p:tgtEl>
                                        <p:attrNameLst>
                                          <p:attrName>style.visibility</p:attrName>
                                        </p:attrNameLst>
                                      </p:cBhvr>
                                      <p:to>
                                        <p:strVal val="visible"/>
                                      </p:to>
                                    </p:set>
                                    <p:anim calcmode="lin" valueType="num">
                                      <p:cBhvr additive="base">
                                        <p:cTn id="13" dur="1000"/>
                                        <p:tgtEl>
                                          <p:spTgt spid="2200"/>
                                        </p:tgtEl>
                                        <p:attrNameLst>
                                          <p:attrName>ppt_x</p:attrName>
                                        </p:attrNameLst>
                                      </p:cBhvr>
                                      <p:tavLst>
                                        <p:tav tm="0">
                                          <p:val>
                                            <p:strVal val="#ppt_x+1"/>
                                          </p:val>
                                        </p:tav>
                                        <p:tav tm="100000">
                                          <p:val>
                                            <p:strVal val="#ppt_x"/>
                                          </p:val>
                                        </p:tav>
                                      </p:tavLst>
                                    </p:anim>
                                  </p:childTnLst>
                                </p:cTn>
                              </p:par>
                              <p:par>
                                <p:cTn id="14" presetID="2" presetClass="entr" presetSubtype="4" fill="hold" nodeType="withEffect">
                                  <p:stCondLst>
                                    <p:cond delay="0"/>
                                  </p:stCondLst>
                                  <p:childTnLst>
                                    <p:set>
                                      <p:cBhvr>
                                        <p:cTn id="15" dur="1" fill="hold">
                                          <p:stCondLst>
                                            <p:cond delay="0"/>
                                          </p:stCondLst>
                                        </p:cTn>
                                        <p:tgtEl>
                                          <p:spTgt spid="2198"/>
                                        </p:tgtEl>
                                        <p:attrNameLst>
                                          <p:attrName>style.visibility</p:attrName>
                                        </p:attrNameLst>
                                      </p:cBhvr>
                                      <p:to>
                                        <p:strVal val="visible"/>
                                      </p:to>
                                    </p:set>
                                    <p:anim calcmode="lin" valueType="num">
                                      <p:cBhvr additive="base">
                                        <p:cTn id="16" dur="1000"/>
                                        <p:tgtEl>
                                          <p:spTgt spid="21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Shape 2226"/>
        <p:cNvGrpSpPr/>
        <p:nvPr/>
      </p:nvGrpSpPr>
      <p:grpSpPr>
        <a:xfrm>
          <a:off x="0" y="0"/>
          <a:ext cx="0" cy="0"/>
          <a:chOff x="0" y="0"/>
          <a:chExt cx="0" cy="0"/>
        </a:xfrm>
      </p:grpSpPr>
      <p:pic>
        <p:nvPicPr>
          <p:cNvPr id="2227" name="Google Shape;2227;p112"/>
          <p:cNvPicPr preferRelativeResize="0"/>
          <p:nvPr/>
        </p:nvPicPr>
        <p:blipFill rotWithShape="1">
          <a:blip r:embed="rId3">
            <a:alphaModFix/>
          </a:blip>
          <a:srcRect l="7340" r="4538" b="19768"/>
          <a:stretch/>
        </p:blipFill>
        <p:spPr>
          <a:xfrm rot="2700022" flipH="1">
            <a:off x="7069001" y="-743167"/>
            <a:ext cx="3342095" cy="2305760"/>
          </a:xfrm>
          <a:prstGeom prst="rect">
            <a:avLst/>
          </a:prstGeom>
          <a:noFill/>
          <a:ln>
            <a:noFill/>
          </a:ln>
        </p:spPr>
      </p:pic>
      <p:sp>
        <p:nvSpPr>
          <p:cNvPr id="2228" name="Google Shape;2228;p112"/>
          <p:cNvSpPr txBox="1">
            <a:spLocks noGrp="1"/>
          </p:cNvSpPr>
          <p:nvPr>
            <p:ph type="title"/>
          </p:nvPr>
        </p:nvSpPr>
        <p:spPr>
          <a:xfrm>
            <a:off x="720000" y="1256575"/>
            <a:ext cx="2547000" cy="53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900,000.00</a:t>
            </a:r>
            <a:endParaRPr/>
          </a:p>
        </p:txBody>
      </p:sp>
      <p:sp>
        <p:nvSpPr>
          <p:cNvPr id="2229" name="Google Shape;2229;p112"/>
          <p:cNvSpPr txBox="1">
            <a:spLocks noGrp="1"/>
          </p:cNvSpPr>
          <p:nvPr>
            <p:ph type="subTitle" idx="1"/>
          </p:nvPr>
        </p:nvSpPr>
        <p:spPr>
          <a:xfrm>
            <a:off x="933900" y="1847508"/>
            <a:ext cx="21192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planet in the Solar System</a:t>
            </a:r>
            <a:endParaRPr/>
          </a:p>
        </p:txBody>
      </p:sp>
      <p:sp>
        <p:nvSpPr>
          <p:cNvPr id="2230" name="Google Shape;2230;p112"/>
          <p:cNvSpPr txBox="1">
            <a:spLocks noGrp="1"/>
          </p:cNvSpPr>
          <p:nvPr>
            <p:ph type="title" idx="2"/>
          </p:nvPr>
        </p:nvSpPr>
        <p:spPr>
          <a:xfrm>
            <a:off x="3298500" y="1256575"/>
            <a:ext cx="2547000" cy="53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3h 10m 40s</a:t>
            </a:r>
            <a:endParaRPr/>
          </a:p>
        </p:txBody>
      </p:sp>
      <p:sp>
        <p:nvSpPr>
          <p:cNvPr id="2231" name="Google Shape;2231;p112"/>
          <p:cNvSpPr txBox="1">
            <a:spLocks noGrp="1"/>
          </p:cNvSpPr>
          <p:nvPr>
            <p:ph type="subTitle" idx="3"/>
          </p:nvPr>
        </p:nvSpPr>
        <p:spPr>
          <a:xfrm>
            <a:off x="3512400" y="1847533"/>
            <a:ext cx="21192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2232" name="Google Shape;2232;p112"/>
          <p:cNvSpPr txBox="1">
            <a:spLocks noGrp="1"/>
          </p:cNvSpPr>
          <p:nvPr>
            <p:ph type="title" idx="4"/>
          </p:nvPr>
        </p:nvSpPr>
        <p:spPr>
          <a:xfrm>
            <a:off x="5883775" y="1256575"/>
            <a:ext cx="2547000" cy="53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100,000 km</a:t>
            </a:r>
            <a:endParaRPr/>
          </a:p>
        </p:txBody>
      </p:sp>
      <p:sp>
        <p:nvSpPr>
          <p:cNvPr id="2233" name="Google Shape;2233;p112"/>
          <p:cNvSpPr txBox="1">
            <a:spLocks noGrp="1"/>
          </p:cNvSpPr>
          <p:nvPr>
            <p:ph type="subTitle" idx="5"/>
          </p:nvPr>
        </p:nvSpPr>
        <p:spPr>
          <a:xfrm>
            <a:off x="6097675" y="1847508"/>
            <a:ext cx="21192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pic>
        <p:nvPicPr>
          <p:cNvPr id="2234" name="Google Shape;2234;p112"/>
          <p:cNvPicPr preferRelativeResize="0"/>
          <p:nvPr/>
        </p:nvPicPr>
        <p:blipFill rotWithShape="1">
          <a:blip r:embed="rId4">
            <a:alphaModFix/>
          </a:blip>
          <a:srcRect t="14425" b="34329"/>
          <a:stretch/>
        </p:blipFill>
        <p:spPr>
          <a:xfrm>
            <a:off x="-10650" y="2571750"/>
            <a:ext cx="9144000" cy="2635824"/>
          </a:xfrm>
          <a:prstGeom prst="rect">
            <a:avLst/>
          </a:prstGeom>
          <a:noFill/>
          <a:ln>
            <a:noFill/>
          </a:ln>
        </p:spPr>
      </p:pic>
      <p:grpSp>
        <p:nvGrpSpPr>
          <p:cNvPr id="2235" name="Google Shape;2235;p112"/>
          <p:cNvGrpSpPr/>
          <p:nvPr/>
        </p:nvGrpSpPr>
        <p:grpSpPr>
          <a:xfrm>
            <a:off x="5802224" y="1859933"/>
            <a:ext cx="43276" cy="411646"/>
            <a:chOff x="1256711" y="1178908"/>
            <a:chExt cx="43276" cy="411646"/>
          </a:xfrm>
        </p:grpSpPr>
        <p:grpSp>
          <p:nvGrpSpPr>
            <p:cNvPr id="2236" name="Google Shape;2236;p112"/>
            <p:cNvGrpSpPr/>
            <p:nvPr/>
          </p:nvGrpSpPr>
          <p:grpSpPr>
            <a:xfrm>
              <a:off x="1256711" y="1178908"/>
              <a:ext cx="43276" cy="184846"/>
              <a:chOff x="1256700" y="1103575"/>
              <a:chExt cx="60900" cy="260200"/>
            </a:xfrm>
          </p:grpSpPr>
          <p:sp>
            <p:nvSpPr>
              <p:cNvPr id="2237" name="Google Shape;2237;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0" name="Google Shape;2240;p112"/>
            <p:cNvGrpSpPr/>
            <p:nvPr/>
          </p:nvGrpSpPr>
          <p:grpSpPr>
            <a:xfrm>
              <a:off x="1256711" y="1405708"/>
              <a:ext cx="43276" cy="184846"/>
              <a:chOff x="1256700" y="1103575"/>
              <a:chExt cx="60900" cy="260200"/>
            </a:xfrm>
          </p:grpSpPr>
          <p:sp>
            <p:nvSpPr>
              <p:cNvPr id="2241" name="Google Shape;2241;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44" name="Google Shape;2244;p112"/>
          <p:cNvGrpSpPr/>
          <p:nvPr/>
        </p:nvGrpSpPr>
        <p:grpSpPr>
          <a:xfrm>
            <a:off x="3318436" y="1859933"/>
            <a:ext cx="43276" cy="411646"/>
            <a:chOff x="1256711" y="1178908"/>
            <a:chExt cx="43276" cy="411646"/>
          </a:xfrm>
        </p:grpSpPr>
        <p:grpSp>
          <p:nvGrpSpPr>
            <p:cNvPr id="2245" name="Google Shape;2245;p112"/>
            <p:cNvGrpSpPr/>
            <p:nvPr/>
          </p:nvGrpSpPr>
          <p:grpSpPr>
            <a:xfrm>
              <a:off x="1256711" y="1178908"/>
              <a:ext cx="43276" cy="184846"/>
              <a:chOff x="1256700" y="1103575"/>
              <a:chExt cx="60900" cy="260200"/>
            </a:xfrm>
          </p:grpSpPr>
          <p:sp>
            <p:nvSpPr>
              <p:cNvPr id="2246" name="Google Shape;2246;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 name="Google Shape;2249;p112"/>
            <p:cNvGrpSpPr/>
            <p:nvPr/>
          </p:nvGrpSpPr>
          <p:grpSpPr>
            <a:xfrm>
              <a:off x="1256711" y="1405708"/>
              <a:ext cx="43276" cy="184846"/>
              <a:chOff x="1256700" y="1103575"/>
              <a:chExt cx="60900" cy="260200"/>
            </a:xfrm>
          </p:grpSpPr>
          <p:sp>
            <p:nvSpPr>
              <p:cNvPr id="2250" name="Google Shape;2250;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53" name="Google Shape;2253;p112"/>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NUMBERS</a:t>
            </a:r>
            <a:endParaRPr/>
          </a:p>
        </p:txBody>
      </p:sp>
      <p:pic>
        <p:nvPicPr>
          <p:cNvPr id="2254" name="Google Shape;2254;p112"/>
          <p:cNvPicPr preferRelativeResize="0"/>
          <p:nvPr/>
        </p:nvPicPr>
        <p:blipFill rotWithShape="1">
          <a:blip r:embed="rId3">
            <a:alphaModFix/>
          </a:blip>
          <a:srcRect l="7340" r="4538" b="19768"/>
          <a:stretch/>
        </p:blipFill>
        <p:spPr>
          <a:xfrm rot="-4043782" flipH="1">
            <a:off x="-2095521" y="-339320"/>
            <a:ext cx="3342094" cy="2305761"/>
          </a:xfrm>
          <a:prstGeom prst="rect">
            <a:avLst/>
          </a:prstGeom>
          <a:noFill/>
          <a:ln>
            <a:noFill/>
          </a:ln>
        </p:spPr>
      </p:pic>
      <p:sp>
        <p:nvSpPr>
          <p:cNvPr id="2255" name="Google Shape;2255;p112">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12">
            <a:hlinkClick r:id="rId5"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112">
            <a:hlinkClick r:id="rId6"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6</a:t>
            </a:r>
            <a:endParaRPr sz="1200" b="1">
              <a:solidFill>
                <a:schemeClr val="dk2"/>
              </a:solidFill>
              <a:latin typeface="Darker Grotesque"/>
              <a:ea typeface="Darker Grotesque"/>
              <a:cs typeface="Darker Grotesque"/>
              <a:sym typeface="Darker Grotesque"/>
            </a:endParaRPr>
          </a:p>
        </p:txBody>
      </p:sp>
      <p:sp>
        <p:nvSpPr>
          <p:cNvPr id="2258" name="Google Shape;2258;p112">
            <a:hlinkClick r:id="rId5"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112">
            <a:hlinkClick r:id="rId5"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60" name="Google Shape;2260;p112">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261" name="Google Shape;2261;p112">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62" name="Google Shape;2262;p112">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227"/>
                                        </p:tgtEl>
                                        <p:attrNameLst>
                                          <p:attrName>style.visibility</p:attrName>
                                        </p:attrNameLst>
                                      </p:cBhvr>
                                      <p:to>
                                        <p:strVal val="visible"/>
                                      </p:to>
                                    </p:set>
                                    <p:anim calcmode="lin" valueType="num">
                                      <p:cBhvr additive="base">
                                        <p:cTn id="7" dur="1000"/>
                                        <p:tgtEl>
                                          <p:spTgt spid="2227"/>
                                        </p:tgtEl>
                                        <p:attrNameLst>
                                          <p:attrName>ppt_x</p:attrName>
                                        </p:attrNameLst>
                                      </p:cBhvr>
                                      <p:tavLst>
                                        <p:tav tm="0">
                                          <p:val>
                                            <p:strVal val="#ppt_x+1"/>
                                          </p:val>
                                        </p:tav>
                                        <p:tav tm="100000">
                                          <p:val>
                                            <p:strVal val="#ppt_x"/>
                                          </p:val>
                                        </p:tav>
                                      </p:tavLst>
                                    </p:anim>
                                  </p:childTnLst>
                                </p:cTn>
                              </p:par>
                              <p:par>
                                <p:cTn id="8" presetID="2" presetClass="entr" presetSubtype="8" fill="hold" nodeType="withEffect">
                                  <p:stCondLst>
                                    <p:cond delay="0"/>
                                  </p:stCondLst>
                                  <p:childTnLst>
                                    <p:set>
                                      <p:cBhvr>
                                        <p:cTn id="9" dur="1" fill="hold">
                                          <p:stCondLst>
                                            <p:cond delay="0"/>
                                          </p:stCondLst>
                                        </p:cTn>
                                        <p:tgtEl>
                                          <p:spTgt spid="2254"/>
                                        </p:tgtEl>
                                        <p:attrNameLst>
                                          <p:attrName>style.visibility</p:attrName>
                                        </p:attrNameLst>
                                      </p:cBhvr>
                                      <p:to>
                                        <p:strVal val="visible"/>
                                      </p:to>
                                    </p:set>
                                    <p:anim calcmode="lin" valueType="num">
                                      <p:cBhvr additive="base">
                                        <p:cTn id="10" dur="1000"/>
                                        <p:tgtEl>
                                          <p:spTgt spid="2254"/>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Shape 2266"/>
        <p:cNvGrpSpPr/>
        <p:nvPr/>
      </p:nvGrpSpPr>
      <p:grpSpPr>
        <a:xfrm>
          <a:off x="0" y="0"/>
          <a:ext cx="0" cy="0"/>
          <a:chOff x="0" y="0"/>
          <a:chExt cx="0" cy="0"/>
        </a:xfrm>
      </p:grpSpPr>
      <p:grpSp>
        <p:nvGrpSpPr>
          <p:cNvPr id="2267" name="Google Shape;2267;p113"/>
          <p:cNvGrpSpPr/>
          <p:nvPr/>
        </p:nvGrpSpPr>
        <p:grpSpPr>
          <a:xfrm>
            <a:off x="4606125" y="1113786"/>
            <a:ext cx="3828741" cy="2916090"/>
            <a:chOff x="4643603" y="1142429"/>
            <a:chExt cx="3753300" cy="2858631"/>
          </a:xfrm>
        </p:grpSpPr>
        <p:sp>
          <p:nvSpPr>
            <p:cNvPr id="2268" name="Google Shape;2268;p113"/>
            <p:cNvSpPr/>
            <p:nvPr/>
          </p:nvSpPr>
          <p:spPr>
            <a:xfrm>
              <a:off x="4643603" y="1142429"/>
              <a:ext cx="3753300" cy="2374500"/>
            </a:xfrm>
            <a:prstGeom prst="roundRect">
              <a:avLst>
                <a:gd name="adj" fmla="val 3857"/>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113"/>
            <p:cNvSpPr/>
            <p:nvPr/>
          </p:nvSpPr>
          <p:spPr>
            <a:xfrm>
              <a:off x="5877813" y="3516998"/>
              <a:ext cx="1281701" cy="484063"/>
            </a:xfrm>
            <a:custGeom>
              <a:avLst/>
              <a:gdLst/>
              <a:ahLst/>
              <a:cxnLst/>
              <a:rect l="l" t="t" r="r" b="b"/>
              <a:pathLst>
                <a:path w="65999" h="24926" extrusionOk="0">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w="19050" cap="flat" cmpd="sng">
              <a:solidFill>
                <a:schemeClr val="accent1"/>
              </a:solidFill>
              <a:prstDash val="solid"/>
              <a:round/>
              <a:headEnd type="none" w="med" len="med"/>
              <a:tailEnd type="none" w="med" len="med"/>
            </a:ln>
          </p:spPr>
        </p:sp>
        <p:cxnSp>
          <p:nvCxnSpPr>
            <p:cNvPr id="2270" name="Google Shape;2270;p113"/>
            <p:cNvCxnSpPr/>
            <p:nvPr/>
          </p:nvCxnSpPr>
          <p:spPr>
            <a:xfrm>
              <a:off x="5891664" y="3955249"/>
              <a:ext cx="1263300" cy="0"/>
            </a:xfrm>
            <a:prstGeom prst="straightConnector1">
              <a:avLst/>
            </a:prstGeom>
            <a:noFill/>
            <a:ln w="19050" cap="flat" cmpd="sng">
              <a:solidFill>
                <a:schemeClr val="accent1"/>
              </a:solidFill>
              <a:prstDash val="solid"/>
              <a:round/>
              <a:headEnd type="none" w="med" len="med"/>
              <a:tailEnd type="none" w="med" len="med"/>
            </a:ln>
          </p:spPr>
        </p:cxnSp>
        <p:sp>
          <p:nvSpPr>
            <p:cNvPr id="2271" name="Google Shape;2271;p113"/>
            <p:cNvSpPr/>
            <p:nvPr/>
          </p:nvSpPr>
          <p:spPr>
            <a:xfrm>
              <a:off x="4772538" y="1262333"/>
              <a:ext cx="3498600" cy="2133300"/>
            </a:xfrm>
            <a:prstGeom prst="rect">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272" name="Google Shape;2272;p113"/>
          <p:cNvPicPr preferRelativeResize="0"/>
          <p:nvPr/>
        </p:nvPicPr>
        <p:blipFill rotWithShape="1">
          <a:blip r:embed="rId3">
            <a:alphaModFix/>
          </a:blip>
          <a:srcRect l="3831" r="3831"/>
          <a:stretch/>
        </p:blipFill>
        <p:spPr>
          <a:xfrm>
            <a:off x="4744772" y="1241380"/>
            <a:ext cx="3560772" cy="2169135"/>
          </a:xfrm>
          <a:prstGeom prst="rect">
            <a:avLst/>
          </a:prstGeom>
          <a:noFill/>
          <a:ln w="19050" cap="flat" cmpd="sng">
            <a:solidFill>
              <a:schemeClr val="accent1"/>
            </a:solidFill>
            <a:prstDash val="solid"/>
            <a:round/>
            <a:headEnd type="none" w="sm" len="sm"/>
            <a:tailEnd type="none" w="sm" len="sm"/>
          </a:ln>
        </p:spPr>
      </p:pic>
      <p:sp>
        <p:nvSpPr>
          <p:cNvPr id="2273" name="Google Shape;2273;p113"/>
          <p:cNvSpPr/>
          <p:nvPr/>
        </p:nvSpPr>
        <p:spPr>
          <a:xfrm>
            <a:off x="788689" y="1310609"/>
            <a:ext cx="2535132" cy="33006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DESKTOP</a:t>
            </a:r>
          </a:p>
        </p:txBody>
      </p:sp>
      <p:sp>
        <p:nvSpPr>
          <p:cNvPr id="2274" name="Google Shape;2274;p113"/>
          <p:cNvSpPr/>
          <p:nvPr/>
        </p:nvSpPr>
        <p:spPr>
          <a:xfrm>
            <a:off x="788689" y="1860996"/>
            <a:ext cx="3029322" cy="33006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SOFTWARE</a:t>
            </a:r>
          </a:p>
        </p:txBody>
      </p:sp>
      <p:sp>
        <p:nvSpPr>
          <p:cNvPr id="2275" name="Google Shape;2275;p113"/>
          <p:cNvSpPr txBox="1">
            <a:spLocks noGrp="1"/>
          </p:cNvSpPr>
          <p:nvPr>
            <p:ph type="title"/>
          </p:nvPr>
        </p:nvSpPr>
        <p:spPr>
          <a:xfrm>
            <a:off x="720000" y="937425"/>
            <a:ext cx="3490800" cy="163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DESKTOP SOFTWARE</a:t>
            </a:r>
            <a:endParaRPr/>
          </a:p>
        </p:txBody>
      </p:sp>
      <p:sp>
        <p:nvSpPr>
          <p:cNvPr id="2276" name="Google Shape;2276;p113"/>
          <p:cNvSpPr txBox="1">
            <a:spLocks noGrp="1"/>
          </p:cNvSpPr>
          <p:nvPr>
            <p:ph type="subTitle" idx="1"/>
          </p:nvPr>
        </p:nvSpPr>
        <p:spPr>
          <a:xfrm>
            <a:off x="720000" y="2571525"/>
            <a:ext cx="3269100" cy="9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grpSp>
        <p:nvGrpSpPr>
          <p:cNvPr id="2277" name="Google Shape;2277;p113"/>
          <p:cNvGrpSpPr/>
          <p:nvPr/>
        </p:nvGrpSpPr>
        <p:grpSpPr>
          <a:xfrm>
            <a:off x="810063" y="3888408"/>
            <a:ext cx="43276" cy="411646"/>
            <a:chOff x="1256711" y="1178908"/>
            <a:chExt cx="43276" cy="411646"/>
          </a:xfrm>
        </p:grpSpPr>
        <p:grpSp>
          <p:nvGrpSpPr>
            <p:cNvPr id="2278" name="Google Shape;2278;p113"/>
            <p:cNvGrpSpPr/>
            <p:nvPr/>
          </p:nvGrpSpPr>
          <p:grpSpPr>
            <a:xfrm>
              <a:off x="1256711" y="1178908"/>
              <a:ext cx="43276" cy="184846"/>
              <a:chOff x="1256700" y="1103575"/>
              <a:chExt cx="60900" cy="260200"/>
            </a:xfrm>
          </p:grpSpPr>
          <p:sp>
            <p:nvSpPr>
              <p:cNvPr id="2279" name="Google Shape;2279;p11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1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1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 name="Google Shape;2282;p113"/>
            <p:cNvGrpSpPr/>
            <p:nvPr/>
          </p:nvGrpSpPr>
          <p:grpSpPr>
            <a:xfrm>
              <a:off x="1256711" y="1405708"/>
              <a:ext cx="43276" cy="184846"/>
              <a:chOff x="1256700" y="1103575"/>
              <a:chExt cx="60900" cy="260200"/>
            </a:xfrm>
          </p:grpSpPr>
          <p:sp>
            <p:nvSpPr>
              <p:cNvPr id="2283" name="Google Shape;2283;p11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1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1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86" name="Google Shape;2286;p113">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13">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113">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6</a:t>
            </a:r>
            <a:endParaRPr sz="1200" b="1">
              <a:solidFill>
                <a:schemeClr val="dk2"/>
              </a:solidFill>
              <a:latin typeface="Darker Grotesque"/>
              <a:ea typeface="Darker Grotesque"/>
              <a:cs typeface="Darker Grotesque"/>
              <a:sym typeface="Darker Grotesque"/>
            </a:endParaRPr>
          </a:p>
        </p:txBody>
      </p:sp>
      <p:sp>
        <p:nvSpPr>
          <p:cNvPr id="2289" name="Google Shape;2289;p113">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113">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91" name="Google Shape;2291;p113">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292" name="Google Shape;2292;p113">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93" name="Google Shape;2293;p113">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Shape 2297"/>
        <p:cNvGrpSpPr/>
        <p:nvPr/>
      </p:nvGrpSpPr>
      <p:grpSpPr>
        <a:xfrm>
          <a:off x="0" y="0"/>
          <a:ext cx="0" cy="0"/>
          <a:chOff x="0" y="0"/>
          <a:chExt cx="0" cy="0"/>
        </a:xfrm>
      </p:grpSpPr>
      <p:sp>
        <p:nvSpPr>
          <p:cNvPr id="2298" name="Google Shape;2298;p114"/>
          <p:cNvSpPr/>
          <p:nvPr/>
        </p:nvSpPr>
        <p:spPr>
          <a:xfrm>
            <a:off x="6103169" y="1314259"/>
            <a:ext cx="2150965" cy="330524"/>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TABLET</a:t>
            </a:r>
          </a:p>
        </p:txBody>
      </p:sp>
      <p:sp>
        <p:nvSpPr>
          <p:cNvPr id="2299" name="Google Shape;2299;p114"/>
          <p:cNvSpPr/>
          <p:nvPr/>
        </p:nvSpPr>
        <p:spPr>
          <a:xfrm>
            <a:off x="7179089" y="1864646"/>
            <a:ext cx="1075024" cy="33006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APP</a:t>
            </a:r>
          </a:p>
        </p:txBody>
      </p:sp>
      <p:sp>
        <p:nvSpPr>
          <p:cNvPr id="2300" name="Google Shape;2300;p114"/>
          <p:cNvSpPr/>
          <p:nvPr/>
        </p:nvSpPr>
        <p:spPr>
          <a:xfrm>
            <a:off x="2014225" y="229915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dist="19050" dir="5400000" algn="bl" rotWithShape="0">
              <a:schemeClr val="accent1">
                <a:alpha val="3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1" name="Google Shape;2301;p114"/>
          <p:cNvGrpSpPr/>
          <p:nvPr/>
        </p:nvGrpSpPr>
        <p:grpSpPr>
          <a:xfrm>
            <a:off x="1461649" y="929768"/>
            <a:ext cx="2388309" cy="3283958"/>
            <a:chOff x="-734425" y="725975"/>
            <a:chExt cx="2684700" cy="3691500"/>
          </a:xfrm>
        </p:grpSpPr>
        <p:sp>
          <p:nvSpPr>
            <p:cNvPr id="2302" name="Google Shape;2302;p114"/>
            <p:cNvSpPr/>
            <p:nvPr/>
          </p:nvSpPr>
          <p:spPr>
            <a:xfrm>
              <a:off x="-734425" y="725975"/>
              <a:ext cx="2684700" cy="3691500"/>
            </a:xfrm>
            <a:prstGeom prst="roundRect">
              <a:avLst>
                <a:gd name="adj" fmla="val 4846"/>
              </a:avLst>
            </a:pr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14"/>
            <p:cNvSpPr/>
            <p:nvPr/>
          </p:nvSpPr>
          <p:spPr>
            <a:xfrm>
              <a:off x="515525" y="4253150"/>
              <a:ext cx="184800" cy="109500"/>
            </a:xfrm>
            <a:prstGeom prst="roundRect">
              <a:avLst>
                <a:gd name="adj" fmla="val 50000"/>
              </a:avLst>
            </a:pr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14"/>
            <p:cNvSpPr/>
            <p:nvPr/>
          </p:nvSpPr>
          <p:spPr>
            <a:xfrm>
              <a:off x="577175" y="801325"/>
              <a:ext cx="61500" cy="61500"/>
            </a:xfrm>
            <a:prstGeom prst="ellipse">
              <a:avLst/>
            </a:pr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14"/>
            <p:cNvSpPr/>
            <p:nvPr/>
          </p:nvSpPr>
          <p:spPr>
            <a:xfrm>
              <a:off x="-537625" y="945150"/>
              <a:ext cx="2291100" cy="3270000"/>
            </a:xfrm>
            <a:prstGeom prst="rect">
              <a:avLst/>
            </a:prstGeom>
            <a:solidFill>
              <a:schemeClr val="dk2"/>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6" name="Google Shape;2306;p114"/>
          <p:cNvSpPr txBox="1">
            <a:spLocks noGrp="1"/>
          </p:cNvSpPr>
          <p:nvPr>
            <p:ph type="subTitle" idx="1"/>
          </p:nvPr>
        </p:nvSpPr>
        <p:spPr>
          <a:xfrm>
            <a:off x="5215650" y="2571525"/>
            <a:ext cx="3188700" cy="939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replace the image on the screen with your own work. Just delete this one, add yours and center it properly</a:t>
            </a:r>
            <a:endParaRPr/>
          </a:p>
        </p:txBody>
      </p:sp>
      <p:sp>
        <p:nvSpPr>
          <p:cNvPr id="2307" name="Google Shape;2307;p114"/>
          <p:cNvSpPr txBox="1">
            <a:spLocks noGrp="1"/>
          </p:cNvSpPr>
          <p:nvPr>
            <p:ph type="title"/>
          </p:nvPr>
        </p:nvSpPr>
        <p:spPr>
          <a:xfrm>
            <a:off x="4913575" y="937425"/>
            <a:ext cx="3490800" cy="1634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TABLET APP</a:t>
            </a:r>
            <a:endParaRPr/>
          </a:p>
        </p:txBody>
      </p:sp>
      <p:pic>
        <p:nvPicPr>
          <p:cNvPr id="2308" name="Google Shape;2308;p114"/>
          <p:cNvPicPr preferRelativeResize="0"/>
          <p:nvPr/>
        </p:nvPicPr>
        <p:blipFill rotWithShape="1">
          <a:blip r:embed="rId3">
            <a:alphaModFix/>
          </a:blip>
          <a:srcRect l="6393" r="54406"/>
          <a:stretch/>
        </p:blipFill>
        <p:spPr>
          <a:xfrm>
            <a:off x="1642904" y="1123966"/>
            <a:ext cx="2028775" cy="2911175"/>
          </a:xfrm>
          <a:prstGeom prst="rect">
            <a:avLst/>
          </a:prstGeom>
          <a:noFill/>
          <a:ln w="19050" cap="flat" cmpd="sng">
            <a:solidFill>
              <a:schemeClr val="accent1"/>
            </a:solidFill>
            <a:prstDash val="solid"/>
            <a:round/>
            <a:headEnd type="none" w="sm" len="sm"/>
            <a:tailEnd type="none" w="sm" len="sm"/>
          </a:ln>
        </p:spPr>
      </p:pic>
      <p:sp>
        <p:nvSpPr>
          <p:cNvPr id="2309" name="Google Shape;2309;p114">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14">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14">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6</a:t>
            </a:r>
            <a:endParaRPr sz="1200" b="1">
              <a:solidFill>
                <a:schemeClr val="dk2"/>
              </a:solidFill>
              <a:latin typeface="Darker Grotesque"/>
              <a:ea typeface="Darker Grotesque"/>
              <a:cs typeface="Darker Grotesque"/>
              <a:sym typeface="Darker Grotesque"/>
            </a:endParaRPr>
          </a:p>
        </p:txBody>
      </p:sp>
      <p:sp>
        <p:nvSpPr>
          <p:cNvPr id="2312" name="Google Shape;2312;p114">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114">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14" name="Google Shape;2314;p114">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315" name="Google Shape;2315;p114">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16" name="Google Shape;2316;p114">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Shape 2320"/>
        <p:cNvGrpSpPr/>
        <p:nvPr/>
      </p:nvGrpSpPr>
      <p:grpSpPr>
        <a:xfrm>
          <a:off x="0" y="0"/>
          <a:ext cx="0" cy="0"/>
          <a:chOff x="0" y="0"/>
          <a:chExt cx="0" cy="0"/>
        </a:xfrm>
      </p:grpSpPr>
      <p:sp>
        <p:nvSpPr>
          <p:cNvPr id="2321" name="Google Shape;2321;p115"/>
          <p:cNvSpPr/>
          <p:nvPr/>
        </p:nvSpPr>
        <p:spPr>
          <a:xfrm>
            <a:off x="788689" y="1310609"/>
            <a:ext cx="1947421" cy="330524"/>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MOBILE</a:t>
            </a:r>
          </a:p>
        </p:txBody>
      </p:sp>
      <p:sp>
        <p:nvSpPr>
          <p:cNvPr id="2322" name="Google Shape;2322;p115"/>
          <p:cNvSpPr/>
          <p:nvPr/>
        </p:nvSpPr>
        <p:spPr>
          <a:xfrm>
            <a:off x="788689" y="1860996"/>
            <a:ext cx="1232725" cy="33006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WEB</a:t>
            </a:r>
          </a:p>
        </p:txBody>
      </p:sp>
      <p:sp>
        <p:nvSpPr>
          <p:cNvPr id="2323" name="Google Shape;2323;p115"/>
          <p:cNvSpPr txBox="1">
            <a:spLocks noGrp="1"/>
          </p:cNvSpPr>
          <p:nvPr>
            <p:ph type="subTitle" idx="1"/>
          </p:nvPr>
        </p:nvSpPr>
        <p:spPr>
          <a:xfrm>
            <a:off x="720000" y="2571525"/>
            <a:ext cx="3274200" cy="93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324" name="Google Shape;2324;p115"/>
          <p:cNvSpPr txBox="1">
            <a:spLocks noGrp="1"/>
          </p:cNvSpPr>
          <p:nvPr>
            <p:ph type="title"/>
          </p:nvPr>
        </p:nvSpPr>
        <p:spPr>
          <a:xfrm>
            <a:off x="720000" y="937425"/>
            <a:ext cx="3490800" cy="163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MOBILE WEB</a:t>
            </a:r>
            <a:endParaRPr/>
          </a:p>
        </p:txBody>
      </p:sp>
      <p:pic>
        <p:nvPicPr>
          <p:cNvPr id="2325" name="Google Shape;2325;p115"/>
          <p:cNvPicPr preferRelativeResize="0"/>
          <p:nvPr/>
        </p:nvPicPr>
        <p:blipFill rotWithShape="1">
          <a:blip r:embed="rId3">
            <a:alphaModFix/>
          </a:blip>
          <a:srcRect l="36297" t="6507" r="36297" b="6498"/>
          <a:stretch/>
        </p:blipFill>
        <p:spPr>
          <a:xfrm>
            <a:off x="5732225" y="1201750"/>
            <a:ext cx="1531450" cy="2734499"/>
          </a:xfrm>
          <a:prstGeom prst="rect">
            <a:avLst/>
          </a:prstGeom>
          <a:noFill/>
          <a:ln w="19050" cap="flat" cmpd="sng">
            <a:solidFill>
              <a:schemeClr val="accent1"/>
            </a:solidFill>
            <a:prstDash val="solid"/>
            <a:round/>
            <a:headEnd type="none" w="sm" len="sm"/>
            <a:tailEnd type="none" w="sm" len="sm"/>
          </a:ln>
        </p:spPr>
      </p:pic>
      <p:sp>
        <p:nvSpPr>
          <p:cNvPr id="2326" name="Google Shape;2326;p115"/>
          <p:cNvSpPr/>
          <p:nvPr/>
        </p:nvSpPr>
        <p:spPr>
          <a:xfrm>
            <a:off x="5682263" y="950900"/>
            <a:ext cx="1625671" cy="3241680"/>
          </a:xfrm>
          <a:custGeom>
            <a:avLst/>
            <a:gdLst/>
            <a:ahLst/>
            <a:cxnLst/>
            <a:rect l="l" t="t" r="r" b="b"/>
            <a:pathLst>
              <a:path w="103480" h="206345" extrusionOk="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27" name="Google Shape;2327;p115"/>
          <p:cNvGrpSpPr/>
          <p:nvPr/>
        </p:nvGrpSpPr>
        <p:grpSpPr>
          <a:xfrm>
            <a:off x="788699" y="3736008"/>
            <a:ext cx="43276" cy="411646"/>
            <a:chOff x="1256711" y="1178908"/>
            <a:chExt cx="43276" cy="411646"/>
          </a:xfrm>
        </p:grpSpPr>
        <p:grpSp>
          <p:nvGrpSpPr>
            <p:cNvPr id="2328" name="Google Shape;2328;p115"/>
            <p:cNvGrpSpPr/>
            <p:nvPr/>
          </p:nvGrpSpPr>
          <p:grpSpPr>
            <a:xfrm>
              <a:off x="1256711" y="1178908"/>
              <a:ext cx="43276" cy="184846"/>
              <a:chOff x="1256700" y="1103575"/>
              <a:chExt cx="60900" cy="260200"/>
            </a:xfrm>
          </p:grpSpPr>
          <p:sp>
            <p:nvSpPr>
              <p:cNvPr id="2329" name="Google Shape;2329;p11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1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1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115"/>
            <p:cNvGrpSpPr/>
            <p:nvPr/>
          </p:nvGrpSpPr>
          <p:grpSpPr>
            <a:xfrm>
              <a:off x="1256711" y="1405708"/>
              <a:ext cx="43276" cy="184846"/>
              <a:chOff x="1256700" y="1103575"/>
              <a:chExt cx="60900" cy="260200"/>
            </a:xfrm>
          </p:grpSpPr>
          <p:sp>
            <p:nvSpPr>
              <p:cNvPr id="2333" name="Google Shape;2333;p11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11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1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36" name="Google Shape;2336;p115">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15">
            <a:hlinkClick r:id="rId4"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15">
            <a:hlinkClick r:id="rId5"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6</a:t>
            </a:r>
            <a:endParaRPr sz="1200" b="1">
              <a:solidFill>
                <a:schemeClr val="dk2"/>
              </a:solidFill>
              <a:latin typeface="Darker Grotesque"/>
              <a:ea typeface="Darker Grotesque"/>
              <a:cs typeface="Darker Grotesque"/>
              <a:sym typeface="Darker Grotesque"/>
            </a:endParaRPr>
          </a:p>
        </p:txBody>
      </p:sp>
      <p:sp>
        <p:nvSpPr>
          <p:cNvPr id="2339" name="Google Shape;2339;p115">
            <a:hlinkClick r:id="rId4"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15">
            <a:hlinkClick r:id="rId4"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41" name="Google Shape;2341;p115">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342" name="Google Shape;2342;p115">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43" name="Google Shape;2343;p115">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Shape 2347"/>
        <p:cNvGrpSpPr/>
        <p:nvPr/>
      </p:nvGrpSpPr>
      <p:grpSpPr>
        <a:xfrm>
          <a:off x="0" y="0"/>
          <a:ext cx="0" cy="0"/>
          <a:chOff x="0" y="0"/>
          <a:chExt cx="0" cy="0"/>
        </a:xfrm>
      </p:grpSpPr>
      <p:sp>
        <p:nvSpPr>
          <p:cNvPr id="2348" name="Google Shape;2348;p116"/>
          <p:cNvSpPr/>
          <p:nvPr/>
        </p:nvSpPr>
        <p:spPr>
          <a:xfrm rot="10800000">
            <a:off x="-634140" y="4193761"/>
            <a:ext cx="4830000" cy="4830300"/>
          </a:xfrm>
          <a:prstGeom prst="ellipse">
            <a:avLst/>
          </a:prstGeom>
          <a:solidFill>
            <a:schemeClr val="dk2"/>
          </a:solidFill>
          <a:ln>
            <a:noFill/>
          </a:ln>
          <a:effectLst>
            <a:outerShdw blurRad="57150" dist="19050" dir="1728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16"/>
          <p:cNvSpPr/>
          <p:nvPr/>
        </p:nvSpPr>
        <p:spPr>
          <a:xfrm rot="10800000">
            <a:off x="-782615" y="-2412189"/>
            <a:ext cx="4830000" cy="4830300"/>
          </a:xfrm>
          <a:prstGeom prst="ellipse">
            <a:avLst/>
          </a:prstGeom>
          <a:solidFill>
            <a:schemeClr val="dk2"/>
          </a:solidFill>
          <a:ln>
            <a:noFill/>
          </a:ln>
          <a:effectLst>
            <a:outerShdw blurRad="57150" dist="19050" dir="5400000" algn="bl" rotWithShape="0">
              <a:schemeClr val="accent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50" name="Google Shape;2350;p116"/>
          <p:cNvPicPr preferRelativeResize="0"/>
          <p:nvPr/>
        </p:nvPicPr>
        <p:blipFill rotWithShape="1">
          <a:blip r:embed="rId3">
            <a:alphaModFix/>
          </a:blip>
          <a:srcRect l="7340" r="4538" b="19768"/>
          <a:stretch/>
        </p:blipFill>
        <p:spPr>
          <a:xfrm rot="-628651">
            <a:off x="-571272" y="-2036816"/>
            <a:ext cx="4407289" cy="3040678"/>
          </a:xfrm>
          <a:prstGeom prst="rect">
            <a:avLst/>
          </a:prstGeom>
          <a:noFill/>
          <a:ln>
            <a:noFill/>
          </a:ln>
        </p:spPr>
      </p:pic>
      <p:pic>
        <p:nvPicPr>
          <p:cNvPr id="2351" name="Google Shape;2351;p116"/>
          <p:cNvPicPr preferRelativeResize="0"/>
          <p:nvPr/>
        </p:nvPicPr>
        <p:blipFill rotWithShape="1">
          <a:blip r:embed="rId3">
            <a:alphaModFix/>
          </a:blip>
          <a:srcRect l="7340" r="4538" b="19768"/>
          <a:stretch/>
        </p:blipFill>
        <p:spPr>
          <a:xfrm rot="-721478">
            <a:off x="3752090" y="4210099"/>
            <a:ext cx="4407288" cy="3040677"/>
          </a:xfrm>
          <a:prstGeom prst="rect">
            <a:avLst/>
          </a:prstGeom>
          <a:noFill/>
          <a:ln>
            <a:noFill/>
          </a:ln>
        </p:spPr>
      </p:pic>
      <p:pic>
        <p:nvPicPr>
          <p:cNvPr id="2352" name="Google Shape;2352;p116"/>
          <p:cNvPicPr preferRelativeResize="0"/>
          <p:nvPr/>
        </p:nvPicPr>
        <p:blipFill rotWithShape="1">
          <a:blip r:embed="rId3">
            <a:alphaModFix/>
          </a:blip>
          <a:srcRect l="7340" r="4538" b="19768"/>
          <a:stretch/>
        </p:blipFill>
        <p:spPr>
          <a:xfrm rot="2700008">
            <a:off x="6666865" y="-1207375"/>
            <a:ext cx="4407289" cy="3040676"/>
          </a:xfrm>
          <a:prstGeom prst="rect">
            <a:avLst/>
          </a:prstGeom>
          <a:noFill/>
          <a:ln>
            <a:noFill/>
          </a:ln>
        </p:spPr>
      </p:pic>
      <p:pic>
        <p:nvPicPr>
          <p:cNvPr id="2353" name="Google Shape;2353;p116"/>
          <p:cNvPicPr preferRelativeResize="0"/>
          <p:nvPr/>
        </p:nvPicPr>
        <p:blipFill>
          <a:blip r:embed="rId4">
            <a:alphaModFix/>
          </a:blip>
          <a:stretch>
            <a:fillRect/>
          </a:stretch>
        </p:blipFill>
        <p:spPr>
          <a:xfrm rot="-8748776">
            <a:off x="3397153" y="4246515"/>
            <a:ext cx="709013" cy="537293"/>
          </a:xfrm>
          <a:prstGeom prst="rect">
            <a:avLst/>
          </a:prstGeom>
          <a:noFill/>
          <a:ln>
            <a:noFill/>
          </a:ln>
        </p:spPr>
      </p:pic>
      <p:sp>
        <p:nvSpPr>
          <p:cNvPr id="2354" name="Google Shape;2354;p116"/>
          <p:cNvSpPr txBox="1">
            <a:spLocks noGrp="1"/>
          </p:cNvSpPr>
          <p:nvPr>
            <p:ph type="subTitle" idx="1"/>
          </p:nvPr>
        </p:nvSpPr>
        <p:spPr>
          <a:xfrm>
            <a:off x="5153580" y="2571525"/>
            <a:ext cx="3274200" cy="939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replace the image on the screen with your own work. Just delete this one, add yours and center it properly</a:t>
            </a:r>
            <a:endParaRPr/>
          </a:p>
        </p:txBody>
      </p:sp>
      <p:sp>
        <p:nvSpPr>
          <p:cNvPr id="2355" name="Google Shape;2355;p116"/>
          <p:cNvSpPr/>
          <p:nvPr/>
        </p:nvSpPr>
        <p:spPr>
          <a:xfrm>
            <a:off x="1221387" y="1365729"/>
            <a:ext cx="3218709" cy="2010205"/>
          </a:xfrm>
          <a:custGeom>
            <a:avLst/>
            <a:gdLst/>
            <a:ahLst/>
            <a:cxnLst/>
            <a:rect l="l" t="t" r="r" b="b"/>
            <a:pathLst>
              <a:path w="58273" h="35927" extrusionOk="0">
                <a:moveTo>
                  <a:pt x="0" y="1"/>
                </a:moveTo>
                <a:lnTo>
                  <a:pt x="58272" y="1"/>
                </a:lnTo>
                <a:lnTo>
                  <a:pt x="58272" y="35927"/>
                </a:lnTo>
                <a:lnTo>
                  <a:pt x="0" y="35927"/>
                </a:lnTo>
                <a:close/>
              </a:path>
            </a:pathLst>
          </a:cu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56" name="Google Shape;2356;p116"/>
          <p:cNvGrpSpPr/>
          <p:nvPr/>
        </p:nvGrpSpPr>
        <p:grpSpPr>
          <a:xfrm>
            <a:off x="727217" y="1235650"/>
            <a:ext cx="4206149" cy="2591969"/>
            <a:chOff x="1259069" y="1950176"/>
            <a:chExt cx="4002045" cy="2466428"/>
          </a:xfrm>
        </p:grpSpPr>
        <p:sp>
          <p:nvSpPr>
            <p:cNvPr id="2357" name="Google Shape;2357;p116"/>
            <p:cNvSpPr/>
            <p:nvPr/>
          </p:nvSpPr>
          <p:spPr>
            <a:xfrm>
              <a:off x="1610632" y="1950176"/>
              <a:ext cx="3317797" cy="2264723"/>
            </a:xfrm>
            <a:custGeom>
              <a:avLst/>
              <a:gdLst/>
              <a:ahLst/>
              <a:cxnLst/>
              <a:rect l="l" t="t" r="r" b="b"/>
              <a:pathLst>
                <a:path w="63127" h="42538" extrusionOk="0">
                  <a:moveTo>
                    <a:pt x="1444" y="0"/>
                  </a:moveTo>
                  <a:cubicBezTo>
                    <a:pt x="649" y="0"/>
                    <a:pt x="0" y="858"/>
                    <a:pt x="0" y="1946"/>
                  </a:cubicBezTo>
                  <a:lnTo>
                    <a:pt x="0" y="40592"/>
                  </a:lnTo>
                  <a:cubicBezTo>
                    <a:pt x="0" y="41659"/>
                    <a:pt x="649" y="42538"/>
                    <a:pt x="1444" y="42538"/>
                  </a:cubicBezTo>
                  <a:lnTo>
                    <a:pt x="61683" y="42538"/>
                  </a:lnTo>
                  <a:cubicBezTo>
                    <a:pt x="62478" y="42538"/>
                    <a:pt x="63127" y="41659"/>
                    <a:pt x="63127" y="40592"/>
                  </a:cubicBezTo>
                  <a:lnTo>
                    <a:pt x="63127" y="1946"/>
                  </a:lnTo>
                  <a:cubicBezTo>
                    <a:pt x="63127" y="858"/>
                    <a:pt x="62478" y="0"/>
                    <a:pt x="61683" y="0"/>
                  </a:cubicBezTo>
                  <a:close/>
                </a:path>
              </a:pathLst>
            </a:cu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16"/>
            <p:cNvSpPr/>
            <p:nvPr/>
          </p:nvSpPr>
          <p:spPr>
            <a:xfrm>
              <a:off x="1259069" y="4306243"/>
              <a:ext cx="3994217" cy="110361"/>
            </a:xfrm>
            <a:custGeom>
              <a:avLst/>
              <a:gdLst/>
              <a:ahLst/>
              <a:cxnLst/>
              <a:rect l="l" t="t" r="r" b="b"/>
              <a:pathLst>
                <a:path w="85160" h="2073" extrusionOk="0">
                  <a:moveTo>
                    <a:pt x="85160" y="1"/>
                  </a:moveTo>
                  <a:lnTo>
                    <a:pt x="523" y="294"/>
                  </a:lnTo>
                  <a:cubicBezTo>
                    <a:pt x="523" y="294"/>
                    <a:pt x="0" y="1256"/>
                    <a:pt x="3725" y="2072"/>
                  </a:cubicBezTo>
                  <a:lnTo>
                    <a:pt x="81854" y="2072"/>
                  </a:lnTo>
                  <a:cubicBezTo>
                    <a:pt x="81854" y="2072"/>
                    <a:pt x="84469" y="1926"/>
                    <a:pt x="85160" y="691"/>
                  </a:cubicBezTo>
                  <a:lnTo>
                    <a:pt x="85160" y="1"/>
                  </a:lnTo>
                  <a:close/>
                </a:path>
              </a:pathLst>
            </a:cu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16"/>
            <p:cNvSpPr/>
            <p:nvPr/>
          </p:nvSpPr>
          <p:spPr>
            <a:xfrm>
              <a:off x="1281625" y="4216050"/>
              <a:ext cx="3979490" cy="109623"/>
            </a:xfrm>
            <a:custGeom>
              <a:avLst/>
              <a:gdLst/>
              <a:ahLst/>
              <a:cxnLst/>
              <a:rect l="l" t="t" r="r" b="b"/>
              <a:pathLst>
                <a:path w="84846" h="2616" extrusionOk="0">
                  <a:moveTo>
                    <a:pt x="63" y="0"/>
                  </a:moveTo>
                  <a:lnTo>
                    <a:pt x="84720" y="0"/>
                  </a:lnTo>
                  <a:lnTo>
                    <a:pt x="84720" y="2176"/>
                  </a:lnTo>
                  <a:cubicBezTo>
                    <a:pt x="84720" y="2176"/>
                    <a:pt x="84846" y="2469"/>
                    <a:pt x="83842" y="2406"/>
                  </a:cubicBezTo>
                  <a:lnTo>
                    <a:pt x="859" y="2406"/>
                  </a:lnTo>
                  <a:cubicBezTo>
                    <a:pt x="859" y="2406"/>
                    <a:pt x="63" y="2616"/>
                    <a:pt x="1" y="2113"/>
                  </a:cubicBezTo>
                  <a:close/>
                </a:path>
              </a:pathLst>
            </a:cu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16"/>
            <p:cNvSpPr/>
            <p:nvPr/>
          </p:nvSpPr>
          <p:spPr>
            <a:xfrm>
              <a:off x="4923641" y="4252738"/>
              <a:ext cx="147227" cy="15652"/>
            </a:xfrm>
            <a:custGeom>
              <a:avLst/>
              <a:gdLst/>
              <a:ahLst/>
              <a:cxnLst/>
              <a:rect l="l" t="t" r="r" b="b"/>
              <a:pathLst>
                <a:path w="3139" h="294" extrusionOk="0">
                  <a:moveTo>
                    <a:pt x="126" y="1"/>
                  </a:moveTo>
                  <a:cubicBezTo>
                    <a:pt x="63" y="1"/>
                    <a:pt x="0" y="64"/>
                    <a:pt x="0" y="147"/>
                  </a:cubicBezTo>
                  <a:cubicBezTo>
                    <a:pt x="0" y="231"/>
                    <a:pt x="63" y="294"/>
                    <a:pt x="126" y="294"/>
                  </a:cubicBezTo>
                  <a:lnTo>
                    <a:pt x="3013" y="294"/>
                  </a:lnTo>
                  <a:cubicBezTo>
                    <a:pt x="3076" y="294"/>
                    <a:pt x="3139" y="231"/>
                    <a:pt x="3139" y="147"/>
                  </a:cubicBezTo>
                  <a:cubicBezTo>
                    <a:pt x="3139" y="64"/>
                    <a:pt x="3076" y="1"/>
                    <a:pt x="3013" y="1"/>
                  </a:cubicBezTo>
                  <a:close/>
                </a:path>
              </a:pathLst>
            </a:cu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16"/>
            <p:cNvSpPr/>
            <p:nvPr/>
          </p:nvSpPr>
          <p:spPr>
            <a:xfrm>
              <a:off x="2963825" y="4214901"/>
              <a:ext cx="602209" cy="110349"/>
            </a:xfrm>
            <a:custGeom>
              <a:avLst/>
              <a:gdLst/>
              <a:ahLst/>
              <a:cxnLst/>
              <a:rect l="l" t="t" r="r" b="b"/>
              <a:pathLst>
                <a:path w="11948" h="1340" extrusionOk="0">
                  <a:moveTo>
                    <a:pt x="335" y="0"/>
                  </a:moveTo>
                  <a:cubicBezTo>
                    <a:pt x="335" y="0"/>
                    <a:pt x="0" y="1088"/>
                    <a:pt x="1088" y="1193"/>
                  </a:cubicBezTo>
                  <a:lnTo>
                    <a:pt x="10901" y="1193"/>
                  </a:lnTo>
                  <a:cubicBezTo>
                    <a:pt x="10901" y="1193"/>
                    <a:pt x="11947" y="1339"/>
                    <a:pt x="11822" y="42"/>
                  </a:cubicBezTo>
                  <a:close/>
                </a:path>
              </a:pathLst>
            </a:custGeom>
            <a:solidFill>
              <a:schemeClr val="dk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62" name="Google Shape;2362;p116"/>
          <p:cNvPicPr preferRelativeResize="0"/>
          <p:nvPr/>
        </p:nvPicPr>
        <p:blipFill rotWithShape="1">
          <a:blip r:embed="rId5">
            <a:alphaModFix/>
          </a:blip>
          <a:srcRect l="5365" r="5365"/>
          <a:stretch/>
        </p:blipFill>
        <p:spPr>
          <a:xfrm>
            <a:off x="1213934" y="1353750"/>
            <a:ext cx="3228355" cy="2034212"/>
          </a:xfrm>
          <a:prstGeom prst="rect">
            <a:avLst/>
          </a:prstGeom>
          <a:noFill/>
          <a:ln w="19050" cap="flat" cmpd="sng">
            <a:solidFill>
              <a:schemeClr val="accent2"/>
            </a:solidFill>
            <a:prstDash val="solid"/>
            <a:round/>
            <a:headEnd type="none" w="sm" len="sm"/>
            <a:tailEnd type="none" w="sm" len="sm"/>
          </a:ln>
        </p:spPr>
      </p:pic>
      <p:grpSp>
        <p:nvGrpSpPr>
          <p:cNvPr id="2363" name="Google Shape;2363;p116"/>
          <p:cNvGrpSpPr/>
          <p:nvPr/>
        </p:nvGrpSpPr>
        <p:grpSpPr>
          <a:xfrm>
            <a:off x="1227488" y="3037556"/>
            <a:ext cx="3210597" cy="275191"/>
            <a:chOff x="1547790" y="4380990"/>
            <a:chExt cx="3071166" cy="265346"/>
          </a:xfrm>
        </p:grpSpPr>
        <p:sp>
          <p:nvSpPr>
            <p:cNvPr id="2364" name="Google Shape;2364;p116"/>
            <p:cNvSpPr/>
            <p:nvPr/>
          </p:nvSpPr>
          <p:spPr>
            <a:xfrm>
              <a:off x="1547790" y="4425528"/>
              <a:ext cx="3071166" cy="17129"/>
            </a:xfrm>
            <a:custGeom>
              <a:avLst/>
              <a:gdLst/>
              <a:ahLst/>
              <a:cxnLst/>
              <a:rect l="l" t="t" r="r" b="b"/>
              <a:pathLst>
                <a:path w="258897" h="1444" extrusionOk="0">
                  <a:moveTo>
                    <a:pt x="0" y="0"/>
                  </a:moveTo>
                  <a:lnTo>
                    <a:pt x="0" y="1443"/>
                  </a:lnTo>
                  <a:lnTo>
                    <a:pt x="258897" y="1443"/>
                  </a:lnTo>
                  <a:lnTo>
                    <a:pt x="2588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16"/>
            <p:cNvSpPr/>
            <p:nvPr/>
          </p:nvSpPr>
          <p:spPr>
            <a:xfrm>
              <a:off x="1547790" y="4425528"/>
              <a:ext cx="1254258" cy="17129"/>
            </a:xfrm>
            <a:custGeom>
              <a:avLst/>
              <a:gdLst/>
              <a:ahLst/>
              <a:cxnLst/>
              <a:rect l="l" t="t" r="r" b="b"/>
              <a:pathLst>
                <a:path w="105733" h="1444" extrusionOk="0">
                  <a:moveTo>
                    <a:pt x="0" y="0"/>
                  </a:moveTo>
                  <a:lnTo>
                    <a:pt x="0" y="1443"/>
                  </a:lnTo>
                  <a:lnTo>
                    <a:pt x="105732" y="1443"/>
                  </a:lnTo>
                  <a:lnTo>
                    <a:pt x="10573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16"/>
            <p:cNvSpPr/>
            <p:nvPr/>
          </p:nvSpPr>
          <p:spPr>
            <a:xfrm>
              <a:off x="2136099" y="4520772"/>
              <a:ext cx="81329" cy="114414"/>
            </a:xfrm>
            <a:custGeom>
              <a:avLst/>
              <a:gdLst/>
              <a:ahLst/>
              <a:cxnLst/>
              <a:rect l="l" t="t" r="r" b="b"/>
              <a:pathLst>
                <a:path w="6856" h="9645" extrusionOk="0">
                  <a:moveTo>
                    <a:pt x="0" y="0"/>
                  </a:moveTo>
                  <a:lnTo>
                    <a:pt x="0" y="9644"/>
                  </a:lnTo>
                  <a:lnTo>
                    <a:pt x="6855" y="4822"/>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116"/>
            <p:cNvSpPr/>
            <p:nvPr/>
          </p:nvSpPr>
          <p:spPr>
            <a:xfrm>
              <a:off x="2231533" y="4520772"/>
              <a:ext cx="19051" cy="114414"/>
            </a:xfrm>
            <a:custGeom>
              <a:avLst/>
              <a:gdLst/>
              <a:ahLst/>
              <a:cxnLst/>
              <a:rect l="l" t="t" r="r" b="b"/>
              <a:pathLst>
                <a:path w="1606" h="9645" extrusionOk="0">
                  <a:moveTo>
                    <a:pt x="1" y="0"/>
                  </a:moveTo>
                  <a:lnTo>
                    <a:pt x="1" y="9644"/>
                  </a:lnTo>
                  <a:lnTo>
                    <a:pt x="1605" y="9644"/>
                  </a:lnTo>
                  <a:lnTo>
                    <a:pt x="160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116"/>
            <p:cNvSpPr/>
            <p:nvPr/>
          </p:nvSpPr>
          <p:spPr>
            <a:xfrm>
              <a:off x="1905314" y="4520772"/>
              <a:ext cx="81353" cy="114414"/>
            </a:xfrm>
            <a:custGeom>
              <a:avLst/>
              <a:gdLst/>
              <a:ahLst/>
              <a:cxnLst/>
              <a:rect l="l" t="t" r="r" b="b"/>
              <a:pathLst>
                <a:path w="6858" h="9645" extrusionOk="0">
                  <a:moveTo>
                    <a:pt x="1" y="0"/>
                  </a:moveTo>
                  <a:lnTo>
                    <a:pt x="1" y="9644"/>
                  </a:lnTo>
                  <a:lnTo>
                    <a:pt x="6857" y="4822"/>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16"/>
            <p:cNvSpPr/>
            <p:nvPr/>
          </p:nvSpPr>
          <p:spPr>
            <a:xfrm>
              <a:off x="1674553" y="4520772"/>
              <a:ext cx="81341" cy="114414"/>
            </a:xfrm>
            <a:custGeom>
              <a:avLst/>
              <a:gdLst/>
              <a:ahLst/>
              <a:cxnLst/>
              <a:rect l="l" t="t" r="r" b="b"/>
              <a:pathLst>
                <a:path w="6857" h="9645" extrusionOk="0">
                  <a:moveTo>
                    <a:pt x="6857" y="0"/>
                  </a:moveTo>
                  <a:lnTo>
                    <a:pt x="0" y="4822"/>
                  </a:lnTo>
                  <a:lnTo>
                    <a:pt x="6857" y="9644"/>
                  </a:lnTo>
                  <a:lnTo>
                    <a:pt x="68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16"/>
            <p:cNvSpPr/>
            <p:nvPr/>
          </p:nvSpPr>
          <p:spPr>
            <a:xfrm>
              <a:off x="1641397" y="4520772"/>
              <a:ext cx="19051" cy="114414"/>
            </a:xfrm>
            <a:custGeom>
              <a:avLst/>
              <a:gdLst/>
              <a:ahLst/>
              <a:cxnLst/>
              <a:rect l="l" t="t" r="r" b="b"/>
              <a:pathLst>
                <a:path w="1606" h="9645" extrusionOk="0">
                  <a:moveTo>
                    <a:pt x="0" y="0"/>
                  </a:moveTo>
                  <a:lnTo>
                    <a:pt x="0" y="9644"/>
                  </a:lnTo>
                  <a:lnTo>
                    <a:pt x="1605" y="9644"/>
                  </a:lnTo>
                  <a:lnTo>
                    <a:pt x="160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16"/>
            <p:cNvSpPr/>
            <p:nvPr/>
          </p:nvSpPr>
          <p:spPr>
            <a:xfrm>
              <a:off x="3912449" y="4500914"/>
              <a:ext cx="148661" cy="145422"/>
            </a:xfrm>
            <a:custGeom>
              <a:avLst/>
              <a:gdLst/>
              <a:ahLst/>
              <a:cxnLst/>
              <a:rect l="l" t="t" r="r" b="b"/>
              <a:pathLst>
                <a:path w="12532" h="12259" extrusionOk="0">
                  <a:moveTo>
                    <a:pt x="6266" y="4165"/>
                  </a:moveTo>
                  <a:cubicBezTo>
                    <a:pt x="7372" y="4165"/>
                    <a:pt x="8275" y="5046"/>
                    <a:pt x="8275" y="6128"/>
                  </a:cubicBezTo>
                  <a:cubicBezTo>
                    <a:pt x="8275" y="7212"/>
                    <a:pt x="7374" y="8094"/>
                    <a:pt x="6266" y="8094"/>
                  </a:cubicBezTo>
                  <a:cubicBezTo>
                    <a:pt x="5158" y="8094"/>
                    <a:pt x="4257" y="7212"/>
                    <a:pt x="4257" y="6128"/>
                  </a:cubicBezTo>
                  <a:cubicBezTo>
                    <a:pt x="4257" y="5046"/>
                    <a:pt x="5159" y="4165"/>
                    <a:pt x="6266" y="4165"/>
                  </a:cubicBezTo>
                  <a:close/>
                  <a:moveTo>
                    <a:pt x="5550" y="0"/>
                  </a:moveTo>
                  <a:cubicBezTo>
                    <a:pt x="5454" y="0"/>
                    <a:pt x="4829" y="1686"/>
                    <a:pt x="4829" y="1686"/>
                  </a:cubicBezTo>
                  <a:lnTo>
                    <a:pt x="4064" y="1996"/>
                  </a:lnTo>
                  <a:cubicBezTo>
                    <a:pt x="4064" y="1996"/>
                    <a:pt x="2509" y="1336"/>
                    <a:pt x="2319" y="1336"/>
                  </a:cubicBezTo>
                  <a:cubicBezTo>
                    <a:pt x="2310" y="1336"/>
                    <a:pt x="2304" y="1338"/>
                    <a:pt x="2301" y="1340"/>
                  </a:cubicBezTo>
                  <a:lnTo>
                    <a:pt x="1328" y="2292"/>
                  </a:lnTo>
                  <a:cubicBezTo>
                    <a:pt x="1261" y="2357"/>
                    <a:pt x="2035" y="3983"/>
                    <a:pt x="2035" y="3983"/>
                  </a:cubicBezTo>
                  <a:lnTo>
                    <a:pt x="1719" y="4733"/>
                  </a:lnTo>
                  <a:cubicBezTo>
                    <a:pt x="1719" y="4733"/>
                    <a:pt x="0" y="5394"/>
                    <a:pt x="0" y="5484"/>
                  </a:cubicBezTo>
                  <a:lnTo>
                    <a:pt x="0" y="6830"/>
                  </a:lnTo>
                  <a:cubicBezTo>
                    <a:pt x="0" y="6924"/>
                    <a:pt x="1724" y="7537"/>
                    <a:pt x="1724" y="7537"/>
                  </a:cubicBezTo>
                  <a:lnTo>
                    <a:pt x="2039" y="8285"/>
                  </a:lnTo>
                  <a:cubicBezTo>
                    <a:pt x="2039" y="8285"/>
                    <a:pt x="1304" y="9944"/>
                    <a:pt x="1369" y="10007"/>
                  </a:cubicBezTo>
                  <a:lnTo>
                    <a:pt x="2342" y="10961"/>
                  </a:lnTo>
                  <a:cubicBezTo>
                    <a:pt x="2345" y="10963"/>
                    <a:pt x="2350" y="10964"/>
                    <a:pt x="2358" y="10964"/>
                  </a:cubicBezTo>
                  <a:cubicBezTo>
                    <a:pt x="2540" y="10964"/>
                    <a:pt x="4069" y="10267"/>
                    <a:pt x="4069" y="10267"/>
                  </a:cubicBezTo>
                  <a:lnTo>
                    <a:pt x="4836" y="10579"/>
                  </a:lnTo>
                  <a:cubicBezTo>
                    <a:pt x="4836" y="10579"/>
                    <a:pt x="5513" y="12259"/>
                    <a:pt x="5607" y="12259"/>
                  </a:cubicBezTo>
                  <a:lnTo>
                    <a:pt x="6983" y="12259"/>
                  </a:lnTo>
                  <a:cubicBezTo>
                    <a:pt x="7077" y="12259"/>
                    <a:pt x="7704" y="10573"/>
                    <a:pt x="7704" y="10573"/>
                  </a:cubicBezTo>
                  <a:lnTo>
                    <a:pt x="8471" y="10263"/>
                  </a:lnTo>
                  <a:cubicBezTo>
                    <a:pt x="8471" y="10263"/>
                    <a:pt x="10025" y="10924"/>
                    <a:pt x="10212" y="10924"/>
                  </a:cubicBezTo>
                  <a:cubicBezTo>
                    <a:pt x="10220" y="10924"/>
                    <a:pt x="10226" y="10923"/>
                    <a:pt x="10229" y="10920"/>
                  </a:cubicBezTo>
                  <a:lnTo>
                    <a:pt x="11203" y="9968"/>
                  </a:lnTo>
                  <a:cubicBezTo>
                    <a:pt x="11271" y="9902"/>
                    <a:pt x="10495" y="8276"/>
                    <a:pt x="10495" y="8276"/>
                  </a:cubicBezTo>
                  <a:lnTo>
                    <a:pt x="10811" y="7526"/>
                  </a:lnTo>
                  <a:cubicBezTo>
                    <a:pt x="10811" y="7526"/>
                    <a:pt x="12531" y="6865"/>
                    <a:pt x="12531" y="6773"/>
                  </a:cubicBezTo>
                  <a:lnTo>
                    <a:pt x="12531" y="5427"/>
                  </a:lnTo>
                  <a:cubicBezTo>
                    <a:pt x="12531" y="5334"/>
                    <a:pt x="10809" y="4724"/>
                    <a:pt x="10809" y="4724"/>
                  </a:cubicBezTo>
                  <a:lnTo>
                    <a:pt x="10492" y="3972"/>
                  </a:lnTo>
                  <a:cubicBezTo>
                    <a:pt x="10492" y="3972"/>
                    <a:pt x="11229" y="2313"/>
                    <a:pt x="11163" y="2249"/>
                  </a:cubicBezTo>
                  <a:lnTo>
                    <a:pt x="10190" y="1298"/>
                  </a:lnTo>
                  <a:cubicBezTo>
                    <a:pt x="10187" y="1296"/>
                    <a:pt x="10181" y="1294"/>
                    <a:pt x="10173" y="1294"/>
                  </a:cubicBezTo>
                  <a:cubicBezTo>
                    <a:pt x="9987" y="1294"/>
                    <a:pt x="8462" y="1991"/>
                    <a:pt x="8462" y="1991"/>
                  </a:cubicBezTo>
                  <a:lnTo>
                    <a:pt x="7695" y="1682"/>
                  </a:lnTo>
                  <a:cubicBezTo>
                    <a:pt x="7695" y="1682"/>
                    <a:pt x="7019" y="0"/>
                    <a:pt x="69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16"/>
            <p:cNvSpPr/>
            <p:nvPr/>
          </p:nvSpPr>
          <p:spPr>
            <a:xfrm>
              <a:off x="4166390" y="4516893"/>
              <a:ext cx="169598" cy="111484"/>
            </a:xfrm>
            <a:custGeom>
              <a:avLst/>
              <a:gdLst/>
              <a:ahLst/>
              <a:cxnLst/>
              <a:rect l="l" t="t" r="r" b="b"/>
              <a:pathLst>
                <a:path w="14297" h="9398" extrusionOk="0">
                  <a:moveTo>
                    <a:pt x="13244" y="1052"/>
                  </a:moveTo>
                  <a:lnTo>
                    <a:pt x="13244" y="8346"/>
                  </a:lnTo>
                  <a:lnTo>
                    <a:pt x="1053" y="8346"/>
                  </a:lnTo>
                  <a:lnTo>
                    <a:pt x="1053" y="1052"/>
                  </a:lnTo>
                  <a:close/>
                  <a:moveTo>
                    <a:pt x="0" y="1"/>
                  </a:moveTo>
                  <a:lnTo>
                    <a:pt x="0" y="9398"/>
                  </a:lnTo>
                  <a:lnTo>
                    <a:pt x="14296" y="9398"/>
                  </a:lnTo>
                  <a:lnTo>
                    <a:pt x="1429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16"/>
            <p:cNvSpPr/>
            <p:nvPr/>
          </p:nvSpPr>
          <p:spPr>
            <a:xfrm>
              <a:off x="4518160" y="4505066"/>
              <a:ext cx="55552" cy="55493"/>
            </a:xfrm>
            <a:custGeom>
              <a:avLst/>
              <a:gdLst/>
              <a:ahLst/>
              <a:cxnLst/>
              <a:rect l="l" t="t" r="r" b="b"/>
              <a:pathLst>
                <a:path w="4683" h="4678" extrusionOk="0">
                  <a:moveTo>
                    <a:pt x="1" y="1"/>
                  </a:moveTo>
                  <a:lnTo>
                    <a:pt x="1" y="1052"/>
                  </a:lnTo>
                  <a:lnTo>
                    <a:pt x="3630" y="1052"/>
                  </a:lnTo>
                  <a:lnTo>
                    <a:pt x="3630" y="4678"/>
                  </a:lnTo>
                  <a:lnTo>
                    <a:pt x="4682" y="4678"/>
                  </a:lnTo>
                  <a:lnTo>
                    <a:pt x="46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16"/>
            <p:cNvSpPr/>
            <p:nvPr/>
          </p:nvSpPr>
          <p:spPr>
            <a:xfrm>
              <a:off x="4438456" y="4505066"/>
              <a:ext cx="55528" cy="55493"/>
            </a:xfrm>
            <a:custGeom>
              <a:avLst/>
              <a:gdLst/>
              <a:ahLst/>
              <a:cxnLst/>
              <a:rect l="l" t="t" r="r" b="b"/>
              <a:pathLst>
                <a:path w="4681" h="4678" extrusionOk="0">
                  <a:moveTo>
                    <a:pt x="1" y="1"/>
                  </a:moveTo>
                  <a:lnTo>
                    <a:pt x="1" y="4678"/>
                  </a:lnTo>
                  <a:lnTo>
                    <a:pt x="1053" y="4678"/>
                  </a:lnTo>
                  <a:lnTo>
                    <a:pt x="1053" y="1052"/>
                  </a:lnTo>
                  <a:lnTo>
                    <a:pt x="4681" y="1052"/>
                  </a:lnTo>
                  <a:lnTo>
                    <a:pt x="46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16"/>
            <p:cNvSpPr/>
            <p:nvPr/>
          </p:nvSpPr>
          <p:spPr>
            <a:xfrm>
              <a:off x="4518160" y="4584723"/>
              <a:ext cx="55552" cy="55493"/>
            </a:xfrm>
            <a:custGeom>
              <a:avLst/>
              <a:gdLst/>
              <a:ahLst/>
              <a:cxnLst/>
              <a:rect l="l" t="t" r="r" b="b"/>
              <a:pathLst>
                <a:path w="4683" h="4678" extrusionOk="0">
                  <a:moveTo>
                    <a:pt x="3630" y="0"/>
                  </a:moveTo>
                  <a:lnTo>
                    <a:pt x="3630" y="3626"/>
                  </a:lnTo>
                  <a:lnTo>
                    <a:pt x="1" y="3626"/>
                  </a:lnTo>
                  <a:lnTo>
                    <a:pt x="1" y="4677"/>
                  </a:lnTo>
                  <a:lnTo>
                    <a:pt x="4682" y="4677"/>
                  </a:lnTo>
                  <a:lnTo>
                    <a:pt x="46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16"/>
            <p:cNvSpPr/>
            <p:nvPr/>
          </p:nvSpPr>
          <p:spPr>
            <a:xfrm>
              <a:off x="4438456" y="4584723"/>
              <a:ext cx="55528" cy="55493"/>
            </a:xfrm>
            <a:custGeom>
              <a:avLst/>
              <a:gdLst/>
              <a:ahLst/>
              <a:cxnLst/>
              <a:rect l="l" t="t" r="r" b="b"/>
              <a:pathLst>
                <a:path w="4681" h="4678" extrusionOk="0">
                  <a:moveTo>
                    <a:pt x="1" y="0"/>
                  </a:moveTo>
                  <a:lnTo>
                    <a:pt x="1" y="4677"/>
                  </a:lnTo>
                  <a:lnTo>
                    <a:pt x="4681" y="4677"/>
                  </a:lnTo>
                  <a:lnTo>
                    <a:pt x="4681" y="3626"/>
                  </a:lnTo>
                  <a:lnTo>
                    <a:pt x="1053" y="3626"/>
                  </a:lnTo>
                  <a:lnTo>
                    <a:pt x="10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16"/>
            <p:cNvSpPr/>
            <p:nvPr/>
          </p:nvSpPr>
          <p:spPr>
            <a:xfrm>
              <a:off x="2747392" y="4380990"/>
              <a:ext cx="109449" cy="105266"/>
            </a:xfrm>
            <a:custGeom>
              <a:avLst/>
              <a:gdLst/>
              <a:ahLst/>
              <a:cxnLst/>
              <a:rect l="l" t="t" r="r" b="b"/>
              <a:pathLst>
                <a:path w="5170" h="4973" extrusionOk="0">
                  <a:moveTo>
                    <a:pt x="2684" y="0"/>
                  </a:moveTo>
                  <a:cubicBezTo>
                    <a:pt x="2683" y="0"/>
                    <a:pt x="2682" y="0"/>
                    <a:pt x="2681" y="0"/>
                  </a:cubicBezTo>
                  <a:cubicBezTo>
                    <a:pt x="1675" y="0"/>
                    <a:pt x="768" y="607"/>
                    <a:pt x="385" y="1536"/>
                  </a:cubicBezTo>
                  <a:cubicBezTo>
                    <a:pt x="0" y="2464"/>
                    <a:pt x="213" y="3535"/>
                    <a:pt x="925" y="4246"/>
                  </a:cubicBezTo>
                  <a:cubicBezTo>
                    <a:pt x="1400" y="4721"/>
                    <a:pt x="2035" y="4973"/>
                    <a:pt x="2682" y="4973"/>
                  </a:cubicBezTo>
                  <a:cubicBezTo>
                    <a:pt x="3003" y="4973"/>
                    <a:pt x="3328" y="4910"/>
                    <a:pt x="3637" y="4782"/>
                  </a:cubicBezTo>
                  <a:cubicBezTo>
                    <a:pt x="4565" y="4397"/>
                    <a:pt x="5170" y="3488"/>
                    <a:pt x="5170" y="2482"/>
                  </a:cubicBezTo>
                  <a:cubicBezTo>
                    <a:pt x="5168" y="1112"/>
                    <a:pt x="4056" y="0"/>
                    <a:pt x="26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8" name="Google Shape;2378;p116"/>
          <p:cNvSpPr/>
          <p:nvPr/>
        </p:nvSpPr>
        <p:spPr>
          <a:xfrm>
            <a:off x="6103169" y="1314259"/>
            <a:ext cx="2160134" cy="330524"/>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LAPTOP</a:t>
            </a:r>
          </a:p>
        </p:txBody>
      </p:sp>
      <p:sp>
        <p:nvSpPr>
          <p:cNvPr id="2379" name="Google Shape;2379;p116"/>
          <p:cNvSpPr/>
          <p:nvPr/>
        </p:nvSpPr>
        <p:spPr>
          <a:xfrm>
            <a:off x="5243914" y="1864646"/>
            <a:ext cx="3029322" cy="33006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SOFTWARE</a:t>
            </a:r>
          </a:p>
        </p:txBody>
      </p:sp>
      <p:sp>
        <p:nvSpPr>
          <p:cNvPr id="2380" name="Google Shape;2380;p116"/>
          <p:cNvSpPr txBox="1">
            <a:spLocks noGrp="1"/>
          </p:cNvSpPr>
          <p:nvPr>
            <p:ph type="title"/>
          </p:nvPr>
        </p:nvSpPr>
        <p:spPr>
          <a:xfrm>
            <a:off x="4936980" y="937425"/>
            <a:ext cx="3490800" cy="1634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LAPTOP SOFTWARE</a:t>
            </a:r>
            <a:endParaRPr/>
          </a:p>
        </p:txBody>
      </p:sp>
      <p:sp>
        <p:nvSpPr>
          <p:cNvPr id="2381" name="Google Shape;2381;p116">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16">
            <a:hlinkClick r:id="rId6"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16">
            <a:hlinkClick r:id="rId7"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6</a:t>
            </a:r>
            <a:endParaRPr sz="1200" b="1">
              <a:solidFill>
                <a:schemeClr val="dk2"/>
              </a:solidFill>
              <a:latin typeface="Darker Grotesque"/>
              <a:ea typeface="Darker Grotesque"/>
              <a:cs typeface="Darker Grotesque"/>
              <a:sym typeface="Darker Grotesque"/>
            </a:endParaRPr>
          </a:p>
        </p:txBody>
      </p:sp>
      <p:sp>
        <p:nvSpPr>
          <p:cNvPr id="2384" name="Google Shape;2384;p116">
            <a:hlinkClick r:id="rId6"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16">
            <a:hlinkClick r:id="rId6"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86" name="Google Shape;2386;p116">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387" name="Google Shape;2387;p116">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88" name="Google Shape;2388;p116">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350"/>
                                        </p:tgtEl>
                                        <p:attrNameLst>
                                          <p:attrName>style.visibility</p:attrName>
                                        </p:attrNameLst>
                                      </p:cBhvr>
                                      <p:to>
                                        <p:strVal val="visible"/>
                                      </p:to>
                                    </p:set>
                                    <p:anim calcmode="lin" valueType="num">
                                      <p:cBhvr additive="base">
                                        <p:cTn id="7" dur="1000"/>
                                        <p:tgtEl>
                                          <p:spTgt spid="2350"/>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2351"/>
                                        </p:tgtEl>
                                        <p:attrNameLst>
                                          <p:attrName>style.visibility</p:attrName>
                                        </p:attrNameLst>
                                      </p:cBhvr>
                                      <p:to>
                                        <p:strVal val="visible"/>
                                      </p:to>
                                    </p:set>
                                    <p:anim calcmode="lin" valueType="num">
                                      <p:cBhvr additive="base">
                                        <p:cTn id="10" dur="1000"/>
                                        <p:tgtEl>
                                          <p:spTgt spid="2351"/>
                                        </p:tgtEl>
                                        <p:attrNameLst>
                                          <p:attrName>ppt_y</p:attrName>
                                        </p:attrNameLst>
                                      </p:cBhvr>
                                      <p:tavLst>
                                        <p:tav tm="0">
                                          <p:val>
                                            <p:strVal val="#ppt_y+1"/>
                                          </p:val>
                                        </p:tav>
                                        <p:tav tm="100000">
                                          <p:val>
                                            <p:strVal val="#ppt_y"/>
                                          </p:val>
                                        </p:tav>
                                      </p:tavLst>
                                    </p:anim>
                                  </p:childTnLst>
                                </p:cTn>
                              </p:par>
                              <p:par>
                                <p:cTn id="11" presetID="2" presetClass="entr" presetSubtype="2" fill="hold" nodeType="withEffect">
                                  <p:stCondLst>
                                    <p:cond delay="0"/>
                                  </p:stCondLst>
                                  <p:childTnLst>
                                    <p:set>
                                      <p:cBhvr>
                                        <p:cTn id="12" dur="1" fill="hold">
                                          <p:stCondLst>
                                            <p:cond delay="0"/>
                                          </p:stCondLst>
                                        </p:cTn>
                                        <p:tgtEl>
                                          <p:spTgt spid="2352"/>
                                        </p:tgtEl>
                                        <p:attrNameLst>
                                          <p:attrName>style.visibility</p:attrName>
                                        </p:attrNameLst>
                                      </p:cBhvr>
                                      <p:to>
                                        <p:strVal val="visible"/>
                                      </p:to>
                                    </p:set>
                                    <p:anim calcmode="lin" valueType="num">
                                      <p:cBhvr additive="base">
                                        <p:cTn id="13" dur="1000"/>
                                        <p:tgtEl>
                                          <p:spTgt spid="2352"/>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Shape 2392"/>
        <p:cNvGrpSpPr/>
        <p:nvPr/>
      </p:nvGrpSpPr>
      <p:grpSpPr>
        <a:xfrm>
          <a:off x="0" y="0"/>
          <a:ext cx="0" cy="0"/>
          <a:chOff x="0" y="0"/>
          <a:chExt cx="0" cy="0"/>
        </a:xfrm>
      </p:grpSpPr>
      <p:sp>
        <p:nvSpPr>
          <p:cNvPr id="2393" name="Google Shape;2393;p117"/>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TEAM</a:t>
            </a:r>
            <a:endParaRPr/>
          </a:p>
        </p:txBody>
      </p:sp>
      <p:sp>
        <p:nvSpPr>
          <p:cNvPr id="2394" name="Google Shape;2394;p117"/>
          <p:cNvSpPr txBox="1">
            <a:spLocks noGrp="1"/>
          </p:cNvSpPr>
          <p:nvPr>
            <p:ph type="title"/>
          </p:nvPr>
        </p:nvSpPr>
        <p:spPr>
          <a:xfrm>
            <a:off x="780300" y="3151325"/>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JENNA DOE</a:t>
            </a:r>
            <a:endParaRPr/>
          </a:p>
        </p:txBody>
      </p:sp>
      <p:sp>
        <p:nvSpPr>
          <p:cNvPr id="2395" name="Google Shape;2395;p117"/>
          <p:cNvSpPr txBox="1">
            <a:spLocks noGrp="1"/>
          </p:cNvSpPr>
          <p:nvPr>
            <p:ph type="subTitle" idx="1"/>
          </p:nvPr>
        </p:nvSpPr>
        <p:spPr>
          <a:xfrm>
            <a:off x="985200" y="3594696"/>
            <a:ext cx="1806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sp>
        <p:nvSpPr>
          <p:cNvPr id="2396" name="Google Shape;2396;p117"/>
          <p:cNvSpPr txBox="1">
            <a:spLocks noGrp="1"/>
          </p:cNvSpPr>
          <p:nvPr>
            <p:ph type="title" idx="2"/>
          </p:nvPr>
        </p:nvSpPr>
        <p:spPr>
          <a:xfrm>
            <a:off x="3464100" y="3151325"/>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SUSAN BONES</a:t>
            </a:r>
            <a:endParaRPr sz="1800"/>
          </a:p>
        </p:txBody>
      </p:sp>
      <p:sp>
        <p:nvSpPr>
          <p:cNvPr id="2397" name="Google Shape;2397;p117"/>
          <p:cNvSpPr txBox="1">
            <a:spLocks noGrp="1"/>
          </p:cNvSpPr>
          <p:nvPr>
            <p:ph type="subTitle" idx="3"/>
          </p:nvPr>
        </p:nvSpPr>
        <p:spPr>
          <a:xfrm>
            <a:off x="3669000" y="3594696"/>
            <a:ext cx="1806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sp>
        <p:nvSpPr>
          <p:cNvPr id="2398" name="Google Shape;2398;p117"/>
          <p:cNvSpPr txBox="1">
            <a:spLocks noGrp="1"/>
          </p:cNvSpPr>
          <p:nvPr>
            <p:ph type="title" idx="4"/>
          </p:nvPr>
        </p:nvSpPr>
        <p:spPr>
          <a:xfrm>
            <a:off x="6178050" y="3151325"/>
            <a:ext cx="2215800" cy="43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TIMMY JIMMY</a:t>
            </a:r>
            <a:endParaRPr sz="1800"/>
          </a:p>
        </p:txBody>
      </p:sp>
      <p:sp>
        <p:nvSpPr>
          <p:cNvPr id="2399" name="Google Shape;2399;p117"/>
          <p:cNvSpPr txBox="1">
            <a:spLocks noGrp="1"/>
          </p:cNvSpPr>
          <p:nvPr>
            <p:ph type="subTitle" idx="5"/>
          </p:nvPr>
        </p:nvSpPr>
        <p:spPr>
          <a:xfrm>
            <a:off x="6382950" y="3594696"/>
            <a:ext cx="1806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pic>
        <p:nvPicPr>
          <p:cNvPr id="2400" name="Google Shape;2400;p117"/>
          <p:cNvPicPr preferRelativeResize="0"/>
          <p:nvPr/>
        </p:nvPicPr>
        <p:blipFill rotWithShape="1">
          <a:blip r:embed="rId3">
            <a:alphaModFix/>
          </a:blip>
          <a:srcRect l="22138" r="22138"/>
          <a:stretch/>
        </p:blipFill>
        <p:spPr>
          <a:xfrm>
            <a:off x="3874050" y="1515683"/>
            <a:ext cx="1395900" cy="1409100"/>
          </a:xfrm>
          <a:prstGeom prst="ellipse">
            <a:avLst/>
          </a:prstGeom>
          <a:noFill/>
          <a:ln>
            <a:noFill/>
          </a:ln>
        </p:spPr>
      </p:pic>
      <p:pic>
        <p:nvPicPr>
          <p:cNvPr id="2401" name="Google Shape;2401;p117"/>
          <p:cNvPicPr preferRelativeResize="0"/>
          <p:nvPr/>
        </p:nvPicPr>
        <p:blipFill rotWithShape="1">
          <a:blip r:embed="rId4">
            <a:alphaModFix/>
          </a:blip>
          <a:srcRect t="15908" r="59631" b="11648"/>
          <a:stretch/>
        </p:blipFill>
        <p:spPr>
          <a:xfrm>
            <a:off x="1190262" y="1515679"/>
            <a:ext cx="1395900" cy="1409100"/>
          </a:xfrm>
          <a:prstGeom prst="ellipse">
            <a:avLst/>
          </a:prstGeom>
          <a:noFill/>
          <a:ln>
            <a:noFill/>
          </a:ln>
        </p:spPr>
      </p:pic>
      <p:pic>
        <p:nvPicPr>
          <p:cNvPr id="2402" name="Google Shape;2402;p117"/>
          <p:cNvPicPr preferRelativeResize="0"/>
          <p:nvPr/>
        </p:nvPicPr>
        <p:blipFill rotWithShape="1">
          <a:blip r:embed="rId5">
            <a:alphaModFix/>
          </a:blip>
          <a:srcRect l="13943" t="10456" r="9275" b="12030"/>
          <a:stretch/>
        </p:blipFill>
        <p:spPr>
          <a:xfrm>
            <a:off x="6588000" y="1515683"/>
            <a:ext cx="1395900" cy="1409100"/>
          </a:xfrm>
          <a:prstGeom prst="ellipse">
            <a:avLst/>
          </a:prstGeom>
          <a:noFill/>
          <a:ln>
            <a:noFill/>
          </a:ln>
        </p:spPr>
      </p:pic>
      <p:pic>
        <p:nvPicPr>
          <p:cNvPr id="2403" name="Google Shape;2403;p117"/>
          <p:cNvPicPr preferRelativeResize="0"/>
          <p:nvPr/>
        </p:nvPicPr>
        <p:blipFill>
          <a:blip r:embed="rId6">
            <a:alphaModFix/>
          </a:blip>
          <a:stretch>
            <a:fillRect/>
          </a:stretch>
        </p:blipFill>
        <p:spPr>
          <a:xfrm rot="10799935">
            <a:off x="948678" y="4596376"/>
            <a:ext cx="540319" cy="409449"/>
          </a:xfrm>
          <a:prstGeom prst="rect">
            <a:avLst/>
          </a:prstGeom>
          <a:noFill/>
          <a:ln>
            <a:noFill/>
          </a:ln>
        </p:spPr>
      </p:pic>
      <p:sp>
        <p:nvSpPr>
          <p:cNvPr id="2404" name="Google Shape;2404;p117">
            <a:hlinkClick r:id="" action="ppaction://hlinkshowjump?jump=nextslide"/>
          </p:cNvPr>
          <p:cNvSpPr/>
          <p:nvPr/>
        </p:nvSpPr>
        <p:spPr>
          <a:xfrm>
            <a:off x="271492" y="210017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117">
            <a:hlinkClick r:id="rId7" action="ppaction://hlinksldjump"/>
          </p:cNvPr>
          <p:cNvSpPr/>
          <p:nvPr/>
        </p:nvSpPr>
        <p:spPr>
          <a:xfrm>
            <a:off x="271492" y="235007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117">
            <a:hlinkClick r:id="rId8" action="ppaction://hlinksldjump"/>
          </p:cNvPr>
          <p:cNvSpPr/>
          <p:nvPr/>
        </p:nvSpPr>
        <p:spPr>
          <a:xfrm>
            <a:off x="271492" y="259998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 sz="1200" b="1">
                <a:solidFill>
                  <a:schemeClr val="dk2"/>
                </a:solidFill>
                <a:latin typeface="Darker Grotesque"/>
                <a:ea typeface="Darker Grotesque"/>
                <a:cs typeface="Darker Grotesque"/>
                <a:sym typeface="Darker Grotesque"/>
              </a:rPr>
              <a:t>6</a:t>
            </a:r>
            <a:endParaRPr sz="1200" b="1">
              <a:solidFill>
                <a:schemeClr val="dk2"/>
              </a:solidFill>
              <a:latin typeface="Darker Grotesque"/>
              <a:ea typeface="Darker Grotesque"/>
              <a:cs typeface="Darker Grotesque"/>
              <a:sym typeface="Darker Grotesque"/>
            </a:endParaRPr>
          </a:p>
        </p:txBody>
      </p:sp>
      <p:sp>
        <p:nvSpPr>
          <p:cNvPr id="2407" name="Google Shape;2407;p117">
            <a:hlinkClick r:id="rId7" action="ppaction://hlinksldjump"/>
          </p:cNvPr>
          <p:cNvSpPr/>
          <p:nvPr/>
        </p:nvSpPr>
        <p:spPr>
          <a:xfrm>
            <a:off x="312597" y="238631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117">
            <a:hlinkClick r:id="rId7" action="ppaction://hlinksldjump"/>
          </p:cNvPr>
          <p:cNvSpPr/>
          <p:nvPr/>
        </p:nvSpPr>
        <p:spPr>
          <a:xfrm>
            <a:off x="337227" y="242729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09" name="Google Shape;2409;p117">
            <a:hlinkClick r:id="" action="ppaction://hlinkshowjump?jump=nextslide"/>
          </p:cNvPr>
          <p:cNvCxnSpPr/>
          <p:nvPr/>
        </p:nvCxnSpPr>
        <p:spPr>
          <a:xfrm>
            <a:off x="317292" y="2196900"/>
            <a:ext cx="102000" cy="0"/>
          </a:xfrm>
          <a:prstGeom prst="straightConnector1">
            <a:avLst/>
          </a:prstGeom>
          <a:noFill/>
          <a:ln w="9525" cap="flat" cmpd="sng">
            <a:solidFill>
              <a:schemeClr val="dk2"/>
            </a:solidFill>
            <a:prstDash val="solid"/>
            <a:round/>
            <a:headEnd type="none" w="med" len="med"/>
            <a:tailEnd type="oval" w="med" len="med"/>
          </a:ln>
        </p:spPr>
      </p:cxnSp>
      <p:sp>
        <p:nvSpPr>
          <p:cNvPr id="2410" name="Google Shape;2410;p117">
            <a:hlinkClick r:id="" action="ppaction://hlinkshowjump?jump=previousslide"/>
          </p:cNvPr>
          <p:cNvSpPr/>
          <p:nvPr/>
        </p:nvSpPr>
        <p:spPr>
          <a:xfrm>
            <a:off x="271492" y="2849890"/>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1" name="Google Shape;2411;p117">
            <a:hlinkClick r:id="" action="ppaction://hlinkshowjump?jump=previousslide"/>
          </p:cNvPr>
          <p:cNvCxnSpPr/>
          <p:nvPr/>
        </p:nvCxnSpPr>
        <p:spPr>
          <a:xfrm>
            <a:off x="317292" y="2946613"/>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0">
  <p:cSld>
    <p:spTree>
      <p:nvGrpSpPr>
        <p:cNvPr id="1" name="Shape 2415"/>
        <p:cNvGrpSpPr/>
        <p:nvPr/>
      </p:nvGrpSpPr>
      <p:grpSpPr>
        <a:xfrm>
          <a:off x="0" y="0"/>
          <a:ext cx="0" cy="0"/>
          <a:chOff x="0" y="0"/>
          <a:chExt cx="0" cy="0"/>
        </a:xfrm>
      </p:grpSpPr>
      <p:pic>
        <p:nvPicPr>
          <p:cNvPr id="2416" name="Google Shape;2416;p118"/>
          <p:cNvPicPr preferRelativeResize="0"/>
          <p:nvPr/>
        </p:nvPicPr>
        <p:blipFill rotWithShape="1">
          <a:blip r:embed="rId3">
            <a:alphaModFix/>
          </a:blip>
          <a:srcRect l="1668" t="1869" r="57428" b="5598"/>
          <a:stretch/>
        </p:blipFill>
        <p:spPr>
          <a:xfrm>
            <a:off x="5013900" y="-91650"/>
            <a:ext cx="4125552" cy="5249699"/>
          </a:xfrm>
          <a:prstGeom prst="rect">
            <a:avLst/>
          </a:prstGeom>
          <a:noFill/>
          <a:ln>
            <a:noFill/>
          </a:ln>
        </p:spPr>
      </p:pic>
      <p:sp>
        <p:nvSpPr>
          <p:cNvPr id="2417" name="Google Shape;2417;p118"/>
          <p:cNvSpPr txBox="1">
            <a:spLocks noGrp="1"/>
          </p:cNvSpPr>
          <p:nvPr>
            <p:ph type="subTitle" idx="1"/>
          </p:nvPr>
        </p:nvSpPr>
        <p:spPr>
          <a:xfrm>
            <a:off x="720000" y="1486900"/>
            <a:ext cx="4293900" cy="10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t>Do you have any questions?</a:t>
            </a:r>
            <a:endParaRPr b="1"/>
          </a:p>
          <a:p>
            <a:pPr marL="0" lvl="0" indent="0" algn="l" rtl="0">
              <a:spcBef>
                <a:spcPts val="0"/>
              </a:spcBef>
              <a:spcAft>
                <a:spcPts val="0"/>
              </a:spcAft>
              <a:buNone/>
            </a:pPr>
            <a:endParaRPr/>
          </a:p>
          <a:p>
            <a:pPr marL="0" lvl="0" indent="0" algn="l" rtl="0">
              <a:spcBef>
                <a:spcPts val="0"/>
              </a:spcBef>
              <a:spcAft>
                <a:spcPts val="0"/>
              </a:spcAft>
              <a:buNone/>
            </a:pPr>
            <a:r>
              <a:rPr lang="en"/>
              <a:t>addyouremail@freepik.com </a:t>
            </a:r>
            <a:endParaRPr/>
          </a:p>
          <a:p>
            <a:pPr marL="0" lvl="0" indent="0" algn="l" rtl="0">
              <a:spcBef>
                <a:spcPts val="0"/>
              </a:spcBef>
              <a:spcAft>
                <a:spcPts val="0"/>
              </a:spcAft>
              <a:buNone/>
            </a:pPr>
            <a:r>
              <a:rPr lang="en"/>
              <a:t>+91  620 421 838 </a:t>
            </a:r>
            <a:endParaRPr/>
          </a:p>
          <a:p>
            <a:pPr marL="0" lvl="0" indent="0" algn="l" rtl="0">
              <a:spcBef>
                <a:spcPts val="0"/>
              </a:spcBef>
              <a:spcAft>
                <a:spcPts val="0"/>
              </a:spcAft>
              <a:buNone/>
            </a:pPr>
            <a:r>
              <a:rPr lang="en"/>
              <a:t>yourcompany.com</a:t>
            </a:r>
            <a:endParaRPr/>
          </a:p>
        </p:txBody>
      </p:sp>
      <p:sp>
        <p:nvSpPr>
          <p:cNvPr id="2418" name="Google Shape;2418;p118"/>
          <p:cNvSpPr/>
          <p:nvPr/>
        </p:nvSpPr>
        <p:spPr>
          <a:xfrm>
            <a:off x="777277" y="678426"/>
            <a:ext cx="3610172" cy="538276"/>
          </a:xfrm>
          <a:prstGeom prst="rect">
            <a:avLst/>
          </a:prstGeom>
        </p:spPr>
        <p:txBody>
          <a:bodyPr>
            <a:prstTxWarp prst="textPlain">
              <a:avLst/>
            </a:prstTxWarp>
          </a:bodyPr>
          <a:lstStyle/>
          <a:p>
            <a:pPr lvl="0" algn="ctr"/>
            <a:r>
              <a:rPr b="0" i="0">
                <a:ln>
                  <a:noFill/>
                </a:ln>
                <a:gradFill>
                  <a:gsLst>
                    <a:gs pos="0">
                      <a:srgbClr val="8DF1FF"/>
                    </a:gs>
                    <a:gs pos="30000">
                      <a:srgbClr val="F2CEFF"/>
                    </a:gs>
                    <a:gs pos="100000">
                      <a:srgbClr val="0445FF"/>
                    </a:gs>
                  </a:gsLst>
                  <a:lin ang="8099331" scaled="0"/>
                </a:gradFill>
                <a:latin typeface="Orbitron;900"/>
              </a:rPr>
              <a:t>THANKS</a:t>
            </a:r>
          </a:p>
        </p:txBody>
      </p:sp>
      <p:sp>
        <p:nvSpPr>
          <p:cNvPr id="2419" name="Google Shape;2419;p118"/>
          <p:cNvSpPr txBox="1">
            <a:spLocks noGrp="1"/>
          </p:cNvSpPr>
          <p:nvPr>
            <p:ph type="ctrTitle"/>
          </p:nvPr>
        </p:nvSpPr>
        <p:spPr>
          <a:xfrm>
            <a:off x="720000" y="540000"/>
            <a:ext cx="4284000" cy="81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THANKS</a:t>
            </a:r>
            <a:endParaRPr/>
          </a:p>
        </p:txBody>
      </p:sp>
      <p:grpSp>
        <p:nvGrpSpPr>
          <p:cNvPr id="2420" name="Google Shape;2420;p118"/>
          <p:cNvGrpSpPr/>
          <p:nvPr/>
        </p:nvGrpSpPr>
        <p:grpSpPr>
          <a:xfrm>
            <a:off x="813073" y="2841911"/>
            <a:ext cx="312935" cy="312935"/>
            <a:chOff x="2866317" y="3817357"/>
            <a:chExt cx="356865" cy="356865"/>
          </a:xfrm>
        </p:grpSpPr>
        <p:sp>
          <p:nvSpPr>
            <p:cNvPr id="2421" name="Google Shape;2421;p118"/>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118"/>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 name="Google Shape;2423;p118"/>
          <p:cNvGrpSpPr/>
          <p:nvPr/>
        </p:nvGrpSpPr>
        <p:grpSpPr>
          <a:xfrm>
            <a:off x="1206305" y="2841911"/>
            <a:ext cx="312935" cy="312613"/>
            <a:chOff x="3314750" y="3817357"/>
            <a:chExt cx="356865" cy="356498"/>
          </a:xfrm>
        </p:grpSpPr>
        <p:sp>
          <p:nvSpPr>
            <p:cNvPr id="2424" name="Google Shape;2424;p118"/>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118"/>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118"/>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118"/>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 name="Google Shape;2428;p118"/>
          <p:cNvGrpSpPr/>
          <p:nvPr/>
        </p:nvGrpSpPr>
        <p:grpSpPr>
          <a:xfrm>
            <a:off x="1599536" y="2841911"/>
            <a:ext cx="312935" cy="312613"/>
            <a:chOff x="3763184" y="3817357"/>
            <a:chExt cx="356865" cy="356498"/>
          </a:xfrm>
        </p:grpSpPr>
        <p:sp>
          <p:nvSpPr>
            <p:cNvPr id="2429" name="Google Shape;2429;p118"/>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118"/>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118"/>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118"/>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3" name="Google Shape;2433;p118"/>
          <p:cNvGrpSpPr/>
          <p:nvPr/>
        </p:nvGrpSpPr>
        <p:grpSpPr>
          <a:xfrm>
            <a:off x="1993112" y="2841944"/>
            <a:ext cx="312613" cy="312613"/>
            <a:chOff x="4212010" y="3817395"/>
            <a:chExt cx="356498" cy="356498"/>
          </a:xfrm>
        </p:grpSpPr>
        <p:sp>
          <p:nvSpPr>
            <p:cNvPr id="2434" name="Google Shape;2434;p118"/>
            <p:cNvSpPr/>
            <p:nvPr/>
          </p:nvSpPr>
          <p:spPr>
            <a:xfrm>
              <a:off x="4212010" y="3817395"/>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118"/>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6" name="Google Shape;2436;p118"/>
          <p:cNvSpPr txBox="1"/>
          <p:nvPr/>
        </p:nvSpPr>
        <p:spPr>
          <a:xfrm flipH="1">
            <a:off x="720000" y="3315100"/>
            <a:ext cx="3132000" cy="393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Darker Grotesque"/>
                <a:ea typeface="Darker Grotesque"/>
                <a:cs typeface="Darker Grotesque"/>
                <a:sym typeface="Darker Grotesque"/>
              </a:rPr>
              <a:t>Please keep this slide for attribution</a:t>
            </a:r>
            <a:endParaRPr>
              <a:solidFill>
                <a:schemeClr val="dk1"/>
              </a:solidFill>
              <a:latin typeface="Darker Grotesque"/>
              <a:ea typeface="Darker Grotesque"/>
              <a:cs typeface="Darker Grotesque"/>
              <a:sym typeface="Darker Grotesque"/>
            </a:endParaRPr>
          </a:p>
        </p:txBody>
      </p:sp>
      <p:sp>
        <p:nvSpPr>
          <p:cNvPr id="2437" name="Google Shape;2437;p118">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118">
            <a:hlinkClick r:id="rId4"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118">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2440" name="Google Shape;2440;p118">
            <a:hlinkClick r:id="rId4"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118">
            <a:hlinkClick r:id="rId4"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42" name="Google Shape;2442;p118">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2443" name="Google Shape;2443;p118">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Shape 2447"/>
        <p:cNvGrpSpPr/>
        <p:nvPr/>
      </p:nvGrpSpPr>
      <p:grpSpPr>
        <a:xfrm>
          <a:off x="0" y="0"/>
          <a:ext cx="0" cy="0"/>
          <a:chOff x="0" y="0"/>
          <a:chExt cx="0" cy="0"/>
        </a:xfrm>
      </p:grpSpPr>
      <p:sp>
        <p:nvSpPr>
          <p:cNvPr id="2448" name="Google Shape;2448;p11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ARTIFICIAL INTELLIGENCE ICON PACK</a:t>
            </a:r>
            <a:endParaRPr/>
          </a:p>
        </p:txBody>
      </p:sp>
      <p:grpSp>
        <p:nvGrpSpPr>
          <p:cNvPr id="2449" name="Google Shape;2449;p119"/>
          <p:cNvGrpSpPr/>
          <p:nvPr/>
        </p:nvGrpSpPr>
        <p:grpSpPr>
          <a:xfrm>
            <a:off x="755595" y="1643039"/>
            <a:ext cx="325441" cy="372468"/>
            <a:chOff x="755595" y="1643039"/>
            <a:chExt cx="325441" cy="372468"/>
          </a:xfrm>
        </p:grpSpPr>
        <p:sp>
          <p:nvSpPr>
            <p:cNvPr id="2450" name="Google Shape;2450;p119"/>
            <p:cNvSpPr/>
            <p:nvPr/>
          </p:nvSpPr>
          <p:spPr>
            <a:xfrm>
              <a:off x="755595" y="1643039"/>
              <a:ext cx="325441" cy="372468"/>
            </a:xfrm>
            <a:custGeom>
              <a:avLst/>
              <a:gdLst/>
              <a:ahLst/>
              <a:cxnLst/>
              <a:rect l="l" t="t" r="r" b="b"/>
              <a:pathLst>
                <a:path w="12069" h="13813" extrusionOk="0">
                  <a:moveTo>
                    <a:pt x="4872" y="818"/>
                  </a:moveTo>
                  <a:lnTo>
                    <a:pt x="4872" y="2467"/>
                  </a:lnTo>
                  <a:cubicBezTo>
                    <a:pt x="3631" y="2640"/>
                    <a:pt x="2656" y="3630"/>
                    <a:pt x="2483" y="4872"/>
                  </a:cubicBezTo>
                  <a:lnTo>
                    <a:pt x="834" y="4872"/>
                  </a:lnTo>
                  <a:cubicBezTo>
                    <a:pt x="1022" y="2718"/>
                    <a:pt x="2734" y="1021"/>
                    <a:pt x="4872" y="818"/>
                  </a:cubicBezTo>
                  <a:close/>
                  <a:moveTo>
                    <a:pt x="5689" y="818"/>
                  </a:moveTo>
                  <a:cubicBezTo>
                    <a:pt x="7826" y="1021"/>
                    <a:pt x="9539" y="2718"/>
                    <a:pt x="9728" y="4872"/>
                  </a:cubicBezTo>
                  <a:lnTo>
                    <a:pt x="8077" y="4872"/>
                  </a:lnTo>
                  <a:cubicBezTo>
                    <a:pt x="7905" y="3630"/>
                    <a:pt x="6931" y="2640"/>
                    <a:pt x="5689" y="2467"/>
                  </a:cubicBezTo>
                  <a:lnTo>
                    <a:pt x="5689" y="818"/>
                  </a:lnTo>
                  <a:close/>
                  <a:moveTo>
                    <a:pt x="5280" y="3253"/>
                  </a:moveTo>
                  <a:cubicBezTo>
                    <a:pt x="6396" y="3253"/>
                    <a:pt x="7308" y="4149"/>
                    <a:pt x="7308" y="5264"/>
                  </a:cubicBezTo>
                  <a:cubicBezTo>
                    <a:pt x="7308" y="6380"/>
                    <a:pt x="6396" y="7292"/>
                    <a:pt x="5280" y="7292"/>
                  </a:cubicBezTo>
                  <a:cubicBezTo>
                    <a:pt x="4165" y="7292"/>
                    <a:pt x="3254" y="6380"/>
                    <a:pt x="3254" y="5264"/>
                  </a:cubicBezTo>
                  <a:cubicBezTo>
                    <a:pt x="3254" y="4149"/>
                    <a:pt x="4165" y="3253"/>
                    <a:pt x="5280" y="3253"/>
                  </a:cubicBezTo>
                  <a:close/>
                  <a:moveTo>
                    <a:pt x="9869" y="5673"/>
                  </a:moveTo>
                  <a:lnTo>
                    <a:pt x="10922" y="8596"/>
                  </a:lnTo>
                  <a:lnTo>
                    <a:pt x="9743" y="8596"/>
                  </a:lnTo>
                  <a:lnTo>
                    <a:pt x="9743" y="10576"/>
                  </a:lnTo>
                  <a:lnTo>
                    <a:pt x="7308" y="10576"/>
                  </a:lnTo>
                  <a:lnTo>
                    <a:pt x="7308" y="12996"/>
                  </a:lnTo>
                  <a:lnTo>
                    <a:pt x="2436" y="12996"/>
                  </a:lnTo>
                  <a:lnTo>
                    <a:pt x="2436" y="8721"/>
                  </a:lnTo>
                  <a:lnTo>
                    <a:pt x="2311" y="8596"/>
                  </a:lnTo>
                  <a:cubicBezTo>
                    <a:pt x="1462" y="7841"/>
                    <a:pt x="943" y="6789"/>
                    <a:pt x="834" y="5673"/>
                  </a:cubicBezTo>
                  <a:lnTo>
                    <a:pt x="2483" y="5673"/>
                  </a:lnTo>
                  <a:cubicBezTo>
                    <a:pt x="2672" y="7040"/>
                    <a:pt x="3851" y="8109"/>
                    <a:pt x="5280" y="8109"/>
                  </a:cubicBezTo>
                  <a:cubicBezTo>
                    <a:pt x="6711" y="8109"/>
                    <a:pt x="7889" y="7040"/>
                    <a:pt x="8077" y="5673"/>
                  </a:cubicBezTo>
                  <a:close/>
                  <a:moveTo>
                    <a:pt x="5280" y="0"/>
                  </a:moveTo>
                  <a:cubicBezTo>
                    <a:pt x="2374" y="0"/>
                    <a:pt x="0" y="2358"/>
                    <a:pt x="0" y="5264"/>
                  </a:cubicBezTo>
                  <a:cubicBezTo>
                    <a:pt x="0" y="6710"/>
                    <a:pt x="597" y="8093"/>
                    <a:pt x="1634" y="9083"/>
                  </a:cubicBezTo>
                  <a:lnTo>
                    <a:pt x="1634" y="13813"/>
                  </a:lnTo>
                  <a:lnTo>
                    <a:pt x="8125" y="13813"/>
                  </a:lnTo>
                  <a:lnTo>
                    <a:pt x="8125" y="11378"/>
                  </a:lnTo>
                  <a:lnTo>
                    <a:pt x="10560" y="11378"/>
                  </a:lnTo>
                  <a:lnTo>
                    <a:pt x="10560" y="9398"/>
                  </a:lnTo>
                  <a:lnTo>
                    <a:pt x="12069" y="9398"/>
                  </a:lnTo>
                  <a:lnTo>
                    <a:pt x="10545" y="5201"/>
                  </a:lnTo>
                  <a:cubicBezTo>
                    <a:pt x="10514" y="2326"/>
                    <a:pt x="8157" y="0"/>
                    <a:pt x="5280"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119"/>
            <p:cNvSpPr/>
            <p:nvPr/>
          </p:nvSpPr>
          <p:spPr>
            <a:xfrm>
              <a:off x="865348" y="1752360"/>
              <a:ext cx="65282" cy="65687"/>
            </a:xfrm>
            <a:custGeom>
              <a:avLst/>
              <a:gdLst/>
              <a:ahLst/>
              <a:cxnLst/>
              <a:rect l="l" t="t" r="r" b="b"/>
              <a:pathLst>
                <a:path w="2421" h="2436" extrusionOk="0">
                  <a:moveTo>
                    <a:pt x="1210" y="818"/>
                  </a:moveTo>
                  <a:cubicBezTo>
                    <a:pt x="1430" y="818"/>
                    <a:pt x="1619" y="990"/>
                    <a:pt x="1619" y="1210"/>
                  </a:cubicBezTo>
                  <a:cubicBezTo>
                    <a:pt x="1619" y="1446"/>
                    <a:pt x="1430" y="1619"/>
                    <a:pt x="1210" y="1619"/>
                  </a:cubicBezTo>
                  <a:cubicBezTo>
                    <a:pt x="990" y="1619"/>
                    <a:pt x="802" y="1446"/>
                    <a:pt x="802" y="1210"/>
                  </a:cubicBezTo>
                  <a:cubicBezTo>
                    <a:pt x="802" y="990"/>
                    <a:pt x="990" y="818"/>
                    <a:pt x="1210" y="818"/>
                  </a:cubicBezTo>
                  <a:close/>
                  <a:moveTo>
                    <a:pt x="1210" y="1"/>
                  </a:moveTo>
                  <a:cubicBezTo>
                    <a:pt x="535" y="1"/>
                    <a:pt x="1" y="550"/>
                    <a:pt x="1" y="1210"/>
                  </a:cubicBezTo>
                  <a:cubicBezTo>
                    <a:pt x="1" y="1886"/>
                    <a:pt x="535" y="2436"/>
                    <a:pt x="1210" y="2436"/>
                  </a:cubicBezTo>
                  <a:cubicBezTo>
                    <a:pt x="1886" y="2436"/>
                    <a:pt x="2421" y="1886"/>
                    <a:pt x="2421" y="1210"/>
                  </a:cubicBezTo>
                  <a:cubicBezTo>
                    <a:pt x="2421" y="550"/>
                    <a:pt x="1886" y="1"/>
                    <a:pt x="1210"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2" name="Google Shape;2452;p119"/>
          <p:cNvSpPr/>
          <p:nvPr/>
        </p:nvSpPr>
        <p:spPr>
          <a:xfrm>
            <a:off x="1575152" y="1643039"/>
            <a:ext cx="325441" cy="372468"/>
          </a:xfrm>
          <a:custGeom>
            <a:avLst/>
            <a:gdLst/>
            <a:ahLst/>
            <a:cxnLst/>
            <a:rect l="l" t="t" r="r" b="b"/>
            <a:pathLst>
              <a:path w="12069" h="13813" extrusionOk="0">
                <a:moveTo>
                  <a:pt x="5280" y="2420"/>
                </a:moveTo>
                <a:cubicBezTo>
                  <a:pt x="6711" y="2420"/>
                  <a:pt x="7905" y="3489"/>
                  <a:pt x="8094" y="4872"/>
                </a:cubicBezTo>
                <a:lnTo>
                  <a:pt x="2468" y="4872"/>
                </a:lnTo>
                <a:cubicBezTo>
                  <a:pt x="2656" y="3489"/>
                  <a:pt x="3851" y="2420"/>
                  <a:pt x="5280" y="2420"/>
                </a:cubicBezTo>
                <a:close/>
                <a:moveTo>
                  <a:pt x="5280" y="801"/>
                </a:moveTo>
                <a:cubicBezTo>
                  <a:pt x="7748" y="801"/>
                  <a:pt x="9743" y="2813"/>
                  <a:pt x="9743" y="5264"/>
                </a:cubicBezTo>
                <a:lnTo>
                  <a:pt x="9743" y="5343"/>
                </a:lnTo>
                <a:lnTo>
                  <a:pt x="10922" y="8596"/>
                </a:lnTo>
                <a:lnTo>
                  <a:pt x="9743" y="8596"/>
                </a:lnTo>
                <a:lnTo>
                  <a:pt x="9743" y="10576"/>
                </a:lnTo>
                <a:lnTo>
                  <a:pt x="7308" y="10576"/>
                </a:lnTo>
                <a:lnTo>
                  <a:pt x="7308" y="12996"/>
                </a:lnTo>
                <a:lnTo>
                  <a:pt x="5689" y="12996"/>
                </a:lnTo>
                <a:lnTo>
                  <a:pt x="5689" y="5673"/>
                </a:lnTo>
                <a:lnTo>
                  <a:pt x="8926" y="5673"/>
                </a:lnTo>
                <a:lnTo>
                  <a:pt x="8926" y="5264"/>
                </a:lnTo>
                <a:cubicBezTo>
                  <a:pt x="8926" y="3253"/>
                  <a:pt x="7292" y="1618"/>
                  <a:pt x="5280" y="1618"/>
                </a:cubicBezTo>
                <a:cubicBezTo>
                  <a:pt x="3269" y="1618"/>
                  <a:pt x="1619" y="3253"/>
                  <a:pt x="1619" y="5264"/>
                </a:cubicBezTo>
                <a:lnTo>
                  <a:pt x="1619" y="5673"/>
                </a:lnTo>
                <a:lnTo>
                  <a:pt x="4872" y="5673"/>
                </a:lnTo>
                <a:lnTo>
                  <a:pt x="4872" y="12996"/>
                </a:lnTo>
                <a:lnTo>
                  <a:pt x="2436" y="12996"/>
                </a:lnTo>
                <a:lnTo>
                  <a:pt x="2436" y="8721"/>
                </a:lnTo>
                <a:lnTo>
                  <a:pt x="2311" y="8596"/>
                </a:lnTo>
                <a:cubicBezTo>
                  <a:pt x="1351" y="7747"/>
                  <a:pt x="817" y="6538"/>
                  <a:pt x="817" y="5264"/>
                </a:cubicBezTo>
                <a:cubicBezTo>
                  <a:pt x="817" y="2813"/>
                  <a:pt x="2814" y="801"/>
                  <a:pt x="5280" y="801"/>
                </a:cubicBezTo>
                <a:close/>
                <a:moveTo>
                  <a:pt x="5280" y="0"/>
                </a:moveTo>
                <a:cubicBezTo>
                  <a:pt x="2374" y="0"/>
                  <a:pt x="0" y="2358"/>
                  <a:pt x="0" y="5264"/>
                </a:cubicBezTo>
                <a:cubicBezTo>
                  <a:pt x="0" y="6710"/>
                  <a:pt x="597" y="8093"/>
                  <a:pt x="1634" y="9083"/>
                </a:cubicBezTo>
                <a:lnTo>
                  <a:pt x="1634" y="13813"/>
                </a:lnTo>
                <a:lnTo>
                  <a:pt x="8109" y="13813"/>
                </a:lnTo>
                <a:lnTo>
                  <a:pt x="8109" y="11378"/>
                </a:lnTo>
                <a:lnTo>
                  <a:pt x="10545" y="11378"/>
                </a:lnTo>
                <a:lnTo>
                  <a:pt x="10545" y="9398"/>
                </a:lnTo>
                <a:lnTo>
                  <a:pt x="12069" y="9398"/>
                </a:lnTo>
                <a:lnTo>
                  <a:pt x="10545" y="5201"/>
                </a:lnTo>
                <a:cubicBezTo>
                  <a:pt x="10514" y="2326"/>
                  <a:pt x="8156" y="0"/>
                  <a:pt x="5280"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3" name="Google Shape;2453;p119"/>
          <p:cNvGrpSpPr/>
          <p:nvPr/>
        </p:nvGrpSpPr>
        <p:grpSpPr>
          <a:xfrm>
            <a:off x="2383680" y="1654904"/>
            <a:ext cx="394956" cy="348738"/>
            <a:chOff x="2383680" y="1654904"/>
            <a:chExt cx="394956" cy="348738"/>
          </a:xfrm>
        </p:grpSpPr>
        <p:sp>
          <p:nvSpPr>
            <p:cNvPr id="2454" name="Google Shape;2454;p119"/>
            <p:cNvSpPr/>
            <p:nvPr/>
          </p:nvSpPr>
          <p:spPr>
            <a:xfrm>
              <a:off x="2383680" y="1654904"/>
              <a:ext cx="394956" cy="348738"/>
            </a:xfrm>
            <a:custGeom>
              <a:avLst/>
              <a:gdLst/>
              <a:ahLst/>
              <a:cxnLst/>
              <a:rect l="l" t="t" r="r" b="b"/>
              <a:pathLst>
                <a:path w="14647" h="12933" extrusionOk="0">
                  <a:moveTo>
                    <a:pt x="13798" y="849"/>
                  </a:moveTo>
                  <a:lnTo>
                    <a:pt x="13798" y="8643"/>
                  </a:lnTo>
                  <a:lnTo>
                    <a:pt x="849" y="8643"/>
                  </a:lnTo>
                  <a:lnTo>
                    <a:pt x="849" y="849"/>
                  </a:lnTo>
                  <a:close/>
                  <a:moveTo>
                    <a:pt x="13798" y="9492"/>
                  </a:moveTo>
                  <a:lnTo>
                    <a:pt x="13798" y="10356"/>
                  </a:lnTo>
                  <a:lnTo>
                    <a:pt x="849" y="10356"/>
                  </a:lnTo>
                  <a:lnTo>
                    <a:pt x="849" y="9492"/>
                  </a:lnTo>
                  <a:close/>
                  <a:moveTo>
                    <a:pt x="8188" y="11221"/>
                  </a:moveTo>
                  <a:lnTo>
                    <a:pt x="8188" y="12069"/>
                  </a:lnTo>
                  <a:lnTo>
                    <a:pt x="6460" y="12069"/>
                  </a:lnTo>
                  <a:lnTo>
                    <a:pt x="6460" y="11221"/>
                  </a:lnTo>
                  <a:close/>
                  <a:moveTo>
                    <a:pt x="0" y="0"/>
                  </a:moveTo>
                  <a:lnTo>
                    <a:pt x="0" y="11221"/>
                  </a:lnTo>
                  <a:lnTo>
                    <a:pt x="5611" y="11221"/>
                  </a:lnTo>
                  <a:lnTo>
                    <a:pt x="5611" y="12069"/>
                  </a:lnTo>
                  <a:lnTo>
                    <a:pt x="1714" y="12069"/>
                  </a:lnTo>
                  <a:lnTo>
                    <a:pt x="1714" y="12933"/>
                  </a:lnTo>
                  <a:lnTo>
                    <a:pt x="12934" y="12933"/>
                  </a:lnTo>
                  <a:lnTo>
                    <a:pt x="12934" y="12069"/>
                  </a:lnTo>
                  <a:lnTo>
                    <a:pt x="9037" y="12069"/>
                  </a:lnTo>
                  <a:lnTo>
                    <a:pt x="9037" y="11221"/>
                  </a:lnTo>
                  <a:lnTo>
                    <a:pt x="14646" y="11221"/>
                  </a:lnTo>
                  <a:lnTo>
                    <a:pt x="1464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119"/>
            <p:cNvSpPr/>
            <p:nvPr/>
          </p:nvSpPr>
          <p:spPr>
            <a:xfrm>
              <a:off x="2546394" y="1748126"/>
              <a:ext cx="69516" cy="69516"/>
            </a:xfrm>
            <a:custGeom>
              <a:avLst/>
              <a:gdLst/>
              <a:ahLst/>
              <a:cxnLst/>
              <a:rect l="l" t="t" r="r" b="b"/>
              <a:pathLst>
                <a:path w="2578" h="2578" extrusionOk="0">
                  <a:moveTo>
                    <a:pt x="1289" y="864"/>
                  </a:moveTo>
                  <a:cubicBezTo>
                    <a:pt x="1526" y="864"/>
                    <a:pt x="1714" y="1053"/>
                    <a:pt x="1714" y="1289"/>
                  </a:cubicBezTo>
                  <a:cubicBezTo>
                    <a:pt x="1714" y="1524"/>
                    <a:pt x="1526" y="1713"/>
                    <a:pt x="1289" y="1713"/>
                  </a:cubicBezTo>
                  <a:cubicBezTo>
                    <a:pt x="1054" y="1713"/>
                    <a:pt x="866" y="1524"/>
                    <a:pt x="866" y="1289"/>
                  </a:cubicBezTo>
                  <a:cubicBezTo>
                    <a:pt x="866" y="1053"/>
                    <a:pt x="1054" y="864"/>
                    <a:pt x="1289" y="864"/>
                  </a:cubicBezTo>
                  <a:close/>
                  <a:moveTo>
                    <a:pt x="1289" y="1"/>
                  </a:moveTo>
                  <a:cubicBezTo>
                    <a:pt x="583" y="1"/>
                    <a:pt x="1" y="581"/>
                    <a:pt x="1" y="1289"/>
                  </a:cubicBezTo>
                  <a:cubicBezTo>
                    <a:pt x="1" y="1996"/>
                    <a:pt x="583" y="2578"/>
                    <a:pt x="1289" y="2578"/>
                  </a:cubicBezTo>
                  <a:cubicBezTo>
                    <a:pt x="1997" y="2578"/>
                    <a:pt x="2578" y="1996"/>
                    <a:pt x="2578" y="1289"/>
                  </a:cubicBezTo>
                  <a:cubicBezTo>
                    <a:pt x="2578" y="581"/>
                    <a:pt x="1997" y="1"/>
                    <a:pt x="1289"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119"/>
            <p:cNvSpPr/>
            <p:nvPr/>
          </p:nvSpPr>
          <p:spPr>
            <a:xfrm>
              <a:off x="2476066" y="1701933"/>
              <a:ext cx="210192" cy="161871"/>
            </a:xfrm>
            <a:custGeom>
              <a:avLst/>
              <a:gdLst/>
              <a:ahLst/>
              <a:cxnLst/>
              <a:rect l="l" t="t" r="r" b="b"/>
              <a:pathLst>
                <a:path w="7795" h="6003" extrusionOk="0">
                  <a:moveTo>
                    <a:pt x="3897" y="849"/>
                  </a:moveTo>
                  <a:cubicBezTo>
                    <a:pt x="4746" y="849"/>
                    <a:pt x="5500" y="1226"/>
                    <a:pt x="6160" y="1980"/>
                  </a:cubicBezTo>
                  <a:cubicBezTo>
                    <a:pt x="6506" y="2374"/>
                    <a:pt x="6742" y="2782"/>
                    <a:pt x="6852" y="3002"/>
                  </a:cubicBezTo>
                  <a:cubicBezTo>
                    <a:pt x="6585" y="3536"/>
                    <a:pt x="5611" y="5154"/>
                    <a:pt x="3897" y="5154"/>
                  </a:cubicBezTo>
                  <a:cubicBezTo>
                    <a:pt x="3049" y="5154"/>
                    <a:pt x="2295" y="4762"/>
                    <a:pt x="1635" y="4023"/>
                  </a:cubicBezTo>
                  <a:cubicBezTo>
                    <a:pt x="1289" y="3631"/>
                    <a:pt x="1054" y="3222"/>
                    <a:pt x="943" y="3002"/>
                  </a:cubicBezTo>
                  <a:cubicBezTo>
                    <a:pt x="1211" y="2468"/>
                    <a:pt x="2185" y="849"/>
                    <a:pt x="3897" y="849"/>
                  </a:cubicBezTo>
                  <a:close/>
                  <a:moveTo>
                    <a:pt x="3897" y="0"/>
                  </a:moveTo>
                  <a:cubicBezTo>
                    <a:pt x="2814" y="0"/>
                    <a:pt x="1792" y="488"/>
                    <a:pt x="974" y="1431"/>
                  </a:cubicBezTo>
                  <a:cubicBezTo>
                    <a:pt x="377" y="2122"/>
                    <a:pt x="79" y="2814"/>
                    <a:pt x="63" y="2829"/>
                  </a:cubicBezTo>
                  <a:lnTo>
                    <a:pt x="0" y="3002"/>
                  </a:lnTo>
                  <a:lnTo>
                    <a:pt x="63" y="3159"/>
                  </a:lnTo>
                  <a:cubicBezTo>
                    <a:pt x="79" y="3191"/>
                    <a:pt x="377" y="3882"/>
                    <a:pt x="974" y="4574"/>
                  </a:cubicBezTo>
                  <a:cubicBezTo>
                    <a:pt x="1792" y="5516"/>
                    <a:pt x="2814" y="6003"/>
                    <a:pt x="3897" y="6003"/>
                  </a:cubicBezTo>
                  <a:cubicBezTo>
                    <a:pt x="4982" y="6003"/>
                    <a:pt x="6003" y="5516"/>
                    <a:pt x="6820" y="4574"/>
                  </a:cubicBezTo>
                  <a:cubicBezTo>
                    <a:pt x="7417" y="3882"/>
                    <a:pt x="7717" y="3191"/>
                    <a:pt x="7732" y="3159"/>
                  </a:cubicBezTo>
                  <a:lnTo>
                    <a:pt x="7795" y="3002"/>
                  </a:lnTo>
                  <a:lnTo>
                    <a:pt x="7732" y="2829"/>
                  </a:lnTo>
                  <a:cubicBezTo>
                    <a:pt x="7717" y="2814"/>
                    <a:pt x="7417" y="2122"/>
                    <a:pt x="6820" y="1431"/>
                  </a:cubicBezTo>
                  <a:cubicBezTo>
                    <a:pt x="6003" y="488"/>
                    <a:pt x="4982" y="0"/>
                    <a:pt x="389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119"/>
            <p:cNvSpPr/>
            <p:nvPr/>
          </p:nvSpPr>
          <p:spPr>
            <a:xfrm>
              <a:off x="2429873" y="1841348"/>
              <a:ext cx="23325" cy="23325"/>
            </a:xfrm>
            <a:custGeom>
              <a:avLst/>
              <a:gdLst/>
              <a:ahLst/>
              <a:cxnLst/>
              <a:rect l="l" t="t" r="r" b="b"/>
              <a:pathLst>
                <a:path w="865" h="865" extrusionOk="0">
                  <a:moveTo>
                    <a:pt x="1" y="1"/>
                  </a:moveTo>
                  <a:lnTo>
                    <a:pt x="1"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119"/>
            <p:cNvSpPr/>
            <p:nvPr/>
          </p:nvSpPr>
          <p:spPr>
            <a:xfrm>
              <a:off x="2429873" y="1795155"/>
              <a:ext cx="23325" cy="23352"/>
            </a:xfrm>
            <a:custGeom>
              <a:avLst/>
              <a:gdLst/>
              <a:ahLst/>
              <a:cxnLst/>
              <a:rect l="l" t="t" r="r" b="b"/>
              <a:pathLst>
                <a:path w="865" h="866" extrusionOk="0">
                  <a:moveTo>
                    <a:pt x="1" y="0"/>
                  </a:moveTo>
                  <a:lnTo>
                    <a:pt x="1"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119"/>
            <p:cNvSpPr/>
            <p:nvPr/>
          </p:nvSpPr>
          <p:spPr>
            <a:xfrm>
              <a:off x="2429873" y="1748962"/>
              <a:ext cx="23325" cy="22920"/>
            </a:xfrm>
            <a:custGeom>
              <a:avLst/>
              <a:gdLst/>
              <a:ahLst/>
              <a:cxnLst/>
              <a:rect l="l" t="t" r="r" b="b"/>
              <a:pathLst>
                <a:path w="865" h="850" extrusionOk="0">
                  <a:moveTo>
                    <a:pt x="1" y="1"/>
                  </a:moveTo>
                  <a:lnTo>
                    <a:pt x="1" y="850"/>
                  </a:lnTo>
                  <a:lnTo>
                    <a:pt x="865" y="850"/>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119"/>
            <p:cNvSpPr/>
            <p:nvPr/>
          </p:nvSpPr>
          <p:spPr>
            <a:xfrm>
              <a:off x="2429873" y="1702365"/>
              <a:ext cx="23325" cy="23325"/>
            </a:xfrm>
            <a:custGeom>
              <a:avLst/>
              <a:gdLst/>
              <a:ahLst/>
              <a:cxnLst/>
              <a:rect l="l" t="t" r="r" b="b"/>
              <a:pathLst>
                <a:path w="865" h="865" extrusionOk="0">
                  <a:moveTo>
                    <a:pt x="1" y="0"/>
                  </a:moveTo>
                  <a:lnTo>
                    <a:pt x="1" y="864"/>
                  </a:lnTo>
                  <a:lnTo>
                    <a:pt x="865" y="864"/>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119"/>
            <p:cNvSpPr/>
            <p:nvPr/>
          </p:nvSpPr>
          <p:spPr>
            <a:xfrm>
              <a:off x="2709135" y="1841348"/>
              <a:ext cx="23352" cy="23325"/>
            </a:xfrm>
            <a:custGeom>
              <a:avLst/>
              <a:gdLst/>
              <a:ahLst/>
              <a:cxnLst/>
              <a:rect l="l" t="t" r="r" b="b"/>
              <a:pathLst>
                <a:path w="866" h="865" extrusionOk="0">
                  <a:moveTo>
                    <a:pt x="0" y="1"/>
                  </a:moveTo>
                  <a:lnTo>
                    <a:pt x="0"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119"/>
            <p:cNvSpPr/>
            <p:nvPr/>
          </p:nvSpPr>
          <p:spPr>
            <a:xfrm>
              <a:off x="2709135" y="1795155"/>
              <a:ext cx="23352" cy="23352"/>
            </a:xfrm>
            <a:custGeom>
              <a:avLst/>
              <a:gdLst/>
              <a:ahLst/>
              <a:cxnLst/>
              <a:rect l="l" t="t" r="r" b="b"/>
              <a:pathLst>
                <a:path w="866" h="866" extrusionOk="0">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119"/>
            <p:cNvSpPr/>
            <p:nvPr/>
          </p:nvSpPr>
          <p:spPr>
            <a:xfrm>
              <a:off x="2709135" y="1748962"/>
              <a:ext cx="23352" cy="22920"/>
            </a:xfrm>
            <a:custGeom>
              <a:avLst/>
              <a:gdLst/>
              <a:ahLst/>
              <a:cxnLst/>
              <a:rect l="l" t="t" r="r" b="b"/>
              <a:pathLst>
                <a:path w="866" h="850" extrusionOk="0">
                  <a:moveTo>
                    <a:pt x="0" y="1"/>
                  </a:moveTo>
                  <a:lnTo>
                    <a:pt x="0" y="850"/>
                  </a:lnTo>
                  <a:lnTo>
                    <a:pt x="865" y="850"/>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119"/>
            <p:cNvSpPr/>
            <p:nvPr/>
          </p:nvSpPr>
          <p:spPr>
            <a:xfrm>
              <a:off x="2709135" y="1702365"/>
              <a:ext cx="23352" cy="23325"/>
            </a:xfrm>
            <a:custGeom>
              <a:avLst/>
              <a:gdLst/>
              <a:ahLst/>
              <a:cxnLst/>
              <a:rect l="l" t="t" r="r" b="b"/>
              <a:pathLst>
                <a:path w="866" h="865" extrusionOk="0">
                  <a:moveTo>
                    <a:pt x="0" y="0"/>
                  </a:moveTo>
                  <a:lnTo>
                    <a:pt x="0" y="864"/>
                  </a:lnTo>
                  <a:lnTo>
                    <a:pt x="865" y="864"/>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 name="Google Shape;2465;p119"/>
          <p:cNvGrpSpPr/>
          <p:nvPr/>
        </p:nvGrpSpPr>
        <p:grpSpPr>
          <a:xfrm>
            <a:off x="3149439" y="1636675"/>
            <a:ext cx="384791" cy="384764"/>
            <a:chOff x="3149439" y="1636675"/>
            <a:chExt cx="384791" cy="384764"/>
          </a:xfrm>
        </p:grpSpPr>
        <p:sp>
          <p:nvSpPr>
            <p:cNvPr id="2466" name="Google Shape;2466;p119"/>
            <p:cNvSpPr/>
            <p:nvPr/>
          </p:nvSpPr>
          <p:spPr>
            <a:xfrm>
              <a:off x="3149439" y="1636675"/>
              <a:ext cx="384791" cy="384764"/>
            </a:xfrm>
            <a:custGeom>
              <a:avLst/>
              <a:gdLst/>
              <a:ahLst/>
              <a:cxnLst/>
              <a:rect l="l" t="t" r="r" b="b"/>
              <a:pathLst>
                <a:path w="14270" h="14269" extrusionOk="0">
                  <a:moveTo>
                    <a:pt x="8061" y="834"/>
                  </a:moveTo>
                  <a:lnTo>
                    <a:pt x="8298" y="1791"/>
                  </a:lnTo>
                  <a:lnTo>
                    <a:pt x="8549" y="1854"/>
                  </a:lnTo>
                  <a:cubicBezTo>
                    <a:pt x="9004" y="1980"/>
                    <a:pt x="9460" y="2169"/>
                    <a:pt x="9884" y="2405"/>
                  </a:cubicBezTo>
                  <a:lnTo>
                    <a:pt x="10089" y="2531"/>
                  </a:lnTo>
                  <a:lnTo>
                    <a:pt x="10938" y="2028"/>
                  </a:lnTo>
                  <a:lnTo>
                    <a:pt x="12241" y="3331"/>
                  </a:lnTo>
                  <a:lnTo>
                    <a:pt x="11738" y="4180"/>
                  </a:lnTo>
                  <a:lnTo>
                    <a:pt x="11864" y="4400"/>
                  </a:lnTo>
                  <a:cubicBezTo>
                    <a:pt x="12116" y="4809"/>
                    <a:pt x="12289" y="5265"/>
                    <a:pt x="12415" y="5736"/>
                  </a:cubicBezTo>
                  <a:lnTo>
                    <a:pt x="12478" y="5972"/>
                  </a:lnTo>
                  <a:lnTo>
                    <a:pt x="13436" y="6208"/>
                  </a:lnTo>
                  <a:lnTo>
                    <a:pt x="13436" y="8062"/>
                  </a:lnTo>
                  <a:lnTo>
                    <a:pt x="12478" y="8297"/>
                  </a:lnTo>
                  <a:lnTo>
                    <a:pt x="12415" y="8549"/>
                  </a:lnTo>
                  <a:cubicBezTo>
                    <a:pt x="12289" y="9005"/>
                    <a:pt x="12116" y="9460"/>
                    <a:pt x="11864" y="9885"/>
                  </a:cubicBezTo>
                  <a:lnTo>
                    <a:pt x="11738" y="10089"/>
                  </a:lnTo>
                  <a:lnTo>
                    <a:pt x="12241" y="10937"/>
                  </a:lnTo>
                  <a:lnTo>
                    <a:pt x="10938" y="12257"/>
                  </a:lnTo>
                  <a:lnTo>
                    <a:pt x="10089" y="11739"/>
                  </a:lnTo>
                  <a:lnTo>
                    <a:pt x="9884" y="11865"/>
                  </a:lnTo>
                  <a:cubicBezTo>
                    <a:pt x="9460" y="12117"/>
                    <a:pt x="9004" y="12289"/>
                    <a:pt x="8549" y="12414"/>
                  </a:cubicBezTo>
                  <a:lnTo>
                    <a:pt x="8298" y="12477"/>
                  </a:lnTo>
                  <a:lnTo>
                    <a:pt x="8061" y="13437"/>
                  </a:lnTo>
                  <a:lnTo>
                    <a:pt x="6207" y="13437"/>
                  </a:lnTo>
                  <a:lnTo>
                    <a:pt x="5972" y="12477"/>
                  </a:lnTo>
                  <a:lnTo>
                    <a:pt x="5735" y="12414"/>
                  </a:lnTo>
                  <a:cubicBezTo>
                    <a:pt x="5264" y="12289"/>
                    <a:pt x="4809" y="12117"/>
                    <a:pt x="4400" y="11865"/>
                  </a:cubicBezTo>
                  <a:lnTo>
                    <a:pt x="4180" y="11739"/>
                  </a:lnTo>
                  <a:lnTo>
                    <a:pt x="3332" y="12257"/>
                  </a:lnTo>
                  <a:lnTo>
                    <a:pt x="2027" y="10937"/>
                  </a:lnTo>
                  <a:lnTo>
                    <a:pt x="2530" y="10089"/>
                  </a:lnTo>
                  <a:lnTo>
                    <a:pt x="2404" y="9885"/>
                  </a:lnTo>
                  <a:cubicBezTo>
                    <a:pt x="2169" y="9460"/>
                    <a:pt x="1980" y="9005"/>
                    <a:pt x="1855" y="8549"/>
                  </a:cubicBezTo>
                  <a:lnTo>
                    <a:pt x="1792" y="8297"/>
                  </a:lnTo>
                  <a:lnTo>
                    <a:pt x="833" y="8062"/>
                  </a:lnTo>
                  <a:lnTo>
                    <a:pt x="833" y="6208"/>
                  </a:lnTo>
                  <a:lnTo>
                    <a:pt x="1792" y="5972"/>
                  </a:lnTo>
                  <a:lnTo>
                    <a:pt x="1855" y="5736"/>
                  </a:lnTo>
                  <a:cubicBezTo>
                    <a:pt x="1980" y="5265"/>
                    <a:pt x="2169" y="4809"/>
                    <a:pt x="2404" y="4400"/>
                  </a:cubicBezTo>
                  <a:lnTo>
                    <a:pt x="2530" y="4180"/>
                  </a:lnTo>
                  <a:lnTo>
                    <a:pt x="2027" y="3331"/>
                  </a:lnTo>
                  <a:lnTo>
                    <a:pt x="3332" y="2028"/>
                  </a:lnTo>
                  <a:lnTo>
                    <a:pt x="4180" y="2531"/>
                  </a:lnTo>
                  <a:lnTo>
                    <a:pt x="4400" y="2405"/>
                  </a:lnTo>
                  <a:cubicBezTo>
                    <a:pt x="4809" y="2169"/>
                    <a:pt x="5264" y="1980"/>
                    <a:pt x="5735" y="1854"/>
                  </a:cubicBezTo>
                  <a:lnTo>
                    <a:pt x="5972" y="1791"/>
                  </a:lnTo>
                  <a:lnTo>
                    <a:pt x="6207" y="834"/>
                  </a:lnTo>
                  <a:close/>
                  <a:moveTo>
                    <a:pt x="5563" y="0"/>
                  </a:moveTo>
                  <a:lnTo>
                    <a:pt x="5280" y="1116"/>
                  </a:lnTo>
                  <a:cubicBezTo>
                    <a:pt x="4903" y="1226"/>
                    <a:pt x="4541" y="1383"/>
                    <a:pt x="4195" y="1571"/>
                  </a:cubicBezTo>
                  <a:lnTo>
                    <a:pt x="3206" y="974"/>
                  </a:lnTo>
                  <a:lnTo>
                    <a:pt x="975" y="3206"/>
                  </a:lnTo>
                  <a:lnTo>
                    <a:pt x="1572" y="4196"/>
                  </a:lnTo>
                  <a:cubicBezTo>
                    <a:pt x="1383" y="4542"/>
                    <a:pt x="1226" y="4903"/>
                    <a:pt x="1115" y="5280"/>
                  </a:cubicBezTo>
                  <a:lnTo>
                    <a:pt x="0" y="5563"/>
                  </a:lnTo>
                  <a:lnTo>
                    <a:pt x="0" y="8722"/>
                  </a:lnTo>
                  <a:lnTo>
                    <a:pt x="1115" y="9005"/>
                  </a:lnTo>
                  <a:cubicBezTo>
                    <a:pt x="1226" y="9366"/>
                    <a:pt x="1383" y="9728"/>
                    <a:pt x="1572" y="10089"/>
                  </a:cubicBezTo>
                  <a:lnTo>
                    <a:pt x="975" y="11063"/>
                  </a:lnTo>
                  <a:lnTo>
                    <a:pt x="3206" y="13311"/>
                  </a:lnTo>
                  <a:lnTo>
                    <a:pt x="4195" y="12714"/>
                  </a:lnTo>
                  <a:cubicBezTo>
                    <a:pt x="4541" y="12902"/>
                    <a:pt x="4903" y="13043"/>
                    <a:pt x="5280" y="13154"/>
                  </a:cubicBezTo>
                  <a:lnTo>
                    <a:pt x="5563" y="14269"/>
                  </a:lnTo>
                  <a:lnTo>
                    <a:pt x="8721" y="14269"/>
                  </a:lnTo>
                  <a:lnTo>
                    <a:pt x="8989" y="13154"/>
                  </a:lnTo>
                  <a:cubicBezTo>
                    <a:pt x="9366" y="13043"/>
                    <a:pt x="9727" y="12902"/>
                    <a:pt x="10073" y="12714"/>
                  </a:cubicBezTo>
                  <a:lnTo>
                    <a:pt x="11063" y="13311"/>
                  </a:lnTo>
                  <a:lnTo>
                    <a:pt x="13310" y="11063"/>
                  </a:lnTo>
                  <a:lnTo>
                    <a:pt x="12713" y="10089"/>
                  </a:lnTo>
                  <a:cubicBezTo>
                    <a:pt x="12886" y="9728"/>
                    <a:pt x="13043" y="9366"/>
                    <a:pt x="13153" y="9005"/>
                  </a:cubicBezTo>
                  <a:lnTo>
                    <a:pt x="14269" y="8722"/>
                  </a:lnTo>
                  <a:lnTo>
                    <a:pt x="14269" y="5563"/>
                  </a:lnTo>
                  <a:lnTo>
                    <a:pt x="13153" y="5280"/>
                  </a:lnTo>
                  <a:cubicBezTo>
                    <a:pt x="13043" y="4903"/>
                    <a:pt x="12886" y="4542"/>
                    <a:pt x="12713" y="4196"/>
                  </a:cubicBezTo>
                  <a:lnTo>
                    <a:pt x="13310" y="3206"/>
                  </a:lnTo>
                  <a:lnTo>
                    <a:pt x="11063" y="974"/>
                  </a:lnTo>
                  <a:lnTo>
                    <a:pt x="10073" y="1571"/>
                  </a:lnTo>
                  <a:cubicBezTo>
                    <a:pt x="9727" y="1383"/>
                    <a:pt x="9366" y="1226"/>
                    <a:pt x="8989" y="1116"/>
                  </a:cubicBezTo>
                  <a:lnTo>
                    <a:pt x="872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119"/>
            <p:cNvSpPr/>
            <p:nvPr/>
          </p:nvSpPr>
          <p:spPr>
            <a:xfrm>
              <a:off x="3217232" y="1704468"/>
              <a:ext cx="249588" cy="249615"/>
            </a:xfrm>
            <a:custGeom>
              <a:avLst/>
              <a:gdLst/>
              <a:ahLst/>
              <a:cxnLst/>
              <a:rect l="l" t="t" r="r" b="b"/>
              <a:pathLst>
                <a:path w="9256" h="9257" extrusionOk="0">
                  <a:moveTo>
                    <a:pt x="4621" y="834"/>
                  </a:moveTo>
                  <a:cubicBezTo>
                    <a:pt x="6710" y="834"/>
                    <a:pt x="8407" y="2531"/>
                    <a:pt x="8407" y="4620"/>
                  </a:cubicBezTo>
                  <a:cubicBezTo>
                    <a:pt x="8407" y="6711"/>
                    <a:pt x="6710" y="8423"/>
                    <a:pt x="4621" y="8423"/>
                  </a:cubicBezTo>
                  <a:cubicBezTo>
                    <a:pt x="2530" y="8423"/>
                    <a:pt x="833" y="6711"/>
                    <a:pt x="833" y="4620"/>
                  </a:cubicBezTo>
                  <a:cubicBezTo>
                    <a:pt x="833" y="2531"/>
                    <a:pt x="2530" y="834"/>
                    <a:pt x="4621" y="834"/>
                  </a:cubicBezTo>
                  <a:close/>
                  <a:moveTo>
                    <a:pt x="4621" y="0"/>
                  </a:moveTo>
                  <a:cubicBezTo>
                    <a:pt x="2075" y="0"/>
                    <a:pt x="1" y="2075"/>
                    <a:pt x="1" y="4620"/>
                  </a:cubicBezTo>
                  <a:cubicBezTo>
                    <a:pt x="1" y="7182"/>
                    <a:pt x="2075" y="9257"/>
                    <a:pt x="4621" y="9257"/>
                  </a:cubicBezTo>
                  <a:cubicBezTo>
                    <a:pt x="7182" y="9257"/>
                    <a:pt x="9256" y="7182"/>
                    <a:pt x="9256" y="4620"/>
                  </a:cubicBezTo>
                  <a:cubicBezTo>
                    <a:pt x="9256" y="2075"/>
                    <a:pt x="7182" y="0"/>
                    <a:pt x="462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119"/>
            <p:cNvSpPr/>
            <p:nvPr/>
          </p:nvSpPr>
          <p:spPr>
            <a:xfrm>
              <a:off x="3273591" y="1749394"/>
              <a:ext cx="136901" cy="159336"/>
            </a:xfrm>
            <a:custGeom>
              <a:avLst/>
              <a:gdLst/>
              <a:ahLst/>
              <a:cxnLst/>
              <a:rect l="l" t="t" r="r" b="b"/>
              <a:pathLst>
                <a:path w="5077" h="5909" extrusionOk="0">
                  <a:moveTo>
                    <a:pt x="2122" y="896"/>
                  </a:moveTo>
                  <a:lnTo>
                    <a:pt x="2122" y="5029"/>
                  </a:lnTo>
                  <a:cubicBezTo>
                    <a:pt x="1383" y="4840"/>
                    <a:pt x="834" y="4165"/>
                    <a:pt x="834" y="3379"/>
                  </a:cubicBezTo>
                  <a:lnTo>
                    <a:pt x="834" y="2546"/>
                  </a:lnTo>
                  <a:cubicBezTo>
                    <a:pt x="834" y="1745"/>
                    <a:pt x="1383" y="1085"/>
                    <a:pt x="2122" y="896"/>
                  </a:cubicBezTo>
                  <a:close/>
                  <a:moveTo>
                    <a:pt x="2954" y="896"/>
                  </a:moveTo>
                  <a:cubicBezTo>
                    <a:pt x="3694" y="1085"/>
                    <a:pt x="4228" y="1745"/>
                    <a:pt x="4228" y="2546"/>
                  </a:cubicBezTo>
                  <a:lnTo>
                    <a:pt x="4228" y="3379"/>
                  </a:lnTo>
                  <a:cubicBezTo>
                    <a:pt x="4228" y="4165"/>
                    <a:pt x="3694" y="4840"/>
                    <a:pt x="2954" y="5029"/>
                  </a:cubicBezTo>
                  <a:lnTo>
                    <a:pt x="2954" y="896"/>
                  </a:lnTo>
                  <a:close/>
                  <a:moveTo>
                    <a:pt x="2531" y="0"/>
                  </a:moveTo>
                  <a:cubicBezTo>
                    <a:pt x="1131" y="0"/>
                    <a:pt x="0" y="1148"/>
                    <a:pt x="0" y="2546"/>
                  </a:cubicBezTo>
                  <a:lnTo>
                    <a:pt x="0" y="3379"/>
                  </a:lnTo>
                  <a:cubicBezTo>
                    <a:pt x="0" y="4777"/>
                    <a:pt x="1131" y="5909"/>
                    <a:pt x="2531" y="5909"/>
                  </a:cubicBezTo>
                  <a:cubicBezTo>
                    <a:pt x="3929" y="5909"/>
                    <a:pt x="5076" y="4777"/>
                    <a:pt x="5076" y="3379"/>
                  </a:cubicBezTo>
                  <a:lnTo>
                    <a:pt x="5076" y="2546"/>
                  </a:lnTo>
                  <a:cubicBezTo>
                    <a:pt x="5076" y="1148"/>
                    <a:pt x="3929" y="0"/>
                    <a:pt x="253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 name="Google Shape;2469;p119"/>
          <p:cNvGrpSpPr/>
          <p:nvPr/>
        </p:nvGrpSpPr>
        <p:grpSpPr>
          <a:xfrm>
            <a:off x="3974928" y="1643039"/>
            <a:ext cx="372468" cy="372468"/>
            <a:chOff x="3974928" y="1643039"/>
            <a:chExt cx="372468" cy="372468"/>
          </a:xfrm>
        </p:grpSpPr>
        <p:sp>
          <p:nvSpPr>
            <p:cNvPr id="2470" name="Google Shape;2470;p119"/>
            <p:cNvSpPr/>
            <p:nvPr/>
          </p:nvSpPr>
          <p:spPr>
            <a:xfrm>
              <a:off x="4106685" y="1737960"/>
              <a:ext cx="65282" cy="87313"/>
            </a:xfrm>
            <a:custGeom>
              <a:avLst/>
              <a:gdLst/>
              <a:ahLst/>
              <a:cxnLst/>
              <a:rect l="l" t="t" r="r" b="b"/>
              <a:pathLst>
                <a:path w="2421" h="3238" extrusionOk="0">
                  <a:moveTo>
                    <a:pt x="1620" y="818"/>
                  </a:moveTo>
                  <a:lnTo>
                    <a:pt x="1620" y="1618"/>
                  </a:lnTo>
                  <a:lnTo>
                    <a:pt x="803" y="1618"/>
                  </a:lnTo>
                  <a:lnTo>
                    <a:pt x="803" y="818"/>
                  </a:lnTo>
                  <a:close/>
                  <a:moveTo>
                    <a:pt x="1" y="0"/>
                  </a:moveTo>
                  <a:lnTo>
                    <a:pt x="1" y="3238"/>
                  </a:lnTo>
                  <a:lnTo>
                    <a:pt x="803" y="3238"/>
                  </a:lnTo>
                  <a:lnTo>
                    <a:pt x="803" y="2436"/>
                  </a:lnTo>
                  <a:lnTo>
                    <a:pt x="1620" y="2436"/>
                  </a:lnTo>
                  <a:lnTo>
                    <a:pt x="1620" y="3238"/>
                  </a:lnTo>
                  <a:lnTo>
                    <a:pt x="2421" y="3238"/>
                  </a:lnTo>
                  <a:lnTo>
                    <a:pt x="242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119"/>
            <p:cNvSpPr/>
            <p:nvPr/>
          </p:nvSpPr>
          <p:spPr>
            <a:xfrm>
              <a:off x="4194001" y="1737960"/>
              <a:ext cx="21653" cy="87313"/>
            </a:xfrm>
            <a:custGeom>
              <a:avLst/>
              <a:gdLst/>
              <a:ahLst/>
              <a:cxnLst/>
              <a:rect l="l" t="t" r="r" b="b"/>
              <a:pathLst>
                <a:path w="803" h="3238" extrusionOk="0">
                  <a:moveTo>
                    <a:pt x="0" y="0"/>
                  </a:moveTo>
                  <a:lnTo>
                    <a:pt x="0" y="3238"/>
                  </a:lnTo>
                  <a:lnTo>
                    <a:pt x="802" y="3238"/>
                  </a:lnTo>
                  <a:lnTo>
                    <a:pt x="80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119"/>
            <p:cNvSpPr/>
            <p:nvPr/>
          </p:nvSpPr>
          <p:spPr>
            <a:xfrm>
              <a:off x="3974928" y="1643039"/>
              <a:ext cx="372468" cy="372468"/>
            </a:xfrm>
            <a:custGeom>
              <a:avLst/>
              <a:gdLst/>
              <a:ahLst/>
              <a:cxnLst/>
              <a:rect l="l" t="t" r="r" b="b"/>
              <a:pathLst>
                <a:path w="13813" h="13813" extrusionOk="0">
                  <a:moveTo>
                    <a:pt x="8124" y="801"/>
                  </a:moveTo>
                  <a:cubicBezTo>
                    <a:pt x="9696" y="801"/>
                    <a:pt x="10969" y="2075"/>
                    <a:pt x="10969" y="3646"/>
                  </a:cubicBezTo>
                  <a:lnTo>
                    <a:pt x="10969" y="4023"/>
                  </a:lnTo>
                  <a:lnTo>
                    <a:pt x="11330" y="4070"/>
                  </a:lnTo>
                  <a:cubicBezTo>
                    <a:pt x="12273" y="4180"/>
                    <a:pt x="12996" y="4998"/>
                    <a:pt x="12996" y="5956"/>
                  </a:cubicBezTo>
                  <a:cubicBezTo>
                    <a:pt x="12996" y="7009"/>
                    <a:pt x="12147" y="7858"/>
                    <a:pt x="11095" y="7858"/>
                  </a:cubicBezTo>
                  <a:lnTo>
                    <a:pt x="2718" y="7858"/>
                  </a:lnTo>
                  <a:cubicBezTo>
                    <a:pt x="1666" y="7858"/>
                    <a:pt x="817" y="7009"/>
                    <a:pt x="817" y="5956"/>
                  </a:cubicBezTo>
                  <a:cubicBezTo>
                    <a:pt x="817" y="4998"/>
                    <a:pt x="1524" y="4180"/>
                    <a:pt x="2483" y="4070"/>
                  </a:cubicBezTo>
                  <a:lnTo>
                    <a:pt x="2844" y="4023"/>
                  </a:lnTo>
                  <a:lnTo>
                    <a:pt x="2844" y="3661"/>
                  </a:lnTo>
                  <a:lnTo>
                    <a:pt x="2844" y="3646"/>
                  </a:lnTo>
                  <a:cubicBezTo>
                    <a:pt x="2844" y="2530"/>
                    <a:pt x="3755" y="1618"/>
                    <a:pt x="4872" y="1618"/>
                  </a:cubicBezTo>
                  <a:cubicBezTo>
                    <a:pt x="5138" y="1618"/>
                    <a:pt x="5390" y="1681"/>
                    <a:pt x="5626" y="1775"/>
                  </a:cubicBezTo>
                  <a:lnTo>
                    <a:pt x="5878" y="1870"/>
                  </a:lnTo>
                  <a:lnTo>
                    <a:pt x="6066" y="1681"/>
                  </a:lnTo>
                  <a:cubicBezTo>
                    <a:pt x="6615" y="1115"/>
                    <a:pt x="7338" y="801"/>
                    <a:pt x="8124" y="801"/>
                  </a:cubicBezTo>
                  <a:close/>
                  <a:moveTo>
                    <a:pt x="1618" y="11378"/>
                  </a:moveTo>
                  <a:cubicBezTo>
                    <a:pt x="2058" y="11378"/>
                    <a:pt x="2435" y="11738"/>
                    <a:pt x="2435" y="12195"/>
                  </a:cubicBezTo>
                  <a:cubicBezTo>
                    <a:pt x="2435" y="12635"/>
                    <a:pt x="2058" y="12996"/>
                    <a:pt x="1618" y="12996"/>
                  </a:cubicBezTo>
                  <a:cubicBezTo>
                    <a:pt x="1178" y="12996"/>
                    <a:pt x="817" y="12635"/>
                    <a:pt x="817" y="12195"/>
                  </a:cubicBezTo>
                  <a:cubicBezTo>
                    <a:pt x="817" y="11738"/>
                    <a:pt x="1178" y="11378"/>
                    <a:pt x="1618" y="11378"/>
                  </a:cubicBezTo>
                  <a:close/>
                  <a:moveTo>
                    <a:pt x="6898" y="11378"/>
                  </a:moveTo>
                  <a:cubicBezTo>
                    <a:pt x="7355" y="11378"/>
                    <a:pt x="7715" y="11738"/>
                    <a:pt x="7715" y="12195"/>
                  </a:cubicBezTo>
                  <a:cubicBezTo>
                    <a:pt x="7715" y="12635"/>
                    <a:pt x="7355" y="12996"/>
                    <a:pt x="6898" y="12996"/>
                  </a:cubicBezTo>
                  <a:cubicBezTo>
                    <a:pt x="6458" y="12996"/>
                    <a:pt x="6098" y="12635"/>
                    <a:pt x="6098" y="12195"/>
                  </a:cubicBezTo>
                  <a:cubicBezTo>
                    <a:pt x="6098" y="11738"/>
                    <a:pt x="6458" y="11378"/>
                    <a:pt x="6898" y="11378"/>
                  </a:cubicBezTo>
                  <a:close/>
                  <a:moveTo>
                    <a:pt x="12195" y="11378"/>
                  </a:moveTo>
                  <a:cubicBezTo>
                    <a:pt x="12635" y="11378"/>
                    <a:pt x="12996" y="11738"/>
                    <a:pt x="12996" y="12195"/>
                  </a:cubicBezTo>
                  <a:cubicBezTo>
                    <a:pt x="12996" y="12635"/>
                    <a:pt x="12635" y="12996"/>
                    <a:pt x="12195" y="12996"/>
                  </a:cubicBezTo>
                  <a:cubicBezTo>
                    <a:pt x="11738" y="12996"/>
                    <a:pt x="11378" y="12635"/>
                    <a:pt x="11378" y="12195"/>
                  </a:cubicBezTo>
                  <a:cubicBezTo>
                    <a:pt x="11378" y="11738"/>
                    <a:pt x="11738" y="11378"/>
                    <a:pt x="12195" y="11378"/>
                  </a:cubicBezTo>
                  <a:close/>
                  <a:moveTo>
                    <a:pt x="8124" y="0"/>
                  </a:moveTo>
                  <a:cubicBezTo>
                    <a:pt x="7213" y="0"/>
                    <a:pt x="6349" y="330"/>
                    <a:pt x="5673" y="927"/>
                  </a:cubicBezTo>
                  <a:cubicBezTo>
                    <a:pt x="5421" y="849"/>
                    <a:pt x="5138" y="818"/>
                    <a:pt x="4872" y="818"/>
                  </a:cubicBezTo>
                  <a:cubicBezTo>
                    <a:pt x="3410" y="818"/>
                    <a:pt x="2215" y="1918"/>
                    <a:pt x="2058" y="3332"/>
                  </a:cubicBezTo>
                  <a:cubicBezTo>
                    <a:pt x="864" y="3615"/>
                    <a:pt x="0" y="4698"/>
                    <a:pt x="0" y="5956"/>
                  </a:cubicBezTo>
                  <a:cubicBezTo>
                    <a:pt x="0" y="7449"/>
                    <a:pt x="1210" y="8675"/>
                    <a:pt x="2718" y="8675"/>
                  </a:cubicBezTo>
                  <a:lnTo>
                    <a:pt x="6506" y="8675"/>
                  </a:lnTo>
                  <a:lnTo>
                    <a:pt x="6506" y="10623"/>
                  </a:lnTo>
                  <a:cubicBezTo>
                    <a:pt x="5940" y="10764"/>
                    <a:pt x="5484" y="11221"/>
                    <a:pt x="5343" y="11786"/>
                  </a:cubicBezTo>
                  <a:lnTo>
                    <a:pt x="3190" y="11786"/>
                  </a:lnTo>
                  <a:cubicBezTo>
                    <a:pt x="3001" y="11078"/>
                    <a:pt x="2373" y="10576"/>
                    <a:pt x="1618" y="10576"/>
                  </a:cubicBezTo>
                  <a:cubicBezTo>
                    <a:pt x="723" y="10576"/>
                    <a:pt x="0" y="11298"/>
                    <a:pt x="0" y="12195"/>
                  </a:cubicBezTo>
                  <a:cubicBezTo>
                    <a:pt x="0" y="13075"/>
                    <a:pt x="723" y="13813"/>
                    <a:pt x="1618" y="13813"/>
                  </a:cubicBezTo>
                  <a:cubicBezTo>
                    <a:pt x="2373" y="13813"/>
                    <a:pt x="3001" y="13295"/>
                    <a:pt x="3190" y="12587"/>
                  </a:cubicBezTo>
                  <a:lnTo>
                    <a:pt x="5343" y="12587"/>
                  </a:lnTo>
                  <a:cubicBezTo>
                    <a:pt x="5515" y="13295"/>
                    <a:pt x="6160" y="13813"/>
                    <a:pt x="6898" y="13813"/>
                  </a:cubicBezTo>
                  <a:cubicBezTo>
                    <a:pt x="7653" y="13813"/>
                    <a:pt x="8298" y="13295"/>
                    <a:pt x="8470" y="12587"/>
                  </a:cubicBezTo>
                  <a:lnTo>
                    <a:pt x="10623" y="12587"/>
                  </a:lnTo>
                  <a:cubicBezTo>
                    <a:pt x="10812" y="13295"/>
                    <a:pt x="11440" y="13813"/>
                    <a:pt x="12195" y="13813"/>
                  </a:cubicBezTo>
                  <a:cubicBezTo>
                    <a:pt x="13090" y="13813"/>
                    <a:pt x="13813" y="13075"/>
                    <a:pt x="13813" y="12195"/>
                  </a:cubicBezTo>
                  <a:cubicBezTo>
                    <a:pt x="13813" y="11298"/>
                    <a:pt x="13090" y="10576"/>
                    <a:pt x="12195" y="10576"/>
                  </a:cubicBezTo>
                  <a:cubicBezTo>
                    <a:pt x="11440" y="10576"/>
                    <a:pt x="10812" y="11078"/>
                    <a:pt x="10623" y="11786"/>
                  </a:cubicBezTo>
                  <a:lnTo>
                    <a:pt x="8470" y="11786"/>
                  </a:lnTo>
                  <a:cubicBezTo>
                    <a:pt x="8329" y="11221"/>
                    <a:pt x="7873" y="10764"/>
                    <a:pt x="7307" y="10623"/>
                  </a:cubicBezTo>
                  <a:lnTo>
                    <a:pt x="7307" y="8675"/>
                  </a:lnTo>
                  <a:lnTo>
                    <a:pt x="11095" y="8675"/>
                  </a:lnTo>
                  <a:cubicBezTo>
                    <a:pt x="12587" y="8675"/>
                    <a:pt x="13813" y="7449"/>
                    <a:pt x="13813" y="5956"/>
                  </a:cubicBezTo>
                  <a:cubicBezTo>
                    <a:pt x="13813" y="4698"/>
                    <a:pt x="12949" y="3630"/>
                    <a:pt x="11755" y="3332"/>
                  </a:cubicBezTo>
                  <a:cubicBezTo>
                    <a:pt x="11598" y="1461"/>
                    <a:pt x="10026" y="0"/>
                    <a:pt x="812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119"/>
          <p:cNvGrpSpPr/>
          <p:nvPr/>
        </p:nvGrpSpPr>
        <p:grpSpPr>
          <a:xfrm>
            <a:off x="738634" y="2189239"/>
            <a:ext cx="359794" cy="359821"/>
            <a:chOff x="738634" y="2189239"/>
            <a:chExt cx="359794" cy="359821"/>
          </a:xfrm>
        </p:grpSpPr>
        <p:sp>
          <p:nvSpPr>
            <p:cNvPr id="2474" name="Google Shape;2474;p119"/>
            <p:cNvSpPr/>
            <p:nvPr/>
          </p:nvSpPr>
          <p:spPr>
            <a:xfrm>
              <a:off x="886948" y="2337553"/>
              <a:ext cx="63179" cy="63179"/>
            </a:xfrm>
            <a:custGeom>
              <a:avLst/>
              <a:gdLst/>
              <a:ahLst/>
              <a:cxnLst/>
              <a:rect l="l" t="t" r="r" b="b"/>
              <a:pathLst>
                <a:path w="2343" h="2343" extrusionOk="0">
                  <a:moveTo>
                    <a:pt x="1163" y="771"/>
                  </a:moveTo>
                  <a:cubicBezTo>
                    <a:pt x="1383" y="771"/>
                    <a:pt x="1557" y="960"/>
                    <a:pt x="1557" y="1164"/>
                  </a:cubicBezTo>
                  <a:cubicBezTo>
                    <a:pt x="1557" y="1384"/>
                    <a:pt x="1383" y="1557"/>
                    <a:pt x="1163" y="1557"/>
                  </a:cubicBezTo>
                  <a:cubicBezTo>
                    <a:pt x="960" y="1557"/>
                    <a:pt x="771" y="1384"/>
                    <a:pt x="771" y="1164"/>
                  </a:cubicBezTo>
                  <a:cubicBezTo>
                    <a:pt x="771" y="960"/>
                    <a:pt x="960" y="771"/>
                    <a:pt x="1163" y="771"/>
                  </a:cubicBezTo>
                  <a:close/>
                  <a:moveTo>
                    <a:pt x="1163" y="1"/>
                  </a:moveTo>
                  <a:cubicBezTo>
                    <a:pt x="520" y="1"/>
                    <a:pt x="1" y="520"/>
                    <a:pt x="1" y="1164"/>
                  </a:cubicBezTo>
                  <a:cubicBezTo>
                    <a:pt x="1" y="1809"/>
                    <a:pt x="520" y="2343"/>
                    <a:pt x="1163" y="2343"/>
                  </a:cubicBezTo>
                  <a:cubicBezTo>
                    <a:pt x="1823" y="2343"/>
                    <a:pt x="2343" y="1809"/>
                    <a:pt x="2343" y="1164"/>
                  </a:cubicBezTo>
                  <a:cubicBezTo>
                    <a:pt x="2343" y="520"/>
                    <a:pt x="1823" y="1"/>
                    <a:pt x="116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119"/>
            <p:cNvSpPr/>
            <p:nvPr/>
          </p:nvSpPr>
          <p:spPr>
            <a:xfrm>
              <a:off x="738634" y="2189239"/>
              <a:ext cx="359794" cy="359821"/>
            </a:xfrm>
            <a:custGeom>
              <a:avLst/>
              <a:gdLst/>
              <a:ahLst/>
              <a:cxnLst/>
              <a:rect l="l" t="t" r="r" b="b"/>
              <a:pathLst>
                <a:path w="13343" h="13344" extrusionOk="0">
                  <a:moveTo>
                    <a:pt x="1557" y="771"/>
                  </a:moveTo>
                  <a:cubicBezTo>
                    <a:pt x="1997" y="771"/>
                    <a:pt x="2343" y="1132"/>
                    <a:pt x="2343" y="1557"/>
                  </a:cubicBezTo>
                  <a:cubicBezTo>
                    <a:pt x="2343" y="1997"/>
                    <a:pt x="1997" y="2343"/>
                    <a:pt x="1557" y="2343"/>
                  </a:cubicBezTo>
                  <a:cubicBezTo>
                    <a:pt x="1132" y="2343"/>
                    <a:pt x="771" y="1997"/>
                    <a:pt x="771" y="1557"/>
                  </a:cubicBezTo>
                  <a:cubicBezTo>
                    <a:pt x="771" y="1132"/>
                    <a:pt x="1132" y="771"/>
                    <a:pt x="1557" y="771"/>
                  </a:cubicBezTo>
                  <a:close/>
                  <a:moveTo>
                    <a:pt x="6663" y="771"/>
                  </a:moveTo>
                  <a:cubicBezTo>
                    <a:pt x="7103" y="771"/>
                    <a:pt x="7449" y="1132"/>
                    <a:pt x="7449" y="1557"/>
                  </a:cubicBezTo>
                  <a:cubicBezTo>
                    <a:pt x="7449" y="1997"/>
                    <a:pt x="7103" y="2343"/>
                    <a:pt x="6663" y="2343"/>
                  </a:cubicBezTo>
                  <a:cubicBezTo>
                    <a:pt x="6240" y="2343"/>
                    <a:pt x="5894" y="1997"/>
                    <a:pt x="5894" y="1557"/>
                  </a:cubicBezTo>
                  <a:cubicBezTo>
                    <a:pt x="5894" y="1132"/>
                    <a:pt x="6240" y="771"/>
                    <a:pt x="6663" y="771"/>
                  </a:cubicBezTo>
                  <a:close/>
                  <a:moveTo>
                    <a:pt x="11786" y="771"/>
                  </a:moveTo>
                  <a:cubicBezTo>
                    <a:pt x="12211" y="771"/>
                    <a:pt x="12557" y="1132"/>
                    <a:pt x="12557" y="1557"/>
                  </a:cubicBezTo>
                  <a:cubicBezTo>
                    <a:pt x="12557" y="1997"/>
                    <a:pt x="12211" y="2343"/>
                    <a:pt x="11786" y="2343"/>
                  </a:cubicBezTo>
                  <a:cubicBezTo>
                    <a:pt x="11346" y="2343"/>
                    <a:pt x="11001" y="1997"/>
                    <a:pt x="11001" y="1557"/>
                  </a:cubicBezTo>
                  <a:cubicBezTo>
                    <a:pt x="11001" y="1132"/>
                    <a:pt x="11346" y="771"/>
                    <a:pt x="11786" y="771"/>
                  </a:cubicBezTo>
                  <a:close/>
                  <a:moveTo>
                    <a:pt x="6663" y="4715"/>
                  </a:moveTo>
                  <a:cubicBezTo>
                    <a:pt x="7434" y="4715"/>
                    <a:pt x="8126" y="5061"/>
                    <a:pt x="8723" y="5737"/>
                  </a:cubicBezTo>
                  <a:cubicBezTo>
                    <a:pt x="9052" y="6098"/>
                    <a:pt x="9257" y="6475"/>
                    <a:pt x="9366" y="6664"/>
                  </a:cubicBezTo>
                  <a:cubicBezTo>
                    <a:pt x="9115" y="7151"/>
                    <a:pt x="8235" y="8629"/>
                    <a:pt x="6663" y="8629"/>
                  </a:cubicBezTo>
                  <a:cubicBezTo>
                    <a:pt x="5909" y="8629"/>
                    <a:pt x="5203" y="8283"/>
                    <a:pt x="4605" y="7607"/>
                  </a:cubicBezTo>
                  <a:cubicBezTo>
                    <a:pt x="4291" y="7246"/>
                    <a:pt x="4071" y="6869"/>
                    <a:pt x="3977" y="6664"/>
                  </a:cubicBezTo>
                  <a:cubicBezTo>
                    <a:pt x="4228" y="6192"/>
                    <a:pt x="5108" y="4715"/>
                    <a:pt x="6663" y="4715"/>
                  </a:cubicBezTo>
                  <a:close/>
                  <a:moveTo>
                    <a:pt x="1557" y="11001"/>
                  </a:moveTo>
                  <a:cubicBezTo>
                    <a:pt x="1997" y="11001"/>
                    <a:pt x="2343" y="11347"/>
                    <a:pt x="2343" y="11787"/>
                  </a:cubicBezTo>
                  <a:cubicBezTo>
                    <a:pt x="2343" y="12212"/>
                    <a:pt x="1997" y="12557"/>
                    <a:pt x="1557" y="12557"/>
                  </a:cubicBezTo>
                  <a:cubicBezTo>
                    <a:pt x="1132" y="12557"/>
                    <a:pt x="771" y="12212"/>
                    <a:pt x="771" y="11787"/>
                  </a:cubicBezTo>
                  <a:cubicBezTo>
                    <a:pt x="771" y="11347"/>
                    <a:pt x="1132" y="11001"/>
                    <a:pt x="1557" y="11001"/>
                  </a:cubicBezTo>
                  <a:close/>
                  <a:moveTo>
                    <a:pt x="6663" y="11001"/>
                  </a:moveTo>
                  <a:cubicBezTo>
                    <a:pt x="7103" y="11001"/>
                    <a:pt x="7449" y="11347"/>
                    <a:pt x="7449" y="11787"/>
                  </a:cubicBezTo>
                  <a:cubicBezTo>
                    <a:pt x="7449" y="12212"/>
                    <a:pt x="7103" y="12557"/>
                    <a:pt x="6663" y="12557"/>
                  </a:cubicBezTo>
                  <a:cubicBezTo>
                    <a:pt x="6240" y="12557"/>
                    <a:pt x="5894" y="12212"/>
                    <a:pt x="5894" y="11787"/>
                  </a:cubicBezTo>
                  <a:cubicBezTo>
                    <a:pt x="5894" y="11347"/>
                    <a:pt x="6240" y="11001"/>
                    <a:pt x="6663" y="11001"/>
                  </a:cubicBezTo>
                  <a:close/>
                  <a:moveTo>
                    <a:pt x="11786" y="11001"/>
                  </a:moveTo>
                  <a:cubicBezTo>
                    <a:pt x="12211" y="11001"/>
                    <a:pt x="12557" y="11347"/>
                    <a:pt x="12557" y="11787"/>
                  </a:cubicBezTo>
                  <a:cubicBezTo>
                    <a:pt x="12557" y="12212"/>
                    <a:pt x="12211" y="12557"/>
                    <a:pt x="11786" y="12557"/>
                  </a:cubicBezTo>
                  <a:cubicBezTo>
                    <a:pt x="11346" y="12557"/>
                    <a:pt x="11001" y="12212"/>
                    <a:pt x="11001" y="11787"/>
                  </a:cubicBezTo>
                  <a:cubicBezTo>
                    <a:pt x="11001" y="11347"/>
                    <a:pt x="11346" y="11001"/>
                    <a:pt x="11786" y="11001"/>
                  </a:cubicBezTo>
                  <a:close/>
                  <a:moveTo>
                    <a:pt x="1557" y="1"/>
                  </a:moveTo>
                  <a:cubicBezTo>
                    <a:pt x="692" y="1"/>
                    <a:pt x="0" y="692"/>
                    <a:pt x="0" y="1557"/>
                  </a:cubicBezTo>
                  <a:cubicBezTo>
                    <a:pt x="0" y="2421"/>
                    <a:pt x="692" y="3129"/>
                    <a:pt x="1557" y="3129"/>
                  </a:cubicBezTo>
                  <a:cubicBezTo>
                    <a:pt x="2280" y="3129"/>
                    <a:pt x="2892" y="2626"/>
                    <a:pt x="3080" y="1949"/>
                  </a:cubicBezTo>
                  <a:lnTo>
                    <a:pt x="5155" y="1949"/>
                  </a:lnTo>
                  <a:cubicBezTo>
                    <a:pt x="5297" y="2500"/>
                    <a:pt x="5737" y="2924"/>
                    <a:pt x="6271" y="3066"/>
                  </a:cubicBezTo>
                  <a:lnTo>
                    <a:pt x="6271" y="3961"/>
                  </a:lnTo>
                  <a:cubicBezTo>
                    <a:pt x="5438" y="4055"/>
                    <a:pt x="4652" y="4495"/>
                    <a:pt x="4008" y="5234"/>
                  </a:cubicBezTo>
                  <a:cubicBezTo>
                    <a:pt x="3458" y="5863"/>
                    <a:pt x="3191" y="6491"/>
                    <a:pt x="3175" y="6523"/>
                  </a:cubicBezTo>
                  <a:lnTo>
                    <a:pt x="3112" y="6664"/>
                  </a:lnTo>
                  <a:lnTo>
                    <a:pt x="3175" y="6821"/>
                  </a:lnTo>
                  <a:cubicBezTo>
                    <a:pt x="3191" y="6852"/>
                    <a:pt x="3458" y="7466"/>
                    <a:pt x="4008" y="8094"/>
                  </a:cubicBezTo>
                  <a:cubicBezTo>
                    <a:pt x="4652" y="8849"/>
                    <a:pt x="5438" y="9272"/>
                    <a:pt x="6271" y="9383"/>
                  </a:cubicBezTo>
                  <a:lnTo>
                    <a:pt x="6271" y="10263"/>
                  </a:lnTo>
                  <a:cubicBezTo>
                    <a:pt x="5737" y="10404"/>
                    <a:pt x="5297" y="10844"/>
                    <a:pt x="5155" y="11394"/>
                  </a:cubicBezTo>
                  <a:lnTo>
                    <a:pt x="3080" y="11394"/>
                  </a:lnTo>
                  <a:cubicBezTo>
                    <a:pt x="2892" y="10718"/>
                    <a:pt x="2280" y="10215"/>
                    <a:pt x="1557" y="10215"/>
                  </a:cubicBezTo>
                  <a:cubicBezTo>
                    <a:pt x="692" y="10215"/>
                    <a:pt x="0" y="10923"/>
                    <a:pt x="0" y="11787"/>
                  </a:cubicBezTo>
                  <a:cubicBezTo>
                    <a:pt x="0" y="12635"/>
                    <a:pt x="692" y="13343"/>
                    <a:pt x="1557" y="13343"/>
                  </a:cubicBezTo>
                  <a:cubicBezTo>
                    <a:pt x="2280" y="13343"/>
                    <a:pt x="2892" y="12840"/>
                    <a:pt x="3080" y="12164"/>
                  </a:cubicBezTo>
                  <a:lnTo>
                    <a:pt x="5155" y="12164"/>
                  </a:lnTo>
                  <a:cubicBezTo>
                    <a:pt x="5328" y="12840"/>
                    <a:pt x="5941" y="13343"/>
                    <a:pt x="6663" y="13343"/>
                  </a:cubicBezTo>
                  <a:cubicBezTo>
                    <a:pt x="7403" y="13343"/>
                    <a:pt x="8015" y="12840"/>
                    <a:pt x="8188" y="12164"/>
                  </a:cubicBezTo>
                  <a:lnTo>
                    <a:pt x="10263" y="12164"/>
                  </a:lnTo>
                  <a:cubicBezTo>
                    <a:pt x="10435" y="12840"/>
                    <a:pt x="11048" y="13343"/>
                    <a:pt x="11786" y="13343"/>
                  </a:cubicBezTo>
                  <a:cubicBezTo>
                    <a:pt x="12635" y="13343"/>
                    <a:pt x="13343" y="12635"/>
                    <a:pt x="13343" y="11787"/>
                  </a:cubicBezTo>
                  <a:cubicBezTo>
                    <a:pt x="13343" y="10923"/>
                    <a:pt x="12635" y="10215"/>
                    <a:pt x="11786" y="10215"/>
                  </a:cubicBezTo>
                  <a:cubicBezTo>
                    <a:pt x="11048" y="10215"/>
                    <a:pt x="10435" y="10718"/>
                    <a:pt x="10263" y="11394"/>
                  </a:cubicBezTo>
                  <a:lnTo>
                    <a:pt x="8188" y="11394"/>
                  </a:lnTo>
                  <a:cubicBezTo>
                    <a:pt x="8046" y="10844"/>
                    <a:pt x="7606" y="10404"/>
                    <a:pt x="7057" y="10263"/>
                  </a:cubicBezTo>
                  <a:lnTo>
                    <a:pt x="7057" y="9383"/>
                  </a:lnTo>
                  <a:cubicBezTo>
                    <a:pt x="7906" y="9272"/>
                    <a:pt x="8691" y="8849"/>
                    <a:pt x="9335" y="8094"/>
                  </a:cubicBezTo>
                  <a:cubicBezTo>
                    <a:pt x="9886" y="7466"/>
                    <a:pt x="10152" y="6852"/>
                    <a:pt x="10152" y="6821"/>
                  </a:cubicBezTo>
                  <a:lnTo>
                    <a:pt x="10215" y="6664"/>
                  </a:lnTo>
                  <a:lnTo>
                    <a:pt x="10152" y="6523"/>
                  </a:lnTo>
                  <a:cubicBezTo>
                    <a:pt x="10152" y="6491"/>
                    <a:pt x="9886" y="5863"/>
                    <a:pt x="9335" y="5234"/>
                  </a:cubicBezTo>
                  <a:cubicBezTo>
                    <a:pt x="8691" y="4495"/>
                    <a:pt x="7906" y="4055"/>
                    <a:pt x="7057" y="3961"/>
                  </a:cubicBezTo>
                  <a:lnTo>
                    <a:pt x="7057" y="3066"/>
                  </a:lnTo>
                  <a:cubicBezTo>
                    <a:pt x="7606" y="2924"/>
                    <a:pt x="8046" y="2500"/>
                    <a:pt x="8188" y="1949"/>
                  </a:cubicBezTo>
                  <a:lnTo>
                    <a:pt x="10263" y="1949"/>
                  </a:lnTo>
                  <a:cubicBezTo>
                    <a:pt x="10435" y="2626"/>
                    <a:pt x="11048" y="3129"/>
                    <a:pt x="11786" y="3129"/>
                  </a:cubicBezTo>
                  <a:cubicBezTo>
                    <a:pt x="12635" y="3129"/>
                    <a:pt x="13343" y="2421"/>
                    <a:pt x="13343" y="1557"/>
                  </a:cubicBezTo>
                  <a:cubicBezTo>
                    <a:pt x="13343" y="692"/>
                    <a:pt x="12635" y="1"/>
                    <a:pt x="11786" y="1"/>
                  </a:cubicBezTo>
                  <a:cubicBezTo>
                    <a:pt x="11048" y="1"/>
                    <a:pt x="10435" y="489"/>
                    <a:pt x="10263" y="1164"/>
                  </a:cubicBezTo>
                  <a:lnTo>
                    <a:pt x="8188" y="1164"/>
                  </a:lnTo>
                  <a:cubicBezTo>
                    <a:pt x="8015" y="489"/>
                    <a:pt x="7403" y="1"/>
                    <a:pt x="6663" y="1"/>
                  </a:cubicBezTo>
                  <a:cubicBezTo>
                    <a:pt x="5941" y="1"/>
                    <a:pt x="5328" y="489"/>
                    <a:pt x="5155" y="1164"/>
                  </a:cubicBezTo>
                  <a:lnTo>
                    <a:pt x="3080" y="1164"/>
                  </a:lnTo>
                  <a:cubicBezTo>
                    <a:pt x="2892" y="489"/>
                    <a:pt x="2280" y="1"/>
                    <a:pt x="155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 name="Google Shape;2476;p119"/>
          <p:cNvGrpSpPr/>
          <p:nvPr/>
        </p:nvGrpSpPr>
        <p:grpSpPr>
          <a:xfrm>
            <a:off x="1534056" y="2189239"/>
            <a:ext cx="407657" cy="359821"/>
            <a:chOff x="1534056" y="2189239"/>
            <a:chExt cx="407657" cy="359821"/>
          </a:xfrm>
        </p:grpSpPr>
        <p:sp>
          <p:nvSpPr>
            <p:cNvPr id="2477" name="Google Shape;2477;p119"/>
            <p:cNvSpPr/>
            <p:nvPr/>
          </p:nvSpPr>
          <p:spPr>
            <a:xfrm>
              <a:off x="1534056" y="2189239"/>
              <a:ext cx="407657" cy="359821"/>
            </a:xfrm>
            <a:custGeom>
              <a:avLst/>
              <a:gdLst/>
              <a:ahLst/>
              <a:cxnLst/>
              <a:rect l="l" t="t" r="r" b="b"/>
              <a:pathLst>
                <a:path w="15118" h="13344" extrusionOk="0">
                  <a:moveTo>
                    <a:pt x="14238" y="881"/>
                  </a:moveTo>
                  <a:lnTo>
                    <a:pt x="14238" y="8912"/>
                  </a:lnTo>
                  <a:lnTo>
                    <a:pt x="895" y="8912"/>
                  </a:lnTo>
                  <a:lnTo>
                    <a:pt x="895" y="881"/>
                  </a:lnTo>
                  <a:close/>
                  <a:moveTo>
                    <a:pt x="14238" y="9807"/>
                  </a:moveTo>
                  <a:lnTo>
                    <a:pt x="14238" y="10687"/>
                  </a:lnTo>
                  <a:lnTo>
                    <a:pt x="895" y="10687"/>
                  </a:lnTo>
                  <a:lnTo>
                    <a:pt x="895" y="9807"/>
                  </a:lnTo>
                  <a:close/>
                  <a:moveTo>
                    <a:pt x="8455" y="11567"/>
                  </a:moveTo>
                  <a:lnTo>
                    <a:pt x="8455" y="12463"/>
                  </a:lnTo>
                  <a:lnTo>
                    <a:pt x="6678" y="12463"/>
                  </a:lnTo>
                  <a:lnTo>
                    <a:pt x="6678" y="11567"/>
                  </a:lnTo>
                  <a:close/>
                  <a:moveTo>
                    <a:pt x="0" y="1"/>
                  </a:moveTo>
                  <a:lnTo>
                    <a:pt x="0" y="11567"/>
                  </a:lnTo>
                  <a:lnTo>
                    <a:pt x="5798" y="11567"/>
                  </a:lnTo>
                  <a:lnTo>
                    <a:pt x="5798" y="12463"/>
                  </a:lnTo>
                  <a:lnTo>
                    <a:pt x="1775" y="12463"/>
                  </a:lnTo>
                  <a:lnTo>
                    <a:pt x="1775" y="13343"/>
                  </a:lnTo>
                  <a:lnTo>
                    <a:pt x="13358" y="13343"/>
                  </a:lnTo>
                  <a:lnTo>
                    <a:pt x="13358" y="12463"/>
                  </a:lnTo>
                  <a:lnTo>
                    <a:pt x="9335" y="12463"/>
                  </a:lnTo>
                  <a:lnTo>
                    <a:pt x="9335" y="11567"/>
                  </a:lnTo>
                  <a:lnTo>
                    <a:pt x="15118" y="11567"/>
                  </a:lnTo>
                  <a:lnTo>
                    <a:pt x="151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119"/>
            <p:cNvSpPr/>
            <p:nvPr/>
          </p:nvSpPr>
          <p:spPr>
            <a:xfrm>
              <a:off x="1689543" y="2284619"/>
              <a:ext cx="23756" cy="23756"/>
            </a:xfrm>
            <a:custGeom>
              <a:avLst/>
              <a:gdLst/>
              <a:ahLst/>
              <a:cxnLst/>
              <a:rect l="l" t="t" r="r" b="b"/>
              <a:pathLst>
                <a:path w="881" h="881" extrusionOk="0">
                  <a:moveTo>
                    <a:pt x="1" y="0"/>
                  </a:moveTo>
                  <a:lnTo>
                    <a:pt x="1" y="880"/>
                  </a:lnTo>
                  <a:lnTo>
                    <a:pt x="881" y="880"/>
                  </a:lnTo>
                  <a:lnTo>
                    <a:pt x="88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119"/>
            <p:cNvSpPr/>
            <p:nvPr/>
          </p:nvSpPr>
          <p:spPr>
            <a:xfrm>
              <a:off x="1762891" y="2284619"/>
              <a:ext cx="23756" cy="23756"/>
            </a:xfrm>
            <a:custGeom>
              <a:avLst/>
              <a:gdLst/>
              <a:ahLst/>
              <a:cxnLst/>
              <a:rect l="l" t="t" r="r" b="b"/>
              <a:pathLst>
                <a:path w="881" h="881" extrusionOk="0">
                  <a:moveTo>
                    <a:pt x="0" y="0"/>
                  </a:moveTo>
                  <a:lnTo>
                    <a:pt x="0" y="880"/>
                  </a:lnTo>
                  <a:lnTo>
                    <a:pt x="880" y="880"/>
                  </a:lnTo>
                  <a:lnTo>
                    <a:pt x="88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119"/>
            <p:cNvSpPr/>
            <p:nvPr/>
          </p:nvSpPr>
          <p:spPr>
            <a:xfrm>
              <a:off x="1689543" y="2332484"/>
              <a:ext cx="97101" cy="23756"/>
            </a:xfrm>
            <a:custGeom>
              <a:avLst/>
              <a:gdLst/>
              <a:ahLst/>
              <a:cxnLst/>
              <a:rect l="l" t="t" r="r" b="b"/>
              <a:pathLst>
                <a:path w="3601" h="881" extrusionOk="0">
                  <a:moveTo>
                    <a:pt x="1" y="0"/>
                  </a:moveTo>
                  <a:lnTo>
                    <a:pt x="1" y="880"/>
                  </a:lnTo>
                  <a:lnTo>
                    <a:pt x="3600" y="880"/>
                  </a:lnTo>
                  <a:lnTo>
                    <a:pt x="360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119"/>
            <p:cNvSpPr/>
            <p:nvPr/>
          </p:nvSpPr>
          <p:spPr>
            <a:xfrm>
              <a:off x="1593786" y="2236700"/>
              <a:ext cx="288175" cy="169124"/>
            </a:xfrm>
            <a:custGeom>
              <a:avLst/>
              <a:gdLst/>
              <a:ahLst/>
              <a:cxnLst/>
              <a:rect l="l" t="t" r="r" b="b"/>
              <a:pathLst>
                <a:path w="10687" h="6272" extrusionOk="0">
                  <a:moveTo>
                    <a:pt x="8031" y="897"/>
                  </a:moveTo>
                  <a:lnTo>
                    <a:pt x="8031" y="5375"/>
                  </a:lnTo>
                  <a:lnTo>
                    <a:pt x="2657" y="5375"/>
                  </a:lnTo>
                  <a:lnTo>
                    <a:pt x="2657" y="897"/>
                  </a:lnTo>
                  <a:close/>
                  <a:moveTo>
                    <a:pt x="1777" y="1"/>
                  </a:moveTo>
                  <a:lnTo>
                    <a:pt x="1777" y="2689"/>
                  </a:lnTo>
                  <a:lnTo>
                    <a:pt x="897" y="2689"/>
                  </a:lnTo>
                  <a:lnTo>
                    <a:pt x="897" y="1809"/>
                  </a:lnTo>
                  <a:lnTo>
                    <a:pt x="0" y="1809"/>
                  </a:lnTo>
                  <a:lnTo>
                    <a:pt x="0" y="4464"/>
                  </a:lnTo>
                  <a:lnTo>
                    <a:pt x="897" y="4464"/>
                  </a:lnTo>
                  <a:lnTo>
                    <a:pt x="897" y="3584"/>
                  </a:lnTo>
                  <a:lnTo>
                    <a:pt x="1777" y="3584"/>
                  </a:lnTo>
                  <a:lnTo>
                    <a:pt x="1777" y="6272"/>
                  </a:lnTo>
                  <a:lnTo>
                    <a:pt x="8926" y="6272"/>
                  </a:lnTo>
                  <a:lnTo>
                    <a:pt x="8926" y="3584"/>
                  </a:lnTo>
                  <a:lnTo>
                    <a:pt x="9806" y="3584"/>
                  </a:lnTo>
                  <a:lnTo>
                    <a:pt x="9806" y="4464"/>
                  </a:lnTo>
                  <a:lnTo>
                    <a:pt x="10686" y="4464"/>
                  </a:lnTo>
                  <a:lnTo>
                    <a:pt x="10686" y="1809"/>
                  </a:lnTo>
                  <a:lnTo>
                    <a:pt x="9806" y="1809"/>
                  </a:lnTo>
                  <a:lnTo>
                    <a:pt x="9806" y="2689"/>
                  </a:lnTo>
                  <a:lnTo>
                    <a:pt x="8926" y="2689"/>
                  </a:lnTo>
                  <a:lnTo>
                    <a:pt x="892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 name="Google Shape;2482;p119"/>
          <p:cNvGrpSpPr/>
          <p:nvPr/>
        </p:nvGrpSpPr>
        <p:grpSpPr>
          <a:xfrm>
            <a:off x="2406547" y="2194767"/>
            <a:ext cx="349197" cy="348765"/>
            <a:chOff x="2406547" y="2194767"/>
            <a:chExt cx="349197" cy="348765"/>
          </a:xfrm>
        </p:grpSpPr>
        <p:sp>
          <p:nvSpPr>
            <p:cNvPr id="2483" name="Google Shape;2483;p119"/>
            <p:cNvSpPr/>
            <p:nvPr/>
          </p:nvSpPr>
          <p:spPr>
            <a:xfrm>
              <a:off x="2519293" y="2296888"/>
              <a:ext cx="123742" cy="144532"/>
            </a:xfrm>
            <a:custGeom>
              <a:avLst/>
              <a:gdLst/>
              <a:ahLst/>
              <a:cxnLst/>
              <a:rect l="l" t="t" r="r" b="b"/>
              <a:pathLst>
                <a:path w="4589" h="5360" extrusionOk="0">
                  <a:moveTo>
                    <a:pt x="1917" y="802"/>
                  </a:moveTo>
                  <a:lnTo>
                    <a:pt x="1917" y="4542"/>
                  </a:lnTo>
                  <a:cubicBezTo>
                    <a:pt x="1242" y="4385"/>
                    <a:pt x="754" y="3772"/>
                    <a:pt x="754" y="3049"/>
                  </a:cubicBezTo>
                  <a:lnTo>
                    <a:pt x="754" y="2295"/>
                  </a:lnTo>
                  <a:cubicBezTo>
                    <a:pt x="754" y="1572"/>
                    <a:pt x="1242" y="975"/>
                    <a:pt x="1917" y="802"/>
                  </a:cubicBezTo>
                  <a:close/>
                  <a:moveTo>
                    <a:pt x="2672" y="802"/>
                  </a:moveTo>
                  <a:cubicBezTo>
                    <a:pt x="3348" y="975"/>
                    <a:pt x="3834" y="1572"/>
                    <a:pt x="3834" y="2295"/>
                  </a:cubicBezTo>
                  <a:lnTo>
                    <a:pt x="3834" y="3049"/>
                  </a:lnTo>
                  <a:cubicBezTo>
                    <a:pt x="3834" y="3772"/>
                    <a:pt x="3348" y="4385"/>
                    <a:pt x="2672" y="4557"/>
                  </a:cubicBezTo>
                  <a:lnTo>
                    <a:pt x="2672" y="802"/>
                  </a:lnTo>
                  <a:close/>
                  <a:moveTo>
                    <a:pt x="2294" y="0"/>
                  </a:moveTo>
                  <a:cubicBezTo>
                    <a:pt x="1022" y="0"/>
                    <a:pt x="0" y="1022"/>
                    <a:pt x="0" y="2295"/>
                  </a:cubicBezTo>
                  <a:lnTo>
                    <a:pt x="0" y="3049"/>
                  </a:lnTo>
                  <a:cubicBezTo>
                    <a:pt x="0" y="4322"/>
                    <a:pt x="1022" y="5360"/>
                    <a:pt x="2294" y="5360"/>
                  </a:cubicBezTo>
                  <a:cubicBezTo>
                    <a:pt x="3568" y="5360"/>
                    <a:pt x="4589" y="4322"/>
                    <a:pt x="4589" y="3049"/>
                  </a:cubicBezTo>
                  <a:lnTo>
                    <a:pt x="4589" y="2295"/>
                  </a:lnTo>
                  <a:cubicBezTo>
                    <a:pt x="4589" y="1022"/>
                    <a:pt x="3568" y="0"/>
                    <a:pt x="229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119"/>
            <p:cNvSpPr/>
            <p:nvPr/>
          </p:nvSpPr>
          <p:spPr>
            <a:xfrm>
              <a:off x="2406547" y="2194767"/>
              <a:ext cx="349197" cy="348765"/>
            </a:xfrm>
            <a:custGeom>
              <a:avLst/>
              <a:gdLst/>
              <a:ahLst/>
              <a:cxnLst/>
              <a:rect l="l" t="t" r="r" b="b"/>
              <a:pathLst>
                <a:path w="12950" h="12934" extrusionOk="0">
                  <a:moveTo>
                    <a:pt x="9918" y="3033"/>
                  </a:moveTo>
                  <a:lnTo>
                    <a:pt x="9918" y="9901"/>
                  </a:lnTo>
                  <a:lnTo>
                    <a:pt x="3035" y="9901"/>
                  </a:lnTo>
                  <a:lnTo>
                    <a:pt x="3035" y="3033"/>
                  </a:lnTo>
                  <a:close/>
                  <a:moveTo>
                    <a:pt x="3035" y="1"/>
                  </a:moveTo>
                  <a:lnTo>
                    <a:pt x="3035" y="2264"/>
                  </a:lnTo>
                  <a:lnTo>
                    <a:pt x="2280" y="2264"/>
                  </a:lnTo>
                  <a:lnTo>
                    <a:pt x="2280" y="3033"/>
                  </a:lnTo>
                  <a:lnTo>
                    <a:pt x="1" y="3033"/>
                  </a:lnTo>
                  <a:lnTo>
                    <a:pt x="1" y="3787"/>
                  </a:lnTo>
                  <a:lnTo>
                    <a:pt x="2280" y="3787"/>
                  </a:lnTo>
                  <a:lnTo>
                    <a:pt x="2280" y="4558"/>
                  </a:lnTo>
                  <a:lnTo>
                    <a:pt x="1" y="4558"/>
                  </a:lnTo>
                  <a:lnTo>
                    <a:pt x="1" y="5312"/>
                  </a:lnTo>
                  <a:lnTo>
                    <a:pt x="2280" y="5312"/>
                  </a:lnTo>
                  <a:lnTo>
                    <a:pt x="2280" y="6082"/>
                  </a:lnTo>
                  <a:lnTo>
                    <a:pt x="1" y="6082"/>
                  </a:lnTo>
                  <a:lnTo>
                    <a:pt x="1" y="6836"/>
                  </a:lnTo>
                  <a:lnTo>
                    <a:pt x="2280" y="6836"/>
                  </a:lnTo>
                  <a:lnTo>
                    <a:pt x="2280" y="7607"/>
                  </a:lnTo>
                  <a:lnTo>
                    <a:pt x="1" y="7607"/>
                  </a:lnTo>
                  <a:lnTo>
                    <a:pt x="1" y="8376"/>
                  </a:lnTo>
                  <a:lnTo>
                    <a:pt x="2280" y="8376"/>
                  </a:lnTo>
                  <a:lnTo>
                    <a:pt x="2280" y="9147"/>
                  </a:lnTo>
                  <a:lnTo>
                    <a:pt x="1" y="9147"/>
                  </a:lnTo>
                  <a:lnTo>
                    <a:pt x="1" y="9901"/>
                  </a:lnTo>
                  <a:lnTo>
                    <a:pt x="2280" y="9901"/>
                  </a:lnTo>
                  <a:lnTo>
                    <a:pt x="2280" y="10655"/>
                  </a:lnTo>
                  <a:lnTo>
                    <a:pt x="3035" y="10655"/>
                  </a:lnTo>
                  <a:lnTo>
                    <a:pt x="3035" y="12933"/>
                  </a:lnTo>
                  <a:lnTo>
                    <a:pt x="3804" y="12933"/>
                  </a:lnTo>
                  <a:lnTo>
                    <a:pt x="3804" y="10655"/>
                  </a:lnTo>
                  <a:lnTo>
                    <a:pt x="4575" y="10655"/>
                  </a:lnTo>
                  <a:lnTo>
                    <a:pt x="4575" y="12933"/>
                  </a:lnTo>
                  <a:lnTo>
                    <a:pt x="5329" y="12933"/>
                  </a:lnTo>
                  <a:lnTo>
                    <a:pt x="5329" y="10655"/>
                  </a:lnTo>
                  <a:lnTo>
                    <a:pt x="6098" y="10655"/>
                  </a:lnTo>
                  <a:lnTo>
                    <a:pt x="6098" y="12933"/>
                  </a:lnTo>
                  <a:lnTo>
                    <a:pt x="6853" y="12933"/>
                  </a:lnTo>
                  <a:lnTo>
                    <a:pt x="6853" y="10655"/>
                  </a:lnTo>
                  <a:lnTo>
                    <a:pt x="7623" y="10655"/>
                  </a:lnTo>
                  <a:lnTo>
                    <a:pt x="7623" y="12933"/>
                  </a:lnTo>
                  <a:lnTo>
                    <a:pt x="8377" y="12933"/>
                  </a:lnTo>
                  <a:lnTo>
                    <a:pt x="8377" y="10655"/>
                  </a:lnTo>
                  <a:lnTo>
                    <a:pt x="9147" y="10655"/>
                  </a:lnTo>
                  <a:lnTo>
                    <a:pt x="9147" y="12933"/>
                  </a:lnTo>
                  <a:lnTo>
                    <a:pt x="9918" y="12933"/>
                  </a:lnTo>
                  <a:lnTo>
                    <a:pt x="9918" y="10655"/>
                  </a:lnTo>
                  <a:lnTo>
                    <a:pt x="10672" y="10655"/>
                  </a:lnTo>
                  <a:lnTo>
                    <a:pt x="10672" y="9901"/>
                  </a:lnTo>
                  <a:lnTo>
                    <a:pt x="12950" y="9901"/>
                  </a:lnTo>
                  <a:lnTo>
                    <a:pt x="12950" y="9147"/>
                  </a:lnTo>
                  <a:lnTo>
                    <a:pt x="10672" y="9147"/>
                  </a:lnTo>
                  <a:lnTo>
                    <a:pt x="10672" y="8376"/>
                  </a:lnTo>
                  <a:lnTo>
                    <a:pt x="12950" y="8376"/>
                  </a:lnTo>
                  <a:lnTo>
                    <a:pt x="12950" y="7607"/>
                  </a:lnTo>
                  <a:lnTo>
                    <a:pt x="10672" y="7607"/>
                  </a:lnTo>
                  <a:lnTo>
                    <a:pt x="10672" y="6836"/>
                  </a:lnTo>
                  <a:lnTo>
                    <a:pt x="12950" y="6836"/>
                  </a:lnTo>
                  <a:lnTo>
                    <a:pt x="12950" y="6082"/>
                  </a:lnTo>
                  <a:lnTo>
                    <a:pt x="10672" y="6082"/>
                  </a:lnTo>
                  <a:lnTo>
                    <a:pt x="10672" y="5312"/>
                  </a:lnTo>
                  <a:lnTo>
                    <a:pt x="12950" y="5312"/>
                  </a:lnTo>
                  <a:lnTo>
                    <a:pt x="12950" y="4558"/>
                  </a:lnTo>
                  <a:lnTo>
                    <a:pt x="10672" y="4558"/>
                  </a:lnTo>
                  <a:lnTo>
                    <a:pt x="10672" y="3787"/>
                  </a:lnTo>
                  <a:lnTo>
                    <a:pt x="12950" y="3787"/>
                  </a:lnTo>
                  <a:lnTo>
                    <a:pt x="12950" y="3033"/>
                  </a:lnTo>
                  <a:lnTo>
                    <a:pt x="10672" y="3033"/>
                  </a:lnTo>
                  <a:lnTo>
                    <a:pt x="10672" y="2264"/>
                  </a:lnTo>
                  <a:lnTo>
                    <a:pt x="9918" y="2264"/>
                  </a:lnTo>
                  <a:lnTo>
                    <a:pt x="9918" y="1"/>
                  </a:lnTo>
                  <a:lnTo>
                    <a:pt x="9147" y="1"/>
                  </a:lnTo>
                  <a:lnTo>
                    <a:pt x="9147" y="2264"/>
                  </a:lnTo>
                  <a:lnTo>
                    <a:pt x="8377" y="2264"/>
                  </a:lnTo>
                  <a:lnTo>
                    <a:pt x="8377" y="1"/>
                  </a:lnTo>
                  <a:lnTo>
                    <a:pt x="7623" y="1"/>
                  </a:lnTo>
                  <a:lnTo>
                    <a:pt x="7623" y="2264"/>
                  </a:lnTo>
                  <a:lnTo>
                    <a:pt x="6853" y="2264"/>
                  </a:lnTo>
                  <a:lnTo>
                    <a:pt x="6853" y="1"/>
                  </a:lnTo>
                  <a:lnTo>
                    <a:pt x="6098" y="1"/>
                  </a:lnTo>
                  <a:lnTo>
                    <a:pt x="6098" y="2264"/>
                  </a:lnTo>
                  <a:lnTo>
                    <a:pt x="5329" y="2264"/>
                  </a:lnTo>
                  <a:lnTo>
                    <a:pt x="5329" y="1"/>
                  </a:lnTo>
                  <a:lnTo>
                    <a:pt x="4575" y="1"/>
                  </a:lnTo>
                  <a:lnTo>
                    <a:pt x="4575" y="2264"/>
                  </a:lnTo>
                  <a:lnTo>
                    <a:pt x="3804" y="2264"/>
                  </a:lnTo>
                  <a:lnTo>
                    <a:pt x="380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5" name="Google Shape;2485;p119"/>
          <p:cNvSpPr/>
          <p:nvPr/>
        </p:nvSpPr>
        <p:spPr>
          <a:xfrm>
            <a:off x="3214238" y="2189239"/>
            <a:ext cx="255143" cy="359821"/>
          </a:xfrm>
          <a:custGeom>
            <a:avLst/>
            <a:gdLst/>
            <a:ahLst/>
            <a:cxnLst/>
            <a:rect l="l" t="t" r="r" b="b"/>
            <a:pathLst>
              <a:path w="9462" h="13344" extrusionOk="0">
                <a:moveTo>
                  <a:pt x="5549" y="771"/>
                </a:moveTo>
                <a:cubicBezTo>
                  <a:pt x="6523" y="771"/>
                  <a:pt x="7324" y="1572"/>
                  <a:pt x="7324" y="2563"/>
                </a:cubicBezTo>
                <a:lnTo>
                  <a:pt x="7324" y="2909"/>
                </a:lnTo>
                <a:lnTo>
                  <a:pt x="7670" y="2955"/>
                </a:lnTo>
                <a:cubicBezTo>
                  <a:pt x="8252" y="3018"/>
                  <a:pt x="8692" y="3521"/>
                  <a:pt x="8692" y="4103"/>
                </a:cubicBezTo>
                <a:cubicBezTo>
                  <a:pt x="8692" y="4731"/>
                  <a:pt x="8173" y="5249"/>
                  <a:pt x="7544" y="5249"/>
                </a:cubicBezTo>
                <a:lnTo>
                  <a:pt x="1934" y="5249"/>
                </a:lnTo>
                <a:cubicBezTo>
                  <a:pt x="1290" y="5249"/>
                  <a:pt x="787" y="4731"/>
                  <a:pt x="787" y="4103"/>
                </a:cubicBezTo>
                <a:cubicBezTo>
                  <a:pt x="787" y="3521"/>
                  <a:pt x="1212" y="3018"/>
                  <a:pt x="1792" y="2955"/>
                </a:cubicBezTo>
                <a:lnTo>
                  <a:pt x="2138" y="2909"/>
                </a:lnTo>
                <a:lnTo>
                  <a:pt x="2138" y="2563"/>
                </a:lnTo>
                <a:cubicBezTo>
                  <a:pt x="2138" y="1871"/>
                  <a:pt x="2689" y="1321"/>
                  <a:pt x="3380" y="1321"/>
                </a:cubicBezTo>
                <a:cubicBezTo>
                  <a:pt x="3537" y="1321"/>
                  <a:pt x="3695" y="1352"/>
                  <a:pt x="3835" y="1415"/>
                </a:cubicBezTo>
                <a:lnTo>
                  <a:pt x="4087" y="1509"/>
                </a:lnTo>
                <a:lnTo>
                  <a:pt x="4260" y="1321"/>
                </a:lnTo>
                <a:cubicBezTo>
                  <a:pt x="4606" y="975"/>
                  <a:pt x="5061" y="771"/>
                  <a:pt x="5549" y="771"/>
                </a:cubicBezTo>
                <a:close/>
                <a:moveTo>
                  <a:pt x="7120" y="10718"/>
                </a:moveTo>
                <a:cubicBezTo>
                  <a:pt x="7560" y="10718"/>
                  <a:pt x="7906" y="11080"/>
                  <a:pt x="7906" y="11504"/>
                </a:cubicBezTo>
                <a:lnTo>
                  <a:pt x="7906" y="11787"/>
                </a:lnTo>
                <a:lnTo>
                  <a:pt x="6335" y="11787"/>
                </a:lnTo>
                <a:lnTo>
                  <a:pt x="6335" y="11504"/>
                </a:lnTo>
                <a:cubicBezTo>
                  <a:pt x="6335" y="11080"/>
                  <a:pt x="6695" y="10718"/>
                  <a:pt x="7120" y="10718"/>
                </a:cubicBezTo>
                <a:close/>
                <a:moveTo>
                  <a:pt x="5549" y="1"/>
                </a:moveTo>
                <a:cubicBezTo>
                  <a:pt x="4920" y="1"/>
                  <a:pt x="4338" y="206"/>
                  <a:pt x="3883" y="614"/>
                </a:cubicBezTo>
                <a:cubicBezTo>
                  <a:pt x="3710" y="566"/>
                  <a:pt x="3552" y="535"/>
                  <a:pt x="3380" y="535"/>
                </a:cubicBezTo>
                <a:cubicBezTo>
                  <a:pt x="2375" y="535"/>
                  <a:pt x="1541" y="1274"/>
                  <a:pt x="1384" y="2249"/>
                </a:cubicBezTo>
                <a:cubicBezTo>
                  <a:pt x="583" y="2484"/>
                  <a:pt x="1" y="3223"/>
                  <a:pt x="1" y="4103"/>
                </a:cubicBezTo>
                <a:cubicBezTo>
                  <a:pt x="1" y="5155"/>
                  <a:pt x="866" y="6035"/>
                  <a:pt x="1934" y="6035"/>
                </a:cubicBezTo>
                <a:lnTo>
                  <a:pt x="4338" y="6035"/>
                </a:lnTo>
                <a:lnTo>
                  <a:pt x="4338" y="6412"/>
                </a:lnTo>
                <a:cubicBezTo>
                  <a:pt x="4338" y="6632"/>
                  <a:pt x="4166" y="6806"/>
                  <a:pt x="3946" y="6806"/>
                </a:cubicBezTo>
                <a:lnTo>
                  <a:pt x="1950" y="6806"/>
                </a:lnTo>
                <a:cubicBezTo>
                  <a:pt x="1306" y="6806"/>
                  <a:pt x="787" y="7340"/>
                  <a:pt x="787" y="7984"/>
                </a:cubicBezTo>
                <a:cubicBezTo>
                  <a:pt x="787" y="8629"/>
                  <a:pt x="1306" y="9163"/>
                  <a:pt x="1950" y="9163"/>
                </a:cubicBezTo>
                <a:lnTo>
                  <a:pt x="6335" y="9163"/>
                </a:lnTo>
                <a:cubicBezTo>
                  <a:pt x="6555" y="9163"/>
                  <a:pt x="6727" y="9335"/>
                  <a:pt x="6727" y="9555"/>
                </a:cubicBezTo>
                <a:lnTo>
                  <a:pt x="6727" y="9995"/>
                </a:lnTo>
                <a:cubicBezTo>
                  <a:pt x="6052" y="10169"/>
                  <a:pt x="5564" y="10781"/>
                  <a:pt x="5564" y="11504"/>
                </a:cubicBezTo>
                <a:lnTo>
                  <a:pt x="5564" y="13343"/>
                </a:lnTo>
                <a:lnTo>
                  <a:pt x="6335" y="13343"/>
                </a:lnTo>
                <a:lnTo>
                  <a:pt x="6335" y="12557"/>
                </a:lnTo>
                <a:lnTo>
                  <a:pt x="7906" y="12557"/>
                </a:lnTo>
                <a:lnTo>
                  <a:pt x="7906" y="13343"/>
                </a:lnTo>
                <a:lnTo>
                  <a:pt x="8692" y="13343"/>
                </a:lnTo>
                <a:lnTo>
                  <a:pt x="8692" y="11504"/>
                </a:lnTo>
                <a:cubicBezTo>
                  <a:pt x="8692" y="10781"/>
                  <a:pt x="8189" y="10169"/>
                  <a:pt x="7513" y="9995"/>
                </a:cubicBezTo>
                <a:lnTo>
                  <a:pt x="7513" y="9555"/>
                </a:lnTo>
                <a:cubicBezTo>
                  <a:pt x="7513" y="8895"/>
                  <a:pt x="6995" y="8377"/>
                  <a:pt x="6335" y="8377"/>
                </a:cubicBezTo>
                <a:lnTo>
                  <a:pt x="1950" y="8377"/>
                </a:lnTo>
                <a:cubicBezTo>
                  <a:pt x="1746" y="8377"/>
                  <a:pt x="1557" y="8204"/>
                  <a:pt x="1557" y="7984"/>
                </a:cubicBezTo>
                <a:cubicBezTo>
                  <a:pt x="1557" y="7764"/>
                  <a:pt x="1746" y="7591"/>
                  <a:pt x="1950" y="7591"/>
                </a:cubicBezTo>
                <a:lnTo>
                  <a:pt x="3946" y="7591"/>
                </a:lnTo>
                <a:cubicBezTo>
                  <a:pt x="4606" y="7591"/>
                  <a:pt x="5124" y="7072"/>
                  <a:pt x="5124" y="6412"/>
                </a:cubicBezTo>
                <a:lnTo>
                  <a:pt x="5124" y="6035"/>
                </a:lnTo>
                <a:lnTo>
                  <a:pt x="7544" y="6035"/>
                </a:lnTo>
                <a:cubicBezTo>
                  <a:pt x="8597" y="6035"/>
                  <a:pt x="9461" y="5155"/>
                  <a:pt x="9461" y="4103"/>
                </a:cubicBezTo>
                <a:cubicBezTo>
                  <a:pt x="9461" y="3223"/>
                  <a:pt x="8895" y="2484"/>
                  <a:pt x="8095" y="2249"/>
                </a:cubicBezTo>
                <a:cubicBezTo>
                  <a:pt x="7937" y="975"/>
                  <a:pt x="6853" y="1"/>
                  <a:pt x="5549"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6" name="Google Shape;2486;p119"/>
          <p:cNvGrpSpPr/>
          <p:nvPr/>
        </p:nvGrpSpPr>
        <p:grpSpPr>
          <a:xfrm>
            <a:off x="4018155" y="2199864"/>
            <a:ext cx="286018" cy="338168"/>
            <a:chOff x="4018155" y="2199864"/>
            <a:chExt cx="286018" cy="338168"/>
          </a:xfrm>
        </p:grpSpPr>
        <p:sp>
          <p:nvSpPr>
            <p:cNvPr id="2487" name="Google Shape;2487;p119"/>
            <p:cNvSpPr/>
            <p:nvPr/>
          </p:nvSpPr>
          <p:spPr>
            <a:xfrm>
              <a:off x="4018155" y="2199864"/>
              <a:ext cx="286018" cy="338168"/>
            </a:xfrm>
            <a:custGeom>
              <a:avLst/>
              <a:gdLst/>
              <a:ahLst/>
              <a:cxnLst/>
              <a:rect l="l" t="t" r="r" b="b"/>
              <a:pathLst>
                <a:path w="10607" h="12541" extrusionOk="0">
                  <a:moveTo>
                    <a:pt x="7873" y="4070"/>
                  </a:moveTo>
                  <a:lnTo>
                    <a:pt x="7873" y="8486"/>
                  </a:lnTo>
                  <a:lnTo>
                    <a:pt x="2734" y="8486"/>
                  </a:lnTo>
                  <a:lnTo>
                    <a:pt x="2734" y="4070"/>
                  </a:lnTo>
                  <a:close/>
                  <a:moveTo>
                    <a:pt x="4935" y="755"/>
                  </a:moveTo>
                  <a:lnTo>
                    <a:pt x="4935" y="3332"/>
                  </a:lnTo>
                  <a:lnTo>
                    <a:pt x="1995" y="3332"/>
                  </a:lnTo>
                  <a:lnTo>
                    <a:pt x="1995" y="9209"/>
                  </a:lnTo>
                  <a:lnTo>
                    <a:pt x="4935" y="9209"/>
                  </a:lnTo>
                  <a:lnTo>
                    <a:pt x="4935" y="11801"/>
                  </a:lnTo>
                  <a:cubicBezTo>
                    <a:pt x="2592" y="11613"/>
                    <a:pt x="738" y="9633"/>
                    <a:pt x="738" y="7244"/>
                  </a:cubicBezTo>
                  <a:lnTo>
                    <a:pt x="738" y="5295"/>
                  </a:lnTo>
                  <a:cubicBezTo>
                    <a:pt x="738" y="2907"/>
                    <a:pt x="2592" y="943"/>
                    <a:pt x="4935" y="755"/>
                  </a:cubicBezTo>
                  <a:close/>
                  <a:moveTo>
                    <a:pt x="5672" y="755"/>
                  </a:moveTo>
                  <a:cubicBezTo>
                    <a:pt x="8015" y="943"/>
                    <a:pt x="9869" y="2907"/>
                    <a:pt x="9869" y="5295"/>
                  </a:cubicBezTo>
                  <a:lnTo>
                    <a:pt x="9869" y="7244"/>
                  </a:lnTo>
                  <a:cubicBezTo>
                    <a:pt x="9869" y="9633"/>
                    <a:pt x="8015" y="11613"/>
                    <a:pt x="5672" y="11801"/>
                  </a:cubicBezTo>
                  <a:lnTo>
                    <a:pt x="5672" y="9209"/>
                  </a:lnTo>
                  <a:lnTo>
                    <a:pt x="8612" y="9209"/>
                  </a:lnTo>
                  <a:lnTo>
                    <a:pt x="8612" y="3332"/>
                  </a:lnTo>
                  <a:lnTo>
                    <a:pt x="5672" y="3332"/>
                  </a:lnTo>
                  <a:lnTo>
                    <a:pt x="5672" y="755"/>
                  </a:lnTo>
                  <a:close/>
                  <a:moveTo>
                    <a:pt x="5295" y="0"/>
                  </a:moveTo>
                  <a:cubicBezTo>
                    <a:pt x="3881" y="0"/>
                    <a:pt x="2561" y="550"/>
                    <a:pt x="1555" y="1555"/>
                  </a:cubicBezTo>
                  <a:cubicBezTo>
                    <a:pt x="550" y="2561"/>
                    <a:pt x="0" y="3881"/>
                    <a:pt x="0" y="5295"/>
                  </a:cubicBezTo>
                  <a:lnTo>
                    <a:pt x="0" y="7244"/>
                  </a:lnTo>
                  <a:cubicBezTo>
                    <a:pt x="0" y="8658"/>
                    <a:pt x="550" y="9995"/>
                    <a:pt x="1555" y="11000"/>
                  </a:cubicBezTo>
                  <a:cubicBezTo>
                    <a:pt x="2561" y="11990"/>
                    <a:pt x="3881" y="12540"/>
                    <a:pt x="5295" y="12540"/>
                  </a:cubicBezTo>
                  <a:cubicBezTo>
                    <a:pt x="6710" y="12540"/>
                    <a:pt x="8046" y="11990"/>
                    <a:pt x="9052" y="11000"/>
                  </a:cubicBezTo>
                  <a:cubicBezTo>
                    <a:pt x="10057" y="9995"/>
                    <a:pt x="10607" y="8658"/>
                    <a:pt x="10607" y="7244"/>
                  </a:cubicBezTo>
                  <a:lnTo>
                    <a:pt x="10607" y="5295"/>
                  </a:lnTo>
                  <a:cubicBezTo>
                    <a:pt x="10607" y="3881"/>
                    <a:pt x="10057" y="2561"/>
                    <a:pt x="9052" y="1555"/>
                  </a:cubicBezTo>
                  <a:cubicBezTo>
                    <a:pt x="8046" y="550"/>
                    <a:pt x="6710" y="0"/>
                    <a:pt x="529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119"/>
            <p:cNvSpPr/>
            <p:nvPr/>
          </p:nvSpPr>
          <p:spPr>
            <a:xfrm>
              <a:off x="4111781" y="2329518"/>
              <a:ext cx="59350" cy="79250"/>
            </a:xfrm>
            <a:custGeom>
              <a:avLst/>
              <a:gdLst/>
              <a:ahLst/>
              <a:cxnLst/>
              <a:rect l="l" t="t" r="r" b="b"/>
              <a:pathLst>
                <a:path w="2201" h="2939" extrusionOk="0">
                  <a:moveTo>
                    <a:pt x="1463" y="739"/>
                  </a:moveTo>
                  <a:lnTo>
                    <a:pt x="1463" y="1462"/>
                  </a:lnTo>
                  <a:lnTo>
                    <a:pt x="723" y="1462"/>
                  </a:lnTo>
                  <a:lnTo>
                    <a:pt x="723" y="739"/>
                  </a:lnTo>
                  <a:close/>
                  <a:moveTo>
                    <a:pt x="0" y="1"/>
                  </a:moveTo>
                  <a:lnTo>
                    <a:pt x="0" y="2939"/>
                  </a:lnTo>
                  <a:lnTo>
                    <a:pt x="723" y="2939"/>
                  </a:lnTo>
                  <a:lnTo>
                    <a:pt x="723" y="2201"/>
                  </a:lnTo>
                  <a:lnTo>
                    <a:pt x="1463" y="2201"/>
                  </a:lnTo>
                  <a:lnTo>
                    <a:pt x="1463" y="2939"/>
                  </a:lnTo>
                  <a:lnTo>
                    <a:pt x="2200" y="2939"/>
                  </a:lnTo>
                  <a:lnTo>
                    <a:pt x="220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119"/>
            <p:cNvSpPr/>
            <p:nvPr/>
          </p:nvSpPr>
          <p:spPr>
            <a:xfrm>
              <a:off x="4191035" y="2329518"/>
              <a:ext cx="19523" cy="79250"/>
            </a:xfrm>
            <a:custGeom>
              <a:avLst/>
              <a:gdLst/>
              <a:ahLst/>
              <a:cxnLst/>
              <a:rect l="l" t="t" r="r" b="b"/>
              <a:pathLst>
                <a:path w="724" h="2939" extrusionOk="0">
                  <a:moveTo>
                    <a:pt x="1" y="1"/>
                  </a:moveTo>
                  <a:lnTo>
                    <a:pt x="1" y="2939"/>
                  </a:lnTo>
                  <a:lnTo>
                    <a:pt x="724" y="2939"/>
                  </a:lnTo>
                  <a:lnTo>
                    <a:pt x="72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0" name="Google Shape;2490;p119"/>
          <p:cNvGrpSpPr/>
          <p:nvPr/>
        </p:nvGrpSpPr>
        <p:grpSpPr>
          <a:xfrm>
            <a:off x="3996959" y="2807089"/>
            <a:ext cx="328420" cy="372529"/>
            <a:chOff x="3996959" y="2807089"/>
            <a:chExt cx="328420" cy="372529"/>
          </a:xfrm>
        </p:grpSpPr>
        <p:sp>
          <p:nvSpPr>
            <p:cNvPr id="2491" name="Google Shape;2491;p119"/>
            <p:cNvSpPr/>
            <p:nvPr/>
          </p:nvSpPr>
          <p:spPr>
            <a:xfrm>
              <a:off x="4018559" y="2982962"/>
              <a:ext cx="285209" cy="196656"/>
            </a:xfrm>
            <a:custGeom>
              <a:avLst/>
              <a:gdLst/>
              <a:ahLst/>
              <a:cxnLst/>
              <a:rect l="l" t="t" r="r" b="b"/>
              <a:pathLst>
                <a:path w="10577" h="7293" extrusionOk="0">
                  <a:moveTo>
                    <a:pt x="9760" y="818"/>
                  </a:moveTo>
                  <a:lnTo>
                    <a:pt x="9760" y="3238"/>
                  </a:lnTo>
                  <a:lnTo>
                    <a:pt x="817" y="3238"/>
                  </a:lnTo>
                  <a:lnTo>
                    <a:pt x="817" y="818"/>
                  </a:lnTo>
                  <a:close/>
                  <a:moveTo>
                    <a:pt x="9760" y="4055"/>
                  </a:moveTo>
                  <a:lnTo>
                    <a:pt x="9760" y="6475"/>
                  </a:lnTo>
                  <a:lnTo>
                    <a:pt x="817" y="6475"/>
                  </a:lnTo>
                  <a:lnTo>
                    <a:pt x="817" y="4055"/>
                  </a:lnTo>
                  <a:close/>
                  <a:moveTo>
                    <a:pt x="0" y="1"/>
                  </a:moveTo>
                  <a:lnTo>
                    <a:pt x="0" y="7292"/>
                  </a:lnTo>
                  <a:lnTo>
                    <a:pt x="10577" y="7292"/>
                  </a:lnTo>
                  <a:lnTo>
                    <a:pt x="1057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119"/>
            <p:cNvSpPr/>
            <p:nvPr/>
          </p:nvSpPr>
          <p:spPr>
            <a:xfrm>
              <a:off x="4062218" y="3113883"/>
              <a:ext cx="22057" cy="22084"/>
            </a:xfrm>
            <a:custGeom>
              <a:avLst/>
              <a:gdLst/>
              <a:ahLst/>
              <a:cxnLst/>
              <a:rect l="l" t="t" r="r" b="b"/>
              <a:pathLst>
                <a:path w="818" h="819" extrusionOk="0">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119"/>
            <p:cNvSpPr/>
            <p:nvPr/>
          </p:nvSpPr>
          <p:spPr>
            <a:xfrm>
              <a:off x="4105849" y="3113883"/>
              <a:ext cx="21653" cy="22084"/>
            </a:xfrm>
            <a:custGeom>
              <a:avLst/>
              <a:gdLst/>
              <a:ahLst/>
              <a:cxnLst/>
              <a:rect l="l" t="t" r="r" b="b"/>
              <a:pathLst>
                <a:path w="803" h="819" extrusionOk="0">
                  <a:moveTo>
                    <a:pt x="0" y="1"/>
                  </a:moveTo>
                  <a:lnTo>
                    <a:pt x="0" y="818"/>
                  </a:lnTo>
                  <a:lnTo>
                    <a:pt x="803" y="818"/>
                  </a:lnTo>
                  <a:lnTo>
                    <a:pt x="80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119"/>
            <p:cNvSpPr/>
            <p:nvPr/>
          </p:nvSpPr>
          <p:spPr>
            <a:xfrm>
              <a:off x="4194433" y="3113883"/>
              <a:ext cx="22057" cy="22084"/>
            </a:xfrm>
            <a:custGeom>
              <a:avLst/>
              <a:gdLst/>
              <a:ahLst/>
              <a:cxnLst/>
              <a:rect l="l" t="t" r="r" b="b"/>
              <a:pathLst>
                <a:path w="818" h="819" extrusionOk="0">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119"/>
            <p:cNvSpPr/>
            <p:nvPr/>
          </p:nvSpPr>
          <p:spPr>
            <a:xfrm>
              <a:off x="4238064" y="3113883"/>
              <a:ext cx="22057" cy="22084"/>
            </a:xfrm>
            <a:custGeom>
              <a:avLst/>
              <a:gdLst/>
              <a:ahLst/>
              <a:cxnLst/>
              <a:rect l="l" t="t" r="r" b="b"/>
              <a:pathLst>
                <a:path w="818" h="819" extrusionOk="0">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119"/>
            <p:cNvSpPr/>
            <p:nvPr/>
          </p:nvSpPr>
          <p:spPr>
            <a:xfrm>
              <a:off x="4062218" y="3026594"/>
              <a:ext cx="22057" cy="22057"/>
            </a:xfrm>
            <a:custGeom>
              <a:avLst/>
              <a:gdLst/>
              <a:ahLst/>
              <a:cxnLst/>
              <a:rect l="l" t="t" r="r" b="b"/>
              <a:pathLst>
                <a:path w="818" h="818" extrusionOk="0">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119"/>
            <p:cNvSpPr/>
            <p:nvPr/>
          </p:nvSpPr>
          <p:spPr>
            <a:xfrm>
              <a:off x="4105849" y="3026594"/>
              <a:ext cx="21653" cy="22057"/>
            </a:xfrm>
            <a:custGeom>
              <a:avLst/>
              <a:gdLst/>
              <a:ahLst/>
              <a:cxnLst/>
              <a:rect l="l" t="t" r="r" b="b"/>
              <a:pathLst>
                <a:path w="803" h="818" extrusionOk="0">
                  <a:moveTo>
                    <a:pt x="0" y="1"/>
                  </a:moveTo>
                  <a:lnTo>
                    <a:pt x="0" y="818"/>
                  </a:lnTo>
                  <a:lnTo>
                    <a:pt x="803" y="818"/>
                  </a:lnTo>
                  <a:lnTo>
                    <a:pt x="80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119"/>
            <p:cNvSpPr/>
            <p:nvPr/>
          </p:nvSpPr>
          <p:spPr>
            <a:xfrm>
              <a:off x="4194433" y="3026594"/>
              <a:ext cx="22057" cy="22057"/>
            </a:xfrm>
            <a:custGeom>
              <a:avLst/>
              <a:gdLst/>
              <a:ahLst/>
              <a:cxnLst/>
              <a:rect l="l" t="t" r="r" b="b"/>
              <a:pathLst>
                <a:path w="818" h="818" extrusionOk="0">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119"/>
            <p:cNvSpPr/>
            <p:nvPr/>
          </p:nvSpPr>
          <p:spPr>
            <a:xfrm>
              <a:off x="4238064" y="3026594"/>
              <a:ext cx="22057" cy="22057"/>
            </a:xfrm>
            <a:custGeom>
              <a:avLst/>
              <a:gdLst/>
              <a:ahLst/>
              <a:cxnLst/>
              <a:rect l="l" t="t" r="r" b="b"/>
              <a:pathLst>
                <a:path w="818" h="818" extrusionOk="0">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119"/>
            <p:cNvSpPr/>
            <p:nvPr/>
          </p:nvSpPr>
          <p:spPr>
            <a:xfrm>
              <a:off x="4094820" y="2807089"/>
              <a:ext cx="132695" cy="154267"/>
            </a:xfrm>
            <a:custGeom>
              <a:avLst/>
              <a:gdLst/>
              <a:ahLst/>
              <a:cxnLst/>
              <a:rect l="l" t="t" r="r" b="b"/>
              <a:pathLst>
                <a:path w="4921" h="5721" extrusionOk="0">
                  <a:moveTo>
                    <a:pt x="2060" y="865"/>
                  </a:moveTo>
                  <a:lnTo>
                    <a:pt x="2060" y="4857"/>
                  </a:lnTo>
                  <a:cubicBezTo>
                    <a:pt x="1337" y="4683"/>
                    <a:pt x="818" y="4023"/>
                    <a:pt x="818" y="3269"/>
                  </a:cubicBezTo>
                  <a:lnTo>
                    <a:pt x="818" y="2452"/>
                  </a:lnTo>
                  <a:cubicBezTo>
                    <a:pt x="818" y="1683"/>
                    <a:pt x="1337" y="1038"/>
                    <a:pt x="2060" y="865"/>
                  </a:cubicBezTo>
                  <a:close/>
                  <a:moveTo>
                    <a:pt x="2861" y="865"/>
                  </a:moveTo>
                  <a:cubicBezTo>
                    <a:pt x="3569" y="1038"/>
                    <a:pt x="4103" y="1683"/>
                    <a:pt x="4103" y="2452"/>
                  </a:cubicBezTo>
                  <a:lnTo>
                    <a:pt x="4103" y="3269"/>
                  </a:lnTo>
                  <a:cubicBezTo>
                    <a:pt x="4103" y="4023"/>
                    <a:pt x="3569" y="4683"/>
                    <a:pt x="2861" y="4857"/>
                  </a:cubicBezTo>
                  <a:lnTo>
                    <a:pt x="2861" y="865"/>
                  </a:lnTo>
                  <a:close/>
                  <a:moveTo>
                    <a:pt x="2452" y="1"/>
                  </a:moveTo>
                  <a:cubicBezTo>
                    <a:pt x="1101" y="1"/>
                    <a:pt x="1" y="1101"/>
                    <a:pt x="1" y="2452"/>
                  </a:cubicBezTo>
                  <a:lnTo>
                    <a:pt x="1" y="3269"/>
                  </a:lnTo>
                  <a:cubicBezTo>
                    <a:pt x="1" y="4621"/>
                    <a:pt x="1101" y="5721"/>
                    <a:pt x="2452" y="5721"/>
                  </a:cubicBezTo>
                  <a:cubicBezTo>
                    <a:pt x="3820" y="5721"/>
                    <a:pt x="4920" y="4621"/>
                    <a:pt x="4920" y="3269"/>
                  </a:cubicBezTo>
                  <a:lnTo>
                    <a:pt x="4920" y="2452"/>
                  </a:lnTo>
                  <a:cubicBezTo>
                    <a:pt x="4920" y="1101"/>
                    <a:pt x="3820" y="1"/>
                    <a:pt x="245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119"/>
            <p:cNvSpPr/>
            <p:nvPr/>
          </p:nvSpPr>
          <p:spPr>
            <a:xfrm>
              <a:off x="4252060" y="2838046"/>
              <a:ext cx="29688" cy="93245"/>
            </a:xfrm>
            <a:custGeom>
              <a:avLst/>
              <a:gdLst/>
              <a:ahLst/>
              <a:cxnLst/>
              <a:rect l="l" t="t" r="r" b="b"/>
              <a:pathLst>
                <a:path w="1101" h="3458" extrusionOk="0">
                  <a:moveTo>
                    <a:pt x="770" y="0"/>
                  </a:moveTo>
                  <a:lnTo>
                    <a:pt x="16" y="315"/>
                  </a:lnTo>
                  <a:cubicBezTo>
                    <a:pt x="204" y="755"/>
                    <a:pt x="299" y="1226"/>
                    <a:pt x="299" y="1713"/>
                  </a:cubicBezTo>
                  <a:cubicBezTo>
                    <a:pt x="299" y="2200"/>
                    <a:pt x="204" y="2687"/>
                    <a:pt x="1" y="3143"/>
                  </a:cubicBezTo>
                  <a:lnTo>
                    <a:pt x="755" y="3458"/>
                  </a:lnTo>
                  <a:cubicBezTo>
                    <a:pt x="990" y="2907"/>
                    <a:pt x="1101" y="2310"/>
                    <a:pt x="1101" y="1713"/>
                  </a:cubicBezTo>
                  <a:cubicBezTo>
                    <a:pt x="1101" y="1115"/>
                    <a:pt x="990" y="535"/>
                    <a:pt x="770"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119"/>
            <p:cNvSpPr/>
            <p:nvPr/>
          </p:nvSpPr>
          <p:spPr>
            <a:xfrm>
              <a:off x="4292293" y="2821084"/>
              <a:ext cx="33086" cy="127167"/>
            </a:xfrm>
            <a:custGeom>
              <a:avLst/>
              <a:gdLst/>
              <a:ahLst/>
              <a:cxnLst/>
              <a:rect l="l" t="t" r="r" b="b"/>
              <a:pathLst>
                <a:path w="1227" h="4716" extrusionOk="0">
                  <a:moveTo>
                    <a:pt x="771" y="1"/>
                  </a:moveTo>
                  <a:lnTo>
                    <a:pt x="17" y="315"/>
                  </a:lnTo>
                  <a:cubicBezTo>
                    <a:pt x="284" y="959"/>
                    <a:pt x="426" y="1635"/>
                    <a:pt x="426" y="2342"/>
                  </a:cubicBezTo>
                  <a:cubicBezTo>
                    <a:pt x="426" y="3049"/>
                    <a:pt x="284" y="3741"/>
                    <a:pt x="1" y="4401"/>
                  </a:cubicBezTo>
                  <a:lnTo>
                    <a:pt x="755" y="4715"/>
                  </a:lnTo>
                  <a:cubicBezTo>
                    <a:pt x="1069" y="3961"/>
                    <a:pt x="1227" y="3159"/>
                    <a:pt x="1227" y="2342"/>
                  </a:cubicBezTo>
                  <a:cubicBezTo>
                    <a:pt x="1227" y="1524"/>
                    <a:pt x="1069" y="755"/>
                    <a:pt x="77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119"/>
            <p:cNvSpPr/>
            <p:nvPr/>
          </p:nvSpPr>
          <p:spPr>
            <a:xfrm>
              <a:off x="4040591" y="2837183"/>
              <a:ext cx="29284" cy="93272"/>
            </a:xfrm>
            <a:custGeom>
              <a:avLst/>
              <a:gdLst/>
              <a:ahLst/>
              <a:cxnLst/>
              <a:rect l="l" t="t" r="r" b="b"/>
              <a:pathLst>
                <a:path w="1086" h="3459" extrusionOk="0">
                  <a:moveTo>
                    <a:pt x="346" y="1"/>
                  </a:moveTo>
                  <a:cubicBezTo>
                    <a:pt x="111" y="550"/>
                    <a:pt x="0" y="1132"/>
                    <a:pt x="0" y="1745"/>
                  </a:cubicBezTo>
                  <a:cubicBezTo>
                    <a:pt x="0" y="2342"/>
                    <a:pt x="111" y="2907"/>
                    <a:pt x="331" y="3458"/>
                  </a:cubicBezTo>
                  <a:lnTo>
                    <a:pt x="1085" y="3144"/>
                  </a:lnTo>
                  <a:cubicBezTo>
                    <a:pt x="897" y="2704"/>
                    <a:pt x="802" y="2232"/>
                    <a:pt x="802" y="1745"/>
                  </a:cubicBezTo>
                  <a:cubicBezTo>
                    <a:pt x="802" y="1242"/>
                    <a:pt x="897" y="770"/>
                    <a:pt x="1085" y="315"/>
                  </a:cubicBezTo>
                  <a:lnTo>
                    <a:pt x="34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119"/>
            <p:cNvSpPr/>
            <p:nvPr/>
          </p:nvSpPr>
          <p:spPr>
            <a:xfrm>
              <a:off x="3996959" y="2820248"/>
              <a:ext cx="33086" cy="126709"/>
            </a:xfrm>
            <a:custGeom>
              <a:avLst/>
              <a:gdLst/>
              <a:ahLst/>
              <a:cxnLst/>
              <a:rect l="l" t="t" r="r" b="b"/>
              <a:pathLst>
                <a:path w="1227" h="4699" extrusionOk="0">
                  <a:moveTo>
                    <a:pt x="472" y="0"/>
                  </a:moveTo>
                  <a:cubicBezTo>
                    <a:pt x="158" y="755"/>
                    <a:pt x="0" y="1555"/>
                    <a:pt x="0" y="2373"/>
                  </a:cubicBezTo>
                  <a:cubicBezTo>
                    <a:pt x="0" y="3175"/>
                    <a:pt x="158" y="3960"/>
                    <a:pt x="456" y="4698"/>
                  </a:cubicBezTo>
                  <a:lnTo>
                    <a:pt x="1210" y="4400"/>
                  </a:lnTo>
                  <a:cubicBezTo>
                    <a:pt x="943" y="3755"/>
                    <a:pt x="801" y="3064"/>
                    <a:pt x="801" y="2373"/>
                  </a:cubicBezTo>
                  <a:cubicBezTo>
                    <a:pt x="801" y="1650"/>
                    <a:pt x="943" y="958"/>
                    <a:pt x="1226" y="315"/>
                  </a:cubicBezTo>
                  <a:lnTo>
                    <a:pt x="47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5" name="Google Shape;2505;p119"/>
          <p:cNvSpPr/>
          <p:nvPr/>
        </p:nvSpPr>
        <p:spPr>
          <a:xfrm>
            <a:off x="3221034" y="2807089"/>
            <a:ext cx="241552" cy="372521"/>
          </a:xfrm>
          <a:custGeom>
            <a:avLst/>
            <a:gdLst/>
            <a:ahLst/>
            <a:cxnLst/>
            <a:rect l="l" t="t" r="r" b="b"/>
            <a:pathLst>
              <a:path w="8958" h="13815" extrusionOk="0">
                <a:moveTo>
                  <a:pt x="4071" y="834"/>
                </a:moveTo>
                <a:lnTo>
                  <a:pt x="4071" y="2437"/>
                </a:lnTo>
                <a:lnTo>
                  <a:pt x="1431" y="2437"/>
                </a:lnTo>
                <a:cubicBezTo>
                  <a:pt x="2012" y="1557"/>
                  <a:pt x="2971" y="960"/>
                  <a:pt x="4071" y="834"/>
                </a:cubicBezTo>
                <a:close/>
                <a:moveTo>
                  <a:pt x="4888" y="834"/>
                </a:moveTo>
                <a:cubicBezTo>
                  <a:pt x="5988" y="960"/>
                  <a:pt x="6946" y="1557"/>
                  <a:pt x="7528" y="2437"/>
                </a:cubicBezTo>
                <a:lnTo>
                  <a:pt x="4888" y="2437"/>
                </a:lnTo>
                <a:lnTo>
                  <a:pt x="4888" y="834"/>
                </a:lnTo>
                <a:close/>
                <a:moveTo>
                  <a:pt x="4071" y="3254"/>
                </a:moveTo>
                <a:lnTo>
                  <a:pt x="4071" y="4888"/>
                </a:lnTo>
                <a:lnTo>
                  <a:pt x="802" y="4888"/>
                </a:lnTo>
                <a:lnTo>
                  <a:pt x="802" y="4480"/>
                </a:lnTo>
                <a:cubicBezTo>
                  <a:pt x="802" y="4055"/>
                  <a:pt x="880" y="3631"/>
                  <a:pt x="1022" y="3254"/>
                </a:cubicBezTo>
                <a:close/>
                <a:moveTo>
                  <a:pt x="7937" y="3254"/>
                </a:moveTo>
                <a:cubicBezTo>
                  <a:pt x="8078" y="3631"/>
                  <a:pt x="8157" y="4055"/>
                  <a:pt x="8157" y="4480"/>
                </a:cubicBezTo>
                <a:lnTo>
                  <a:pt x="8157" y="4888"/>
                </a:lnTo>
                <a:lnTo>
                  <a:pt x="4888" y="4888"/>
                </a:lnTo>
                <a:lnTo>
                  <a:pt x="4888" y="3254"/>
                </a:lnTo>
                <a:close/>
                <a:moveTo>
                  <a:pt x="4071" y="5689"/>
                </a:moveTo>
                <a:lnTo>
                  <a:pt x="4071" y="7324"/>
                </a:lnTo>
                <a:lnTo>
                  <a:pt x="1022" y="7324"/>
                </a:lnTo>
                <a:cubicBezTo>
                  <a:pt x="880" y="6931"/>
                  <a:pt x="802" y="6523"/>
                  <a:pt x="802" y="6098"/>
                </a:cubicBezTo>
                <a:lnTo>
                  <a:pt x="802" y="5689"/>
                </a:lnTo>
                <a:close/>
                <a:moveTo>
                  <a:pt x="8157" y="5689"/>
                </a:moveTo>
                <a:lnTo>
                  <a:pt x="8157" y="6098"/>
                </a:lnTo>
                <a:cubicBezTo>
                  <a:pt x="8157" y="6523"/>
                  <a:pt x="8078" y="6931"/>
                  <a:pt x="7937" y="7324"/>
                </a:cubicBezTo>
                <a:lnTo>
                  <a:pt x="4888" y="7324"/>
                </a:lnTo>
                <a:lnTo>
                  <a:pt x="4888" y="5689"/>
                </a:lnTo>
                <a:close/>
                <a:moveTo>
                  <a:pt x="4071" y="8126"/>
                </a:moveTo>
                <a:lnTo>
                  <a:pt x="4071" y="9226"/>
                </a:lnTo>
                <a:lnTo>
                  <a:pt x="2578" y="9226"/>
                </a:lnTo>
                <a:cubicBezTo>
                  <a:pt x="2106" y="8943"/>
                  <a:pt x="1729" y="8566"/>
                  <a:pt x="1431" y="8126"/>
                </a:cubicBezTo>
                <a:close/>
                <a:moveTo>
                  <a:pt x="7528" y="8126"/>
                </a:moveTo>
                <a:cubicBezTo>
                  <a:pt x="7245" y="8566"/>
                  <a:pt x="6852" y="8943"/>
                  <a:pt x="6397" y="9226"/>
                </a:cubicBezTo>
                <a:lnTo>
                  <a:pt x="4888" y="9226"/>
                </a:lnTo>
                <a:lnTo>
                  <a:pt x="4888" y="8126"/>
                </a:lnTo>
                <a:close/>
                <a:moveTo>
                  <a:pt x="6098" y="10043"/>
                </a:moveTo>
                <a:lnTo>
                  <a:pt x="6098" y="11378"/>
                </a:lnTo>
                <a:lnTo>
                  <a:pt x="2860" y="11378"/>
                </a:lnTo>
                <a:lnTo>
                  <a:pt x="2860" y="10043"/>
                </a:lnTo>
                <a:close/>
                <a:moveTo>
                  <a:pt x="5297" y="12195"/>
                </a:moveTo>
                <a:cubicBezTo>
                  <a:pt x="5297" y="12635"/>
                  <a:pt x="4935" y="12997"/>
                  <a:pt x="4480" y="12997"/>
                </a:cubicBezTo>
                <a:cubicBezTo>
                  <a:pt x="4040" y="12997"/>
                  <a:pt x="3678" y="12635"/>
                  <a:pt x="3678" y="12195"/>
                </a:cubicBezTo>
                <a:close/>
                <a:moveTo>
                  <a:pt x="4480" y="1"/>
                </a:moveTo>
                <a:cubicBezTo>
                  <a:pt x="2012" y="1"/>
                  <a:pt x="0" y="2012"/>
                  <a:pt x="0" y="4480"/>
                </a:cubicBezTo>
                <a:lnTo>
                  <a:pt x="0" y="6098"/>
                </a:lnTo>
                <a:cubicBezTo>
                  <a:pt x="0" y="7606"/>
                  <a:pt x="786" y="9037"/>
                  <a:pt x="2060" y="9854"/>
                </a:cubicBezTo>
                <a:lnTo>
                  <a:pt x="2060" y="12195"/>
                </a:lnTo>
                <a:lnTo>
                  <a:pt x="2860" y="12195"/>
                </a:lnTo>
                <a:cubicBezTo>
                  <a:pt x="2860" y="13075"/>
                  <a:pt x="3583" y="13814"/>
                  <a:pt x="4480" y="13814"/>
                </a:cubicBezTo>
                <a:cubicBezTo>
                  <a:pt x="5375" y="13814"/>
                  <a:pt x="6098" y="13075"/>
                  <a:pt x="6098" y="12195"/>
                </a:cubicBezTo>
                <a:lnTo>
                  <a:pt x="6915" y="12195"/>
                </a:lnTo>
                <a:lnTo>
                  <a:pt x="6915" y="9854"/>
                </a:lnTo>
                <a:cubicBezTo>
                  <a:pt x="8188" y="9037"/>
                  <a:pt x="8958" y="7606"/>
                  <a:pt x="8958" y="6098"/>
                </a:cubicBezTo>
                <a:lnTo>
                  <a:pt x="8958" y="4480"/>
                </a:lnTo>
                <a:cubicBezTo>
                  <a:pt x="8958" y="2012"/>
                  <a:pt x="6946" y="1"/>
                  <a:pt x="4480"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6" name="Google Shape;2506;p119"/>
          <p:cNvGrpSpPr/>
          <p:nvPr/>
        </p:nvGrpSpPr>
        <p:grpSpPr>
          <a:xfrm>
            <a:off x="2428605" y="2807089"/>
            <a:ext cx="305109" cy="372521"/>
            <a:chOff x="2428605" y="2807089"/>
            <a:chExt cx="305109" cy="372521"/>
          </a:xfrm>
        </p:grpSpPr>
        <p:sp>
          <p:nvSpPr>
            <p:cNvPr id="2507" name="Google Shape;2507;p119"/>
            <p:cNvSpPr/>
            <p:nvPr/>
          </p:nvSpPr>
          <p:spPr>
            <a:xfrm>
              <a:off x="2526493" y="2916005"/>
              <a:ext cx="65687" cy="87313"/>
            </a:xfrm>
            <a:custGeom>
              <a:avLst/>
              <a:gdLst/>
              <a:ahLst/>
              <a:cxnLst/>
              <a:rect l="l" t="t" r="r" b="b"/>
              <a:pathLst>
                <a:path w="2436" h="3238" extrusionOk="0">
                  <a:moveTo>
                    <a:pt x="1619" y="818"/>
                  </a:moveTo>
                  <a:lnTo>
                    <a:pt x="1619" y="1619"/>
                  </a:lnTo>
                  <a:lnTo>
                    <a:pt x="818" y="1619"/>
                  </a:lnTo>
                  <a:lnTo>
                    <a:pt x="818" y="818"/>
                  </a:lnTo>
                  <a:close/>
                  <a:moveTo>
                    <a:pt x="1" y="1"/>
                  </a:moveTo>
                  <a:lnTo>
                    <a:pt x="1" y="3238"/>
                  </a:lnTo>
                  <a:lnTo>
                    <a:pt x="818" y="3238"/>
                  </a:lnTo>
                  <a:lnTo>
                    <a:pt x="818" y="2436"/>
                  </a:lnTo>
                  <a:lnTo>
                    <a:pt x="1619" y="2436"/>
                  </a:lnTo>
                  <a:lnTo>
                    <a:pt x="1619" y="3238"/>
                  </a:lnTo>
                  <a:lnTo>
                    <a:pt x="2436" y="3238"/>
                  </a:lnTo>
                  <a:lnTo>
                    <a:pt x="243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119"/>
            <p:cNvSpPr/>
            <p:nvPr/>
          </p:nvSpPr>
          <p:spPr>
            <a:xfrm>
              <a:off x="2613809" y="2916005"/>
              <a:ext cx="22057" cy="87313"/>
            </a:xfrm>
            <a:custGeom>
              <a:avLst/>
              <a:gdLst/>
              <a:ahLst/>
              <a:cxnLst/>
              <a:rect l="l" t="t" r="r" b="b"/>
              <a:pathLst>
                <a:path w="818" h="3238" extrusionOk="0">
                  <a:moveTo>
                    <a:pt x="0" y="1"/>
                  </a:moveTo>
                  <a:lnTo>
                    <a:pt x="0" y="3238"/>
                  </a:lnTo>
                  <a:lnTo>
                    <a:pt x="817" y="3238"/>
                  </a:lnTo>
                  <a:lnTo>
                    <a:pt x="81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119"/>
            <p:cNvSpPr/>
            <p:nvPr/>
          </p:nvSpPr>
          <p:spPr>
            <a:xfrm>
              <a:off x="2472264" y="2850747"/>
              <a:ext cx="217823" cy="218255"/>
            </a:xfrm>
            <a:custGeom>
              <a:avLst/>
              <a:gdLst/>
              <a:ahLst/>
              <a:cxnLst/>
              <a:rect l="l" t="t" r="r" b="b"/>
              <a:pathLst>
                <a:path w="8078" h="8094" extrusionOk="0">
                  <a:moveTo>
                    <a:pt x="4038" y="802"/>
                  </a:moveTo>
                  <a:cubicBezTo>
                    <a:pt x="5830" y="802"/>
                    <a:pt x="7276" y="2264"/>
                    <a:pt x="7276" y="4039"/>
                  </a:cubicBezTo>
                  <a:cubicBezTo>
                    <a:pt x="7276" y="5830"/>
                    <a:pt x="5830" y="7276"/>
                    <a:pt x="4038" y="7276"/>
                  </a:cubicBezTo>
                  <a:cubicBezTo>
                    <a:pt x="2247" y="7276"/>
                    <a:pt x="801" y="5830"/>
                    <a:pt x="801" y="4039"/>
                  </a:cubicBezTo>
                  <a:cubicBezTo>
                    <a:pt x="801" y="2264"/>
                    <a:pt x="2247" y="802"/>
                    <a:pt x="4038" y="802"/>
                  </a:cubicBezTo>
                  <a:close/>
                  <a:moveTo>
                    <a:pt x="4038" y="1"/>
                  </a:moveTo>
                  <a:cubicBezTo>
                    <a:pt x="1807" y="1"/>
                    <a:pt x="0" y="1807"/>
                    <a:pt x="0" y="4039"/>
                  </a:cubicBezTo>
                  <a:cubicBezTo>
                    <a:pt x="0" y="6270"/>
                    <a:pt x="1807" y="8093"/>
                    <a:pt x="4038" y="8093"/>
                  </a:cubicBezTo>
                  <a:cubicBezTo>
                    <a:pt x="6270" y="8093"/>
                    <a:pt x="8078" y="6270"/>
                    <a:pt x="8078" y="4039"/>
                  </a:cubicBezTo>
                  <a:cubicBezTo>
                    <a:pt x="8078" y="1807"/>
                    <a:pt x="6270" y="1"/>
                    <a:pt x="403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119"/>
            <p:cNvSpPr/>
            <p:nvPr/>
          </p:nvSpPr>
          <p:spPr>
            <a:xfrm>
              <a:off x="2428605" y="2807089"/>
              <a:ext cx="305109" cy="372521"/>
            </a:xfrm>
            <a:custGeom>
              <a:avLst/>
              <a:gdLst/>
              <a:ahLst/>
              <a:cxnLst/>
              <a:rect l="l" t="t" r="r" b="b"/>
              <a:pathLst>
                <a:path w="11315" h="13815" extrusionOk="0">
                  <a:moveTo>
                    <a:pt x="5657" y="803"/>
                  </a:moveTo>
                  <a:cubicBezTo>
                    <a:pt x="8329" y="803"/>
                    <a:pt x="10514" y="2986"/>
                    <a:pt x="10514" y="5658"/>
                  </a:cubicBezTo>
                  <a:cubicBezTo>
                    <a:pt x="10514" y="8346"/>
                    <a:pt x="8329" y="10514"/>
                    <a:pt x="5657" y="10514"/>
                  </a:cubicBezTo>
                  <a:cubicBezTo>
                    <a:pt x="2986" y="10514"/>
                    <a:pt x="802" y="8346"/>
                    <a:pt x="802" y="5658"/>
                  </a:cubicBezTo>
                  <a:cubicBezTo>
                    <a:pt x="802" y="2986"/>
                    <a:pt x="2986" y="803"/>
                    <a:pt x="5657" y="803"/>
                  </a:cubicBezTo>
                  <a:close/>
                  <a:moveTo>
                    <a:pt x="6066" y="11315"/>
                  </a:moveTo>
                  <a:lnTo>
                    <a:pt x="6066" y="12997"/>
                  </a:lnTo>
                  <a:lnTo>
                    <a:pt x="5249" y="12997"/>
                  </a:lnTo>
                  <a:lnTo>
                    <a:pt x="5249" y="11315"/>
                  </a:lnTo>
                  <a:cubicBezTo>
                    <a:pt x="5391" y="11315"/>
                    <a:pt x="5517" y="11331"/>
                    <a:pt x="5657" y="11331"/>
                  </a:cubicBezTo>
                  <a:cubicBezTo>
                    <a:pt x="5799" y="11331"/>
                    <a:pt x="5925" y="11315"/>
                    <a:pt x="6066" y="11315"/>
                  </a:cubicBezTo>
                  <a:close/>
                  <a:moveTo>
                    <a:pt x="5657" y="1"/>
                  </a:moveTo>
                  <a:cubicBezTo>
                    <a:pt x="2531" y="1"/>
                    <a:pt x="0" y="2546"/>
                    <a:pt x="0" y="5658"/>
                  </a:cubicBezTo>
                  <a:cubicBezTo>
                    <a:pt x="0" y="8377"/>
                    <a:pt x="1902" y="10640"/>
                    <a:pt x="4448" y="11189"/>
                  </a:cubicBezTo>
                  <a:lnTo>
                    <a:pt x="4448" y="13814"/>
                  </a:lnTo>
                  <a:lnTo>
                    <a:pt x="6868" y="13814"/>
                  </a:lnTo>
                  <a:lnTo>
                    <a:pt x="6868" y="11189"/>
                  </a:lnTo>
                  <a:cubicBezTo>
                    <a:pt x="9414" y="10640"/>
                    <a:pt x="11315" y="8377"/>
                    <a:pt x="11315" y="5658"/>
                  </a:cubicBezTo>
                  <a:cubicBezTo>
                    <a:pt x="11315" y="2546"/>
                    <a:pt x="8785" y="1"/>
                    <a:pt x="565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1" name="Google Shape;2511;p119"/>
          <p:cNvGrpSpPr/>
          <p:nvPr/>
        </p:nvGrpSpPr>
        <p:grpSpPr>
          <a:xfrm>
            <a:off x="1533193" y="2812617"/>
            <a:ext cx="409787" cy="361466"/>
            <a:chOff x="1533193" y="2812617"/>
            <a:chExt cx="409787" cy="361466"/>
          </a:xfrm>
        </p:grpSpPr>
        <p:sp>
          <p:nvSpPr>
            <p:cNvPr id="2512" name="Google Shape;2512;p119"/>
            <p:cNvSpPr/>
            <p:nvPr/>
          </p:nvSpPr>
          <p:spPr>
            <a:xfrm>
              <a:off x="1533193" y="2812617"/>
              <a:ext cx="409787" cy="361466"/>
            </a:xfrm>
            <a:custGeom>
              <a:avLst/>
              <a:gdLst/>
              <a:ahLst/>
              <a:cxnLst/>
              <a:rect l="l" t="t" r="r" b="b"/>
              <a:pathLst>
                <a:path w="15197" h="13405" extrusionOk="0">
                  <a:moveTo>
                    <a:pt x="14301" y="880"/>
                  </a:moveTo>
                  <a:lnTo>
                    <a:pt x="14301" y="8958"/>
                  </a:lnTo>
                  <a:lnTo>
                    <a:pt x="896" y="8958"/>
                  </a:lnTo>
                  <a:lnTo>
                    <a:pt x="896" y="880"/>
                  </a:lnTo>
                  <a:close/>
                  <a:moveTo>
                    <a:pt x="14301" y="9838"/>
                  </a:moveTo>
                  <a:lnTo>
                    <a:pt x="14301" y="10733"/>
                  </a:lnTo>
                  <a:lnTo>
                    <a:pt x="896" y="10733"/>
                  </a:lnTo>
                  <a:lnTo>
                    <a:pt x="896" y="9838"/>
                  </a:lnTo>
                  <a:close/>
                  <a:moveTo>
                    <a:pt x="8487" y="11629"/>
                  </a:moveTo>
                  <a:lnTo>
                    <a:pt x="8487" y="12509"/>
                  </a:lnTo>
                  <a:lnTo>
                    <a:pt x="6710" y="12509"/>
                  </a:lnTo>
                  <a:lnTo>
                    <a:pt x="6710" y="11629"/>
                  </a:lnTo>
                  <a:close/>
                  <a:moveTo>
                    <a:pt x="1" y="0"/>
                  </a:moveTo>
                  <a:lnTo>
                    <a:pt x="1" y="11629"/>
                  </a:lnTo>
                  <a:lnTo>
                    <a:pt x="5815" y="11629"/>
                  </a:lnTo>
                  <a:lnTo>
                    <a:pt x="5815" y="12509"/>
                  </a:lnTo>
                  <a:lnTo>
                    <a:pt x="1776" y="12509"/>
                  </a:lnTo>
                  <a:lnTo>
                    <a:pt x="1776" y="13404"/>
                  </a:lnTo>
                  <a:lnTo>
                    <a:pt x="13405" y="13404"/>
                  </a:lnTo>
                  <a:lnTo>
                    <a:pt x="13405" y="12509"/>
                  </a:lnTo>
                  <a:lnTo>
                    <a:pt x="9382" y="12509"/>
                  </a:lnTo>
                  <a:lnTo>
                    <a:pt x="9382" y="11629"/>
                  </a:lnTo>
                  <a:lnTo>
                    <a:pt x="15196" y="11629"/>
                  </a:lnTo>
                  <a:lnTo>
                    <a:pt x="151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119"/>
            <p:cNvSpPr/>
            <p:nvPr/>
          </p:nvSpPr>
          <p:spPr>
            <a:xfrm>
              <a:off x="1677273" y="2860482"/>
              <a:ext cx="121639" cy="169529"/>
            </a:xfrm>
            <a:custGeom>
              <a:avLst/>
              <a:gdLst/>
              <a:ahLst/>
              <a:cxnLst/>
              <a:rect l="l" t="t" r="r" b="b"/>
              <a:pathLst>
                <a:path w="4511" h="6287" extrusionOk="0">
                  <a:moveTo>
                    <a:pt x="2247" y="897"/>
                  </a:moveTo>
                  <a:cubicBezTo>
                    <a:pt x="2750" y="897"/>
                    <a:pt x="3144" y="1289"/>
                    <a:pt x="3144" y="1777"/>
                  </a:cubicBezTo>
                  <a:cubicBezTo>
                    <a:pt x="3144" y="2263"/>
                    <a:pt x="2750" y="2672"/>
                    <a:pt x="2247" y="2672"/>
                  </a:cubicBezTo>
                  <a:cubicBezTo>
                    <a:pt x="1761" y="2672"/>
                    <a:pt x="1367" y="2263"/>
                    <a:pt x="1367" y="1777"/>
                  </a:cubicBezTo>
                  <a:cubicBezTo>
                    <a:pt x="1367" y="1289"/>
                    <a:pt x="1761" y="897"/>
                    <a:pt x="2247" y="897"/>
                  </a:cubicBezTo>
                  <a:close/>
                  <a:moveTo>
                    <a:pt x="2247" y="3552"/>
                  </a:moveTo>
                  <a:cubicBezTo>
                    <a:pt x="3002" y="3552"/>
                    <a:pt x="3615" y="4166"/>
                    <a:pt x="3615" y="4920"/>
                  </a:cubicBezTo>
                  <a:lnTo>
                    <a:pt x="3615" y="5391"/>
                  </a:lnTo>
                  <a:lnTo>
                    <a:pt x="881" y="5391"/>
                  </a:lnTo>
                  <a:lnTo>
                    <a:pt x="881" y="4920"/>
                  </a:lnTo>
                  <a:cubicBezTo>
                    <a:pt x="881" y="4166"/>
                    <a:pt x="1493" y="3552"/>
                    <a:pt x="2247" y="3552"/>
                  </a:cubicBezTo>
                  <a:close/>
                  <a:moveTo>
                    <a:pt x="2247" y="1"/>
                  </a:moveTo>
                  <a:cubicBezTo>
                    <a:pt x="1273" y="1"/>
                    <a:pt x="472" y="803"/>
                    <a:pt x="472" y="1777"/>
                  </a:cubicBezTo>
                  <a:cubicBezTo>
                    <a:pt x="472" y="2280"/>
                    <a:pt x="676" y="2720"/>
                    <a:pt x="1007" y="3049"/>
                  </a:cubicBezTo>
                  <a:cubicBezTo>
                    <a:pt x="393" y="3458"/>
                    <a:pt x="1" y="4149"/>
                    <a:pt x="1" y="4920"/>
                  </a:cubicBezTo>
                  <a:lnTo>
                    <a:pt x="1" y="6286"/>
                  </a:lnTo>
                  <a:lnTo>
                    <a:pt x="4510" y="6286"/>
                  </a:lnTo>
                  <a:lnTo>
                    <a:pt x="4510" y="4920"/>
                  </a:lnTo>
                  <a:cubicBezTo>
                    <a:pt x="4510" y="4149"/>
                    <a:pt x="4102" y="3458"/>
                    <a:pt x="3505" y="3049"/>
                  </a:cubicBezTo>
                  <a:cubicBezTo>
                    <a:pt x="3835" y="2720"/>
                    <a:pt x="4039" y="2280"/>
                    <a:pt x="4039" y="1777"/>
                  </a:cubicBezTo>
                  <a:cubicBezTo>
                    <a:pt x="4039" y="803"/>
                    <a:pt x="3238" y="1"/>
                    <a:pt x="224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119"/>
            <p:cNvSpPr/>
            <p:nvPr/>
          </p:nvSpPr>
          <p:spPr>
            <a:xfrm>
              <a:off x="1581085" y="3005857"/>
              <a:ext cx="24188" cy="24161"/>
            </a:xfrm>
            <a:custGeom>
              <a:avLst/>
              <a:gdLst/>
              <a:ahLst/>
              <a:cxnLst/>
              <a:rect l="l" t="t" r="r" b="b"/>
              <a:pathLst>
                <a:path w="897" h="896" extrusionOk="0">
                  <a:moveTo>
                    <a:pt x="0" y="0"/>
                  </a:moveTo>
                  <a:lnTo>
                    <a:pt x="0" y="895"/>
                  </a:lnTo>
                  <a:lnTo>
                    <a:pt x="896" y="895"/>
                  </a:lnTo>
                  <a:lnTo>
                    <a:pt x="8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119"/>
            <p:cNvSpPr/>
            <p:nvPr/>
          </p:nvSpPr>
          <p:spPr>
            <a:xfrm>
              <a:off x="1629381" y="3005857"/>
              <a:ext cx="23756" cy="24161"/>
            </a:xfrm>
            <a:custGeom>
              <a:avLst/>
              <a:gdLst/>
              <a:ahLst/>
              <a:cxnLst/>
              <a:rect l="l" t="t" r="r" b="b"/>
              <a:pathLst>
                <a:path w="881" h="896" extrusionOk="0">
                  <a:moveTo>
                    <a:pt x="0" y="0"/>
                  </a:moveTo>
                  <a:lnTo>
                    <a:pt x="0" y="895"/>
                  </a:lnTo>
                  <a:lnTo>
                    <a:pt x="880" y="895"/>
                  </a:lnTo>
                  <a:lnTo>
                    <a:pt x="88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119"/>
            <p:cNvSpPr/>
            <p:nvPr/>
          </p:nvSpPr>
          <p:spPr>
            <a:xfrm>
              <a:off x="1581085" y="2957938"/>
              <a:ext cx="24188" cy="24215"/>
            </a:xfrm>
            <a:custGeom>
              <a:avLst/>
              <a:gdLst/>
              <a:ahLst/>
              <a:cxnLst/>
              <a:rect l="l" t="t" r="r" b="b"/>
              <a:pathLst>
                <a:path w="897" h="898" extrusionOk="0">
                  <a:moveTo>
                    <a:pt x="0" y="1"/>
                  </a:moveTo>
                  <a:lnTo>
                    <a:pt x="0" y="897"/>
                  </a:lnTo>
                  <a:lnTo>
                    <a:pt x="896" y="897"/>
                  </a:lnTo>
                  <a:lnTo>
                    <a:pt x="89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119"/>
            <p:cNvSpPr/>
            <p:nvPr/>
          </p:nvSpPr>
          <p:spPr>
            <a:xfrm>
              <a:off x="1629381" y="2957938"/>
              <a:ext cx="23756" cy="24215"/>
            </a:xfrm>
            <a:custGeom>
              <a:avLst/>
              <a:gdLst/>
              <a:ahLst/>
              <a:cxnLst/>
              <a:rect l="l" t="t" r="r" b="b"/>
              <a:pathLst>
                <a:path w="881" h="898" extrusionOk="0">
                  <a:moveTo>
                    <a:pt x="0" y="1"/>
                  </a:moveTo>
                  <a:lnTo>
                    <a:pt x="0" y="897"/>
                  </a:lnTo>
                  <a:lnTo>
                    <a:pt x="880" y="897"/>
                  </a:lnTo>
                  <a:lnTo>
                    <a:pt x="88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119"/>
            <p:cNvSpPr/>
            <p:nvPr/>
          </p:nvSpPr>
          <p:spPr>
            <a:xfrm>
              <a:off x="1581085" y="2910073"/>
              <a:ext cx="24188" cy="24161"/>
            </a:xfrm>
            <a:custGeom>
              <a:avLst/>
              <a:gdLst/>
              <a:ahLst/>
              <a:cxnLst/>
              <a:rect l="l" t="t" r="r" b="b"/>
              <a:pathLst>
                <a:path w="897" h="896" extrusionOk="0">
                  <a:moveTo>
                    <a:pt x="0" y="1"/>
                  </a:moveTo>
                  <a:lnTo>
                    <a:pt x="0" y="896"/>
                  </a:lnTo>
                  <a:lnTo>
                    <a:pt x="896" y="896"/>
                  </a:lnTo>
                  <a:lnTo>
                    <a:pt x="89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119"/>
            <p:cNvSpPr/>
            <p:nvPr/>
          </p:nvSpPr>
          <p:spPr>
            <a:xfrm>
              <a:off x="1629381" y="2910073"/>
              <a:ext cx="23756" cy="24161"/>
            </a:xfrm>
            <a:custGeom>
              <a:avLst/>
              <a:gdLst/>
              <a:ahLst/>
              <a:cxnLst/>
              <a:rect l="l" t="t" r="r" b="b"/>
              <a:pathLst>
                <a:path w="881" h="896" extrusionOk="0">
                  <a:moveTo>
                    <a:pt x="0" y="1"/>
                  </a:moveTo>
                  <a:lnTo>
                    <a:pt x="0" y="896"/>
                  </a:lnTo>
                  <a:lnTo>
                    <a:pt x="880" y="896"/>
                  </a:lnTo>
                  <a:lnTo>
                    <a:pt x="88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119"/>
            <p:cNvSpPr/>
            <p:nvPr/>
          </p:nvSpPr>
          <p:spPr>
            <a:xfrm>
              <a:off x="1581085" y="2862181"/>
              <a:ext cx="24188" cy="23756"/>
            </a:xfrm>
            <a:custGeom>
              <a:avLst/>
              <a:gdLst/>
              <a:ahLst/>
              <a:cxnLst/>
              <a:rect l="l" t="t" r="r" b="b"/>
              <a:pathLst>
                <a:path w="897" h="881" extrusionOk="0">
                  <a:moveTo>
                    <a:pt x="0" y="0"/>
                  </a:moveTo>
                  <a:lnTo>
                    <a:pt x="0" y="880"/>
                  </a:lnTo>
                  <a:lnTo>
                    <a:pt x="896" y="880"/>
                  </a:lnTo>
                  <a:lnTo>
                    <a:pt x="8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119"/>
            <p:cNvSpPr/>
            <p:nvPr/>
          </p:nvSpPr>
          <p:spPr>
            <a:xfrm>
              <a:off x="1629381" y="2862181"/>
              <a:ext cx="23756" cy="23756"/>
            </a:xfrm>
            <a:custGeom>
              <a:avLst/>
              <a:gdLst/>
              <a:ahLst/>
              <a:cxnLst/>
              <a:rect l="l" t="t" r="r" b="b"/>
              <a:pathLst>
                <a:path w="881" h="881" extrusionOk="0">
                  <a:moveTo>
                    <a:pt x="0" y="0"/>
                  </a:moveTo>
                  <a:lnTo>
                    <a:pt x="0" y="880"/>
                  </a:lnTo>
                  <a:lnTo>
                    <a:pt x="880" y="880"/>
                  </a:lnTo>
                  <a:lnTo>
                    <a:pt x="88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119"/>
            <p:cNvSpPr/>
            <p:nvPr/>
          </p:nvSpPr>
          <p:spPr>
            <a:xfrm>
              <a:off x="1822621" y="3005857"/>
              <a:ext cx="24188" cy="24161"/>
            </a:xfrm>
            <a:custGeom>
              <a:avLst/>
              <a:gdLst/>
              <a:ahLst/>
              <a:cxnLst/>
              <a:rect l="l" t="t" r="r" b="b"/>
              <a:pathLst>
                <a:path w="897" h="896" extrusionOk="0">
                  <a:moveTo>
                    <a:pt x="0" y="0"/>
                  </a:moveTo>
                  <a:lnTo>
                    <a:pt x="0" y="895"/>
                  </a:lnTo>
                  <a:lnTo>
                    <a:pt x="897" y="895"/>
                  </a:lnTo>
                  <a:lnTo>
                    <a:pt x="89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119"/>
            <p:cNvSpPr/>
            <p:nvPr/>
          </p:nvSpPr>
          <p:spPr>
            <a:xfrm>
              <a:off x="1870917" y="3005857"/>
              <a:ext cx="23756" cy="24161"/>
            </a:xfrm>
            <a:custGeom>
              <a:avLst/>
              <a:gdLst/>
              <a:ahLst/>
              <a:cxnLst/>
              <a:rect l="l" t="t" r="r" b="b"/>
              <a:pathLst>
                <a:path w="881" h="896" extrusionOk="0">
                  <a:moveTo>
                    <a:pt x="1" y="0"/>
                  </a:moveTo>
                  <a:lnTo>
                    <a:pt x="1" y="895"/>
                  </a:lnTo>
                  <a:lnTo>
                    <a:pt x="881" y="895"/>
                  </a:lnTo>
                  <a:lnTo>
                    <a:pt x="88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119"/>
            <p:cNvSpPr/>
            <p:nvPr/>
          </p:nvSpPr>
          <p:spPr>
            <a:xfrm>
              <a:off x="1822621" y="2957938"/>
              <a:ext cx="24188" cy="24215"/>
            </a:xfrm>
            <a:custGeom>
              <a:avLst/>
              <a:gdLst/>
              <a:ahLst/>
              <a:cxnLst/>
              <a:rect l="l" t="t" r="r" b="b"/>
              <a:pathLst>
                <a:path w="897" h="898" extrusionOk="0">
                  <a:moveTo>
                    <a:pt x="0" y="1"/>
                  </a:moveTo>
                  <a:lnTo>
                    <a:pt x="0" y="897"/>
                  </a:lnTo>
                  <a:lnTo>
                    <a:pt x="897" y="897"/>
                  </a:lnTo>
                  <a:lnTo>
                    <a:pt x="89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119"/>
            <p:cNvSpPr/>
            <p:nvPr/>
          </p:nvSpPr>
          <p:spPr>
            <a:xfrm>
              <a:off x="1870917" y="2957938"/>
              <a:ext cx="23756" cy="24215"/>
            </a:xfrm>
            <a:custGeom>
              <a:avLst/>
              <a:gdLst/>
              <a:ahLst/>
              <a:cxnLst/>
              <a:rect l="l" t="t" r="r" b="b"/>
              <a:pathLst>
                <a:path w="881" h="898" extrusionOk="0">
                  <a:moveTo>
                    <a:pt x="1" y="1"/>
                  </a:moveTo>
                  <a:lnTo>
                    <a:pt x="1" y="897"/>
                  </a:lnTo>
                  <a:lnTo>
                    <a:pt x="881" y="897"/>
                  </a:lnTo>
                  <a:lnTo>
                    <a:pt x="88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119"/>
            <p:cNvSpPr/>
            <p:nvPr/>
          </p:nvSpPr>
          <p:spPr>
            <a:xfrm>
              <a:off x="1822621" y="2910073"/>
              <a:ext cx="24188" cy="24161"/>
            </a:xfrm>
            <a:custGeom>
              <a:avLst/>
              <a:gdLst/>
              <a:ahLst/>
              <a:cxnLst/>
              <a:rect l="l" t="t" r="r" b="b"/>
              <a:pathLst>
                <a:path w="897" h="896" extrusionOk="0">
                  <a:moveTo>
                    <a:pt x="0" y="1"/>
                  </a:moveTo>
                  <a:lnTo>
                    <a:pt x="0" y="896"/>
                  </a:lnTo>
                  <a:lnTo>
                    <a:pt x="897" y="896"/>
                  </a:lnTo>
                  <a:lnTo>
                    <a:pt x="89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119"/>
            <p:cNvSpPr/>
            <p:nvPr/>
          </p:nvSpPr>
          <p:spPr>
            <a:xfrm>
              <a:off x="1870917" y="2910073"/>
              <a:ext cx="23756" cy="24161"/>
            </a:xfrm>
            <a:custGeom>
              <a:avLst/>
              <a:gdLst/>
              <a:ahLst/>
              <a:cxnLst/>
              <a:rect l="l" t="t" r="r" b="b"/>
              <a:pathLst>
                <a:path w="881" h="896" extrusionOk="0">
                  <a:moveTo>
                    <a:pt x="1" y="1"/>
                  </a:moveTo>
                  <a:lnTo>
                    <a:pt x="1" y="896"/>
                  </a:lnTo>
                  <a:lnTo>
                    <a:pt x="881" y="896"/>
                  </a:lnTo>
                  <a:lnTo>
                    <a:pt x="88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119"/>
            <p:cNvSpPr/>
            <p:nvPr/>
          </p:nvSpPr>
          <p:spPr>
            <a:xfrm>
              <a:off x="1822621" y="2862181"/>
              <a:ext cx="24188" cy="23756"/>
            </a:xfrm>
            <a:custGeom>
              <a:avLst/>
              <a:gdLst/>
              <a:ahLst/>
              <a:cxnLst/>
              <a:rect l="l" t="t" r="r" b="b"/>
              <a:pathLst>
                <a:path w="897" h="881" extrusionOk="0">
                  <a:moveTo>
                    <a:pt x="0" y="0"/>
                  </a:moveTo>
                  <a:lnTo>
                    <a:pt x="0" y="880"/>
                  </a:lnTo>
                  <a:lnTo>
                    <a:pt x="897" y="880"/>
                  </a:lnTo>
                  <a:lnTo>
                    <a:pt x="89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119"/>
            <p:cNvSpPr/>
            <p:nvPr/>
          </p:nvSpPr>
          <p:spPr>
            <a:xfrm>
              <a:off x="1870917" y="2862181"/>
              <a:ext cx="23756" cy="23756"/>
            </a:xfrm>
            <a:custGeom>
              <a:avLst/>
              <a:gdLst/>
              <a:ahLst/>
              <a:cxnLst/>
              <a:rect l="l" t="t" r="r" b="b"/>
              <a:pathLst>
                <a:path w="881" h="881" extrusionOk="0">
                  <a:moveTo>
                    <a:pt x="1" y="0"/>
                  </a:moveTo>
                  <a:lnTo>
                    <a:pt x="1" y="880"/>
                  </a:lnTo>
                  <a:lnTo>
                    <a:pt x="881" y="880"/>
                  </a:lnTo>
                  <a:lnTo>
                    <a:pt x="88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0" name="Google Shape;2530;p119"/>
          <p:cNvGrpSpPr/>
          <p:nvPr/>
        </p:nvGrpSpPr>
        <p:grpSpPr>
          <a:xfrm>
            <a:off x="727200" y="2807089"/>
            <a:ext cx="382256" cy="372521"/>
            <a:chOff x="727200" y="2807089"/>
            <a:chExt cx="382256" cy="372521"/>
          </a:xfrm>
        </p:grpSpPr>
        <p:sp>
          <p:nvSpPr>
            <p:cNvPr id="2531" name="Google Shape;2531;p119"/>
            <p:cNvSpPr/>
            <p:nvPr/>
          </p:nvSpPr>
          <p:spPr>
            <a:xfrm>
              <a:off x="727200" y="2807089"/>
              <a:ext cx="382256" cy="372521"/>
            </a:xfrm>
            <a:custGeom>
              <a:avLst/>
              <a:gdLst/>
              <a:ahLst/>
              <a:cxnLst/>
              <a:rect l="l" t="t" r="r" b="b"/>
              <a:pathLst>
                <a:path w="14176" h="13815" extrusionOk="0">
                  <a:moveTo>
                    <a:pt x="5076" y="803"/>
                  </a:moveTo>
                  <a:cubicBezTo>
                    <a:pt x="5956" y="803"/>
                    <a:pt x="6664" y="1509"/>
                    <a:pt x="6695" y="2389"/>
                  </a:cubicBezTo>
                  <a:cubicBezTo>
                    <a:pt x="6138" y="2173"/>
                    <a:pt x="5555" y="2065"/>
                    <a:pt x="4966" y="2065"/>
                  </a:cubicBezTo>
                  <a:cubicBezTo>
                    <a:pt x="4657" y="2065"/>
                    <a:pt x="4347" y="2094"/>
                    <a:pt x="4039" y="2154"/>
                  </a:cubicBezTo>
                  <a:lnTo>
                    <a:pt x="4024" y="2154"/>
                  </a:lnTo>
                  <a:cubicBezTo>
                    <a:pt x="3835" y="1886"/>
                    <a:pt x="3725" y="1557"/>
                    <a:pt x="3725" y="1211"/>
                  </a:cubicBezTo>
                  <a:lnTo>
                    <a:pt x="3725" y="803"/>
                  </a:lnTo>
                  <a:close/>
                  <a:moveTo>
                    <a:pt x="10467" y="803"/>
                  </a:moveTo>
                  <a:lnTo>
                    <a:pt x="10467" y="1211"/>
                  </a:lnTo>
                  <a:cubicBezTo>
                    <a:pt x="10467" y="1557"/>
                    <a:pt x="10356" y="1886"/>
                    <a:pt x="10167" y="2154"/>
                  </a:cubicBezTo>
                  <a:lnTo>
                    <a:pt x="10152" y="2154"/>
                  </a:lnTo>
                  <a:cubicBezTo>
                    <a:pt x="9844" y="2094"/>
                    <a:pt x="9532" y="2065"/>
                    <a:pt x="9222" y="2065"/>
                  </a:cubicBezTo>
                  <a:cubicBezTo>
                    <a:pt x="8630" y="2065"/>
                    <a:pt x="8043" y="2173"/>
                    <a:pt x="7496" y="2389"/>
                  </a:cubicBezTo>
                  <a:cubicBezTo>
                    <a:pt x="7512" y="1509"/>
                    <a:pt x="8235" y="803"/>
                    <a:pt x="9115" y="803"/>
                  </a:cubicBezTo>
                  <a:close/>
                  <a:moveTo>
                    <a:pt x="9188" y="2874"/>
                  </a:moveTo>
                  <a:cubicBezTo>
                    <a:pt x="9455" y="2874"/>
                    <a:pt x="9724" y="2901"/>
                    <a:pt x="9995" y="2955"/>
                  </a:cubicBezTo>
                  <a:cubicBezTo>
                    <a:pt x="11158" y="3175"/>
                    <a:pt x="12148" y="3914"/>
                    <a:pt x="12713" y="4966"/>
                  </a:cubicBezTo>
                  <a:cubicBezTo>
                    <a:pt x="13279" y="6003"/>
                    <a:pt x="13342" y="7246"/>
                    <a:pt x="12887" y="8346"/>
                  </a:cubicBezTo>
                  <a:lnTo>
                    <a:pt x="11881" y="10844"/>
                  </a:lnTo>
                  <a:cubicBezTo>
                    <a:pt x="11347" y="12164"/>
                    <a:pt x="10058" y="12997"/>
                    <a:pt x="8675" y="12997"/>
                  </a:cubicBezTo>
                  <a:cubicBezTo>
                    <a:pt x="8455" y="12997"/>
                    <a:pt x="8235" y="12981"/>
                    <a:pt x="7999" y="12934"/>
                  </a:cubicBezTo>
                  <a:cubicBezTo>
                    <a:pt x="7747" y="12886"/>
                    <a:pt x="7496" y="12809"/>
                    <a:pt x="7261" y="12698"/>
                  </a:cubicBezTo>
                  <a:lnTo>
                    <a:pt x="7087" y="12620"/>
                  </a:lnTo>
                  <a:lnTo>
                    <a:pt x="6930" y="12698"/>
                  </a:lnTo>
                  <a:cubicBezTo>
                    <a:pt x="6695" y="12809"/>
                    <a:pt x="6444" y="12886"/>
                    <a:pt x="6176" y="12934"/>
                  </a:cubicBezTo>
                  <a:cubicBezTo>
                    <a:pt x="5954" y="12977"/>
                    <a:pt x="5732" y="12998"/>
                    <a:pt x="5512" y="12998"/>
                  </a:cubicBezTo>
                  <a:cubicBezTo>
                    <a:pt x="4132" y="12998"/>
                    <a:pt x="2852" y="12172"/>
                    <a:pt x="2310" y="10844"/>
                  </a:cubicBezTo>
                  <a:lnTo>
                    <a:pt x="1289" y="8346"/>
                  </a:lnTo>
                  <a:cubicBezTo>
                    <a:pt x="849" y="7246"/>
                    <a:pt x="912" y="6003"/>
                    <a:pt x="1478" y="4966"/>
                  </a:cubicBezTo>
                  <a:cubicBezTo>
                    <a:pt x="2044" y="3914"/>
                    <a:pt x="3033" y="3175"/>
                    <a:pt x="4196" y="2955"/>
                  </a:cubicBezTo>
                  <a:cubicBezTo>
                    <a:pt x="4464" y="2892"/>
                    <a:pt x="4730" y="2877"/>
                    <a:pt x="4982" y="2877"/>
                  </a:cubicBezTo>
                  <a:cubicBezTo>
                    <a:pt x="5658" y="2877"/>
                    <a:pt x="6302" y="3034"/>
                    <a:pt x="6899" y="3363"/>
                  </a:cubicBezTo>
                  <a:lnTo>
                    <a:pt x="7087" y="3474"/>
                  </a:lnTo>
                  <a:lnTo>
                    <a:pt x="7292" y="3363"/>
                  </a:lnTo>
                  <a:cubicBezTo>
                    <a:pt x="7885" y="3039"/>
                    <a:pt x="8527" y="2874"/>
                    <a:pt x="9188" y="2874"/>
                  </a:cubicBezTo>
                  <a:close/>
                  <a:moveTo>
                    <a:pt x="2907" y="1"/>
                  </a:moveTo>
                  <a:lnTo>
                    <a:pt x="2907" y="1211"/>
                  </a:lnTo>
                  <a:cubicBezTo>
                    <a:pt x="2907" y="1635"/>
                    <a:pt x="3018" y="2043"/>
                    <a:pt x="3222" y="2405"/>
                  </a:cubicBezTo>
                  <a:cubicBezTo>
                    <a:pt x="2169" y="2814"/>
                    <a:pt x="1304" y="3568"/>
                    <a:pt x="755" y="4574"/>
                  </a:cubicBezTo>
                  <a:cubicBezTo>
                    <a:pt x="79" y="5846"/>
                    <a:pt x="1" y="7324"/>
                    <a:pt x="550" y="8644"/>
                  </a:cubicBezTo>
                  <a:lnTo>
                    <a:pt x="1556" y="11158"/>
                  </a:lnTo>
                  <a:cubicBezTo>
                    <a:pt x="2216" y="12777"/>
                    <a:pt x="3804" y="13814"/>
                    <a:pt x="5516" y="13814"/>
                  </a:cubicBezTo>
                  <a:cubicBezTo>
                    <a:pt x="5784" y="13814"/>
                    <a:pt x="6067" y="13783"/>
                    <a:pt x="6333" y="13720"/>
                  </a:cubicBezTo>
                  <a:cubicBezTo>
                    <a:pt x="6601" y="13672"/>
                    <a:pt x="6852" y="13594"/>
                    <a:pt x="7087" y="13500"/>
                  </a:cubicBezTo>
                  <a:cubicBezTo>
                    <a:pt x="7339" y="13594"/>
                    <a:pt x="7590" y="13672"/>
                    <a:pt x="7842" y="13720"/>
                  </a:cubicBezTo>
                  <a:cubicBezTo>
                    <a:pt x="8126" y="13778"/>
                    <a:pt x="8410" y="13806"/>
                    <a:pt x="8691" y="13806"/>
                  </a:cubicBezTo>
                  <a:cubicBezTo>
                    <a:pt x="10393" y="13806"/>
                    <a:pt x="11958" y="12777"/>
                    <a:pt x="12619" y="11158"/>
                  </a:cubicBezTo>
                  <a:lnTo>
                    <a:pt x="13641" y="8644"/>
                  </a:lnTo>
                  <a:cubicBezTo>
                    <a:pt x="14175" y="7324"/>
                    <a:pt x="14096" y="5846"/>
                    <a:pt x="13421" y="4574"/>
                  </a:cubicBezTo>
                  <a:cubicBezTo>
                    <a:pt x="12887" y="3568"/>
                    <a:pt x="12007" y="2814"/>
                    <a:pt x="10970" y="2405"/>
                  </a:cubicBezTo>
                  <a:cubicBezTo>
                    <a:pt x="11173" y="2043"/>
                    <a:pt x="11267" y="1635"/>
                    <a:pt x="11267" y="1211"/>
                  </a:cubicBezTo>
                  <a:lnTo>
                    <a:pt x="11267" y="1"/>
                  </a:lnTo>
                  <a:lnTo>
                    <a:pt x="9115" y="1"/>
                  </a:lnTo>
                  <a:cubicBezTo>
                    <a:pt x="8267" y="1"/>
                    <a:pt x="7527" y="425"/>
                    <a:pt x="7087" y="1085"/>
                  </a:cubicBezTo>
                  <a:cubicBezTo>
                    <a:pt x="6664" y="425"/>
                    <a:pt x="5909" y="1"/>
                    <a:pt x="507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119"/>
            <p:cNvSpPr/>
            <p:nvPr/>
          </p:nvSpPr>
          <p:spPr>
            <a:xfrm>
              <a:off x="885707" y="2988464"/>
              <a:ext cx="65687" cy="65282"/>
            </a:xfrm>
            <a:custGeom>
              <a:avLst/>
              <a:gdLst/>
              <a:ahLst/>
              <a:cxnLst/>
              <a:rect l="l" t="t" r="r" b="b"/>
              <a:pathLst>
                <a:path w="2436" h="2421" extrusionOk="0">
                  <a:moveTo>
                    <a:pt x="1209" y="802"/>
                  </a:moveTo>
                  <a:cubicBezTo>
                    <a:pt x="1446" y="802"/>
                    <a:pt x="1618" y="991"/>
                    <a:pt x="1618" y="1211"/>
                  </a:cubicBezTo>
                  <a:cubicBezTo>
                    <a:pt x="1618" y="1431"/>
                    <a:pt x="1446" y="1620"/>
                    <a:pt x="1209" y="1620"/>
                  </a:cubicBezTo>
                  <a:cubicBezTo>
                    <a:pt x="989" y="1620"/>
                    <a:pt x="817" y="1431"/>
                    <a:pt x="817" y="1211"/>
                  </a:cubicBezTo>
                  <a:cubicBezTo>
                    <a:pt x="817" y="991"/>
                    <a:pt x="989" y="802"/>
                    <a:pt x="1209" y="802"/>
                  </a:cubicBezTo>
                  <a:close/>
                  <a:moveTo>
                    <a:pt x="1209" y="0"/>
                  </a:moveTo>
                  <a:cubicBezTo>
                    <a:pt x="549" y="0"/>
                    <a:pt x="0" y="535"/>
                    <a:pt x="0" y="1211"/>
                  </a:cubicBezTo>
                  <a:cubicBezTo>
                    <a:pt x="0" y="1886"/>
                    <a:pt x="549" y="2420"/>
                    <a:pt x="1209" y="2420"/>
                  </a:cubicBezTo>
                  <a:cubicBezTo>
                    <a:pt x="1886" y="2420"/>
                    <a:pt x="2435" y="1886"/>
                    <a:pt x="2435" y="1211"/>
                  </a:cubicBezTo>
                  <a:cubicBezTo>
                    <a:pt x="2435" y="535"/>
                    <a:pt x="1886" y="0"/>
                    <a:pt x="120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119"/>
            <p:cNvSpPr/>
            <p:nvPr/>
          </p:nvSpPr>
          <p:spPr>
            <a:xfrm>
              <a:off x="819155" y="2944832"/>
              <a:ext cx="198328" cy="152568"/>
            </a:xfrm>
            <a:custGeom>
              <a:avLst/>
              <a:gdLst/>
              <a:ahLst/>
              <a:cxnLst/>
              <a:rect l="l" t="t" r="r" b="b"/>
              <a:pathLst>
                <a:path w="7355" h="5658" extrusionOk="0">
                  <a:moveTo>
                    <a:pt x="3677" y="801"/>
                  </a:moveTo>
                  <a:cubicBezTo>
                    <a:pt x="4479" y="801"/>
                    <a:pt x="5186" y="1163"/>
                    <a:pt x="5815" y="1870"/>
                  </a:cubicBezTo>
                  <a:cubicBezTo>
                    <a:pt x="6145" y="2247"/>
                    <a:pt x="6365" y="2624"/>
                    <a:pt x="6475" y="2829"/>
                  </a:cubicBezTo>
                  <a:cubicBezTo>
                    <a:pt x="6223" y="3332"/>
                    <a:pt x="5297" y="4856"/>
                    <a:pt x="3677" y="4856"/>
                  </a:cubicBezTo>
                  <a:cubicBezTo>
                    <a:pt x="2892" y="4856"/>
                    <a:pt x="2169" y="4495"/>
                    <a:pt x="1557" y="3787"/>
                  </a:cubicBezTo>
                  <a:cubicBezTo>
                    <a:pt x="1226" y="3410"/>
                    <a:pt x="1006" y="3033"/>
                    <a:pt x="897" y="2829"/>
                  </a:cubicBezTo>
                  <a:cubicBezTo>
                    <a:pt x="1148" y="2326"/>
                    <a:pt x="2059" y="801"/>
                    <a:pt x="3677" y="801"/>
                  </a:cubicBezTo>
                  <a:close/>
                  <a:moveTo>
                    <a:pt x="3677" y="0"/>
                  </a:moveTo>
                  <a:cubicBezTo>
                    <a:pt x="2657" y="0"/>
                    <a:pt x="1697" y="472"/>
                    <a:pt x="928" y="1352"/>
                  </a:cubicBezTo>
                  <a:cubicBezTo>
                    <a:pt x="362" y="1996"/>
                    <a:pt x="79" y="2640"/>
                    <a:pt x="79" y="2672"/>
                  </a:cubicBezTo>
                  <a:lnTo>
                    <a:pt x="0" y="2829"/>
                  </a:lnTo>
                  <a:lnTo>
                    <a:pt x="79" y="2986"/>
                  </a:lnTo>
                  <a:cubicBezTo>
                    <a:pt x="79" y="3018"/>
                    <a:pt x="362" y="3661"/>
                    <a:pt x="928" y="4306"/>
                  </a:cubicBezTo>
                  <a:cubicBezTo>
                    <a:pt x="1697" y="5186"/>
                    <a:pt x="2657" y="5658"/>
                    <a:pt x="3677" y="5658"/>
                  </a:cubicBezTo>
                  <a:cubicBezTo>
                    <a:pt x="4715" y="5658"/>
                    <a:pt x="5657" y="5186"/>
                    <a:pt x="6443" y="4306"/>
                  </a:cubicBezTo>
                  <a:cubicBezTo>
                    <a:pt x="7009" y="3661"/>
                    <a:pt x="7277" y="3018"/>
                    <a:pt x="7292" y="2986"/>
                  </a:cubicBezTo>
                  <a:lnTo>
                    <a:pt x="7355" y="2829"/>
                  </a:lnTo>
                  <a:lnTo>
                    <a:pt x="7292" y="2672"/>
                  </a:lnTo>
                  <a:cubicBezTo>
                    <a:pt x="7277" y="2640"/>
                    <a:pt x="7009" y="1996"/>
                    <a:pt x="6443" y="1352"/>
                  </a:cubicBezTo>
                  <a:cubicBezTo>
                    <a:pt x="5657" y="472"/>
                    <a:pt x="4715" y="0"/>
                    <a:pt x="367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4" name="Google Shape;2534;p119"/>
          <p:cNvGrpSpPr/>
          <p:nvPr/>
        </p:nvGrpSpPr>
        <p:grpSpPr>
          <a:xfrm>
            <a:off x="1534056" y="3417738"/>
            <a:ext cx="408061" cy="360630"/>
            <a:chOff x="1534056" y="3417738"/>
            <a:chExt cx="408061" cy="360630"/>
          </a:xfrm>
        </p:grpSpPr>
        <p:sp>
          <p:nvSpPr>
            <p:cNvPr id="2535" name="Google Shape;2535;p119"/>
            <p:cNvSpPr/>
            <p:nvPr/>
          </p:nvSpPr>
          <p:spPr>
            <a:xfrm>
              <a:off x="1534056" y="3417738"/>
              <a:ext cx="408061" cy="360630"/>
            </a:xfrm>
            <a:custGeom>
              <a:avLst/>
              <a:gdLst/>
              <a:ahLst/>
              <a:cxnLst/>
              <a:rect l="l" t="t" r="r" b="b"/>
              <a:pathLst>
                <a:path w="15133" h="13374" extrusionOk="0">
                  <a:moveTo>
                    <a:pt x="7558" y="896"/>
                  </a:moveTo>
                  <a:cubicBezTo>
                    <a:pt x="9775" y="896"/>
                    <a:pt x="11581" y="2687"/>
                    <a:pt x="11581" y="4904"/>
                  </a:cubicBezTo>
                  <a:cubicBezTo>
                    <a:pt x="11581" y="7135"/>
                    <a:pt x="9775" y="8927"/>
                    <a:pt x="7558" y="8927"/>
                  </a:cubicBezTo>
                  <a:cubicBezTo>
                    <a:pt x="5343" y="8927"/>
                    <a:pt x="3535" y="7135"/>
                    <a:pt x="3535" y="4904"/>
                  </a:cubicBezTo>
                  <a:cubicBezTo>
                    <a:pt x="3535" y="2687"/>
                    <a:pt x="5343" y="896"/>
                    <a:pt x="7558" y="896"/>
                  </a:cubicBezTo>
                  <a:close/>
                  <a:moveTo>
                    <a:pt x="13358" y="2656"/>
                  </a:moveTo>
                  <a:lnTo>
                    <a:pt x="13358" y="10702"/>
                  </a:lnTo>
                  <a:lnTo>
                    <a:pt x="1760" y="10702"/>
                  </a:lnTo>
                  <a:lnTo>
                    <a:pt x="1760" y="2656"/>
                  </a:lnTo>
                  <a:lnTo>
                    <a:pt x="3206" y="2656"/>
                  </a:lnTo>
                  <a:cubicBezTo>
                    <a:pt x="2844" y="3332"/>
                    <a:pt x="2655" y="4102"/>
                    <a:pt x="2655" y="4904"/>
                  </a:cubicBezTo>
                  <a:cubicBezTo>
                    <a:pt x="2655" y="7622"/>
                    <a:pt x="4855" y="9822"/>
                    <a:pt x="7558" y="9822"/>
                  </a:cubicBezTo>
                  <a:cubicBezTo>
                    <a:pt x="10278" y="9822"/>
                    <a:pt x="12478" y="7622"/>
                    <a:pt x="12478" y="4904"/>
                  </a:cubicBezTo>
                  <a:cubicBezTo>
                    <a:pt x="12478" y="4102"/>
                    <a:pt x="12273" y="3332"/>
                    <a:pt x="11927" y="2656"/>
                  </a:cubicBezTo>
                  <a:close/>
                  <a:moveTo>
                    <a:pt x="14253" y="11598"/>
                  </a:moveTo>
                  <a:lnTo>
                    <a:pt x="14253" y="12478"/>
                  </a:lnTo>
                  <a:lnTo>
                    <a:pt x="880" y="12478"/>
                  </a:lnTo>
                  <a:lnTo>
                    <a:pt x="880" y="11598"/>
                  </a:lnTo>
                  <a:close/>
                  <a:moveTo>
                    <a:pt x="7558" y="1"/>
                  </a:moveTo>
                  <a:cubicBezTo>
                    <a:pt x="6050" y="1"/>
                    <a:pt x="4683" y="692"/>
                    <a:pt x="3787" y="1776"/>
                  </a:cubicBezTo>
                  <a:lnTo>
                    <a:pt x="880" y="1776"/>
                  </a:lnTo>
                  <a:lnTo>
                    <a:pt x="880" y="10702"/>
                  </a:lnTo>
                  <a:lnTo>
                    <a:pt x="0" y="10702"/>
                  </a:lnTo>
                  <a:lnTo>
                    <a:pt x="0" y="13373"/>
                  </a:lnTo>
                  <a:lnTo>
                    <a:pt x="15133" y="13373"/>
                  </a:lnTo>
                  <a:lnTo>
                    <a:pt x="15133" y="10702"/>
                  </a:lnTo>
                  <a:lnTo>
                    <a:pt x="14253" y="10702"/>
                  </a:lnTo>
                  <a:lnTo>
                    <a:pt x="14253" y="1776"/>
                  </a:lnTo>
                  <a:lnTo>
                    <a:pt x="11346" y="1776"/>
                  </a:lnTo>
                  <a:cubicBezTo>
                    <a:pt x="10435" y="692"/>
                    <a:pt x="9083" y="1"/>
                    <a:pt x="755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119"/>
            <p:cNvSpPr/>
            <p:nvPr/>
          </p:nvSpPr>
          <p:spPr>
            <a:xfrm>
              <a:off x="1665408" y="3465603"/>
              <a:ext cx="145368" cy="169124"/>
            </a:xfrm>
            <a:custGeom>
              <a:avLst/>
              <a:gdLst/>
              <a:ahLst/>
              <a:cxnLst/>
              <a:rect l="l" t="t" r="r" b="b"/>
              <a:pathLst>
                <a:path w="5391" h="6272" extrusionOk="0">
                  <a:moveTo>
                    <a:pt x="2247" y="944"/>
                  </a:moveTo>
                  <a:lnTo>
                    <a:pt x="2247" y="5329"/>
                  </a:lnTo>
                  <a:cubicBezTo>
                    <a:pt x="1462" y="5124"/>
                    <a:pt x="896" y="4417"/>
                    <a:pt x="896" y="3584"/>
                  </a:cubicBezTo>
                  <a:lnTo>
                    <a:pt x="896" y="2689"/>
                  </a:lnTo>
                  <a:cubicBezTo>
                    <a:pt x="896" y="1855"/>
                    <a:pt x="1462" y="1149"/>
                    <a:pt x="2247" y="944"/>
                  </a:cubicBezTo>
                  <a:close/>
                  <a:moveTo>
                    <a:pt x="3144" y="944"/>
                  </a:moveTo>
                  <a:cubicBezTo>
                    <a:pt x="3913" y="1149"/>
                    <a:pt x="4495" y="1855"/>
                    <a:pt x="4495" y="2689"/>
                  </a:cubicBezTo>
                  <a:lnTo>
                    <a:pt x="4495" y="3584"/>
                  </a:lnTo>
                  <a:cubicBezTo>
                    <a:pt x="4495" y="4417"/>
                    <a:pt x="3913" y="5124"/>
                    <a:pt x="3144" y="5329"/>
                  </a:cubicBezTo>
                  <a:lnTo>
                    <a:pt x="3144" y="944"/>
                  </a:lnTo>
                  <a:close/>
                  <a:moveTo>
                    <a:pt x="2687" y="1"/>
                  </a:moveTo>
                  <a:cubicBezTo>
                    <a:pt x="1210" y="1"/>
                    <a:pt x="1" y="1212"/>
                    <a:pt x="1" y="2689"/>
                  </a:cubicBezTo>
                  <a:lnTo>
                    <a:pt x="1" y="3584"/>
                  </a:lnTo>
                  <a:cubicBezTo>
                    <a:pt x="1" y="5061"/>
                    <a:pt x="1210" y="6272"/>
                    <a:pt x="2687" y="6272"/>
                  </a:cubicBezTo>
                  <a:cubicBezTo>
                    <a:pt x="4181" y="6272"/>
                    <a:pt x="5390" y="5061"/>
                    <a:pt x="5390" y="3584"/>
                  </a:cubicBezTo>
                  <a:lnTo>
                    <a:pt x="5390" y="2689"/>
                  </a:lnTo>
                  <a:cubicBezTo>
                    <a:pt x="5390" y="1212"/>
                    <a:pt x="4181" y="1"/>
                    <a:pt x="268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7" name="Google Shape;2537;p119"/>
          <p:cNvGrpSpPr/>
          <p:nvPr/>
        </p:nvGrpSpPr>
        <p:grpSpPr>
          <a:xfrm>
            <a:off x="2405711" y="3399509"/>
            <a:ext cx="350896" cy="397087"/>
            <a:chOff x="2405711" y="3399509"/>
            <a:chExt cx="350896" cy="397087"/>
          </a:xfrm>
        </p:grpSpPr>
        <p:sp>
          <p:nvSpPr>
            <p:cNvPr id="2538" name="Google Shape;2538;p119"/>
            <p:cNvSpPr/>
            <p:nvPr/>
          </p:nvSpPr>
          <p:spPr>
            <a:xfrm>
              <a:off x="2405711" y="3399509"/>
              <a:ext cx="350896" cy="397087"/>
            </a:xfrm>
            <a:custGeom>
              <a:avLst/>
              <a:gdLst/>
              <a:ahLst/>
              <a:cxnLst/>
              <a:rect l="l" t="t" r="r" b="b"/>
              <a:pathLst>
                <a:path w="13013" h="14726" extrusionOk="0">
                  <a:moveTo>
                    <a:pt x="6506" y="865"/>
                  </a:moveTo>
                  <a:cubicBezTo>
                    <a:pt x="8786" y="865"/>
                    <a:pt x="10640" y="2703"/>
                    <a:pt x="10640" y="4983"/>
                  </a:cubicBezTo>
                  <a:cubicBezTo>
                    <a:pt x="10640" y="7261"/>
                    <a:pt x="8786" y="9115"/>
                    <a:pt x="6506" y="9115"/>
                  </a:cubicBezTo>
                  <a:cubicBezTo>
                    <a:pt x="4228" y="9115"/>
                    <a:pt x="2374" y="7261"/>
                    <a:pt x="2374" y="4983"/>
                  </a:cubicBezTo>
                  <a:cubicBezTo>
                    <a:pt x="2374" y="2703"/>
                    <a:pt x="4228" y="865"/>
                    <a:pt x="6506" y="865"/>
                  </a:cubicBezTo>
                  <a:close/>
                  <a:moveTo>
                    <a:pt x="2594" y="12132"/>
                  </a:moveTo>
                  <a:lnTo>
                    <a:pt x="2594" y="13861"/>
                  </a:lnTo>
                  <a:lnTo>
                    <a:pt x="866" y="13861"/>
                  </a:lnTo>
                  <a:lnTo>
                    <a:pt x="866" y="12132"/>
                  </a:lnTo>
                  <a:close/>
                  <a:moveTo>
                    <a:pt x="7371" y="12132"/>
                  </a:moveTo>
                  <a:lnTo>
                    <a:pt x="7371" y="13861"/>
                  </a:lnTo>
                  <a:lnTo>
                    <a:pt x="5643" y="13861"/>
                  </a:lnTo>
                  <a:lnTo>
                    <a:pt x="5643" y="12132"/>
                  </a:lnTo>
                  <a:close/>
                  <a:moveTo>
                    <a:pt x="12149" y="12132"/>
                  </a:moveTo>
                  <a:lnTo>
                    <a:pt x="12149" y="13861"/>
                  </a:lnTo>
                  <a:lnTo>
                    <a:pt x="10420" y="13861"/>
                  </a:lnTo>
                  <a:lnTo>
                    <a:pt x="10420" y="12132"/>
                  </a:lnTo>
                  <a:close/>
                  <a:moveTo>
                    <a:pt x="6506" y="0"/>
                  </a:moveTo>
                  <a:cubicBezTo>
                    <a:pt x="3757" y="0"/>
                    <a:pt x="1509" y="2232"/>
                    <a:pt x="1509" y="4983"/>
                  </a:cubicBezTo>
                  <a:cubicBezTo>
                    <a:pt x="1509" y="7591"/>
                    <a:pt x="3521" y="9743"/>
                    <a:pt x="6083" y="9963"/>
                  </a:cubicBezTo>
                  <a:lnTo>
                    <a:pt x="6083" y="11268"/>
                  </a:lnTo>
                  <a:lnTo>
                    <a:pt x="4778" y="11268"/>
                  </a:lnTo>
                  <a:lnTo>
                    <a:pt x="4778" y="12572"/>
                  </a:lnTo>
                  <a:lnTo>
                    <a:pt x="3458" y="12572"/>
                  </a:lnTo>
                  <a:lnTo>
                    <a:pt x="3458" y="11268"/>
                  </a:lnTo>
                  <a:lnTo>
                    <a:pt x="1" y="11268"/>
                  </a:lnTo>
                  <a:lnTo>
                    <a:pt x="1" y="14726"/>
                  </a:lnTo>
                  <a:lnTo>
                    <a:pt x="3458" y="14726"/>
                  </a:lnTo>
                  <a:lnTo>
                    <a:pt x="3458" y="13437"/>
                  </a:lnTo>
                  <a:lnTo>
                    <a:pt x="4778" y="13437"/>
                  </a:lnTo>
                  <a:lnTo>
                    <a:pt x="4778" y="14726"/>
                  </a:lnTo>
                  <a:lnTo>
                    <a:pt x="8235" y="14726"/>
                  </a:lnTo>
                  <a:lnTo>
                    <a:pt x="8235" y="13437"/>
                  </a:lnTo>
                  <a:lnTo>
                    <a:pt x="9555" y="13437"/>
                  </a:lnTo>
                  <a:lnTo>
                    <a:pt x="9555" y="14726"/>
                  </a:lnTo>
                  <a:lnTo>
                    <a:pt x="13012" y="14726"/>
                  </a:lnTo>
                  <a:lnTo>
                    <a:pt x="13012" y="11268"/>
                  </a:lnTo>
                  <a:lnTo>
                    <a:pt x="9555" y="11268"/>
                  </a:lnTo>
                  <a:lnTo>
                    <a:pt x="9555" y="12572"/>
                  </a:lnTo>
                  <a:lnTo>
                    <a:pt x="8235" y="12572"/>
                  </a:lnTo>
                  <a:lnTo>
                    <a:pt x="8235" y="11268"/>
                  </a:lnTo>
                  <a:lnTo>
                    <a:pt x="6931" y="11268"/>
                  </a:lnTo>
                  <a:lnTo>
                    <a:pt x="6931" y="9963"/>
                  </a:lnTo>
                  <a:cubicBezTo>
                    <a:pt x="9492" y="9743"/>
                    <a:pt x="11504" y="7591"/>
                    <a:pt x="11504" y="4983"/>
                  </a:cubicBezTo>
                  <a:cubicBezTo>
                    <a:pt x="11504" y="2232"/>
                    <a:pt x="9257" y="0"/>
                    <a:pt x="650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119"/>
            <p:cNvSpPr/>
            <p:nvPr/>
          </p:nvSpPr>
          <p:spPr>
            <a:xfrm>
              <a:off x="2493001" y="3446134"/>
              <a:ext cx="176324" cy="175893"/>
            </a:xfrm>
            <a:custGeom>
              <a:avLst/>
              <a:gdLst/>
              <a:ahLst/>
              <a:cxnLst/>
              <a:rect l="l" t="t" r="r" b="b"/>
              <a:pathLst>
                <a:path w="6539" h="6523" extrusionOk="0">
                  <a:moveTo>
                    <a:pt x="3269" y="1714"/>
                  </a:moveTo>
                  <a:cubicBezTo>
                    <a:pt x="4118" y="1714"/>
                    <a:pt x="4809" y="2405"/>
                    <a:pt x="4809" y="3254"/>
                  </a:cubicBezTo>
                  <a:cubicBezTo>
                    <a:pt x="4809" y="4102"/>
                    <a:pt x="4118" y="4794"/>
                    <a:pt x="3269" y="4794"/>
                  </a:cubicBezTo>
                  <a:cubicBezTo>
                    <a:pt x="2421" y="4794"/>
                    <a:pt x="1729" y="4102"/>
                    <a:pt x="1729" y="3254"/>
                  </a:cubicBezTo>
                  <a:cubicBezTo>
                    <a:pt x="1729" y="2405"/>
                    <a:pt x="2421" y="1714"/>
                    <a:pt x="3269" y="1714"/>
                  </a:cubicBezTo>
                  <a:close/>
                  <a:moveTo>
                    <a:pt x="2846" y="0"/>
                  </a:moveTo>
                  <a:lnTo>
                    <a:pt x="2846" y="896"/>
                  </a:lnTo>
                  <a:cubicBezTo>
                    <a:pt x="2500" y="959"/>
                    <a:pt x="2186" y="1085"/>
                    <a:pt x="1903" y="1289"/>
                  </a:cubicBezTo>
                  <a:lnTo>
                    <a:pt x="1258" y="645"/>
                  </a:lnTo>
                  <a:lnTo>
                    <a:pt x="661" y="1257"/>
                  </a:lnTo>
                  <a:lnTo>
                    <a:pt x="1289" y="1886"/>
                  </a:lnTo>
                  <a:cubicBezTo>
                    <a:pt x="1101" y="2169"/>
                    <a:pt x="975" y="2483"/>
                    <a:pt x="912" y="2829"/>
                  </a:cubicBezTo>
                  <a:lnTo>
                    <a:pt x="1" y="2829"/>
                  </a:lnTo>
                  <a:lnTo>
                    <a:pt x="1" y="3694"/>
                  </a:lnTo>
                  <a:lnTo>
                    <a:pt x="912" y="3694"/>
                  </a:lnTo>
                  <a:cubicBezTo>
                    <a:pt x="975" y="4039"/>
                    <a:pt x="1101" y="4354"/>
                    <a:pt x="1289" y="4620"/>
                  </a:cubicBezTo>
                  <a:lnTo>
                    <a:pt x="661" y="5265"/>
                  </a:lnTo>
                  <a:lnTo>
                    <a:pt x="1258" y="5877"/>
                  </a:lnTo>
                  <a:lnTo>
                    <a:pt x="1903" y="5234"/>
                  </a:lnTo>
                  <a:cubicBezTo>
                    <a:pt x="2186" y="5422"/>
                    <a:pt x="2500" y="5563"/>
                    <a:pt x="2846" y="5626"/>
                  </a:cubicBezTo>
                  <a:lnTo>
                    <a:pt x="2846" y="6522"/>
                  </a:lnTo>
                  <a:lnTo>
                    <a:pt x="3694" y="6522"/>
                  </a:lnTo>
                  <a:lnTo>
                    <a:pt x="3694" y="5626"/>
                  </a:lnTo>
                  <a:cubicBezTo>
                    <a:pt x="4040" y="5563"/>
                    <a:pt x="4354" y="5422"/>
                    <a:pt x="4637" y="5234"/>
                  </a:cubicBezTo>
                  <a:lnTo>
                    <a:pt x="5266" y="5877"/>
                  </a:lnTo>
                  <a:lnTo>
                    <a:pt x="5878" y="5265"/>
                  </a:lnTo>
                  <a:lnTo>
                    <a:pt x="5249" y="4620"/>
                  </a:lnTo>
                  <a:cubicBezTo>
                    <a:pt x="5438" y="4354"/>
                    <a:pt x="5564" y="4039"/>
                    <a:pt x="5627" y="3694"/>
                  </a:cubicBezTo>
                  <a:lnTo>
                    <a:pt x="6538" y="3694"/>
                  </a:lnTo>
                  <a:lnTo>
                    <a:pt x="6538" y="2829"/>
                  </a:lnTo>
                  <a:lnTo>
                    <a:pt x="5627" y="2829"/>
                  </a:lnTo>
                  <a:cubicBezTo>
                    <a:pt x="5564" y="2483"/>
                    <a:pt x="5438" y="2169"/>
                    <a:pt x="5249" y="1886"/>
                  </a:cubicBezTo>
                  <a:lnTo>
                    <a:pt x="5878" y="1257"/>
                  </a:lnTo>
                  <a:lnTo>
                    <a:pt x="5266" y="645"/>
                  </a:lnTo>
                  <a:lnTo>
                    <a:pt x="4637" y="1289"/>
                  </a:lnTo>
                  <a:cubicBezTo>
                    <a:pt x="4354" y="1085"/>
                    <a:pt x="4040" y="959"/>
                    <a:pt x="3694" y="896"/>
                  </a:cubicBezTo>
                  <a:lnTo>
                    <a:pt x="369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0" name="Google Shape;2540;p119"/>
          <p:cNvGrpSpPr/>
          <p:nvPr/>
        </p:nvGrpSpPr>
        <p:grpSpPr>
          <a:xfrm>
            <a:off x="3183335" y="3405442"/>
            <a:ext cx="317405" cy="385222"/>
            <a:chOff x="3183335" y="3405442"/>
            <a:chExt cx="317405" cy="385222"/>
          </a:xfrm>
        </p:grpSpPr>
        <p:sp>
          <p:nvSpPr>
            <p:cNvPr id="2541" name="Google Shape;2541;p119"/>
            <p:cNvSpPr/>
            <p:nvPr/>
          </p:nvSpPr>
          <p:spPr>
            <a:xfrm>
              <a:off x="3296054" y="3450799"/>
              <a:ext cx="22462" cy="22462"/>
            </a:xfrm>
            <a:custGeom>
              <a:avLst/>
              <a:gdLst/>
              <a:ahLst/>
              <a:cxnLst/>
              <a:rect l="l" t="t" r="r" b="b"/>
              <a:pathLst>
                <a:path w="833" h="833" extrusionOk="0">
                  <a:moveTo>
                    <a:pt x="1" y="1"/>
                  </a:moveTo>
                  <a:lnTo>
                    <a:pt x="1" y="833"/>
                  </a:lnTo>
                  <a:lnTo>
                    <a:pt x="833" y="833"/>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119"/>
            <p:cNvSpPr/>
            <p:nvPr/>
          </p:nvSpPr>
          <p:spPr>
            <a:xfrm>
              <a:off x="3365114" y="3450799"/>
              <a:ext cx="22489" cy="22462"/>
            </a:xfrm>
            <a:custGeom>
              <a:avLst/>
              <a:gdLst/>
              <a:ahLst/>
              <a:cxnLst/>
              <a:rect l="l" t="t" r="r" b="b"/>
              <a:pathLst>
                <a:path w="834" h="833" extrusionOk="0">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119"/>
            <p:cNvSpPr/>
            <p:nvPr/>
          </p:nvSpPr>
          <p:spPr>
            <a:xfrm>
              <a:off x="3296054" y="3495725"/>
              <a:ext cx="91546" cy="22462"/>
            </a:xfrm>
            <a:custGeom>
              <a:avLst/>
              <a:gdLst/>
              <a:ahLst/>
              <a:cxnLst/>
              <a:rect l="l" t="t" r="r" b="b"/>
              <a:pathLst>
                <a:path w="3395" h="833" extrusionOk="0">
                  <a:moveTo>
                    <a:pt x="1" y="0"/>
                  </a:moveTo>
                  <a:lnTo>
                    <a:pt x="1" y="833"/>
                  </a:lnTo>
                  <a:lnTo>
                    <a:pt x="3395" y="833"/>
                  </a:lnTo>
                  <a:lnTo>
                    <a:pt x="339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119"/>
            <p:cNvSpPr/>
            <p:nvPr/>
          </p:nvSpPr>
          <p:spPr>
            <a:xfrm>
              <a:off x="3273591" y="3587652"/>
              <a:ext cx="136901" cy="67413"/>
            </a:xfrm>
            <a:custGeom>
              <a:avLst/>
              <a:gdLst/>
              <a:ahLst/>
              <a:cxnLst/>
              <a:rect l="l" t="t" r="r" b="b"/>
              <a:pathLst>
                <a:path w="5077" h="2500" extrusionOk="0">
                  <a:moveTo>
                    <a:pt x="4228" y="834"/>
                  </a:moveTo>
                  <a:lnTo>
                    <a:pt x="4228" y="1666"/>
                  </a:lnTo>
                  <a:lnTo>
                    <a:pt x="834" y="1666"/>
                  </a:lnTo>
                  <a:lnTo>
                    <a:pt x="834" y="834"/>
                  </a:lnTo>
                  <a:close/>
                  <a:moveTo>
                    <a:pt x="0" y="1"/>
                  </a:moveTo>
                  <a:lnTo>
                    <a:pt x="0" y="2500"/>
                  </a:lnTo>
                  <a:lnTo>
                    <a:pt x="5076" y="2500"/>
                  </a:lnTo>
                  <a:lnTo>
                    <a:pt x="507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119"/>
            <p:cNvSpPr/>
            <p:nvPr/>
          </p:nvSpPr>
          <p:spPr>
            <a:xfrm>
              <a:off x="3183335" y="3405442"/>
              <a:ext cx="317405" cy="385222"/>
            </a:xfrm>
            <a:custGeom>
              <a:avLst/>
              <a:gdLst/>
              <a:ahLst/>
              <a:cxnLst/>
              <a:rect l="l" t="t" r="r" b="b"/>
              <a:pathLst>
                <a:path w="11771" h="14286" extrusionOk="0">
                  <a:moveTo>
                    <a:pt x="8423" y="834"/>
                  </a:moveTo>
                  <a:lnTo>
                    <a:pt x="8423" y="5077"/>
                  </a:lnTo>
                  <a:lnTo>
                    <a:pt x="3347" y="5077"/>
                  </a:lnTo>
                  <a:lnTo>
                    <a:pt x="3347" y="834"/>
                  </a:lnTo>
                  <a:close/>
                  <a:moveTo>
                    <a:pt x="9256" y="5909"/>
                  </a:moveTo>
                  <a:lnTo>
                    <a:pt x="9256" y="10089"/>
                  </a:lnTo>
                  <a:lnTo>
                    <a:pt x="2498" y="10089"/>
                  </a:lnTo>
                  <a:lnTo>
                    <a:pt x="2498" y="5909"/>
                  </a:lnTo>
                  <a:close/>
                  <a:moveTo>
                    <a:pt x="7999" y="10938"/>
                  </a:moveTo>
                  <a:lnTo>
                    <a:pt x="7999" y="11771"/>
                  </a:lnTo>
                  <a:lnTo>
                    <a:pt x="3756" y="11771"/>
                  </a:lnTo>
                  <a:lnTo>
                    <a:pt x="3756" y="10938"/>
                  </a:lnTo>
                  <a:close/>
                  <a:moveTo>
                    <a:pt x="2923" y="10938"/>
                  </a:moveTo>
                  <a:lnTo>
                    <a:pt x="2923" y="13437"/>
                  </a:lnTo>
                  <a:lnTo>
                    <a:pt x="1666" y="13437"/>
                  </a:lnTo>
                  <a:lnTo>
                    <a:pt x="1666" y="10938"/>
                  </a:lnTo>
                  <a:close/>
                  <a:moveTo>
                    <a:pt x="10089" y="10938"/>
                  </a:moveTo>
                  <a:lnTo>
                    <a:pt x="10089" y="13437"/>
                  </a:lnTo>
                  <a:lnTo>
                    <a:pt x="8832" y="13437"/>
                  </a:lnTo>
                  <a:lnTo>
                    <a:pt x="8832" y="10938"/>
                  </a:lnTo>
                  <a:close/>
                  <a:moveTo>
                    <a:pt x="2498" y="0"/>
                  </a:moveTo>
                  <a:lnTo>
                    <a:pt x="2498" y="2546"/>
                  </a:lnTo>
                  <a:lnTo>
                    <a:pt x="1666" y="2546"/>
                  </a:lnTo>
                  <a:lnTo>
                    <a:pt x="1666" y="1698"/>
                  </a:lnTo>
                  <a:lnTo>
                    <a:pt x="833" y="1698"/>
                  </a:lnTo>
                  <a:lnTo>
                    <a:pt x="833" y="4212"/>
                  </a:lnTo>
                  <a:lnTo>
                    <a:pt x="1666" y="4212"/>
                  </a:lnTo>
                  <a:lnTo>
                    <a:pt x="1666" y="3380"/>
                  </a:lnTo>
                  <a:lnTo>
                    <a:pt x="2498" y="3380"/>
                  </a:lnTo>
                  <a:lnTo>
                    <a:pt x="2498" y="5077"/>
                  </a:lnTo>
                  <a:lnTo>
                    <a:pt x="1666" y="5077"/>
                  </a:lnTo>
                  <a:lnTo>
                    <a:pt x="1666" y="5909"/>
                  </a:lnTo>
                  <a:lnTo>
                    <a:pt x="0" y="5909"/>
                  </a:lnTo>
                  <a:lnTo>
                    <a:pt x="0" y="9257"/>
                  </a:lnTo>
                  <a:lnTo>
                    <a:pt x="833" y="9257"/>
                  </a:lnTo>
                  <a:lnTo>
                    <a:pt x="833" y="6758"/>
                  </a:lnTo>
                  <a:lnTo>
                    <a:pt x="1666" y="6758"/>
                  </a:lnTo>
                  <a:lnTo>
                    <a:pt x="1666" y="10089"/>
                  </a:lnTo>
                  <a:lnTo>
                    <a:pt x="833" y="10089"/>
                  </a:lnTo>
                  <a:lnTo>
                    <a:pt x="833" y="14286"/>
                  </a:lnTo>
                  <a:lnTo>
                    <a:pt x="3756" y="14286"/>
                  </a:lnTo>
                  <a:lnTo>
                    <a:pt x="3756" y="12604"/>
                  </a:lnTo>
                  <a:lnTo>
                    <a:pt x="7999" y="12604"/>
                  </a:lnTo>
                  <a:lnTo>
                    <a:pt x="7999" y="14286"/>
                  </a:lnTo>
                  <a:lnTo>
                    <a:pt x="10921" y="14286"/>
                  </a:lnTo>
                  <a:lnTo>
                    <a:pt x="10921" y="10089"/>
                  </a:lnTo>
                  <a:lnTo>
                    <a:pt x="10089" y="10089"/>
                  </a:lnTo>
                  <a:lnTo>
                    <a:pt x="10089" y="6758"/>
                  </a:lnTo>
                  <a:lnTo>
                    <a:pt x="10921" y="6758"/>
                  </a:lnTo>
                  <a:lnTo>
                    <a:pt x="10921" y="9257"/>
                  </a:lnTo>
                  <a:lnTo>
                    <a:pt x="11770" y="9257"/>
                  </a:lnTo>
                  <a:lnTo>
                    <a:pt x="11770" y="5909"/>
                  </a:lnTo>
                  <a:lnTo>
                    <a:pt x="10089" y="5909"/>
                  </a:lnTo>
                  <a:lnTo>
                    <a:pt x="10089" y="5077"/>
                  </a:lnTo>
                  <a:lnTo>
                    <a:pt x="9256" y="5077"/>
                  </a:lnTo>
                  <a:lnTo>
                    <a:pt x="9256" y="3380"/>
                  </a:lnTo>
                  <a:lnTo>
                    <a:pt x="10089" y="3380"/>
                  </a:lnTo>
                  <a:lnTo>
                    <a:pt x="10089" y="4212"/>
                  </a:lnTo>
                  <a:lnTo>
                    <a:pt x="10921" y="4212"/>
                  </a:lnTo>
                  <a:lnTo>
                    <a:pt x="10921" y="1698"/>
                  </a:lnTo>
                  <a:lnTo>
                    <a:pt x="10089" y="1698"/>
                  </a:lnTo>
                  <a:lnTo>
                    <a:pt x="10089" y="2546"/>
                  </a:lnTo>
                  <a:lnTo>
                    <a:pt x="9256" y="2546"/>
                  </a:lnTo>
                  <a:lnTo>
                    <a:pt x="925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6" name="Google Shape;2546;p119"/>
          <p:cNvGrpSpPr/>
          <p:nvPr/>
        </p:nvGrpSpPr>
        <p:grpSpPr>
          <a:xfrm>
            <a:off x="4013921" y="3405442"/>
            <a:ext cx="294485" cy="385222"/>
            <a:chOff x="4013921" y="3405442"/>
            <a:chExt cx="294485" cy="385222"/>
          </a:xfrm>
        </p:grpSpPr>
        <p:sp>
          <p:nvSpPr>
            <p:cNvPr id="2547" name="Google Shape;2547;p119"/>
            <p:cNvSpPr/>
            <p:nvPr/>
          </p:nvSpPr>
          <p:spPr>
            <a:xfrm>
              <a:off x="4115179" y="3495725"/>
              <a:ext cx="22489" cy="22462"/>
            </a:xfrm>
            <a:custGeom>
              <a:avLst/>
              <a:gdLst/>
              <a:ahLst/>
              <a:cxnLst/>
              <a:rect l="l" t="t" r="r" b="b"/>
              <a:pathLst>
                <a:path w="834" h="833" extrusionOk="0">
                  <a:moveTo>
                    <a:pt x="0" y="0"/>
                  </a:moveTo>
                  <a:lnTo>
                    <a:pt x="0" y="833"/>
                  </a:lnTo>
                  <a:lnTo>
                    <a:pt x="834" y="833"/>
                  </a:lnTo>
                  <a:lnTo>
                    <a:pt x="83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119"/>
            <p:cNvSpPr/>
            <p:nvPr/>
          </p:nvSpPr>
          <p:spPr>
            <a:xfrm>
              <a:off x="4104581" y="3585954"/>
              <a:ext cx="22920" cy="22516"/>
            </a:xfrm>
            <a:custGeom>
              <a:avLst/>
              <a:gdLst/>
              <a:ahLst/>
              <a:cxnLst/>
              <a:rect l="l" t="t" r="r" b="b"/>
              <a:pathLst>
                <a:path w="850" h="835" extrusionOk="0">
                  <a:moveTo>
                    <a:pt x="1" y="1"/>
                  </a:moveTo>
                  <a:lnTo>
                    <a:pt x="1" y="834"/>
                  </a:lnTo>
                  <a:lnTo>
                    <a:pt x="850" y="834"/>
                  </a:lnTo>
                  <a:lnTo>
                    <a:pt x="85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119"/>
            <p:cNvSpPr/>
            <p:nvPr/>
          </p:nvSpPr>
          <p:spPr>
            <a:xfrm>
              <a:off x="4149912" y="3585954"/>
              <a:ext cx="22516" cy="22516"/>
            </a:xfrm>
            <a:custGeom>
              <a:avLst/>
              <a:gdLst/>
              <a:ahLst/>
              <a:cxnLst/>
              <a:rect l="l" t="t" r="r" b="b"/>
              <a:pathLst>
                <a:path w="835" h="835" extrusionOk="0">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119"/>
            <p:cNvSpPr/>
            <p:nvPr/>
          </p:nvSpPr>
          <p:spPr>
            <a:xfrm>
              <a:off x="4104581" y="3630879"/>
              <a:ext cx="113172" cy="22920"/>
            </a:xfrm>
            <a:custGeom>
              <a:avLst/>
              <a:gdLst/>
              <a:ahLst/>
              <a:cxnLst/>
              <a:rect l="l" t="t" r="r" b="b"/>
              <a:pathLst>
                <a:path w="4197" h="850" extrusionOk="0">
                  <a:moveTo>
                    <a:pt x="1" y="1"/>
                  </a:moveTo>
                  <a:lnTo>
                    <a:pt x="1" y="849"/>
                  </a:lnTo>
                  <a:lnTo>
                    <a:pt x="4196" y="849"/>
                  </a:lnTo>
                  <a:lnTo>
                    <a:pt x="419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119"/>
            <p:cNvSpPr/>
            <p:nvPr/>
          </p:nvSpPr>
          <p:spPr>
            <a:xfrm>
              <a:off x="4194837" y="3585954"/>
              <a:ext cx="22920" cy="22516"/>
            </a:xfrm>
            <a:custGeom>
              <a:avLst/>
              <a:gdLst/>
              <a:ahLst/>
              <a:cxnLst/>
              <a:rect l="l" t="t" r="r" b="b"/>
              <a:pathLst>
                <a:path w="850" h="835" extrusionOk="0">
                  <a:moveTo>
                    <a:pt x="0" y="1"/>
                  </a:moveTo>
                  <a:lnTo>
                    <a:pt x="0" y="834"/>
                  </a:lnTo>
                  <a:lnTo>
                    <a:pt x="849" y="834"/>
                  </a:lnTo>
                  <a:lnTo>
                    <a:pt x="84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119"/>
            <p:cNvSpPr/>
            <p:nvPr/>
          </p:nvSpPr>
          <p:spPr>
            <a:xfrm>
              <a:off x="4184267" y="3495725"/>
              <a:ext cx="22893" cy="22462"/>
            </a:xfrm>
            <a:custGeom>
              <a:avLst/>
              <a:gdLst/>
              <a:ahLst/>
              <a:cxnLst/>
              <a:rect l="l" t="t" r="r" b="b"/>
              <a:pathLst>
                <a:path w="849" h="833" extrusionOk="0">
                  <a:moveTo>
                    <a:pt x="0" y="0"/>
                  </a:moveTo>
                  <a:lnTo>
                    <a:pt x="0" y="833"/>
                  </a:lnTo>
                  <a:lnTo>
                    <a:pt x="849" y="833"/>
                  </a:lnTo>
                  <a:lnTo>
                    <a:pt x="84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119"/>
            <p:cNvSpPr/>
            <p:nvPr/>
          </p:nvSpPr>
          <p:spPr>
            <a:xfrm>
              <a:off x="4013921" y="3405442"/>
              <a:ext cx="294485" cy="385222"/>
            </a:xfrm>
            <a:custGeom>
              <a:avLst/>
              <a:gdLst/>
              <a:ahLst/>
              <a:cxnLst/>
              <a:rect l="l" t="t" r="r" b="b"/>
              <a:pathLst>
                <a:path w="10921" h="14286" extrusionOk="0">
                  <a:moveTo>
                    <a:pt x="5452" y="834"/>
                  </a:moveTo>
                  <a:cubicBezTo>
                    <a:pt x="7087" y="834"/>
                    <a:pt x="8423" y="2169"/>
                    <a:pt x="8423" y="3788"/>
                  </a:cubicBezTo>
                  <a:lnTo>
                    <a:pt x="8423" y="5014"/>
                  </a:lnTo>
                  <a:lnTo>
                    <a:pt x="2498" y="5014"/>
                  </a:lnTo>
                  <a:lnTo>
                    <a:pt x="2498" y="3788"/>
                  </a:lnTo>
                  <a:cubicBezTo>
                    <a:pt x="2498" y="2169"/>
                    <a:pt x="3834" y="834"/>
                    <a:pt x="5452" y="834"/>
                  </a:cubicBezTo>
                  <a:close/>
                  <a:moveTo>
                    <a:pt x="1666" y="6695"/>
                  </a:moveTo>
                  <a:lnTo>
                    <a:pt x="1666" y="7528"/>
                  </a:lnTo>
                  <a:lnTo>
                    <a:pt x="832" y="7528"/>
                  </a:lnTo>
                  <a:lnTo>
                    <a:pt x="832" y="6695"/>
                  </a:lnTo>
                  <a:close/>
                  <a:moveTo>
                    <a:pt x="10089" y="6695"/>
                  </a:moveTo>
                  <a:lnTo>
                    <a:pt x="10089" y="7528"/>
                  </a:lnTo>
                  <a:lnTo>
                    <a:pt x="9255" y="7528"/>
                  </a:lnTo>
                  <a:lnTo>
                    <a:pt x="9255" y="6695"/>
                  </a:lnTo>
                  <a:close/>
                  <a:moveTo>
                    <a:pt x="8423" y="5863"/>
                  </a:moveTo>
                  <a:lnTo>
                    <a:pt x="8423" y="10938"/>
                  </a:lnTo>
                  <a:lnTo>
                    <a:pt x="2498" y="10938"/>
                  </a:lnTo>
                  <a:lnTo>
                    <a:pt x="2498" y="5863"/>
                  </a:lnTo>
                  <a:close/>
                  <a:moveTo>
                    <a:pt x="6301" y="11771"/>
                  </a:moveTo>
                  <a:lnTo>
                    <a:pt x="6301" y="12604"/>
                  </a:lnTo>
                  <a:cubicBezTo>
                    <a:pt x="6301" y="13060"/>
                    <a:pt x="5924" y="13437"/>
                    <a:pt x="5452" y="13437"/>
                  </a:cubicBezTo>
                  <a:cubicBezTo>
                    <a:pt x="4997" y="13437"/>
                    <a:pt x="4620" y="13060"/>
                    <a:pt x="4620" y="12604"/>
                  </a:cubicBezTo>
                  <a:lnTo>
                    <a:pt x="4620" y="11771"/>
                  </a:lnTo>
                  <a:close/>
                  <a:moveTo>
                    <a:pt x="5452" y="0"/>
                  </a:moveTo>
                  <a:cubicBezTo>
                    <a:pt x="3363" y="0"/>
                    <a:pt x="1666" y="1698"/>
                    <a:pt x="1666" y="3788"/>
                  </a:cubicBezTo>
                  <a:lnTo>
                    <a:pt x="1666" y="5863"/>
                  </a:lnTo>
                  <a:lnTo>
                    <a:pt x="0" y="5863"/>
                  </a:lnTo>
                  <a:lnTo>
                    <a:pt x="0" y="10043"/>
                  </a:lnTo>
                  <a:lnTo>
                    <a:pt x="832" y="10043"/>
                  </a:lnTo>
                  <a:lnTo>
                    <a:pt x="832" y="8361"/>
                  </a:lnTo>
                  <a:lnTo>
                    <a:pt x="1666" y="8361"/>
                  </a:lnTo>
                  <a:lnTo>
                    <a:pt x="1666" y="11771"/>
                  </a:lnTo>
                  <a:lnTo>
                    <a:pt x="3787" y="11771"/>
                  </a:lnTo>
                  <a:lnTo>
                    <a:pt x="3787" y="12604"/>
                  </a:lnTo>
                  <a:cubicBezTo>
                    <a:pt x="3787" y="13531"/>
                    <a:pt x="4541" y="14286"/>
                    <a:pt x="5452" y="14286"/>
                  </a:cubicBezTo>
                  <a:cubicBezTo>
                    <a:pt x="6380" y="14286"/>
                    <a:pt x="7134" y="13531"/>
                    <a:pt x="7134" y="12604"/>
                  </a:cubicBezTo>
                  <a:lnTo>
                    <a:pt x="7134" y="11771"/>
                  </a:lnTo>
                  <a:lnTo>
                    <a:pt x="9255" y="11771"/>
                  </a:lnTo>
                  <a:lnTo>
                    <a:pt x="9255" y="8361"/>
                  </a:lnTo>
                  <a:lnTo>
                    <a:pt x="10089" y="8361"/>
                  </a:lnTo>
                  <a:lnTo>
                    <a:pt x="10089" y="10043"/>
                  </a:lnTo>
                  <a:lnTo>
                    <a:pt x="10921" y="10043"/>
                  </a:lnTo>
                  <a:lnTo>
                    <a:pt x="10921" y="5863"/>
                  </a:lnTo>
                  <a:lnTo>
                    <a:pt x="9255" y="5863"/>
                  </a:lnTo>
                  <a:lnTo>
                    <a:pt x="9255" y="3788"/>
                  </a:lnTo>
                  <a:cubicBezTo>
                    <a:pt x="9255" y="1698"/>
                    <a:pt x="7558" y="0"/>
                    <a:pt x="5452"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4" name="Google Shape;2554;p119"/>
          <p:cNvGrpSpPr/>
          <p:nvPr/>
        </p:nvGrpSpPr>
        <p:grpSpPr>
          <a:xfrm>
            <a:off x="743730" y="3399941"/>
            <a:ext cx="349628" cy="396224"/>
            <a:chOff x="743730" y="3399941"/>
            <a:chExt cx="349628" cy="396224"/>
          </a:xfrm>
        </p:grpSpPr>
        <p:sp>
          <p:nvSpPr>
            <p:cNvPr id="2555" name="Google Shape;2555;p119"/>
            <p:cNvSpPr/>
            <p:nvPr/>
          </p:nvSpPr>
          <p:spPr>
            <a:xfrm>
              <a:off x="743730" y="3399941"/>
              <a:ext cx="349628" cy="396224"/>
            </a:xfrm>
            <a:custGeom>
              <a:avLst/>
              <a:gdLst/>
              <a:ahLst/>
              <a:cxnLst/>
              <a:rect l="l" t="t" r="r" b="b"/>
              <a:pathLst>
                <a:path w="12966" h="14694" extrusionOk="0">
                  <a:moveTo>
                    <a:pt x="6474" y="864"/>
                  </a:moveTo>
                  <a:cubicBezTo>
                    <a:pt x="9743" y="864"/>
                    <a:pt x="11503" y="1367"/>
                    <a:pt x="12100" y="1587"/>
                  </a:cubicBezTo>
                  <a:lnTo>
                    <a:pt x="12100" y="7276"/>
                  </a:lnTo>
                  <a:cubicBezTo>
                    <a:pt x="12100" y="8879"/>
                    <a:pt x="11535" y="10404"/>
                    <a:pt x="10482" y="11613"/>
                  </a:cubicBezTo>
                  <a:cubicBezTo>
                    <a:pt x="9460" y="12808"/>
                    <a:pt x="8031" y="13578"/>
                    <a:pt x="6474" y="13813"/>
                  </a:cubicBezTo>
                  <a:cubicBezTo>
                    <a:pt x="4934" y="13578"/>
                    <a:pt x="3505" y="12808"/>
                    <a:pt x="2483" y="11613"/>
                  </a:cubicBezTo>
                  <a:cubicBezTo>
                    <a:pt x="1431" y="10404"/>
                    <a:pt x="865" y="8879"/>
                    <a:pt x="865" y="7276"/>
                  </a:cubicBezTo>
                  <a:lnTo>
                    <a:pt x="865" y="1587"/>
                  </a:lnTo>
                  <a:cubicBezTo>
                    <a:pt x="1462" y="1367"/>
                    <a:pt x="3222" y="864"/>
                    <a:pt x="6474" y="864"/>
                  </a:cubicBezTo>
                  <a:close/>
                  <a:moveTo>
                    <a:pt x="6474" y="1"/>
                  </a:moveTo>
                  <a:cubicBezTo>
                    <a:pt x="2122" y="1"/>
                    <a:pt x="314" y="864"/>
                    <a:pt x="236" y="912"/>
                  </a:cubicBezTo>
                  <a:lnTo>
                    <a:pt x="0" y="1022"/>
                  </a:lnTo>
                  <a:lnTo>
                    <a:pt x="0" y="7276"/>
                  </a:lnTo>
                  <a:cubicBezTo>
                    <a:pt x="0" y="9084"/>
                    <a:pt x="645" y="10812"/>
                    <a:pt x="1823" y="12179"/>
                  </a:cubicBezTo>
                  <a:cubicBezTo>
                    <a:pt x="3002" y="13530"/>
                    <a:pt x="4636" y="14427"/>
                    <a:pt x="6412" y="14678"/>
                  </a:cubicBezTo>
                  <a:lnTo>
                    <a:pt x="6474" y="14693"/>
                  </a:lnTo>
                  <a:lnTo>
                    <a:pt x="6537" y="14678"/>
                  </a:lnTo>
                  <a:cubicBezTo>
                    <a:pt x="8329" y="14427"/>
                    <a:pt x="9948" y="13530"/>
                    <a:pt x="11126" y="12179"/>
                  </a:cubicBezTo>
                  <a:cubicBezTo>
                    <a:pt x="12320" y="10812"/>
                    <a:pt x="12965" y="9084"/>
                    <a:pt x="12965" y="7276"/>
                  </a:cubicBezTo>
                  <a:lnTo>
                    <a:pt x="12965" y="1022"/>
                  </a:lnTo>
                  <a:lnTo>
                    <a:pt x="12729" y="912"/>
                  </a:lnTo>
                  <a:cubicBezTo>
                    <a:pt x="12651" y="864"/>
                    <a:pt x="10828" y="1"/>
                    <a:pt x="6474"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119"/>
            <p:cNvSpPr/>
            <p:nvPr/>
          </p:nvSpPr>
          <p:spPr>
            <a:xfrm>
              <a:off x="789923" y="3446565"/>
              <a:ext cx="256815" cy="302574"/>
            </a:xfrm>
            <a:custGeom>
              <a:avLst/>
              <a:gdLst/>
              <a:ahLst/>
              <a:cxnLst/>
              <a:rect l="l" t="t" r="r" b="b"/>
              <a:pathLst>
                <a:path w="9524" h="11221" extrusionOk="0">
                  <a:moveTo>
                    <a:pt x="4761" y="849"/>
                  </a:moveTo>
                  <a:cubicBezTo>
                    <a:pt x="6569" y="849"/>
                    <a:pt x="7858" y="1021"/>
                    <a:pt x="8675" y="1178"/>
                  </a:cubicBezTo>
                  <a:lnTo>
                    <a:pt x="8675" y="5547"/>
                  </a:lnTo>
                  <a:cubicBezTo>
                    <a:pt x="8675" y="6726"/>
                    <a:pt x="8250" y="7873"/>
                    <a:pt x="7464" y="8753"/>
                  </a:cubicBezTo>
                  <a:cubicBezTo>
                    <a:pt x="6773" y="9570"/>
                    <a:pt x="5815" y="10121"/>
                    <a:pt x="4761" y="10341"/>
                  </a:cubicBezTo>
                  <a:cubicBezTo>
                    <a:pt x="3724" y="10121"/>
                    <a:pt x="2766" y="9570"/>
                    <a:pt x="2059" y="8753"/>
                  </a:cubicBezTo>
                  <a:cubicBezTo>
                    <a:pt x="1289" y="7873"/>
                    <a:pt x="864" y="6726"/>
                    <a:pt x="864" y="5547"/>
                  </a:cubicBezTo>
                  <a:lnTo>
                    <a:pt x="864" y="1178"/>
                  </a:lnTo>
                  <a:cubicBezTo>
                    <a:pt x="1650" y="1021"/>
                    <a:pt x="2923" y="849"/>
                    <a:pt x="4761" y="849"/>
                  </a:cubicBezTo>
                  <a:close/>
                  <a:moveTo>
                    <a:pt x="4761" y="0"/>
                  </a:moveTo>
                  <a:cubicBezTo>
                    <a:pt x="2781" y="0"/>
                    <a:pt x="1399" y="189"/>
                    <a:pt x="598" y="346"/>
                  </a:cubicBezTo>
                  <a:cubicBezTo>
                    <a:pt x="518" y="378"/>
                    <a:pt x="424" y="393"/>
                    <a:pt x="346" y="409"/>
                  </a:cubicBezTo>
                  <a:lnTo>
                    <a:pt x="1" y="487"/>
                  </a:lnTo>
                  <a:lnTo>
                    <a:pt x="1" y="5547"/>
                  </a:lnTo>
                  <a:cubicBezTo>
                    <a:pt x="1" y="6930"/>
                    <a:pt x="503" y="8281"/>
                    <a:pt x="1415" y="9318"/>
                  </a:cubicBezTo>
                  <a:cubicBezTo>
                    <a:pt x="2263" y="10293"/>
                    <a:pt x="3426" y="10969"/>
                    <a:pt x="4683" y="11204"/>
                  </a:cubicBezTo>
                  <a:lnTo>
                    <a:pt x="4761" y="11221"/>
                  </a:lnTo>
                  <a:lnTo>
                    <a:pt x="4841" y="11204"/>
                  </a:lnTo>
                  <a:cubicBezTo>
                    <a:pt x="6113" y="10969"/>
                    <a:pt x="7276" y="10293"/>
                    <a:pt x="8124" y="9318"/>
                  </a:cubicBezTo>
                  <a:cubicBezTo>
                    <a:pt x="9036" y="8281"/>
                    <a:pt x="9524" y="6930"/>
                    <a:pt x="9524" y="5547"/>
                  </a:cubicBezTo>
                  <a:lnTo>
                    <a:pt x="9524" y="487"/>
                  </a:lnTo>
                  <a:lnTo>
                    <a:pt x="9193" y="409"/>
                  </a:lnTo>
                  <a:cubicBezTo>
                    <a:pt x="9178" y="409"/>
                    <a:pt x="9146" y="393"/>
                    <a:pt x="9130" y="393"/>
                  </a:cubicBezTo>
                  <a:cubicBezTo>
                    <a:pt x="8298" y="204"/>
                    <a:pt x="6867" y="0"/>
                    <a:pt x="476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119"/>
            <p:cNvSpPr/>
            <p:nvPr/>
          </p:nvSpPr>
          <p:spPr>
            <a:xfrm>
              <a:off x="847955" y="3504597"/>
              <a:ext cx="140730" cy="163597"/>
            </a:xfrm>
            <a:custGeom>
              <a:avLst/>
              <a:gdLst/>
              <a:ahLst/>
              <a:cxnLst/>
              <a:rect l="l" t="t" r="r" b="b"/>
              <a:pathLst>
                <a:path w="5219" h="6067" extrusionOk="0">
                  <a:moveTo>
                    <a:pt x="2186" y="912"/>
                  </a:moveTo>
                  <a:lnTo>
                    <a:pt x="2186" y="5155"/>
                  </a:lnTo>
                  <a:cubicBezTo>
                    <a:pt x="1431" y="4966"/>
                    <a:pt x="866" y="4275"/>
                    <a:pt x="866" y="3458"/>
                  </a:cubicBezTo>
                  <a:lnTo>
                    <a:pt x="866" y="2609"/>
                  </a:lnTo>
                  <a:cubicBezTo>
                    <a:pt x="866" y="1792"/>
                    <a:pt x="1431" y="1101"/>
                    <a:pt x="2186" y="912"/>
                  </a:cubicBezTo>
                  <a:close/>
                  <a:moveTo>
                    <a:pt x="3049" y="912"/>
                  </a:moveTo>
                  <a:cubicBezTo>
                    <a:pt x="3804" y="1101"/>
                    <a:pt x="4369" y="1792"/>
                    <a:pt x="4369" y="2609"/>
                  </a:cubicBezTo>
                  <a:lnTo>
                    <a:pt x="4369" y="3458"/>
                  </a:lnTo>
                  <a:cubicBezTo>
                    <a:pt x="4369" y="4275"/>
                    <a:pt x="3804" y="4966"/>
                    <a:pt x="3049" y="5155"/>
                  </a:cubicBezTo>
                  <a:lnTo>
                    <a:pt x="3049" y="912"/>
                  </a:lnTo>
                  <a:close/>
                  <a:moveTo>
                    <a:pt x="2609" y="1"/>
                  </a:moveTo>
                  <a:cubicBezTo>
                    <a:pt x="1180" y="1"/>
                    <a:pt x="1" y="1164"/>
                    <a:pt x="1" y="2609"/>
                  </a:cubicBezTo>
                  <a:lnTo>
                    <a:pt x="1" y="3458"/>
                  </a:lnTo>
                  <a:cubicBezTo>
                    <a:pt x="1" y="4904"/>
                    <a:pt x="1180" y="6066"/>
                    <a:pt x="2609" y="6066"/>
                  </a:cubicBezTo>
                  <a:cubicBezTo>
                    <a:pt x="4055" y="6066"/>
                    <a:pt x="5218" y="4904"/>
                    <a:pt x="5218" y="3458"/>
                  </a:cubicBezTo>
                  <a:lnTo>
                    <a:pt x="5218" y="2609"/>
                  </a:lnTo>
                  <a:cubicBezTo>
                    <a:pt x="5218" y="1164"/>
                    <a:pt x="4055" y="1"/>
                    <a:pt x="2609"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119"/>
          <p:cNvGrpSpPr/>
          <p:nvPr/>
        </p:nvGrpSpPr>
        <p:grpSpPr>
          <a:xfrm>
            <a:off x="720000" y="4020325"/>
            <a:ext cx="397087" cy="397060"/>
            <a:chOff x="720000" y="4020325"/>
            <a:chExt cx="397087" cy="397060"/>
          </a:xfrm>
        </p:grpSpPr>
        <p:sp>
          <p:nvSpPr>
            <p:cNvPr id="2559" name="Google Shape;2559;p119"/>
            <p:cNvSpPr/>
            <p:nvPr/>
          </p:nvSpPr>
          <p:spPr>
            <a:xfrm>
              <a:off x="789492" y="4090248"/>
              <a:ext cx="257651" cy="257651"/>
            </a:xfrm>
            <a:custGeom>
              <a:avLst/>
              <a:gdLst/>
              <a:ahLst/>
              <a:cxnLst/>
              <a:rect l="l" t="t" r="r" b="b"/>
              <a:pathLst>
                <a:path w="9555" h="9555" extrusionOk="0">
                  <a:moveTo>
                    <a:pt x="8691" y="865"/>
                  </a:moveTo>
                  <a:lnTo>
                    <a:pt x="8691" y="8691"/>
                  </a:lnTo>
                  <a:lnTo>
                    <a:pt x="865" y="8691"/>
                  </a:lnTo>
                  <a:lnTo>
                    <a:pt x="865" y="865"/>
                  </a:lnTo>
                  <a:close/>
                  <a:moveTo>
                    <a:pt x="0" y="0"/>
                  </a:moveTo>
                  <a:lnTo>
                    <a:pt x="0" y="9555"/>
                  </a:lnTo>
                  <a:lnTo>
                    <a:pt x="9555" y="9555"/>
                  </a:lnTo>
                  <a:lnTo>
                    <a:pt x="955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119"/>
            <p:cNvSpPr/>
            <p:nvPr/>
          </p:nvSpPr>
          <p:spPr>
            <a:xfrm>
              <a:off x="859415" y="4136846"/>
              <a:ext cx="117837" cy="164433"/>
            </a:xfrm>
            <a:custGeom>
              <a:avLst/>
              <a:gdLst/>
              <a:ahLst/>
              <a:cxnLst/>
              <a:rect l="l" t="t" r="r" b="b"/>
              <a:pathLst>
                <a:path w="4370" h="6098" extrusionOk="0">
                  <a:moveTo>
                    <a:pt x="2184" y="849"/>
                  </a:moveTo>
                  <a:cubicBezTo>
                    <a:pt x="2672" y="849"/>
                    <a:pt x="3049" y="1243"/>
                    <a:pt x="3049" y="1714"/>
                  </a:cubicBezTo>
                  <a:cubicBezTo>
                    <a:pt x="3049" y="2201"/>
                    <a:pt x="2672" y="2578"/>
                    <a:pt x="2184" y="2578"/>
                  </a:cubicBezTo>
                  <a:cubicBezTo>
                    <a:pt x="1713" y="2578"/>
                    <a:pt x="1321" y="2201"/>
                    <a:pt x="1321" y="1714"/>
                  </a:cubicBezTo>
                  <a:cubicBezTo>
                    <a:pt x="1321" y="1243"/>
                    <a:pt x="1713" y="849"/>
                    <a:pt x="2184" y="849"/>
                  </a:cubicBezTo>
                  <a:close/>
                  <a:moveTo>
                    <a:pt x="2184" y="3443"/>
                  </a:moveTo>
                  <a:cubicBezTo>
                    <a:pt x="2924" y="3443"/>
                    <a:pt x="3521" y="4040"/>
                    <a:pt x="3521" y="4763"/>
                  </a:cubicBezTo>
                  <a:lnTo>
                    <a:pt x="3521" y="5234"/>
                  </a:lnTo>
                  <a:lnTo>
                    <a:pt x="864" y="5234"/>
                  </a:lnTo>
                  <a:lnTo>
                    <a:pt x="864" y="4763"/>
                  </a:lnTo>
                  <a:cubicBezTo>
                    <a:pt x="864" y="4040"/>
                    <a:pt x="1462" y="3443"/>
                    <a:pt x="2184" y="3443"/>
                  </a:cubicBezTo>
                  <a:close/>
                  <a:moveTo>
                    <a:pt x="2184" y="1"/>
                  </a:moveTo>
                  <a:cubicBezTo>
                    <a:pt x="1242" y="1"/>
                    <a:pt x="456" y="771"/>
                    <a:pt x="456" y="1714"/>
                  </a:cubicBezTo>
                  <a:cubicBezTo>
                    <a:pt x="456" y="2201"/>
                    <a:pt x="661" y="2641"/>
                    <a:pt x="975" y="2955"/>
                  </a:cubicBezTo>
                  <a:cubicBezTo>
                    <a:pt x="393" y="3349"/>
                    <a:pt x="1" y="4009"/>
                    <a:pt x="1" y="4763"/>
                  </a:cubicBezTo>
                  <a:lnTo>
                    <a:pt x="1" y="6098"/>
                  </a:lnTo>
                  <a:lnTo>
                    <a:pt x="4369" y="6098"/>
                  </a:lnTo>
                  <a:lnTo>
                    <a:pt x="4369" y="4763"/>
                  </a:lnTo>
                  <a:cubicBezTo>
                    <a:pt x="4369" y="4009"/>
                    <a:pt x="3992" y="3349"/>
                    <a:pt x="3395" y="2955"/>
                  </a:cubicBezTo>
                  <a:cubicBezTo>
                    <a:pt x="3724" y="2641"/>
                    <a:pt x="3913" y="2201"/>
                    <a:pt x="3913" y="1714"/>
                  </a:cubicBezTo>
                  <a:cubicBezTo>
                    <a:pt x="3913" y="771"/>
                    <a:pt x="3144" y="1"/>
                    <a:pt x="2184"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119"/>
            <p:cNvSpPr/>
            <p:nvPr/>
          </p:nvSpPr>
          <p:spPr>
            <a:xfrm>
              <a:off x="720000" y="4020325"/>
              <a:ext cx="397087" cy="397060"/>
            </a:xfrm>
            <a:custGeom>
              <a:avLst/>
              <a:gdLst/>
              <a:ahLst/>
              <a:cxnLst/>
              <a:rect l="l" t="t" r="r" b="b"/>
              <a:pathLst>
                <a:path w="14726" h="14725" extrusionOk="0">
                  <a:moveTo>
                    <a:pt x="12997" y="1729"/>
                  </a:moveTo>
                  <a:lnTo>
                    <a:pt x="12997" y="12996"/>
                  </a:lnTo>
                  <a:lnTo>
                    <a:pt x="1714" y="12996"/>
                  </a:lnTo>
                  <a:lnTo>
                    <a:pt x="1714" y="1729"/>
                  </a:lnTo>
                  <a:close/>
                  <a:moveTo>
                    <a:pt x="1714" y="1"/>
                  </a:moveTo>
                  <a:lnTo>
                    <a:pt x="1714" y="865"/>
                  </a:lnTo>
                  <a:lnTo>
                    <a:pt x="865" y="865"/>
                  </a:lnTo>
                  <a:lnTo>
                    <a:pt x="865" y="1729"/>
                  </a:lnTo>
                  <a:lnTo>
                    <a:pt x="0" y="1729"/>
                  </a:lnTo>
                  <a:lnTo>
                    <a:pt x="0" y="2593"/>
                  </a:lnTo>
                  <a:lnTo>
                    <a:pt x="865" y="2593"/>
                  </a:lnTo>
                  <a:lnTo>
                    <a:pt x="865" y="3458"/>
                  </a:lnTo>
                  <a:lnTo>
                    <a:pt x="0" y="3458"/>
                  </a:lnTo>
                  <a:lnTo>
                    <a:pt x="0" y="4322"/>
                  </a:lnTo>
                  <a:lnTo>
                    <a:pt x="865" y="4322"/>
                  </a:lnTo>
                  <a:lnTo>
                    <a:pt x="865" y="5202"/>
                  </a:lnTo>
                  <a:lnTo>
                    <a:pt x="0" y="5202"/>
                  </a:lnTo>
                  <a:lnTo>
                    <a:pt x="0" y="6067"/>
                  </a:lnTo>
                  <a:lnTo>
                    <a:pt x="865" y="6067"/>
                  </a:lnTo>
                  <a:lnTo>
                    <a:pt x="865" y="6930"/>
                  </a:lnTo>
                  <a:lnTo>
                    <a:pt x="0" y="6930"/>
                  </a:lnTo>
                  <a:lnTo>
                    <a:pt x="0" y="7795"/>
                  </a:lnTo>
                  <a:lnTo>
                    <a:pt x="865" y="7795"/>
                  </a:lnTo>
                  <a:lnTo>
                    <a:pt x="865" y="8675"/>
                  </a:lnTo>
                  <a:lnTo>
                    <a:pt x="0" y="8675"/>
                  </a:lnTo>
                  <a:lnTo>
                    <a:pt x="0" y="9539"/>
                  </a:lnTo>
                  <a:lnTo>
                    <a:pt x="865" y="9539"/>
                  </a:lnTo>
                  <a:lnTo>
                    <a:pt x="865" y="10404"/>
                  </a:lnTo>
                  <a:lnTo>
                    <a:pt x="0" y="10404"/>
                  </a:lnTo>
                  <a:lnTo>
                    <a:pt x="0" y="11268"/>
                  </a:lnTo>
                  <a:lnTo>
                    <a:pt x="865" y="11268"/>
                  </a:lnTo>
                  <a:lnTo>
                    <a:pt x="865" y="12148"/>
                  </a:lnTo>
                  <a:lnTo>
                    <a:pt x="0" y="12148"/>
                  </a:lnTo>
                  <a:lnTo>
                    <a:pt x="0" y="12996"/>
                  </a:lnTo>
                  <a:lnTo>
                    <a:pt x="865" y="12996"/>
                  </a:lnTo>
                  <a:lnTo>
                    <a:pt x="865" y="13861"/>
                  </a:lnTo>
                  <a:lnTo>
                    <a:pt x="1714" y="13861"/>
                  </a:lnTo>
                  <a:lnTo>
                    <a:pt x="1714" y="14725"/>
                  </a:lnTo>
                  <a:lnTo>
                    <a:pt x="2577" y="14725"/>
                  </a:lnTo>
                  <a:lnTo>
                    <a:pt x="2577" y="13861"/>
                  </a:lnTo>
                  <a:lnTo>
                    <a:pt x="3457" y="13861"/>
                  </a:lnTo>
                  <a:lnTo>
                    <a:pt x="3457" y="14725"/>
                  </a:lnTo>
                  <a:lnTo>
                    <a:pt x="4322" y="14725"/>
                  </a:lnTo>
                  <a:lnTo>
                    <a:pt x="4322" y="13861"/>
                  </a:lnTo>
                  <a:lnTo>
                    <a:pt x="5186" y="13861"/>
                  </a:lnTo>
                  <a:lnTo>
                    <a:pt x="5186" y="14725"/>
                  </a:lnTo>
                  <a:lnTo>
                    <a:pt x="6051" y="14725"/>
                  </a:lnTo>
                  <a:lnTo>
                    <a:pt x="6051" y="13861"/>
                  </a:lnTo>
                  <a:lnTo>
                    <a:pt x="6931" y="13861"/>
                  </a:lnTo>
                  <a:lnTo>
                    <a:pt x="6931" y="14725"/>
                  </a:lnTo>
                  <a:lnTo>
                    <a:pt x="7794" y="14725"/>
                  </a:lnTo>
                  <a:lnTo>
                    <a:pt x="7794" y="13861"/>
                  </a:lnTo>
                  <a:lnTo>
                    <a:pt x="8659" y="13861"/>
                  </a:lnTo>
                  <a:lnTo>
                    <a:pt x="8659" y="14725"/>
                  </a:lnTo>
                  <a:lnTo>
                    <a:pt x="9523" y="14725"/>
                  </a:lnTo>
                  <a:lnTo>
                    <a:pt x="9523" y="13861"/>
                  </a:lnTo>
                  <a:lnTo>
                    <a:pt x="10403" y="13861"/>
                  </a:lnTo>
                  <a:lnTo>
                    <a:pt x="10403" y="14725"/>
                  </a:lnTo>
                  <a:lnTo>
                    <a:pt x="11268" y="14725"/>
                  </a:lnTo>
                  <a:lnTo>
                    <a:pt x="11268" y="13861"/>
                  </a:lnTo>
                  <a:lnTo>
                    <a:pt x="12132" y="13861"/>
                  </a:lnTo>
                  <a:lnTo>
                    <a:pt x="12132" y="14725"/>
                  </a:lnTo>
                  <a:lnTo>
                    <a:pt x="12997" y="14725"/>
                  </a:lnTo>
                  <a:lnTo>
                    <a:pt x="12997" y="13861"/>
                  </a:lnTo>
                  <a:lnTo>
                    <a:pt x="13860" y="13861"/>
                  </a:lnTo>
                  <a:lnTo>
                    <a:pt x="13860" y="12996"/>
                  </a:lnTo>
                  <a:lnTo>
                    <a:pt x="14725" y="12996"/>
                  </a:lnTo>
                  <a:lnTo>
                    <a:pt x="14725" y="12148"/>
                  </a:lnTo>
                  <a:lnTo>
                    <a:pt x="13860" y="12148"/>
                  </a:lnTo>
                  <a:lnTo>
                    <a:pt x="13860" y="11268"/>
                  </a:lnTo>
                  <a:lnTo>
                    <a:pt x="14725" y="11268"/>
                  </a:lnTo>
                  <a:lnTo>
                    <a:pt x="14725" y="10404"/>
                  </a:lnTo>
                  <a:lnTo>
                    <a:pt x="13860" y="10404"/>
                  </a:lnTo>
                  <a:lnTo>
                    <a:pt x="13860" y="9539"/>
                  </a:lnTo>
                  <a:lnTo>
                    <a:pt x="14725" y="9539"/>
                  </a:lnTo>
                  <a:lnTo>
                    <a:pt x="14725" y="8675"/>
                  </a:lnTo>
                  <a:lnTo>
                    <a:pt x="13860" y="8675"/>
                  </a:lnTo>
                  <a:lnTo>
                    <a:pt x="13860" y="7795"/>
                  </a:lnTo>
                  <a:lnTo>
                    <a:pt x="14725" y="7795"/>
                  </a:lnTo>
                  <a:lnTo>
                    <a:pt x="14725" y="6930"/>
                  </a:lnTo>
                  <a:lnTo>
                    <a:pt x="13860" y="6930"/>
                  </a:lnTo>
                  <a:lnTo>
                    <a:pt x="13860" y="6067"/>
                  </a:lnTo>
                  <a:lnTo>
                    <a:pt x="14725" y="6067"/>
                  </a:lnTo>
                  <a:lnTo>
                    <a:pt x="14725" y="5202"/>
                  </a:lnTo>
                  <a:lnTo>
                    <a:pt x="13860" y="5202"/>
                  </a:lnTo>
                  <a:lnTo>
                    <a:pt x="13860" y="4322"/>
                  </a:lnTo>
                  <a:lnTo>
                    <a:pt x="14725" y="4322"/>
                  </a:lnTo>
                  <a:lnTo>
                    <a:pt x="14725" y="3458"/>
                  </a:lnTo>
                  <a:lnTo>
                    <a:pt x="13860" y="3458"/>
                  </a:lnTo>
                  <a:lnTo>
                    <a:pt x="13860" y="2593"/>
                  </a:lnTo>
                  <a:lnTo>
                    <a:pt x="14725" y="2593"/>
                  </a:lnTo>
                  <a:lnTo>
                    <a:pt x="14725" y="1729"/>
                  </a:lnTo>
                  <a:lnTo>
                    <a:pt x="13860" y="1729"/>
                  </a:lnTo>
                  <a:lnTo>
                    <a:pt x="13860" y="865"/>
                  </a:lnTo>
                  <a:lnTo>
                    <a:pt x="12997" y="865"/>
                  </a:lnTo>
                  <a:lnTo>
                    <a:pt x="12997" y="1"/>
                  </a:lnTo>
                  <a:lnTo>
                    <a:pt x="12132" y="1"/>
                  </a:lnTo>
                  <a:lnTo>
                    <a:pt x="12132" y="865"/>
                  </a:lnTo>
                  <a:lnTo>
                    <a:pt x="11268" y="865"/>
                  </a:lnTo>
                  <a:lnTo>
                    <a:pt x="11268" y="1"/>
                  </a:lnTo>
                  <a:lnTo>
                    <a:pt x="10403" y="1"/>
                  </a:lnTo>
                  <a:lnTo>
                    <a:pt x="10403" y="865"/>
                  </a:lnTo>
                  <a:lnTo>
                    <a:pt x="9523" y="865"/>
                  </a:lnTo>
                  <a:lnTo>
                    <a:pt x="9523" y="1"/>
                  </a:lnTo>
                  <a:lnTo>
                    <a:pt x="8659" y="1"/>
                  </a:lnTo>
                  <a:lnTo>
                    <a:pt x="8659" y="865"/>
                  </a:lnTo>
                  <a:lnTo>
                    <a:pt x="7794" y="865"/>
                  </a:lnTo>
                  <a:lnTo>
                    <a:pt x="7794" y="1"/>
                  </a:lnTo>
                  <a:lnTo>
                    <a:pt x="6931" y="1"/>
                  </a:lnTo>
                  <a:lnTo>
                    <a:pt x="6931" y="865"/>
                  </a:lnTo>
                  <a:lnTo>
                    <a:pt x="6051" y="865"/>
                  </a:lnTo>
                  <a:lnTo>
                    <a:pt x="6051" y="1"/>
                  </a:lnTo>
                  <a:lnTo>
                    <a:pt x="5186" y="1"/>
                  </a:lnTo>
                  <a:lnTo>
                    <a:pt x="5186" y="865"/>
                  </a:lnTo>
                  <a:lnTo>
                    <a:pt x="4322" y="865"/>
                  </a:lnTo>
                  <a:lnTo>
                    <a:pt x="4322" y="1"/>
                  </a:lnTo>
                  <a:lnTo>
                    <a:pt x="3457" y="1"/>
                  </a:lnTo>
                  <a:lnTo>
                    <a:pt x="3457" y="865"/>
                  </a:lnTo>
                  <a:lnTo>
                    <a:pt x="2577" y="865"/>
                  </a:lnTo>
                  <a:lnTo>
                    <a:pt x="257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2" name="Google Shape;2562;p119"/>
          <p:cNvGrpSpPr/>
          <p:nvPr/>
        </p:nvGrpSpPr>
        <p:grpSpPr>
          <a:xfrm>
            <a:off x="1609885" y="4021592"/>
            <a:ext cx="255979" cy="394552"/>
            <a:chOff x="1609885" y="4021592"/>
            <a:chExt cx="255979" cy="394552"/>
          </a:xfrm>
        </p:grpSpPr>
        <p:sp>
          <p:nvSpPr>
            <p:cNvPr id="2563" name="Google Shape;2563;p119"/>
            <p:cNvSpPr/>
            <p:nvPr/>
          </p:nvSpPr>
          <p:spPr>
            <a:xfrm>
              <a:off x="1609885" y="4021592"/>
              <a:ext cx="255979" cy="394552"/>
            </a:xfrm>
            <a:custGeom>
              <a:avLst/>
              <a:gdLst/>
              <a:ahLst/>
              <a:cxnLst/>
              <a:rect l="l" t="t" r="r" b="b"/>
              <a:pathLst>
                <a:path w="9493" h="14632" extrusionOk="0">
                  <a:moveTo>
                    <a:pt x="6931" y="849"/>
                  </a:moveTo>
                  <a:lnTo>
                    <a:pt x="6931" y="1714"/>
                  </a:lnTo>
                  <a:lnTo>
                    <a:pt x="2578" y="1714"/>
                  </a:lnTo>
                  <a:lnTo>
                    <a:pt x="2578" y="849"/>
                  </a:lnTo>
                  <a:close/>
                  <a:moveTo>
                    <a:pt x="8644" y="849"/>
                  </a:moveTo>
                  <a:lnTo>
                    <a:pt x="8644" y="13783"/>
                  </a:lnTo>
                  <a:lnTo>
                    <a:pt x="866" y="13783"/>
                  </a:lnTo>
                  <a:lnTo>
                    <a:pt x="866" y="849"/>
                  </a:lnTo>
                  <a:lnTo>
                    <a:pt x="1714" y="849"/>
                  </a:lnTo>
                  <a:lnTo>
                    <a:pt x="1714" y="2578"/>
                  </a:lnTo>
                  <a:lnTo>
                    <a:pt x="7780" y="2578"/>
                  </a:lnTo>
                  <a:lnTo>
                    <a:pt x="7780" y="849"/>
                  </a:lnTo>
                  <a:close/>
                  <a:moveTo>
                    <a:pt x="1" y="0"/>
                  </a:moveTo>
                  <a:lnTo>
                    <a:pt x="1" y="14631"/>
                  </a:lnTo>
                  <a:lnTo>
                    <a:pt x="9492" y="14631"/>
                  </a:lnTo>
                  <a:lnTo>
                    <a:pt x="949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119"/>
            <p:cNvSpPr/>
            <p:nvPr/>
          </p:nvSpPr>
          <p:spPr>
            <a:xfrm>
              <a:off x="1726432" y="4347048"/>
              <a:ext cx="23325" cy="22893"/>
            </a:xfrm>
            <a:custGeom>
              <a:avLst/>
              <a:gdLst/>
              <a:ahLst/>
              <a:cxnLst/>
              <a:rect l="l" t="t" r="r" b="b"/>
              <a:pathLst>
                <a:path w="865" h="849" extrusionOk="0">
                  <a:moveTo>
                    <a:pt x="1" y="0"/>
                  </a:moveTo>
                  <a:lnTo>
                    <a:pt x="1" y="849"/>
                  </a:lnTo>
                  <a:lnTo>
                    <a:pt x="864" y="849"/>
                  </a:lnTo>
                  <a:lnTo>
                    <a:pt x="86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119"/>
            <p:cNvSpPr/>
            <p:nvPr/>
          </p:nvSpPr>
          <p:spPr>
            <a:xfrm>
              <a:off x="1703107" y="4207201"/>
              <a:ext cx="23352" cy="23352"/>
            </a:xfrm>
            <a:custGeom>
              <a:avLst/>
              <a:gdLst/>
              <a:ahLst/>
              <a:cxnLst/>
              <a:rect l="l" t="t" r="r" b="b"/>
              <a:pathLst>
                <a:path w="866" h="866" extrusionOk="0">
                  <a:moveTo>
                    <a:pt x="1" y="0"/>
                  </a:moveTo>
                  <a:lnTo>
                    <a:pt x="1" y="865"/>
                  </a:lnTo>
                  <a:lnTo>
                    <a:pt x="866" y="865"/>
                  </a:lnTo>
                  <a:lnTo>
                    <a:pt x="86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119"/>
            <p:cNvSpPr/>
            <p:nvPr/>
          </p:nvSpPr>
          <p:spPr>
            <a:xfrm>
              <a:off x="1749731" y="4207201"/>
              <a:ext cx="22893" cy="23352"/>
            </a:xfrm>
            <a:custGeom>
              <a:avLst/>
              <a:gdLst/>
              <a:ahLst/>
              <a:cxnLst/>
              <a:rect l="l" t="t" r="r" b="b"/>
              <a:pathLst>
                <a:path w="849" h="866" extrusionOk="0">
                  <a:moveTo>
                    <a:pt x="0" y="0"/>
                  </a:moveTo>
                  <a:lnTo>
                    <a:pt x="0" y="865"/>
                  </a:lnTo>
                  <a:lnTo>
                    <a:pt x="849" y="865"/>
                  </a:lnTo>
                  <a:lnTo>
                    <a:pt x="84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119"/>
            <p:cNvSpPr/>
            <p:nvPr/>
          </p:nvSpPr>
          <p:spPr>
            <a:xfrm>
              <a:off x="1703107" y="4253798"/>
              <a:ext cx="69516" cy="22920"/>
            </a:xfrm>
            <a:custGeom>
              <a:avLst/>
              <a:gdLst/>
              <a:ahLst/>
              <a:cxnLst/>
              <a:rect l="l" t="t" r="r" b="b"/>
              <a:pathLst>
                <a:path w="2578" h="850" extrusionOk="0">
                  <a:moveTo>
                    <a:pt x="1" y="1"/>
                  </a:moveTo>
                  <a:lnTo>
                    <a:pt x="1" y="850"/>
                  </a:lnTo>
                  <a:lnTo>
                    <a:pt x="2578" y="850"/>
                  </a:lnTo>
                  <a:lnTo>
                    <a:pt x="257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119"/>
            <p:cNvSpPr/>
            <p:nvPr/>
          </p:nvSpPr>
          <p:spPr>
            <a:xfrm>
              <a:off x="1656105" y="4113979"/>
              <a:ext cx="163570" cy="209788"/>
            </a:xfrm>
            <a:custGeom>
              <a:avLst/>
              <a:gdLst/>
              <a:ahLst/>
              <a:cxnLst/>
              <a:rect l="l" t="t" r="r" b="b"/>
              <a:pathLst>
                <a:path w="6066" h="7780" extrusionOk="0">
                  <a:moveTo>
                    <a:pt x="5217" y="2577"/>
                  </a:moveTo>
                  <a:lnTo>
                    <a:pt x="5217" y="6931"/>
                  </a:lnTo>
                  <a:lnTo>
                    <a:pt x="864" y="6931"/>
                  </a:lnTo>
                  <a:lnTo>
                    <a:pt x="864" y="2577"/>
                  </a:lnTo>
                  <a:close/>
                  <a:moveTo>
                    <a:pt x="1744" y="0"/>
                  </a:moveTo>
                  <a:lnTo>
                    <a:pt x="1744" y="865"/>
                  </a:lnTo>
                  <a:lnTo>
                    <a:pt x="2609" y="865"/>
                  </a:lnTo>
                  <a:lnTo>
                    <a:pt x="2609" y="1714"/>
                  </a:lnTo>
                  <a:lnTo>
                    <a:pt x="0" y="1714"/>
                  </a:lnTo>
                  <a:lnTo>
                    <a:pt x="0" y="7779"/>
                  </a:lnTo>
                  <a:lnTo>
                    <a:pt x="6066" y="7779"/>
                  </a:lnTo>
                  <a:lnTo>
                    <a:pt x="6066" y="1714"/>
                  </a:lnTo>
                  <a:lnTo>
                    <a:pt x="3472" y="1714"/>
                  </a:lnTo>
                  <a:lnTo>
                    <a:pt x="3472" y="865"/>
                  </a:lnTo>
                  <a:lnTo>
                    <a:pt x="4321" y="865"/>
                  </a:lnTo>
                  <a:lnTo>
                    <a:pt x="432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 name="Google Shape;2569;p119"/>
          <p:cNvGrpSpPr/>
          <p:nvPr/>
        </p:nvGrpSpPr>
        <p:grpSpPr>
          <a:xfrm>
            <a:off x="2382412" y="4043624"/>
            <a:ext cx="397518" cy="350491"/>
            <a:chOff x="2382412" y="4043624"/>
            <a:chExt cx="397518" cy="350491"/>
          </a:xfrm>
        </p:grpSpPr>
        <p:sp>
          <p:nvSpPr>
            <p:cNvPr id="2570" name="Google Shape;2570;p119"/>
            <p:cNvSpPr/>
            <p:nvPr/>
          </p:nvSpPr>
          <p:spPr>
            <a:xfrm>
              <a:off x="2382412" y="4043624"/>
              <a:ext cx="397518" cy="350491"/>
            </a:xfrm>
            <a:custGeom>
              <a:avLst/>
              <a:gdLst/>
              <a:ahLst/>
              <a:cxnLst/>
              <a:rect l="l" t="t" r="r" b="b"/>
              <a:pathLst>
                <a:path w="14742" h="12998" extrusionOk="0">
                  <a:moveTo>
                    <a:pt x="13876" y="865"/>
                  </a:moveTo>
                  <a:lnTo>
                    <a:pt x="13876" y="8691"/>
                  </a:lnTo>
                  <a:lnTo>
                    <a:pt x="865" y="8691"/>
                  </a:lnTo>
                  <a:lnTo>
                    <a:pt x="865" y="865"/>
                  </a:lnTo>
                  <a:close/>
                  <a:moveTo>
                    <a:pt x="13876" y="9555"/>
                  </a:moveTo>
                  <a:lnTo>
                    <a:pt x="13876" y="10420"/>
                  </a:lnTo>
                  <a:lnTo>
                    <a:pt x="865" y="10420"/>
                  </a:lnTo>
                  <a:lnTo>
                    <a:pt x="865" y="9555"/>
                  </a:lnTo>
                  <a:close/>
                  <a:moveTo>
                    <a:pt x="8235" y="11284"/>
                  </a:moveTo>
                  <a:lnTo>
                    <a:pt x="8235" y="12132"/>
                  </a:lnTo>
                  <a:lnTo>
                    <a:pt x="6507" y="12132"/>
                  </a:lnTo>
                  <a:lnTo>
                    <a:pt x="6507" y="11284"/>
                  </a:lnTo>
                  <a:close/>
                  <a:moveTo>
                    <a:pt x="1" y="1"/>
                  </a:moveTo>
                  <a:lnTo>
                    <a:pt x="1" y="11284"/>
                  </a:lnTo>
                  <a:lnTo>
                    <a:pt x="5642" y="11284"/>
                  </a:lnTo>
                  <a:lnTo>
                    <a:pt x="5642" y="12132"/>
                  </a:lnTo>
                  <a:lnTo>
                    <a:pt x="1730" y="12132"/>
                  </a:lnTo>
                  <a:lnTo>
                    <a:pt x="1730" y="12997"/>
                  </a:lnTo>
                  <a:lnTo>
                    <a:pt x="13013" y="12997"/>
                  </a:lnTo>
                  <a:lnTo>
                    <a:pt x="13013" y="12132"/>
                  </a:lnTo>
                  <a:lnTo>
                    <a:pt x="9099" y="12132"/>
                  </a:lnTo>
                  <a:lnTo>
                    <a:pt x="9099" y="11284"/>
                  </a:lnTo>
                  <a:lnTo>
                    <a:pt x="14741" y="11284"/>
                  </a:lnTo>
                  <a:lnTo>
                    <a:pt x="1474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119"/>
            <p:cNvSpPr/>
            <p:nvPr/>
          </p:nvSpPr>
          <p:spPr>
            <a:xfrm>
              <a:off x="2429037" y="4091516"/>
              <a:ext cx="304273" cy="163165"/>
            </a:xfrm>
            <a:custGeom>
              <a:avLst/>
              <a:gdLst/>
              <a:ahLst/>
              <a:cxnLst/>
              <a:rect l="l" t="t" r="r" b="b"/>
              <a:pathLst>
                <a:path w="11284" h="6051" extrusionOk="0">
                  <a:moveTo>
                    <a:pt x="1304" y="865"/>
                  </a:moveTo>
                  <a:cubicBezTo>
                    <a:pt x="1541" y="865"/>
                    <a:pt x="1729" y="1069"/>
                    <a:pt x="1729" y="1305"/>
                  </a:cubicBezTo>
                  <a:cubicBezTo>
                    <a:pt x="1729" y="1541"/>
                    <a:pt x="1541" y="1730"/>
                    <a:pt x="1304" y="1730"/>
                  </a:cubicBezTo>
                  <a:cubicBezTo>
                    <a:pt x="1053" y="1730"/>
                    <a:pt x="864" y="1541"/>
                    <a:pt x="864" y="1305"/>
                  </a:cubicBezTo>
                  <a:cubicBezTo>
                    <a:pt x="864" y="1069"/>
                    <a:pt x="1053" y="865"/>
                    <a:pt x="1304" y="865"/>
                  </a:cubicBezTo>
                  <a:close/>
                  <a:moveTo>
                    <a:pt x="9979" y="865"/>
                  </a:moveTo>
                  <a:cubicBezTo>
                    <a:pt x="10230" y="865"/>
                    <a:pt x="10419" y="1069"/>
                    <a:pt x="10419" y="1305"/>
                  </a:cubicBezTo>
                  <a:cubicBezTo>
                    <a:pt x="10419" y="1541"/>
                    <a:pt x="10230" y="1730"/>
                    <a:pt x="9979" y="1730"/>
                  </a:cubicBezTo>
                  <a:cubicBezTo>
                    <a:pt x="9744" y="1730"/>
                    <a:pt x="9555" y="1541"/>
                    <a:pt x="9555" y="1305"/>
                  </a:cubicBezTo>
                  <a:cubicBezTo>
                    <a:pt x="9555" y="1069"/>
                    <a:pt x="9744" y="865"/>
                    <a:pt x="9979" y="865"/>
                  </a:cubicBezTo>
                  <a:close/>
                  <a:moveTo>
                    <a:pt x="1304" y="4322"/>
                  </a:moveTo>
                  <a:cubicBezTo>
                    <a:pt x="1541" y="4322"/>
                    <a:pt x="1729" y="4510"/>
                    <a:pt x="1729" y="4747"/>
                  </a:cubicBezTo>
                  <a:cubicBezTo>
                    <a:pt x="1729" y="4998"/>
                    <a:pt x="1541" y="5187"/>
                    <a:pt x="1304" y="5187"/>
                  </a:cubicBezTo>
                  <a:cubicBezTo>
                    <a:pt x="1053" y="5187"/>
                    <a:pt x="864" y="4998"/>
                    <a:pt x="864" y="4747"/>
                  </a:cubicBezTo>
                  <a:cubicBezTo>
                    <a:pt x="864" y="4510"/>
                    <a:pt x="1053" y="4322"/>
                    <a:pt x="1304" y="4322"/>
                  </a:cubicBezTo>
                  <a:close/>
                  <a:moveTo>
                    <a:pt x="9979" y="4322"/>
                  </a:moveTo>
                  <a:cubicBezTo>
                    <a:pt x="10230" y="4322"/>
                    <a:pt x="10419" y="4510"/>
                    <a:pt x="10419" y="4747"/>
                  </a:cubicBezTo>
                  <a:cubicBezTo>
                    <a:pt x="10419" y="4998"/>
                    <a:pt x="10230" y="5187"/>
                    <a:pt x="9979" y="5187"/>
                  </a:cubicBezTo>
                  <a:cubicBezTo>
                    <a:pt x="9744" y="5187"/>
                    <a:pt x="9555" y="4998"/>
                    <a:pt x="9555" y="4747"/>
                  </a:cubicBezTo>
                  <a:cubicBezTo>
                    <a:pt x="9555" y="4510"/>
                    <a:pt x="9744" y="4322"/>
                    <a:pt x="9979" y="4322"/>
                  </a:cubicBezTo>
                  <a:close/>
                  <a:moveTo>
                    <a:pt x="1304" y="1"/>
                  </a:moveTo>
                  <a:cubicBezTo>
                    <a:pt x="581" y="1"/>
                    <a:pt x="1" y="582"/>
                    <a:pt x="1" y="1305"/>
                  </a:cubicBezTo>
                  <a:cubicBezTo>
                    <a:pt x="1" y="2012"/>
                    <a:pt x="581" y="2593"/>
                    <a:pt x="1304" y="2593"/>
                  </a:cubicBezTo>
                  <a:cubicBezTo>
                    <a:pt x="1855" y="2593"/>
                    <a:pt x="2341" y="2232"/>
                    <a:pt x="2515" y="1730"/>
                  </a:cubicBezTo>
                  <a:lnTo>
                    <a:pt x="3458" y="1730"/>
                  </a:lnTo>
                  <a:lnTo>
                    <a:pt x="3458" y="4322"/>
                  </a:lnTo>
                  <a:lnTo>
                    <a:pt x="2515" y="4322"/>
                  </a:lnTo>
                  <a:cubicBezTo>
                    <a:pt x="2341" y="3819"/>
                    <a:pt x="1855" y="3458"/>
                    <a:pt x="1304" y="3458"/>
                  </a:cubicBezTo>
                  <a:cubicBezTo>
                    <a:pt x="581" y="3458"/>
                    <a:pt x="1" y="4039"/>
                    <a:pt x="1" y="4747"/>
                  </a:cubicBezTo>
                  <a:cubicBezTo>
                    <a:pt x="1" y="5470"/>
                    <a:pt x="581" y="6050"/>
                    <a:pt x="1304" y="6050"/>
                  </a:cubicBezTo>
                  <a:cubicBezTo>
                    <a:pt x="1855" y="6050"/>
                    <a:pt x="2341" y="5690"/>
                    <a:pt x="2515" y="5187"/>
                  </a:cubicBezTo>
                  <a:lnTo>
                    <a:pt x="4321" y="5187"/>
                  </a:lnTo>
                  <a:lnTo>
                    <a:pt x="4321" y="3458"/>
                  </a:lnTo>
                  <a:lnTo>
                    <a:pt x="6961" y="3458"/>
                  </a:lnTo>
                  <a:lnTo>
                    <a:pt x="6961" y="5187"/>
                  </a:lnTo>
                  <a:lnTo>
                    <a:pt x="8769" y="5187"/>
                  </a:lnTo>
                  <a:cubicBezTo>
                    <a:pt x="8941" y="5690"/>
                    <a:pt x="9429" y="6050"/>
                    <a:pt x="9979" y="6050"/>
                  </a:cubicBezTo>
                  <a:cubicBezTo>
                    <a:pt x="10701" y="6050"/>
                    <a:pt x="11284" y="5470"/>
                    <a:pt x="11284" y="4747"/>
                  </a:cubicBezTo>
                  <a:cubicBezTo>
                    <a:pt x="11284" y="4039"/>
                    <a:pt x="10701" y="3458"/>
                    <a:pt x="9979" y="3458"/>
                  </a:cubicBezTo>
                  <a:cubicBezTo>
                    <a:pt x="9429" y="3458"/>
                    <a:pt x="8941" y="3819"/>
                    <a:pt x="8769" y="4322"/>
                  </a:cubicBezTo>
                  <a:lnTo>
                    <a:pt x="7826" y="4322"/>
                  </a:lnTo>
                  <a:lnTo>
                    <a:pt x="7826" y="1730"/>
                  </a:lnTo>
                  <a:lnTo>
                    <a:pt x="8769" y="1730"/>
                  </a:lnTo>
                  <a:cubicBezTo>
                    <a:pt x="8941" y="2232"/>
                    <a:pt x="9429" y="2593"/>
                    <a:pt x="9979" y="2593"/>
                  </a:cubicBezTo>
                  <a:cubicBezTo>
                    <a:pt x="10701" y="2593"/>
                    <a:pt x="11284" y="2012"/>
                    <a:pt x="11284" y="1305"/>
                  </a:cubicBezTo>
                  <a:cubicBezTo>
                    <a:pt x="11284" y="582"/>
                    <a:pt x="10701" y="1"/>
                    <a:pt x="9979" y="1"/>
                  </a:cubicBezTo>
                  <a:cubicBezTo>
                    <a:pt x="9429" y="1"/>
                    <a:pt x="8941" y="362"/>
                    <a:pt x="8769" y="865"/>
                  </a:cubicBezTo>
                  <a:lnTo>
                    <a:pt x="6961" y="865"/>
                  </a:lnTo>
                  <a:lnTo>
                    <a:pt x="6961" y="2593"/>
                  </a:lnTo>
                  <a:lnTo>
                    <a:pt x="4321" y="2593"/>
                  </a:lnTo>
                  <a:lnTo>
                    <a:pt x="4321" y="865"/>
                  </a:lnTo>
                  <a:lnTo>
                    <a:pt x="2515" y="865"/>
                  </a:lnTo>
                  <a:cubicBezTo>
                    <a:pt x="2341" y="362"/>
                    <a:pt x="1855" y="1"/>
                    <a:pt x="1304"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2" name="Google Shape;2572;p119"/>
          <p:cNvGrpSpPr/>
          <p:nvPr/>
        </p:nvGrpSpPr>
        <p:grpSpPr>
          <a:xfrm>
            <a:off x="3149439" y="4026258"/>
            <a:ext cx="384791" cy="385195"/>
            <a:chOff x="3149439" y="4026258"/>
            <a:chExt cx="384791" cy="385195"/>
          </a:xfrm>
        </p:grpSpPr>
        <p:sp>
          <p:nvSpPr>
            <p:cNvPr id="2573" name="Google Shape;2573;p119"/>
            <p:cNvSpPr/>
            <p:nvPr/>
          </p:nvSpPr>
          <p:spPr>
            <a:xfrm>
              <a:off x="3285456" y="4173736"/>
              <a:ext cx="67817" cy="90279"/>
            </a:xfrm>
            <a:custGeom>
              <a:avLst/>
              <a:gdLst/>
              <a:ahLst/>
              <a:cxnLst/>
              <a:rect l="l" t="t" r="r" b="b"/>
              <a:pathLst>
                <a:path w="2515" h="3348" extrusionOk="0">
                  <a:moveTo>
                    <a:pt x="1682" y="833"/>
                  </a:moveTo>
                  <a:lnTo>
                    <a:pt x="1682" y="1681"/>
                  </a:lnTo>
                  <a:lnTo>
                    <a:pt x="834" y="1681"/>
                  </a:lnTo>
                  <a:lnTo>
                    <a:pt x="834" y="833"/>
                  </a:lnTo>
                  <a:close/>
                  <a:moveTo>
                    <a:pt x="0" y="1"/>
                  </a:moveTo>
                  <a:lnTo>
                    <a:pt x="0" y="3347"/>
                  </a:lnTo>
                  <a:lnTo>
                    <a:pt x="834" y="3347"/>
                  </a:lnTo>
                  <a:lnTo>
                    <a:pt x="834" y="2515"/>
                  </a:lnTo>
                  <a:lnTo>
                    <a:pt x="1682" y="2515"/>
                  </a:lnTo>
                  <a:lnTo>
                    <a:pt x="1682" y="3347"/>
                  </a:lnTo>
                  <a:lnTo>
                    <a:pt x="2514" y="3347"/>
                  </a:lnTo>
                  <a:lnTo>
                    <a:pt x="251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19"/>
            <p:cNvSpPr/>
            <p:nvPr/>
          </p:nvSpPr>
          <p:spPr>
            <a:xfrm>
              <a:off x="3375712" y="4173736"/>
              <a:ext cx="22489" cy="90279"/>
            </a:xfrm>
            <a:custGeom>
              <a:avLst/>
              <a:gdLst/>
              <a:ahLst/>
              <a:cxnLst/>
              <a:rect l="l" t="t" r="r" b="b"/>
              <a:pathLst>
                <a:path w="834" h="3348" extrusionOk="0">
                  <a:moveTo>
                    <a:pt x="1" y="1"/>
                  </a:moveTo>
                  <a:lnTo>
                    <a:pt x="1" y="3347"/>
                  </a:lnTo>
                  <a:lnTo>
                    <a:pt x="833" y="3347"/>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19"/>
            <p:cNvSpPr/>
            <p:nvPr/>
          </p:nvSpPr>
          <p:spPr>
            <a:xfrm>
              <a:off x="3149439" y="4026258"/>
              <a:ext cx="384791" cy="385195"/>
            </a:xfrm>
            <a:custGeom>
              <a:avLst/>
              <a:gdLst/>
              <a:ahLst/>
              <a:cxnLst/>
              <a:rect l="l" t="t" r="r" b="b"/>
              <a:pathLst>
                <a:path w="14270" h="14285" extrusionOk="0">
                  <a:moveTo>
                    <a:pt x="10481" y="4212"/>
                  </a:moveTo>
                  <a:lnTo>
                    <a:pt x="10481" y="10073"/>
                  </a:lnTo>
                  <a:lnTo>
                    <a:pt x="3787" y="10073"/>
                  </a:lnTo>
                  <a:lnTo>
                    <a:pt x="3787" y="4212"/>
                  </a:lnTo>
                  <a:close/>
                  <a:moveTo>
                    <a:pt x="6726" y="1"/>
                  </a:moveTo>
                  <a:lnTo>
                    <a:pt x="6726" y="3379"/>
                  </a:lnTo>
                  <a:lnTo>
                    <a:pt x="5878" y="3379"/>
                  </a:lnTo>
                  <a:lnTo>
                    <a:pt x="5878" y="849"/>
                  </a:lnTo>
                  <a:lnTo>
                    <a:pt x="5044" y="849"/>
                  </a:lnTo>
                  <a:lnTo>
                    <a:pt x="5044" y="3379"/>
                  </a:lnTo>
                  <a:lnTo>
                    <a:pt x="2955" y="3379"/>
                  </a:lnTo>
                  <a:lnTo>
                    <a:pt x="2955" y="5061"/>
                  </a:lnTo>
                  <a:lnTo>
                    <a:pt x="833" y="5061"/>
                  </a:lnTo>
                  <a:lnTo>
                    <a:pt x="833" y="5893"/>
                  </a:lnTo>
                  <a:lnTo>
                    <a:pt x="2955" y="5893"/>
                  </a:lnTo>
                  <a:lnTo>
                    <a:pt x="2955" y="6727"/>
                  </a:lnTo>
                  <a:lnTo>
                    <a:pt x="0" y="6727"/>
                  </a:lnTo>
                  <a:lnTo>
                    <a:pt x="0" y="7559"/>
                  </a:lnTo>
                  <a:lnTo>
                    <a:pt x="2955" y="7559"/>
                  </a:lnTo>
                  <a:lnTo>
                    <a:pt x="2955" y="8392"/>
                  </a:lnTo>
                  <a:lnTo>
                    <a:pt x="833" y="8392"/>
                  </a:lnTo>
                  <a:lnTo>
                    <a:pt x="833" y="9241"/>
                  </a:lnTo>
                  <a:lnTo>
                    <a:pt x="2955" y="9241"/>
                  </a:lnTo>
                  <a:lnTo>
                    <a:pt x="2955" y="10907"/>
                  </a:lnTo>
                  <a:lnTo>
                    <a:pt x="5044" y="10907"/>
                  </a:lnTo>
                  <a:lnTo>
                    <a:pt x="5044" y="13453"/>
                  </a:lnTo>
                  <a:lnTo>
                    <a:pt x="5878" y="13453"/>
                  </a:lnTo>
                  <a:lnTo>
                    <a:pt x="5878" y="10907"/>
                  </a:lnTo>
                  <a:lnTo>
                    <a:pt x="6726" y="10907"/>
                  </a:lnTo>
                  <a:lnTo>
                    <a:pt x="6726" y="14285"/>
                  </a:lnTo>
                  <a:lnTo>
                    <a:pt x="7558" y="14285"/>
                  </a:lnTo>
                  <a:lnTo>
                    <a:pt x="7558" y="10907"/>
                  </a:lnTo>
                  <a:lnTo>
                    <a:pt x="8392" y="10907"/>
                  </a:lnTo>
                  <a:lnTo>
                    <a:pt x="8392" y="13453"/>
                  </a:lnTo>
                  <a:lnTo>
                    <a:pt x="9224" y="13453"/>
                  </a:lnTo>
                  <a:lnTo>
                    <a:pt x="9224" y="10907"/>
                  </a:lnTo>
                  <a:lnTo>
                    <a:pt x="11315" y="10907"/>
                  </a:lnTo>
                  <a:lnTo>
                    <a:pt x="11315" y="9241"/>
                  </a:lnTo>
                  <a:lnTo>
                    <a:pt x="13436" y="9241"/>
                  </a:lnTo>
                  <a:lnTo>
                    <a:pt x="13436" y="8392"/>
                  </a:lnTo>
                  <a:lnTo>
                    <a:pt x="11315" y="8392"/>
                  </a:lnTo>
                  <a:lnTo>
                    <a:pt x="11315" y="7559"/>
                  </a:lnTo>
                  <a:lnTo>
                    <a:pt x="14269" y="7559"/>
                  </a:lnTo>
                  <a:lnTo>
                    <a:pt x="14269" y="6727"/>
                  </a:lnTo>
                  <a:lnTo>
                    <a:pt x="11315" y="6727"/>
                  </a:lnTo>
                  <a:lnTo>
                    <a:pt x="11315" y="5893"/>
                  </a:lnTo>
                  <a:lnTo>
                    <a:pt x="13436" y="5893"/>
                  </a:lnTo>
                  <a:lnTo>
                    <a:pt x="13436" y="5061"/>
                  </a:lnTo>
                  <a:lnTo>
                    <a:pt x="11315" y="5061"/>
                  </a:lnTo>
                  <a:lnTo>
                    <a:pt x="11315" y="3379"/>
                  </a:lnTo>
                  <a:lnTo>
                    <a:pt x="9224" y="3379"/>
                  </a:lnTo>
                  <a:lnTo>
                    <a:pt x="9224" y="849"/>
                  </a:lnTo>
                  <a:lnTo>
                    <a:pt x="8392" y="849"/>
                  </a:lnTo>
                  <a:lnTo>
                    <a:pt x="8392" y="3379"/>
                  </a:lnTo>
                  <a:lnTo>
                    <a:pt x="7558" y="3379"/>
                  </a:lnTo>
                  <a:lnTo>
                    <a:pt x="755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 name="Google Shape;2576;p119"/>
          <p:cNvGrpSpPr/>
          <p:nvPr/>
        </p:nvGrpSpPr>
        <p:grpSpPr>
          <a:xfrm>
            <a:off x="4010065" y="4021592"/>
            <a:ext cx="302197" cy="394552"/>
            <a:chOff x="4010065" y="4021592"/>
            <a:chExt cx="302197" cy="394552"/>
          </a:xfrm>
        </p:grpSpPr>
        <p:sp>
          <p:nvSpPr>
            <p:cNvPr id="2577" name="Google Shape;2577;p119"/>
            <p:cNvSpPr/>
            <p:nvPr/>
          </p:nvSpPr>
          <p:spPr>
            <a:xfrm>
              <a:off x="4010065" y="4021592"/>
              <a:ext cx="302197" cy="394552"/>
            </a:xfrm>
            <a:custGeom>
              <a:avLst/>
              <a:gdLst/>
              <a:ahLst/>
              <a:cxnLst/>
              <a:rect l="l" t="t" r="r" b="b"/>
              <a:pathLst>
                <a:path w="11207" h="14632" extrusionOk="0">
                  <a:moveTo>
                    <a:pt x="8566" y="849"/>
                  </a:moveTo>
                  <a:cubicBezTo>
                    <a:pt x="9053" y="849"/>
                    <a:pt x="9461" y="1242"/>
                    <a:pt x="9493" y="1714"/>
                  </a:cubicBezTo>
                  <a:lnTo>
                    <a:pt x="1714" y="1714"/>
                  </a:lnTo>
                  <a:cubicBezTo>
                    <a:pt x="1746" y="1242"/>
                    <a:pt x="2154" y="849"/>
                    <a:pt x="2641" y="849"/>
                  </a:cubicBezTo>
                  <a:close/>
                  <a:moveTo>
                    <a:pt x="10357" y="2578"/>
                  </a:moveTo>
                  <a:lnTo>
                    <a:pt x="10357" y="12069"/>
                  </a:lnTo>
                  <a:lnTo>
                    <a:pt x="850" y="12069"/>
                  </a:lnTo>
                  <a:lnTo>
                    <a:pt x="850" y="2578"/>
                  </a:lnTo>
                  <a:close/>
                  <a:moveTo>
                    <a:pt x="9493" y="12918"/>
                  </a:moveTo>
                  <a:cubicBezTo>
                    <a:pt x="9461" y="13406"/>
                    <a:pt x="9053" y="13783"/>
                    <a:pt x="8566" y="13783"/>
                  </a:cubicBezTo>
                  <a:lnTo>
                    <a:pt x="2641" y="13783"/>
                  </a:lnTo>
                  <a:cubicBezTo>
                    <a:pt x="2154" y="13783"/>
                    <a:pt x="1746" y="13406"/>
                    <a:pt x="1714" y="12918"/>
                  </a:cubicBezTo>
                  <a:close/>
                  <a:moveTo>
                    <a:pt x="2641" y="0"/>
                  </a:moveTo>
                  <a:cubicBezTo>
                    <a:pt x="1667" y="0"/>
                    <a:pt x="897" y="755"/>
                    <a:pt x="850" y="1714"/>
                  </a:cubicBezTo>
                  <a:lnTo>
                    <a:pt x="1" y="1714"/>
                  </a:lnTo>
                  <a:lnTo>
                    <a:pt x="1" y="12918"/>
                  </a:lnTo>
                  <a:lnTo>
                    <a:pt x="850" y="12918"/>
                  </a:lnTo>
                  <a:cubicBezTo>
                    <a:pt x="897" y="13877"/>
                    <a:pt x="1667" y="14631"/>
                    <a:pt x="2641" y="14631"/>
                  </a:cubicBezTo>
                  <a:lnTo>
                    <a:pt x="8566" y="14631"/>
                  </a:lnTo>
                  <a:cubicBezTo>
                    <a:pt x="9524" y="14631"/>
                    <a:pt x="10310" y="13877"/>
                    <a:pt x="10341" y="12918"/>
                  </a:cubicBezTo>
                  <a:lnTo>
                    <a:pt x="11206" y="12918"/>
                  </a:lnTo>
                  <a:lnTo>
                    <a:pt x="11206" y="1714"/>
                  </a:lnTo>
                  <a:lnTo>
                    <a:pt x="10341" y="1714"/>
                  </a:lnTo>
                  <a:cubicBezTo>
                    <a:pt x="10310" y="755"/>
                    <a:pt x="9524" y="0"/>
                    <a:pt x="856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19"/>
            <p:cNvSpPr/>
            <p:nvPr/>
          </p:nvSpPr>
          <p:spPr>
            <a:xfrm>
              <a:off x="4056285" y="4113979"/>
              <a:ext cx="209761" cy="209788"/>
            </a:xfrm>
            <a:custGeom>
              <a:avLst/>
              <a:gdLst/>
              <a:ahLst/>
              <a:cxnLst/>
              <a:rect l="l" t="t" r="r" b="b"/>
              <a:pathLst>
                <a:path w="7779" h="7780" extrusionOk="0">
                  <a:moveTo>
                    <a:pt x="3881" y="2577"/>
                  </a:moveTo>
                  <a:cubicBezTo>
                    <a:pt x="4369" y="2577"/>
                    <a:pt x="4746" y="2954"/>
                    <a:pt x="4746" y="3442"/>
                  </a:cubicBezTo>
                  <a:cubicBezTo>
                    <a:pt x="4746" y="3914"/>
                    <a:pt x="4369" y="4291"/>
                    <a:pt x="3881" y="4291"/>
                  </a:cubicBezTo>
                  <a:cubicBezTo>
                    <a:pt x="3410" y="4291"/>
                    <a:pt x="3033" y="3914"/>
                    <a:pt x="3033" y="3442"/>
                  </a:cubicBezTo>
                  <a:cubicBezTo>
                    <a:pt x="3033" y="2954"/>
                    <a:pt x="3410" y="2577"/>
                    <a:pt x="3881" y="2577"/>
                  </a:cubicBezTo>
                  <a:close/>
                  <a:moveTo>
                    <a:pt x="3881" y="5155"/>
                  </a:moveTo>
                  <a:cubicBezTo>
                    <a:pt x="4621" y="5155"/>
                    <a:pt x="5201" y="5737"/>
                    <a:pt x="5201" y="6459"/>
                  </a:cubicBezTo>
                  <a:lnTo>
                    <a:pt x="5201" y="6931"/>
                  </a:lnTo>
                  <a:lnTo>
                    <a:pt x="2578" y="6931"/>
                  </a:lnTo>
                  <a:lnTo>
                    <a:pt x="2578" y="6459"/>
                  </a:lnTo>
                  <a:cubicBezTo>
                    <a:pt x="2578" y="5737"/>
                    <a:pt x="3158" y="5155"/>
                    <a:pt x="3881" y="5155"/>
                  </a:cubicBezTo>
                  <a:close/>
                  <a:moveTo>
                    <a:pt x="6915" y="865"/>
                  </a:moveTo>
                  <a:lnTo>
                    <a:pt x="6915" y="6931"/>
                  </a:lnTo>
                  <a:lnTo>
                    <a:pt x="6066" y="6931"/>
                  </a:lnTo>
                  <a:lnTo>
                    <a:pt x="6066" y="6459"/>
                  </a:lnTo>
                  <a:cubicBezTo>
                    <a:pt x="6066" y="5705"/>
                    <a:pt x="5673" y="5045"/>
                    <a:pt x="5092" y="4652"/>
                  </a:cubicBezTo>
                  <a:cubicBezTo>
                    <a:pt x="5406" y="4337"/>
                    <a:pt x="5610" y="3914"/>
                    <a:pt x="5610" y="3442"/>
                  </a:cubicBezTo>
                  <a:cubicBezTo>
                    <a:pt x="5610" y="2483"/>
                    <a:pt x="4841" y="1714"/>
                    <a:pt x="3881" y="1714"/>
                  </a:cubicBezTo>
                  <a:cubicBezTo>
                    <a:pt x="2938" y="1714"/>
                    <a:pt x="2169" y="2483"/>
                    <a:pt x="2169" y="3442"/>
                  </a:cubicBezTo>
                  <a:cubicBezTo>
                    <a:pt x="2169" y="3914"/>
                    <a:pt x="2373" y="4337"/>
                    <a:pt x="2687" y="4652"/>
                  </a:cubicBezTo>
                  <a:cubicBezTo>
                    <a:pt x="2106" y="5045"/>
                    <a:pt x="1713" y="5705"/>
                    <a:pt x="1713" y="6459"/>
                  </a:cubicBezTo>
                  <a:lnTo>
                    <a:pt x="1713" y="6931"/>
                  </a:lnTo>
                  <a:lnTo>
                    <a:pt x="864" y="6931"/>
                  </a:lnTo>
                  <a:lnTo>
                    <a:pt x="864" y="865"/>
                  </a:lnTo>
                  <a:close/>
                  <a:moveTo>
                    <a:pt x="0" y="0"/>
                  </a:moveTo>
                  <a:lnTo>
                    <a:pt x="0" y="7779"/>
                  </a:lnTo>
                  <a:lnTo>
                    <a:pt x="7779" y="7779"/>
                  </a:lnTo>
                  <a:lnTo>
                    <a:pt x="777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9" name="Google Shape;2579;p119"/>
          <p:cNvSpPr/>
          <p:nvPr/>
        </p:nvSpPr>
        <p:spPr>
          <a:xfrm>
            <a:off x="4838116" y="4020325"/>
            <a:ext cx="356396" cy="397060"/>
          </a:xfrm>
          <a:custGeom>
            <a:avLst/>
            <a:gdLst/>
            <a:ahLst/>
            <a:cxnLst/>
            <a:rect l="l" t="t" r="r" b="b"/>
            <a:pathLst>
              <a:path w="13217" h="14725" extrusionOk="0">
                <a:moveTo>
                  <a:pt x="6600" y="865"/>
                </a:moveTo>
                <a:cubicBezTo>
                  <a:pt x="7088" y="865"/>
                  <a:pt x="7465" y="1242"/>
                  <a:pt x="7465" y="1729"/>
                </a:cubicBezTo>
                <a:cubicBezTo>
                  <a:pt x="7465" y="2201"/>
                  <a:pt x="7088" y="2593"/>
                  <a:pt x="6600" y="2593"/>
                </a:cubicBezTo>
                <a:cubicBezTo>
                  <a:pt x="6129" y="2593"/>
                  <a:pt x="5737" y="2201"/>
                  <a:pt x="5737" y="1729"/>
                </a:cubicBezTo>
                <a:cubicBezTo>
                  <a:pt x="5737" y="1242"/>
                  <a:pt x="6129" y="865"/>
                  <a:pt x="6600" y="865"/>
                </a:cubicBezTo>
                <a:close/>
                <a:moveTo>
                  <a:pt x="1714" y="3678"/>
                </a:moveTo>
                <a:cubicBezTo>
                  <a:pt x="2200" y="3678"/>
                  <a:pt x="2577" y="4070"/>
                  <a:pt x="2577" y="4542"/>
                </a:cubicBezTo>
                <a:cubicBezTo>
                  <a:pt x="2577" y="5030"/>
                  <a:pt x="2200" y="5407"/>
                  <a:pt x="1714" y="5407"/>
                </a:cubicBezTo>
                <a:cubicBezTo>
                  <a:pt x="1242" y="5407"/>
                  <a:pt x="849" y="5030"/>
                  <a:pt x="849" y="4542"/>
                </a:cubicBezTo>
                <a:cubicBezTo>
                  <a:pt x="849" y="4070"/>
                  <a:pt x="1242" y="3678"/>
                  <a:pt x="1714" y="3678"/>
                </a:cubicBezTo>
                <a:close/>
                <a:moveTo>
                  <a:pt x="11488" y="3678"/>
                </a:moveTo>
                <a:cubicBezTo>
                  <a:pt x="11975" y="3678"/>
                  <a:pt x="12352" y="4070"/>
                  <a:pt x="12352" y="4542"/>
                </a:cubicBezTo>
                <a:cubicBezTo>
                  <a:pt x="12352" y="5030"/>
                  <a:pt x="11975" y="5407"/>
                  <a:pt x="11488" y="5407"/>
                </a:cubicBezTo>
                <a:cubicBezTo>
                  <a:pt x="11017" y="5407"/>
                  <a:pt x="10623" y="5030"/>
                  <a:pt x="10623" y="4542"/>
                </a:cubicBezTo>
                <a:cubicBezTo>
                  <a:pt x="10623" y="4070"/>
                  <a:pt x="11017" y="3678"/>
                  <a:pt x="11488" y="3678"/>
                </a:cubicBezTo>
                <a:close/>
                <a:moveTo>
                  <a:pt x="6177" y="5233"/>
                </a:moveTo>
                <a:lnTo>
                  <a:pt x="6177" y="9492"/>
                </a:lnTo>
                <a:cubicBezTo>
                  <a:pt x="5422" y="9304"/>
                  <a:pt x="4857" y="8612"/>
                  <a:pt x="4857" y="7795"/>
                </a:cubicBezTo>
                <a:lnTo>
                  <a:pt x="4857" y="6930"/>
                </a:lnTo>
                <a:cubicBezTo>
                  <a:pt x="4857" y="6113"/>
                  <a:pt x="5422" y="5422"/>
                  <a:pt x="6177" y="5233"/>
                </a:cubicBezTo>
                <a:close/>
                <a:moveTo>
                  <a:pt x="7040" y="5233"/>
                </a:moveTo>
                <a:cubicBezTo>
                  <a:pt x="7795" y="5422"/>
                  <a:pt x="8360" y="6113"/>
                  <a:pt x="8360" y="6930"/>
                </a:cubicBezTo>
                <a:lnTo>
                  <a:pt x="8360" y="7795"/>
                </a:lnTo>
                <a:cubicBezTo>
                  <a:pt x="8360" y="8612"/>
                  <a:pt x="7795" y="9304"/>
                  <a:pt x="7040" y="9492"/>
                </a:cubicBezTo>
                <a:lnTo>
                  <a:pt x="7040" y="5233"/>
                </a:lnTo>
                <a:close/>
                <a:moveTo>
                  <a:pt x="1729" y="9319"/>
                </a:moveTo>
                <a:cubicBezTo>
                  <a:pt x="2200" y="9319"/>
                  <a:pt x="2594" y="9712"/>
                  <a:pt x="2594" y="10184"/>
                </a:cubicBezTo>
                <a:cubicBezTo>
                  <a:pt x="2594" y="10655"/>
                  <a:pt x="2200" y="11048"/>
                  <a:pt x="1729" y="11048"/>
                </a:cubicBezTo>
                <a:cubicBezTo>
                  <a:pt x="1242" y="11048"/>
                  <a:pt x="865" y="10655"/>
                  <a:pt x="865" y="10184"/>
                </a:cubicBezTo>
                <a:cubicBezTo>
                  <a:pt x="865" y="9712"/>
                  <a:pt x="1242" y="9319"/>
                  <a:pt x="1729" y="9319"/>
                </a:cubicBezTo>
                <a:close/>
                <a:moveTo>
                  <a:pt x="11488" y="9319"/>
                </a:moveTo>
                <a:cubicBezTo>
                  <a:pt x="11960" y="9319"/>
                  <a:pt x="12352" y="9712"/>
                  <a:pt x="12352" y="10184"/>
                </a:cubicBezTo>
                <a:cubicBezTo>
                  <a:pt x="12352" y="10655"/>
                  <a:pt x="11960" y="11048"/>
                  <a:pt x="11488" y="11048"/>
                </a:cubicBezTo>
                <a:cubicBezTo>
                  <a:pt x="11017" y="11048"/>
                  <a:pt x="10623" y="10655"/>
                  <a:pt x="10623" y="10184"/>
                </a:cubicBezTo>
                <a:cubicBezTo>
                  <a:pt x="10623" y="9712"/>
                  <a:pt x="11017" y="9319"/>
                  <a:pt x="11488" y="9319"/>
                </a:cubicBezTo>
                <a:close/>
                <a:moveTo>
                  <a:pt x="6600" y="12148"/>
                </a:moveTo>
                <a:cubicBezTo>
                  <a:pt x="7088" y="12148"/>
                  <a:pt x="7465" y="12525"/>
                  <a:pt x="7465" y="12996"/>
                </a:cubicBezTo>
                <a:cubicBezTo>
                  <a:pt x="7465" y="13484"/>
                  <a:pt x="7088" y="13861"/>
                  <a:pt x="6600" y="13861"/>
                </a:cubicBezTo>
                <a:cubicBezTo>
                  <a:pt x="6129" y="13861"/>
                  <a:pt x="5737" y="13484"/>
                  <a:pt x="5737" y="12996"/>
                </a:cubicBezTo>
                <a:cubicBezTo>
                  <a:pt x="5737" y="12525"/>
                  <a:pt x="6129" y="12148"/>
                  <a:pt x="6600" y="12148"/>
                </a:cubicBezTo>
                <a:close/>
                <a:moveTo>
                  <a:pt x="6600" y="1"/>
                </a:moveTo>
                <a:cubicBezTo>
                  <a:pt x="5657" y="1"/>
                  <a:pt x="4872" y="770"/>
                  <a:pt x="4872" y="1729"/>
                </a:cubicBezTo>
                <a:cubicBezTo>
                  <a:pt x="4872" y="2530"/>
                  <a:pt x="5437" y="3207"/>
                  <a:pt x="6177" y="3395"/>
                </a:cubicBezTo>
                <a:lnTo>
                  <a:pt x="6177" y="4353"/>
                </a:lnTo>
                <a:cubicBezTo>
                  <a:pt x="5406" y="4479"/>
                  <a:pt x="4762" y="4935"/>
                  <a:pt x="4369" y="5579"/>
                </a:cubicBezTo>
                <a:lnTo>
                  <a:pt x="3379" y="5013"/>
                </a:lnTo>
                <a:cubicBezTo>
                  <a:pt x="3426" y="4856"/>
                  <a:pt x="3442" y="4699"/>
                  <a:pt x="3442" y="4542"/>
                </a:cubicBezTo>
                <a:cubicBezTo>
                  <a:pt x="3442" y="3599"/>
                  <a:pt x="2672" y="2813"/>
                  <a:pt x="1714" y="2813"/>
                </a:cubicBezTo>
                <a:cubicBezTo>
                  <a:pt x="771" y="2813"/>
                  <a:pt x="0" y="3599"/>
                  <a:pt x="0" y="4542"/>
                </a:cubicBezTo>
                <a:cubicBezTo>
                  <a:pt x="0" y="5501"/>
                  <a:pt x="771" y="6270"/>
                  <a:pt x="1714" y="6270"/>
                </a:cubicBezTo>
                <a:cubicBezTo>
                  <a:pt x="2200" y="6270"/>
                  <a:pt x="2640" y="6067"/>
                  <a:pt x="2955" y="5752"/>
                </a:cubicBezTo>
                <a:lnTo>
                  <a:pt x="4039" y="6381"/>
                </a:lnTo>
                <a:cubicBezTo>
                  <a:pt x="4008" y="6570"/>
                  <a:pt x="3992" y="6742"/>
                  <a:pt x="3992" y="6930"/>
                </a:cubicBezTo>
                <a:lnTo>
                  <a:pt x="3992" y="7795"/>
                </a:lnTo>
                <a:cubicBezTo>
                  <a:pt x="3992" y="7984"/>
                  <a:pt x="4008" y="8172"/>
                  <a:pt x="4039" y="8345"/>
                </a:cubicBezTo>
                <a:lnTo>
                  <a:pt x="2955" y="8973"/>
                </a:lnTo>
                <a:cubicBezTo>
                  <a:pt x="2640" y="8659"/>
                  <a:pt x="2200" y="8455"/>
                  <a:pt x="1729" y="8455"/>
                </a:cubicBezTo>
                <a:cubicBezTo>
                  <a:pt x="771" y="8455"/>
                  <a:pt x="0" y="9241"/>
                  <a:pt x="0" y="10184"/>
                </a:cubicBezTo>
                <a:cubicBezTo>
                  <a:pt x="0" y="11142"/>
                  <a:pt x="771" y="11912"/>
                  <a:pt x="1729" y="11912"/>
                </a:cubicBezTo>
                <a:cubicBezTo>
                  <a:pt x="2672" y="11912"/>
                  <a:pt x="3457" y="11142"/>
                  <a:pt x="3457" y="10184"/>
                </a:cubicBezTo>
                <a:cubicBezTo>
                  <a:pt x="3457" y="10027"/>
                  <a:pt x="3426" y="9870"/>
                  <a:pt x="3395" y="9728"/>
                </a:cubicBezTo>
                <a:lnTo>
                  <a:pt x="4369" y="9162"/>
                </a:lnTo>
                <a:cubicBezTo>
                  <a:pt x="4762" y="9790"/>
                  <a:pt x="5406" y="10247"/>
                  <a:pt x="6177" y="10372"/>
                </a:cubicBezTo>
                <a:lnTo>
                  <a:pt x="6177" y="11330"/>
                </a:lnTo>
                <a:cubicBezTo>
                  <a:pt x="5437" y="11519"/>
                  <a:pt x="4872" y="12195"/>
                  <a:pt x="4872" y="12996"/>
                </a:cubicBezTo>
                <a:cubicBezTo>
                  <a:pt x="4872" y="13955"/>
                  <a:pt x="5657" y="14725"/>
                  <a:pt x="6600" y="14725"/>
                </a:cubicBezTo>
                <a:cubicBezTo>
                  <a:pt x="7560" y="14725"/>
                  <a:pt x="8329" y="13955"/>
                  <a:pt x="8329" y="12996"/>
                </a:cubicBezTo>
                <a:cubicBezTo>
                  <a:pt x="8329" y="12195"/>
                  <a:pt x="7780" y="11519"/>
                  <a:pt x="7040" y="11330"/>
                </a:cubicBezTo>
                <a:lnTo>
                  <a:pt x="7040" y="10372"/>
                </a:lnTo>
                <a:cubicBezTo>
                  <a:pt x="7795" y="10247"/>
                  <a:pt x="8455" y="9790"/>
                  <a:pt x="8848" y="9162"/>
                </a:cubicBezTo>
                <a:lnTo>
                  <a:pt x="9822" y="9728"/>
                </a:lnTo>
                <a:cubicBezTo>
                  <a:pt x="9791" y="9870"/>
                  <a:pt x="9760" y="10027"/>
                  <a:pt x="9760" y="10184"/>
                </a:cubicBezTo>
                <a:cubicBezTo>
                  <a:pt x="9760" y="11142"/>
                  <a:pt x="10529" y="11912"/>
                  <a:pt x="11488" y="11912"/>
                </a:cubicBezTo>
                <a:cubicBezTo>
                  <a:pt x="12446" y="11912"/>
                  <a:pt x="13217" y="11142"/>
                  <a:pt x="13217" y="10184"/>
                </a:cubicBezTo>
                <a:cubicBezTo>
                  <a:pt x="13217" y="9241"/>
                  <a:pt x="12446" y="8455"/>
                  <a:pt x="11488" y="8455"/>
                </a:cubicBezTo>
                <a:cubicBezTo>
                  <a:pt x="11000" y="8455"/>
                  <a:pt x="10577" y="8659"/>
                  <a:pt x="10262" y="8973"/>
                </a:cubicBezTo>
                <a:lnTo>
                  <a:pt x="9162" y="8345"/>
                </a:lnTo>
                <a:cubicBezTo>
                  <a:pt x="9209" y="8172"/>
                  <a:pt x="9225" y="7984"/>
                  <a:pt x="9225" y="7795"/>
                </a:cubicBezTo>
                <a:lnTo>
                  <a:pt x="9225" y="6930"/>
                </a:lnTo>
                <a:cubicBezTo>
                  <a:pt x="9225" y="6742"/>
                  <a:pt x="9209" y="6570"/>
                  <a:pt x="9162" y="6381"/>
                </a:cubicBezTo>
                <a:lnTo>
                  <a:pt x="10262" y="5752"/>
                </a:lnTo>
                <a:cubicBezTo>
                  <a:pt x="10577" y="6067"/>
                  <a:pt x="11017" y="6270"/>
                  <a:pt x="11488" y="6270"/>
                </a:cubicBezTo>
                <a:cubicBezTo>
                  <a:pt x="12446" y="6270"/>
                  <a:pt x="13217" y="5501"/>
                  <a:pt x="13217" y="4542"/>
                </a:cubicBezTo>
                <a:cubicBezTo>
                  <a:pt x="13217" y="3599"/>
                  <a:pt x="12446" y="2813"/>
                  <a:pt x="11488" y="2813"/>
                </a:cubicBezTo>
                <a:cubicBezTo>
                  <a:pt x="10545" y="2813"/>
                  <a:pt x="9760" y="3599"/>
                  <a:pt x="9760" y="4542"/>
                </a:cubicBezTo>
                <a:cubicBezTo>
                  <a:pt x="9760" y="4699"/>
                  <a:pt x="9791" y="4856"/>
                  <a:pt x="9822" y="5013"/>
                </a:cubicBezTo>
                <a:lnTo>
                  <a:pt x="8848" y="5579"/>
                </a:lnTo>
                <a:cubicBezTo>
                  <a:pt x="8455" y="4935"/>
                  <a:pt x="7795" y="4479"/>
                  <a:pt x="7040" y="4353"/>
                </a:cubicBezTo>
                <a:lnTo>
                  <a:pt x="7040" y="3395"/>
                </a:lnTo>
                <a:cubicBezTo>
                  <a:pt x="7780" y="3207"/>
                  <a:pt x="8329" y="2530"/>
                  <a:pt x="8329" y="1729"/>
                </a:cubicBezTo>
                <a:cubicBezTo>
                  <a:pt x="8329" y="770"/>
                  <a:pt x="7560" y="1"/>
                  <a:pt x="6600"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0" name="Google Shape;2580;p119"/>
          <p:cNvGrpSpPr/>
          <p:nvPr/>
        </p:nvGrpSpPr>
        <p:grpSpPr>
          <a:xfrm>
            <a:off x="4823689" y="3405442"/>
            <a:ext cx="384791" cy="384791"/>
            <a:chOff x="4823689" y="3405442"/>
            <a:chExt cx="384791" cy="384791"/>
          </a:xfrm>
        </p:grpSpPr>
        <p:sp>
          <p:nvSpPr>
            <p:cNvPr id="2581" name="Google Shape;2581;p119"/>
            <p:cNvSpPr/>
            <p:nvPr/>
          </p:nvSpPr>
          <p:spPr>
            <a:xfrm>
              <a:off x="4823689" y="3405442"/>
              <a:ext cx="384791" cy="384791"/>
            </a:xfrm>
            <a:custGeom>
              <a:avLst/>
              <a:gdLst/>
              <a:ahLst/>
              <a:cxnLst/>
              <a:rect l="l" t="t" r="r" b="b"/>
              <a:pathLst>
                <a:path w="14270" h="14270" extrusionOk="0">
                  <a:moveTo>
                    <a:pt x="7135" y="943"/>
                  </a:moveTo>
                  <a:lnTo>
                    <a:pt x="13438" y="4071"/>
                  </a:lnTo>
                  <a:lnTo>
                    <a:pt x="13438" y="13437"/>
                  </a:lnTo>
                  <a:lnTo>
                    <a:pt x="850" y="13437"/>
                  </a:lnTo>
                  <a:lnTo>
                    <a:pt x="850" y="4071"/>
                  </a:lnTo>
                  <a:lnTo>
                    <a:pt x="7135" y="943"/>
                  </a:lnTo>
                  <a:close/>
                  <a:moveTo>
                    <a:pt x="7135" y="0"/>
                  </a:moveTo>
                  <a:lnTo>
                    <a:pt x="1" y="3552"/>
                  </a:lnTo>
                  <a:lnTo>
                    <a:pt x="1" y="14269"/>
                  </a:lnTo>
                  <a:lnTo>
                    <a:pt x="14270" y="14269"/>
                  </a:lnTo>
                  <a:lnTo>
                    <a:pt x="14270" y="3552"/>
                  </a:lnTo>
                  <a:lnTo>
                    <a:pt x="713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19"/>
            <p:cNvSpPr/>
            <p:nvPr/>
          </p:nvSpPr>
          <p:spPr>
            <a:xfrm>
              <a:off x="4869073" y="3455896"/>
              <a:ext cx="294485" cy="289415"/>
            </a:xfrm>
            <a:custGeom>
              <a:avLst/>
              <a:gdLst/>
              <a:ahLst/>
              <a:cxnLst/>
              <a:rect l="l" t="t" r="r" b="b"/>
              <a:pathLst>
                <a:path w="10921" h="10733" extrusionOk="0">
                  <a:moveTo>
                    <a:pt x="5452" y="943"/>
                  </a:moveTo>
                  <a:lnTo>
                    <a:pt x="10089" y="3237"/>
                  </a:lnTo>
                  <a:lnTo>
                    <a:pt x="10089" y="9900"/>
                  </a:lnTo>
                  <a:lnTo>
                    <a:pt x="832" y="9900"/>
                  </a:lnTo>
                  <a:lnTo>
                    <a:pt x="832" y="3237"/>
                  </a:lnTo>
                  <a:lnTo>
                    <a:pt x="5452" y="943"/>
                  </a:lnTo>
                  <a:close/>
                  <a:moveTo>
                    <a:pt x="5452" y="0"/>
                  </a:moveTo>
                  <a:lnTo>
                    <a:pt x="0" y="2718"/>
                  </a:lnTo>
                  <a:lnTo>
                    <a:pt x="0" y="10733"/>
                  </a:lnTo>
                  <a:lnTo>
                    <a:pt x="10921" y="10733"/>
                  </a:lnTo>
                  <a:lnTo>
                    <a:pt x="10921" y="2718"/>
                  </a:lnTo>
                  <a:lnTo>
                    <a:pt x="545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19"/>
            <p:cNvSpPr/>
            <p:nvPr/>
          </p:nvSpPr>
          <p:spPr>
            <a:xfrm>
              <a:off x="4982628" y="3578781"/>
              <a:ext cx="67386" cy="67817"/>
            </a:xfrm>
            <a:custGeom>
              <a:avLst/>
              <a:gdLst/>
              <a:ahLst/>
              <a:cxnLst/>
              <a:rect l="l" t="t" r="r" b="b"/>
              <a:pathLst>
                <a:path w="2499" h="2515" extrusionOk="0">
                  <a:moveTo>
                    <a:pt x="1241" y="833"/>
                  </a:moveTo>
                  <a:cubicBezTo>
                    <a:pt x="1478" y="833"/>
                    <a:pt x="1666" y="1021"/>
                    <a:pt x="1666" y="1257"/>
                  </a:cubicBezTo>
                  <a:cubicBezTo>
                    <a:pt x="1666" y="1477"/>
                    <a:pt x="1478" y="1666"/>
                    <a:pt x="1241" y="1666"/>
                  </a:cubicBezTo>
                  <a:cubicBezTo>
                    <a:pt x="1021" y="1666"/>
                    <a:pt x="833" y="1477"/>
                    <a:pt x="833" y="1257"/>
                  </a:cubicBezTo>
                  <a:cubicBezTo>
                    <a:pt x="833" y="1021"/>
                    <a:pt x="1021" y="833"/>
                    <a:pt x="1241" y="833"/>
                  </a:cubicBezTo>
                  <a:close/>
                  <a:moveTo>
                    <a:pt x="1241" y="0"/>
                  </a:moveTo>
                  <a:cubicBezTo>
                    <a:pt x="550" y="0"/>
                    <a:pt x="1" y="566"/>
                    <a:pt x="1" y="1257"/>
                  </a:cubicBezTo>
                  <a:cubicBezTo>
                    <a:pt x="1" y="1949"/>
                    <a:pt x="550" y="2515"/>
                    <a:pt x="1241" y="2515"/>
                  </a:cubicBezTo>
                  <a:cubicBezTo>
                    <a:pt x="1933" y="2515"/>
                    <a:pt x="2499" y="1949"/>
                    <a:pt x="2499" y="1257"/>
                  </a:cubicBezTo>
                  <a:cubicBezTo>
                    <a:pt x="2499" y="566"/>
                    <a:pt x="1933" y="0"/>
                    <a:pt x="124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19"/>
            <p:cNvSpPr/>
            <p:nvPr/>
          </p:nvSpPr>
          <p:spPr>
            <a:xfrm>
              <a:off x="4913972" y="3533855"/>
              <a:ext cx="204691" cy="157664"/>
            </a:xfrm>
            <a:custGeom>
              <a:avLst/>
              <a:gdLst/>
              <a:ahLst/>
              <a:cxnLst/>
              <a:rect l="l" t="t" r="r" b="b"/>
              <a:pathLst>
                <a:path w="7591" h="5847" extrusionOk="0">
                  <a:moveTo>
                    <a:pt x="3787" y="833"/>
                  </a:moveTo>
                  <a:cubicBezTo>
                    <a:pt x="4604" y="833"/>
                    <a:pt x="5359" y="1195"/>
                    <a:pt x="6004" y="1918"/>
                  </a:cubicBezTo>
                  <a:cubicBezTo>
                    <a:pt x="6333" y="2310"/>
                    <a:pt x="6569" y="2703"/>
                    <a:pt x="6679" y="2923"/>
                  </a:cubicBezTo>
                  <a:cubicBezTo>
                    <a:pt x="6412" y="3441"/>
                    <a:pt x="5469" y="5013"/>
                    <a:pt x="3787" y="5013"/>
                  </a:cubicBezTo>
                  <a:cubicBezTo>
                    <a:pt x="2970" y="5013"/>
                    <a:pt x="2232" y="4636"/>
                    <a:pt x="1587" y="3913"/>
                  </a:cubicBezTo>
                  <a:cubicBezTo>
                    <a:pt x="1242" y="3521"/>
                    <a:pt x="1022" y="3127"/>
                    <a:pt x="912" y="2923"/>
                  </a:cubicBezTo>
                  <a:cubicBezTo>
                    <a:pt x="1179" y="2404"/>
                    <a:pt x="2122" y="833"/>
                    <a:pt x="3787" y="833"/>
                  </a:cubicBezTo>
                  <a:close/>
                  <a:moveTo>
                    <a:pt x="3787" y="1"/>
                  </a:moveTo>
                  <a:cubicBezTo>
                    <a:pt x="2735" y="1"/>
                    <a:pt x="1744" y="472"/>
                    <a:pt x="944" y="1383"/>
                  </a:cubicBezTo>
                  <a:cubicBezTo>
                    <a:pt x="362" y="2059"/>
                    <a:pt x="79" y="2735"/>
                    <a:pt x="64" y="2750"/>
                  </a:cubicBezTo>
                  <a:lnTo>
                    <a:pt x="1" y="2923"/>
                  </a:lnTo>
                  <a:lnTo>
                    <a:pt x="64" y="3081"/>
                  </a:lnTo>
                  <a:cubicBezTo>
                    <a:pt x="79" y="3112"/>
                    <a:pt x="362" y="3772"/>
                    <a:pt x="944" y="4447"/>
                  </a:cubicBezTo>
                  <a:cubicBezTo>
                    <a:pt x="1744" y="5359"/>
                    <a:pt x="2735" y="5846"/>
                    <a:pt x="3787" y="5846"/>
                  </a:cubicBezTo>
                  <a:cubicBezTo>
                    <a:pt x="4856" y="5846"/>
                    <a:pt x="5847" y="5359"/>
                    <a:pt x="6647" y="4447"/>
                  </a:cubicBezTo>
                  <a:cubicBezTo>
                    <a:pt x="7229" y="3772"/>
                    <a:pt x="7512" y="3112"/>
                    <a:pt x="7527" y="3081"/>
                  </a:cubicBezTo>
                  <a:lnTo>
                    <a:pt x="7590" y="2923"/>
                  </a:lnTo>
                  <a:lnTo>
                    <a:pt x="7527" y="2750"/>
                  </a:lnTo>
                  <a:cubicBezTo>
                    <a:pt x="7512" y="2735"/>
                    <a:pt x="7229" y="2059"/>
                    <a:pt x="6647" y="1383"/>
                  </a:cubicBezTo>
                  <a:cubicBezTo>
                    <a:pt x="5847" y="472"/>
                    <a:pt x="4856" y="1"/>
                    <a:pt x="378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5" name="Google Shape;2585;p119"/>
          <p:cNvGrpSpPr/>
          <p:nvPr/>
        </p:nvGrpSpPr>
        <p:grpSpPr>
          <a:xfrm>
            <a:off x="4836849" y="2856248"/>
            <a:ext cx="358931" cy="274207"/>
            <a:chOff x="4836849" y="2856248"/>
            <a:chExt cx="358931" cy="274207"/>
          </a:xfrm>
        </p:grpSpPr>
        <p:sp>
          <p:nvSpPr>
            <p:cNvPr id="2586" name="Google Shape;2586;p119"/>
            <p:cNvSpPr/>
            <p:nvPr/>
          </p:nvSpPr>
          <p:spPr>
            <a:xfrm>
              <a:off x="4836849" y="2856248"/>
              <a:ext cx="358931" cy="274207"/>
            </a:xfrm>
            <a:custGeom>
              <a:avLst/>
              <a:gdLst/>
              <a:ahLst/>
              <a:cxnLst/>
              <a:rect l="l" t="t" r="r" b="b"/>
              <a:pathLst>
                <a:path w="13311" h="10169" extrusionOk="0">
                  <a:moveTo>
                    <a:pt x="6647" y="2358"/>
                  </a:moveTo>
                  <a:cubicBezTo>
                    <a:pt x="7418" y="2358"/>
                    <a:pt x="8109" y="2688"/>
                    <a:pt x="8707" y="3363"/>
                  </a:cubicBezTo>
                  <a:cubicBezTo>
                    <a:pt x="9036" y="3740"/>
                    <a:pt x="9241" y="4103"/>
                    <a:pt x="9335" y="4306"/>
                  </a:cubicBezTo>
                  <a:cubicBezTo>
                    <a:pt x="9099" y="4778"/>
                    <a:pt x="8219" y="6255"/>
                    <a:pt x="6647" y="6255"/>
                  </a:cubicBezTo>
                  <a:cubicBezTo>
                    <a:pt x="5893" y="6255"/>
                    <a:pt x="5202" y="5909"/>
                    <a:pt x="4604" y="5234"/>
                  </a:cubicBezTo>
                  <a:cubicBezTo>
                    <a:pt x="4275" y="4872"/>
                    <a:pt x="4070" y="4495"/>
                    <a:pt x="3961" y="4306"/>
                  </a:cubicBezTo>
                  <a:cubicBezTo>
                    <a:pt x="4212" y="3820"/>
                    <a:pt x="5092" y="2358"/>
                    <a:pt x="6647" y="2358"/>
                  </a:cubicBezTo>
                  <a:close/>
                  <a:moveTo>
                    <a:pt x="5878" y="771"/>
                  </a:moveTo>
                  <a:cubicBezTo>
                    <a:pt x="6082" y="771"/>
                    <a:pt x="6270" y="960"/>
                    <a:pt x="6270" y="1163"/>
                  </a:cubicBezTo>
                  <a:lnTo>
                    <a:pt x="6270" y="1588"/>
                  </a:lnTo>
                  <a:cubicBezTo>
                    <a:pt x="5422" y="1698"/>
                    <a:pt x="4652" y="2138"/>
                    <a:pt x="3992" y="2877"/>
                  </a:cubicBezTo>
                  <a:cubicBezTo>
                    <a:pt x="3442" y="3505"/>
                    <a:pt x="3190" y="4118"/>
                    <a:pt x="3175" y="4149"/>
                  </a:cubicBezTo>
                  <a:lnTo>
                    <a:pt x="3112" y="4306"/>
                  </a:lnTo>
                  <a:lnTo>
                    <a:pt x="3175" y="4448"/>
                  </a:lnTo>
                  <a:cubicBezTo>
                    <a:pt x="3190" y="4480"/>
                    <a:pt x="3442" y="5108"/>
                    <a:pt x="3992" y="5721"/>
                  </a:cubicBezTo>
                  <a:cubicBezTo>
                    <a:pt x="4652" y="6475"/>
                    <a:pt x="5422" y="6900"/>
                    <a:pt x="6270" y="7009"/>
                  </a:cubicBezTo>
                  <a:lnTo>
                    <a:pt x="6270" y="7826"/>
                  </a:lnTo>
                  <a:lnTo>
                    <a:pt x="2342" y="7826"/>
                  </a:lnTo>
                  <a:lnTo>
                    <a:pt x="2342" y="771"/>
                  </a:lnTo>
                  <a:close/>
                  <a:moveTo>
                    <a:pt x="10969" y="771"/>
                  </a:moveTo>
                  <a:lnTo>
                    <a:pt x="10969" y="7826"/>
                  </a:lnTo>
                  <a:lnTo>
                    <a:pt x="7041" y="7826"/>
                  </a:lnTo>
                  <a:lnTo>
                    <a:pt x="7041" y="7009"/>
                  </a:lnTo>
                  <a:cubicBezTo>
                    <a:pt x="7889" y="6900"/>
                    <a:pt x="8659" y="6475"/>
                    <a:pt x="9304" y="5721"/>
                  </a:cubicBezTo>
                  <a:cubicBezTo>
                    <a:pt x="9853" y="5108"/>
                    <a:pt x="10121" y="4480"/>
                    <a:pt x="10136" y="4448"/>
                  </a:cubicBezTo>
                  <a:lnTo>
                    <a:pt x="10199" y="4306"/>
                  </a:lnTo>
                  <a:lnTo>
                    <a:pt x="10136" y="4149"/>
                  </a:lnTo>
                  <a:cubicBezTo>
                    <a:pt x="10121" y="4118"/>
                    <a:pt x="9853" y="3505"/>
                    <a:pt x="9304" y="2877"/>
                  </a:cubicBezTo>
                  <a:cubicBezTo>
                    <a:pt x="8659" y="2138"/>
                    <a:pt x="7889" y="1698"/>
                    <a:pt x="7041" y="1588"/>
                  </a:cubicBezTo>
                  <a:lnTo>
                    <a:pt x="7041" y="1163"/>
                  </a:lnTo>
                  <a:cubicBezTo>
                    <a:pt x="7041" y="960"/>
                    <a:pt x="7213" y="771"/>
                    <a:pt x="7433" y="771"/>
                  </a:cubicBezTo>
                  <a:close/>
                  <a:moveTo>
                    <a:pt x="1556" y="1557"/>
                  </a:moveTo>
                  <a:lnTo>
                    <a:pt x="1556" y="8597"/>
                  </a:lnTo>
                  <a:lnTo>
                    <a:pt x="6270" y="8597"/>
                  </a:lnTo>
                  <a:lnTo>
                    <a:pt x="6270" y="9383"/>
                  </a:lnTo>
                  <a:lnTo>
                    <a:pt x="770" y="9383"/>
                  </a:lnTo>
                  <a:lnTo>
                    <a:pt x="770" y="1557"/>
                  </a:lnTo>
                  <a:close/>
                  <a:moveTo>
                    <a:pt x="12525" y="1557"/>
                  </a:moveTo>
                  <a:lnTo>
                    <a:pt x="12525" y="9383"/>
                  </a:lnTo>
                  <a:lnTo>
                    <a:pt x="7041" y="9383"/>
                  </a:lnTo>
                  <a:lnTo>
                    <a:pt x="7041" y="8597"/>
                  </a:lnTo>
                  <a:lnTo>
                    <a:pt x="11755" y="8597"/>
                  </a:lnTo>
                  <a:lnTo>
                    <a:pt x="11755" y="1557"/>
                  </a:lnTo>
                  <a:close/>
                  <a:moveTo>
                    <a:pt x="1556" y="0"/>
                  </a:moveTo>
                  <a:lnTo>
                    <a:pt x="1556" y="771"/>
                  </a:lnTo>
                  <a:lnTo>
                    <a:pt x="1" y="771"/>
                  </a:lnTo>
                  <a:lnTo>
                    <a:pt x="1" y="10168"/>
                  </a:lnTo>
                  <a:lnTo>
                    <a:pt x="13310" y="10168"/>
                  </a:lnTo>
                  <a:lnTo>
                    <a:pt x="13310" y="771"/>
                  </a:lnTo>
                  <a:lnTo>
                    <a:pt x="11755" y="771"/>
                  </a:lnTo>
                  <a:lnTo>
                    <a:pt x="11755" y="0"/>
                  </a:lnTo>
                  <a:lnTo>
                    <a:pt x="7433" y="0"/>
                  </a:lnTo>
                  <a:cubicBezTo>
                    <a:pt x="7135" y="0"/>
                    <a:pt x="6867" y="111"/>
                    <a:pt x="6647" y="300"/>
                  </a:cubicBezTo>
                  <a:cubicBezTo>
                    <a:pt x="6444" y="111"/>
                    <a:pt x="6176" y="0"/>
                    <a:pt x="587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19"/>
            <p:cNvSpPr/>
            <p:nvPr/>
          </p:nvSpPr>
          <p:spPr>
            <a:xfrm>
              <a:off x="4984731" y="2940599"/>
              <a:ext cx="63179" cy="63152"/>
            </a:xfrm>
            <a:custGeom>
              <a:avLst/>
              <a:gdLst/>
              <a:ahLst/>
              <a:cxnLst/>
              <a:rect l="l" t="t" r="r" b="b"/>
              <a:pathLst>
                <a:path w="2343" h="2342" extrusionOk="0">
                  <a:moveTo>
                    <a:pt x="1163" y="786"/>
                  </a:moveTo>
                  <a:cubicBezTo>
                    <a:pt x="1383" y="786"/>
                    <a:pt x="1557" y="958"/>
                    <a:pt x="1557" y="1178"/>
                  </a:cubicBezTo>
                  <a:cubicBezTo>
                    <a:pt x="1557" y="1383"/>
                    <a:pt x="1383" y="1555"/>
                    <a:pt x="1163" y="1555"/>
                  </a:cubicBezTo>
                  <a:cubicBezTo>
                    <a:pt x="960" y="1555"/>
                    <a:pt x="786" y="1383"/>
                    <a:pt x="786" y="1178"/>
                  </a:cubicBezTo>
                  <a:cubicBezTo>
                    <a:pt x="786" y="958"/>
                    <a:pt x="960" y="786"/>
                    <a:pt x="1163" y="786"/>
                  </a:cubicBezTo>
                  <a:close/>
                  <a:moveTo>
                    <a:pt x="1163" y="0"/>
                  </a:moveTo>
                  <a:cubicBezTo>
                    <a:pt x="520" y="0"/>
                    <a:pt x="0" y="535"/>
                    <a:pt x="0" y="1178"/>
                  </a:cubicBezTo>
                  <a:cubicBezTo>
                    <a:pt x="0" y="1823"/>
                    <a:pt x="520" y="2341"/>
                    <a:pt x="1163" y="2341"/>
                  </a:cubicBezTo>
                  <a:cubicBezTo>
                    <a:pt x="1808" y="2341"/>
                    <a:pt x="2343" y="1823"/>
                    <a:pt x="2343" y="1178"/>
                  </a:cubicBezTo>
                  <a:cubicBezTo>
                    <a:pt x="2343" y="535"/>
                    <a:pt x="1808" y="0"/>
                    <a:pt x="1163"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8" name="Google Shape;2588;p119"/>
          <p:cNvGrpSpPr/>
          <p:nvPr/>
        </p:nvGrpSpPr>
        <p:grpSpPr>
          <a:xfrm>
            <a:off x="4836849" y="2189239"/>
            <a:ext cx="358541" cy="359824"/>
            <a:chOff x="4836849" y="2189239"/>
            <a:chExt cx="358541" cy="359824"/>
          </a:xfrm>
        </p:grpSpPr>
        <p:sp>
          <p:nvSpPr>
            <p:cNvPr id="2589" name="Google Shape;2589;p119"/>
            <p:cNvSpPr/>
            <p:nvPr/>
          </p:nvSpPr>
          <p:spPr>
            <a:xfrm>
              <a:off x="4963536" y="2326147"/>
              <a:ext cx="63179" cy="84320"/>
            </a:xfrm>
            <a:custGeom>
              <a:avLst/>
              <a:gdLst/>
              <a:ahLst/>
              <a:cxnLst/>
              <a:rect l="l" t="t" r="r" b="b"/>
              <a:pathLst>
                <a:path w="2343" h="3127" extrusionOk="0">
                  <a:moveTo>
                    <a:pt x="1557" y="786"/>
                  </a:moveTo>
                  <a:lnTo>
                    <a:pt x="1557" y="1572"/>
                  </a:lnTo>
                  <a:lnTo>
                    <a:pt x="786" y="1572"/>
                  </a:lnTo>
                  <a:lnTo>
                    <a:pt x="786" y="786"/>
                  </a:lnTo>
                  <a:close/>
                  <a:moveTo>
                    <a:pt x="1" y="0"/>
                  </a:moveTo>
                  <a:lnTo>
                    <a:pt x="1" y="3127"/>
                  </a:lnTo>
                  <a:lnTo>
                    <a:pt x="786" y="3127"/>
                  </a:lnTo>
                  <a:lnTo>
                    <a:pt x="786" y="2341"/>
                  </a:lnTo>
                  <a:lnTo>
                    <a:pt x="1557" y="2341"/>
                  </a:lnTo>
                  <a:lnTo>
                    <a:pt x="1557" y="3127"/>
                  </a:lnTo>
                  <a:lnTo>
                    <a:pt x="2343" y="3127"/>
                  </a:lnTo>
                  <a:lnTo>
                    <a:pt x="234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19"/>
            <p:cNvSpPr/>
            <p:nvPr/>
          </p:nvSpPr>
          <p:spPr>
            <a:xfrm>
              <a:off x="5047886" y="2326147"/>
              <a:ext cx="21221" cy="84320"/>
            </a:xfrm>
            <a:custGeom>
              <a:avLst/>
              <a:gdLst/>
              <a:ahLst/>
              <a:cxnLst/>
              <a:rect l="l" t="t" r="r" b="b"/>
              <a:pathLst>
                <a:path w="787" h="3127" extrusionOk="0">
                  <a:moveTo>
                    <a:pt x="1" y="0"/>
                  </a:moveTo>
                  <a:lnTo>
                    <a:pt x="1" y="3127"/>
                  </a:lnTo>
                  <a:lnTo>
                    <a:pt x="786" y="3127"/>
                  </a:lnTo>
                  <a:lnTo>
                    <a:pt x="78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19"/>
            <p:cNvSpPr/>
            <p:nvPr/>
          </p:nvSpPr>
          <p:spPr>
            <a:xfrm>
              <a:off x="4899976" y="2252394"/>
              <a:ext cx="232250" cy="296669"/>
            </a:xfrm>
            <a:custGeom>
              <a:avLst/>
              <a:gdLst/>
              <a:ahLst/>
              <a:cxnLst/>
              <a:rect l="l" t="t" r="r" b="b"/>
              <a:pathLst>
                <a:path w="8613" h="11002" extrusionOk="0">
                  <a:moveTo>
                    <a:pt x="4306" y="787"/>
                  </a:moveTo>
                  <a:cubicBezTo>
                    <a:pt x="5249" y="787"/>
                    <a:pt x="6129" y="1147"/>
                    <a:pt x="6789" y="1807"/>
                  </a:cubicBezTo>
                  <a:cubicBezTo>
                    <a:pt x="7466" y="2467"/>
                    <a:pt x="7826" y="3347"/>
                    <a:pt x="7826" y="4307"/>
                  </a:cubicBezTo>
                  <a:cubicBezTo>
                    <a:pt x="7826" y="5407"/>
                    <a:pt x="7324" y="6427"/>
                    <a:pt x="6460" y="7087"/>
                  </a:cubicBezTo>
                  <a:cubicBezTo>
                    <a:pt x="5941" y="7481"/>
                    <a:pt x="5611" y="8047"/>
                    <a:pt x="5517" y="8659"/>
                  </a:cubicBezTo>
                  <a:lnTo>
                    <a:pt x="3112" y="8659"/>
                  </a:lnTo>
                  <a:cubicBezTo>
                    <a:pt x="3003" y="8047"/>
                    <a:pt x="2672" y="7481"/>
                    <a:pt x="2169" y="7087"/>
                  </a:cubicBezTo>
                  <a:cubicBezTo>
                    <a:pt x="1289" y="6427"/>
                    <a:pt x="803" y="5407"/>
                    <a:pt x="786" y="4307"/>
                  </a:cubicBezTo>
                  <a:cubicBezTo>
                    <a:pt x="786" y="2373"/>
                    <a:pt x="2358" y="802"/>
                    <a:pt x="4291" y="787"/>
                  </a:cubicBezTo>
                  <a:close/>
                  <a:moveTo>
                    <a:pt x="5486" y="9445"/>
                  </a:moveTo>
                  <a:lnTo>
                    <a:pt x="5486" y="10215"/>
                  </a:lnTo>
                  <a:lnTo>
                    <a:pt x="3143" y="10215"/>
                  </a:lnTo>
                  <a:lnTo>
                    <a:pt x="3143" y="9445"/>
                  </a:lnTo>
                  <a:close/>
                  <a:moveTo>
                    <a:pt x="4275" y="1"/>
                  </a:moveTo>
                  <a:cubicBezTo>
                    <a:pt x="1918" y="16"/>
                    <a:pt x="1" y="1949"/>
                    <a:pt x="17" y="4307"/>
                  </a:cubicBezTo>
                  <a:cubicBezTo>
                    <a:pt x="17" y="5658"/>
                    <a:pt x="629" y="6899"/>
                    <a:pt x="1698" y="7716"/>
                  </a:cubicBezTo>
                  <a:cubicBezTo>
                    <a:pt x="2123" y="8030"/>
                    <a:pt x="2358" y="8518"/>
                    <a:pt x="2358" y="9052"/>
                  </a:cubicBezTo>
                  <a:lnTo>
                    <a:pt x="2358" y="11001"/>
                  </a:lnTo>
                  <a:lnTo>
                    <a:pt x="6271" y="11001"/>
                  </a:lnTo>
                  <a:lnTo>
                    <a:pt x="6271" y="9052"/>
                  </a:lnTo>
                  <a:cubicBezTo>
                    <a:pt x="6271" y="8518"/>
                    <a:pt x="6506" y="8030"/>
                    <a:pt x="6931" y="7716"/>
                  </a:cubicBezTo>
                  <a:cubicBezTo>
                    <a:pt x="8000" y="6884"/>
                    <a:pt x="8612" y="5642"/>
                    <a:pt x="8612" y="4307"/>
                  </a:cubicBezTo>
                  <a:cubicBezTo>
                    <a:pt x="8612" y="3144"/>
                    <a:pt x="8157" y="2059"/>
                    <a:pt x="7340" y="1242"/>
                  </a:cubicBezTo>
                  <a:cubicBezTo>
                    <a:pt x="6538" y="441"/>
                    <a:pt x="5454" y="1"/>
                    <a:pt x="430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19"/>
            <p:cNvSpPr/>
            <p:nvPr/>
          </p:nvSpPr>
          <p:spPr>
            <a:xfrm>
              <a:off x="5005522" y="2189239"/>
              <a:ext cx="21194" cy="42011"/>
            </a:xfrm>
            <a:custGeom>
              <a:avLst/>
              <a:gdLst/>
              <a:ahLst/>
              <a:cxnLst/>
              <a:rect l="l" t="t" r="r" b="b"/>
              <a:pathLst>
                <a:path w="786" h="1558" extrusionOk="0">
                  <a:moveTo>
                    <a:pt x="0" y="1"/>
                  </a:moveTo>
                  <a:lnTo>
                    <a:pt x="0" y="1557"/>
                  </a:lnTo>
                  <a:lnTo>
                    <a:pt x="786" y="1557"/>
                  </a:lnTo>
                  <a:lnTo>
                    <a:pt x="7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19"/>
            <p:cNvSpPr/>
            <p:nvPr/>
          </p:nvSpPr>
          <p:spPr>
            <a:xfrm>
              <a:off x="4937702" y="2198570"/>
              <a:ext cx="36025" cy="47081"/>
            </a:xfrm>
            <a:custGeom>
              <a:avLst/>
              <a:gdLst/>
              <a:ahLst/>
              <a:cxnLst/>
              <a:rect l="l" t="t" r="r" b="b"/>
              <a:pathLst>
                <a:path w="1336" h="1746" extrusionOk="0">
                  <a:moveTo>
                    <a:pt x="724" y="0"/>
                  </a:moveTo>
                  <a:lnTo>
                    <a:pt x="1" y="300"/>
                  </a:lnTo>
                  <a:lnTo>
                    <a:pt x="613" y="1745"/>
                  </a:lnTo>
                  <a:lnTo>
                    <a:pt x="1336" y="1446"/>
                  </a:lnTo>
                  <a:lnTo>
                    <a:pt x="72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19"/>
            <p:cNvSpPr/>
            <p:nvPr/>
          </p:nvSpPr>
          <p:spPr>
            <a:xfrm>
              <a:off x="4882179" y="2234165"/>
              <a:ext cx="44546" cy="44546"/>
            </a:xfrm>
            <a:custGeom>
              <a:avLst/>
              <a:gdLst/>
              <a:ahLst/>
              <a:cxnLst/>
              <a:rect l="l" t="t" r="r" b="b"/>
              <a:pathLst>
                <a:path w="1652" h="1652" extrusionOk="0">
                  <a:moveTo>
                    <a:pt x="551" y="0"/>
                  </a:moveTo>
                  <a:lnTo>
                    <a:pt x="1" y="551"/>
                  </a:lnTo>
                  <a:lnTo>
                    <a:pt x="1101" y="1651"/>
                  </a:lnTo>
                  <a:lnTo>
                    <a:pt x="1651" y="1101"/>
                  </a:lnTo>
                  <a:lnTo>
                    <a:pt x="55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19"/>
            <p:cNvSpPr/>
            <p:nvPr/>
          </p:nvSpPr>
          <p:spPr>
            <a:xfrm>
              <a:off x="4846583" y="2290093"/>
              <a:ext cx="47081" cy="35621"/>
            </a:xfrm>
            <a:custGeom>
              <a:avLst/>
              <a:gdLst/>
              <a:ahLst/>
              <a:cxnLst/>
              <a:rect l="l" t="t" r="r" b="b"/>
              <a:pathLst>
                <a:path w="1746" h="1321" extrusionOk="0">
                  <a:moveTo>
                    <a:pt x="300" y="1"/>
                  </a:moveTo>
                  <a:lnTo>
                    <a:pt x="1" y="724"/>
                  </a:lnTo>
                  <a:lnTo>
                    <a:pt x="1446" y="1321"/>
                  </a:lnTo>
                  <a:lnTo>
                    <a:pt x="1745" y="598"/>
                  </a:lnTo>
                  <a:lnTo>
                    <a:pt x="30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19"/>
            <p:cNvSpPr/>
            <p:nvPr/>
          </p:nvSpPr>
          <p:spPr>
            <a:xfrm>
              <a:off x="4836849" y="2357913"/>
              <a:ext cx="42416" cy="21194"/>
            </a:xfrm>
            <a:custGeom>
              <a:avLst/>
              <a:gdLst/>
              <a:ahLst/>
              <a:cxnLst/>
              <a:rect l="l" t="t" r="r" b="b"/>
              <a:pathLst>
                <a:path w="1573" h="786" extrusionOk="0">
                  <a:moveTo>
                    <a:pt x="1" y="0"/>
                  </a:moveTo>
                  <a:lnTo>
                    <a:pt x="1" y="786"/>
                  </a:lnTo>
                  <a:lnTo>
                    <a:pt x="1572" y="786"/>
                  </a:lnTo>
                  <a:lnTo>
                    <a:pt x="157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19"/>
            <p:cNvSpPr/>
            <p:nvPr/>
          </p:nvSpPr>
          <p:spPr>
            <a:xfrm>
              <a:off x="4846583" y="2410902"/>
              <a:ext cx="47081" cy="36025"/>
            </a:xfrm>
            <a:custGeom>
              <a:avLst/>
              <a:gdLst/>
              <a:ahLst/>
              <a:cxnLst/>
              <a:rect l="l" t="t" r="r" b="b"/>
              <a:pathLst>
                <a:path w="1746" h="1336" extrusionOk="0">
                  <a:moveTo>
                    <a:pt x="1446" y="0"/>
                  </a:moveTo>
                  <a:lnTo>
                    <a:pt x="1" y="612"/>
                  </a:lnTo>
                  <a:lnTo>
                    <a:pt x="300" y="1335"/>
                  </a:lnTo>
                  <a:lnTo>
                    <a:pt x="1745" y="723"/>
                  </a:lnTo>
                  <a:lnTo>
                    <a:pt x="144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19"/>
            <p:cNvSpPr/>
            <p:nvPr/>
          </p:nvSpPr>
          <p:spPr>
            <a:xfrm>
              <a:off x="4881774" y="2457904"/>
              <a:ext cx="44951" cy="44546"/>
            </a:xfrm>
            <a:custGeom>
              <a:avLst/>
              <a:gdLst/>
              <a:ahLst/>
              <a:cxnLst/>
              <a:rect l="l" t="t" r="r" b="b"/>
              <a:pathLst>
                <a:path w="1667" h="1652" extrusionOk="0">
                  <a:moveTo>
                    <a:pt x="1116" y="1"/>
                  </a:moveTo>
                  <a:lnTo>
                    <a:pt x="0" y="1101"/>
                  </a:lnTo>
                  <a:lnTo>
                    <a:pt x="566" y="1651"/>
                  </a:lnTo>
                  <a:lnTo>
                    <a:pt x="1666" y="551"/>
                  </a:lnTo>
                  <a:lnTo>
                    <a:pt x="111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19"/>
            <p:cNvSpPr/>
            <p:nvPr/>
          </p:nvSpPr>
          <p:spPr>
            <a:xfrm>
              <a:off x="5105513" y="2457904"/>
              <a:ext cx="44951" cy="44546"/>
            </a:xfrm>
            <a:custGeom>
              <a:avLst/>
              <a:gdLst/>
              <a:ahLst/>
              <a:cxnLst/>
              <a:rect l="l" t="t" r="r" b="b"/>
              <a:pathLst>
                <a:path w="1667" h="1652" extrusionOk="0">
                  <a:moveTo>
                    <a:pt x="566" y="1"/>
                  </a:moveTo>
                  <a:lnTo>
                    <a:pt x="1" y="551"/>
                  </a:lnTo>
                  <a:lnTo>
                    <a:pt x="1116" y="1651"/>
                  </a:lnTo>
                  <a:lnTo>
                    <a:pt x="1666" y="1101"/>
                  </a:lnTo>
                  <a:lnTo>
                    <a:pt x="56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19"/>
            <p:cNvSpPr/>
            <p:nvPr/>
          </p:nvSpPr>
          <p:spPr>
            <a:xfrm>
              <a:off x="5138978" y="2411306"/>
              <a:ext cx="47081" cy="35621"/>
            </a:xfrm>
            <a:custGeom>
              <a:avLst/>
              <a:gdLst/>
              <a:ahLst/>
              <a:cxnLst/>
              <a:rect l="l" t="t" r="r" b="b"/>
              <a:pathLst>
                <a:path w="1746" h="1321" extrusionOk="0">
                  <a:moveTo>
                    <a:pt x="300" y="0"/>
                  </a:moveTo>
                  <a:lnTo>
                    <a:pt x="1" y="723"/>
                  </a:lnTo>
                  <a:lnTo>
                    <a:pt x="1446" y="1320"/>
                  </a:lnTo>
                  <a:lnTo>
                    <a:pt x="1746" y="597"/>
                  </a:lnTo>
                  <a:lnTo>
                    <a:pt x="30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19"/>
            <p:cNvSpPr/>
            <p:nvPr/>
          </p:nvSpPr>
          <p:spPr>
            <a:xfrm>
              <a:off x="5153378" y="2357913"/>
              <a:ext cx="42011" cy="21194"/>
            </a:xfrm>
            <a:custGeom>
              <a:avLst/>
              <a:gdLst/>
              <a:ahLst/>
              <a:cxnLst/>
              <a:rect l="l" t="t" r="r" b="b"/>
              <a:pathLst>
                <a:path w="1558" h="786" extrusionOk="0">
                  <a:moveTo>
                    <a:pt x="1" y="0"/>
                  </a:moveTo>
                  <a:lnTo>
                    <a:pt x="1" y="786"/>
                  </a:lnTo>
                  <a:lnTo>
                    <a:pt x="1557" y="786"/>
                  </a:lnTo>
                  <a:lnTo>
                    <a:pt x="155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19"/>
            <p:cNvSpPr/>
            <p:nvPr/>
          </p:nvSpPr>
          <p:spPr>
            <a:xfrm>
              <a:off x="5138978" y="2290093"/>
              <a:ext cx="47081" cy="35621"/>
            </a:xfrm>
            <a:custGeom>
              <a:avLst/>
              <a:gdLst/>
              <a:ahLst/>
              <a:cxnLst/>
              <a:rect l="l" t="t" r="r" b="b"/>
              <a:pathLst>
                <a:path w="1746" h="1321" extrusionOk="0">
                  <a:moveTo>
                    <a:pt x="1446" y="1"/>
                  </a:moveTo>
                  <a:lnTo>
                    <a:pt x="1" y="598"/>
                  </a:lnTo>
                  <a:lnTo>
                    <a:pt x="300" y="1321"/>
                  </a:lnTo>
                  <a:lnTo>
                    <a:pt x="1746" y="709"/>
                  </a:lnTo>
                  <a:lnTo>
                    <a:pt x="144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19"/>
            <p:cNvSpPr/>
            <p:nvPr/>
          </p:nvSpPr>
          <p:spPr>
            <a:xfrm>
              <a:off x="5105513" y="2234165"/>
              <a:ext cx="44951" cy="44951"/>
            </a:xfrm>
            <a:custGeom>
              <a:avLst/>
              <a:gdLst/>
              <a:ahLst/>
              <a:cxnLst/>
              <a:rect l="l" t="t" r="r" b="b"/>
              <a:pathLst>
                <a:path w="1667" h="1667" extrusionOk="0">
                  <a:moveTo>
                    <a:pt x="1116" y="0"/>
                  </a:moveTo>
                  <a:lnTo>
                    <a:pt x="1" y="1101"/>
                  </a:lnTo>
                  <a:lnTo>
                    <a:pt x="566" y="1666"/>
                  </a:lnTo>
                  <a:lnTo>
                    <a:pt x="1666" y="551"/>
                  </a:lnTo>
                  <a:lnTo>
                    <a:pt x="111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119"/>
            <p:cNvSpPr/>
            <p:nvPr/>
          </p:nvSpPr>
          <p:spPr>
            <a:xfrm>
              <a:off x="5058915" y="2198570"/>
              <a:ext cx="35621" cy="47081"/>
            </a:xfrm>
            <a:custGeom>
              <a:avLst/>
              <a:gdLst/>
              <a:ahLst/>
              <a:cxnLst/>
              <a:rect l="l" t="t" r="r" b="b"/>
              <a:pathLst>
                <a:path w="1321" h="1746" extrusionOk="0">
                  <a:moveTo>
                    <a:pt x="597" y="0"/>
                  </a:moveTo>
                  <a:lnTo>
                    <a:pt x="0" y="1446"/>
                  </a:lnTo>
                  <a:lnTo>
                    <a:pt x="723" y="1745"/>
                  </a:lnTo>
                  <a:lnTo>
                    <a:pt x="1320" y="300"/>
                  </a:lnTo>
                  <a:lnTo>
                    <a:pt x="59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5" name="Google Shape;2605;p119"/>
          <p:cNvGrpSpPr/>
          <p:nvPr/>
        </p:nvGrpSpPr>
        <p:grpSpPr>
          <a:xfrm>
            <a:off x="5637313" y="2199001"/>
            <a:ext cx="385249" cy="339867"/>
            <a:chOff x="5637313" y="2199001"/>
            <a:chExt cx="385249" cy="339867"/>
          </a:xfrm>
        </p:grpSpPr>
        <p:sp>
          <p:nvSpPr>
            <p:cNvPr id="2606" name="Google Shape;2606;p119"/>
            <p:cNvSpPr/>
            <p:nvPr/>
          </p:nvSpPr>
          <p:spPr>
            <a:xfrm>
              <a:off x="5637313" y="2199001"/>
              <a:ext cx="385249" cy="339867"/>
            </a:xfrm>
            <a:custGeom>
              <a:avLst/>
              <a:gdLst/>
              <a:ahLst/>
              <a:cxnLst/>
              <a:rect l="l" t="t" r="r" b="b"/>
              <a:pathLst>
                <a:path w="14287" h="12604" extrusionOk="0">
                  <a:moveTo>
                    <a:pt x="13437" y="849"/>
                  </a:moveTo>
                  <a:lnTo>
                    <a:pt x="13437" y="3347"/>
                  </a:lnTo>
                  <a:lnTo>
                    <a:pt x="849" y="3347"/>
                  </a:lnTo>
                  <a:lnTo>
                    <a:pt x="849" y="849"/>
                  </a:lnTo>
                  <a:close/>
                  <a:moveTo>
                    <a:pt x="13437" y="4196"/>
                  </a:moveTo>
                  <a:lnTo>
                    <a:pt x="13437" y="11770"/>
                  </a:lnTo>
                  <a:lnTo>
                    <a:pt x="849" y="11770"/>
                  </a:lnTo>
                  <a:lnTo>
                    <a:pt x="849" y="4196"/>
                  </a:lnTo>
                  <a:close/>
                  <a:moveTo>
                    <a:pt x="1" y="1"/>
                  </a:moveTo>
                  <a:lnTo>
                    <a:pt x="1" y="12604"/>
                  </a:lnTo>
                  <a:lnTo>
                    <a:pt x="14286" y="12604"/>
                  </a:lnTo>
                  <a:lnTo>
                    <a:pt x="142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119"/>
            <p:cNvSpPr/>
            <p:nvPr/>
          </p:nvSpPr>
          <p:spPr>
            <a:xfrm>
              <a:off x="5783955" y="2379540"/>
              <a:ext cx="22893" cy="22462"/>
            </a:xfrm>
            <a:custGeom>
              <a:avLst/>
              <a:gdLst/>
              <a:ahLst/>
              <a:cxnLst/>
              <a:rect l="l" t="t" r="r" b="b"/>
              <a:pathLst>
                <a:path w="849" h="833" extrusionOk="0">
                  <a:moveTo>
                    <a:pt x="0" y="0"/>
                  </a:moveTo>
                  <a:lnTo>
                    <a:pt x="0" y="832"/>
                  </a:lnTo>
                  <a:lnTo>
                    <a:pt x="849" y="832"/>
                  </a:lnTo>
                  <a:lnTo>
                    <a:pt x="84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19"/>
            <p:cNvSpPr/>
            <p:nvPr/>
          </p:nvSpPr>
          <p:spPr>
            <a:xfrm>
              <a:off x="5853447" y="2379540"/>
              <a:ext cx="22489" cy="22462"/>
            </a:xfrm>
            <a:custGeom>
              <a:avLst/>
              <a:gdLst/>
              <a:ahLst/>
              <a:cxnLst/>
              <a:rect l="l" t="t" r="r" b="b"/>
              <a:pathLst>
                <a:path w="834" h="833" extrusionOk="0">
                  <a:moveTo>
                    <a:pt x="0" y="0"/>
                  </a:moveTo>
                  <a:lnTo>
                    <a:pt x="0" y="832"/>
                  </a:lnTo>
                  <a:lnTo>
                    <a:pt x="834" y="832"/>
                  </a:lnTo>
                  <a:lnTo>
                    <a:pt x="83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19"/>
            <p:cNvSpPr/>
            <p:nvPr/>
          </p:nvSpPr>
          <p:spPr>
            <a:xfrm>
              <a:off x="5783955" y="2424870"/>
              <a:ext cx="91978" cy="22489"/>
            </a:xfrm>
            <a:custGeom>
              <a:avLst/>
              <a:gdLst/>
              <a:ahLst/>
              <a:cxnLst/>
              <a:rect l="l" t="t" r="r" b="b"/>
              <a:pathLst>
                <a:path w="3411" h="834" extrusionOk="0">
                  <a:moveTo>
                    <a:pt x="0" y="0"/>
                  </a:moveTo>
                  <a:lnTo>
                    <a:pt x="0" y="834"/>
                  </a:lnTo>
                  <a:lnTo>
                    <a:pt x="3411" y="834"/>
                  </a:lnTo>
                  <a:lnTo>
                    <a:pt x="34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19"/>
            <p:cNvSpPr/>
            <p:nvPr/>
          </p:nvSpPr>
          <p:spPr>
            <a:xfrm>
              <a:off x="5694104" y="2334614"/>
              <a:ext cx="272077" cy="159363"/>
            </a:xfrm>
            <a:custGeom>
              <a:avLst/>
              <a:gdLst/>
              <a:ahLst/>
              <a:cxnLst/>
              <a:rect l="l" t="t" r="r" b="b"/>
              <a:pathLst>
                <a:path w="10090" h="5910" extrusionOk="0">
                  <a:moveTo>
                    <a:pt x="7575" y="833"/>
                  </a:moveTo>
                  <a:lnTo>
                    <a:pt x="7575" y="5076"/>
                  </a:lnTo>
                  <a:lnTo>
                    <a:pt x="2500" y="5076"/>
                  </a:lnTo>
                  <a:lnTo>
                    <a:pt x="2500" y="833"/>
                  </a:lnTo>
                  <a:close/>
                  <a:moveTo>
                    <a:pt x="1666" y="0"/>
                  </a:moveTo>
                  <a:lnTo>
                    <a:pt x="1666" y="2530"/>
                  </a:lnTo>
                  <a:lnTo>
                    <a:pt x="834" y="2530"/>
                  </a:lnTo>
                  <a:lnTo>
                    <a:pt x="834" y="1698"/>
                  </a:lnTo>
                  <a:lnTo>
                    <a:pt x="1" y="1698"/>
                  </a:lnTo>
                  <a:lnTo>
                    <a:pt x="1" y="4212"/>
                  </a:lnTo>
                  <a:lnTo>
                    <a:pt x="834" y="4212"/>
                  </a:lnTo>
                  <a:lnTo>
                    <a:pt x="834" y="3363"/>
                  </a:lnTo>
                  <a:lnTo>
                    <a:pt x="1666" y="3363"/>
                  </a:lnTo>
                  <a:lnTo>
                    <a:pt x="1666" y="5909"/>
                  </a:lnTo>
                  <a:lnTo>
                    <a:pt x="8409" y="5909"/>
                  </a:lnTo>
                  <a:lnTo>
                    <a:pt x="8409" y="3363"/>
                  </a:lnTo>
                  <a:lnTo>
                    <a:pt x="9241" y="3363"/>
                  </a:lnTo>
                  <a:lnTo>
                    <a:pt x="9241" y="4212"/>
                  </a:lnTo>
                  <a:lnTo>
                    <a:pt x="10089" y="4212"/>
                  </a:lnTo>
                  <a:lnTo>
                    <a:pt x="10089" y="1698"/>
                  </a:lnTo>
                  <a:lnTo>
                    <a:pt x="9241" y="1698"/>
                  </a:lnTo>
                  <a:lnTo>
                    <a:pt x="9241" y="2530"/>
                  </a:lnTo>
                  <a:lnTo>
                    <a:pt x="8409" y="2530"/>
                  </a:lnTo>
                  <a:lnTo>
                    <a:pt x="840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19"/>
            <p:cNvSpPr/>
            <p:nvPr/>
          </p:nvSpPr>
          <p:spPr>
            <a:xfrm>
              <a:off x="5682670" y="2244331"/>
              <a:ext cx="22489" cy="22516"/>
            </a:xfrm>
            <a:custGeom>
              <a:avLst/>
              <a:gdLst/>
              <a:ahLst/>
              <a:cxnLst/>
              <a:rect l="l" t="t" r="r" b="b"/>
              <a:pathLst>
                <a:path w="834" h="835" extrusionOk="0">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119"/>
            <p:cNvSpPr/>
            <p:nvPr/>
          </p:nvSpPr>
          <p:spPr>
            <a:xfrm>
              <a:off x="5727596" y="2244331"/>
              <a:ext cx="22920" cy="22516"/>
            </a:xfrm>
            <a:custGeom>
              <a:avLst/>
              <a:gdLst/>
              <a:ahLst/>
              <a:cxnLst/>
              <a:rect l="l" t="t" r="r" b="b"/>
              <a:pathLst>
                <a:path w="850" h="835" extrusionOk="0">
                  <a:moveTo>
                    <a:pt x="1" y="1"/>
                  </a:moveTo>
                  <a:lnTo>
                    <a:pt x="1" y="834"/>
                  </a:lnTo>
                  <a:lnTo>
                    <a:pt x="849" y="834"/>
                  </a:lnTo>
                  <a:lnTo>
                    <a:pt x="84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119"/>
            <p:cNvSpPr/>
            <p:nvPr/>
          </p:nvSpPr>
          <p:spPr>
            <a:xfrm>
              <a:off x="5772926" y="2244331"/>
              <a:ext cx="22516" cy="22516"/>
            </a:xfrm>
            <a:custGeom>
              <a:avLst/>
              <a:gdLst/>
              <a:ahLst/>
              <a:cxnLst/>
              <a:rect l="l" t="t" r="r" b="b"/>
              <a:pathLst>
                <a:path w="835" h="835" extrusionOk="0">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119"/>
          <p:cNvGrpSpPr/>
          <p:nvPr/>
        </p:nvGrpSpPr>
        <p:grpSpPr>
          <a:xfrm>
            <a:off x="4836849" y="1648109"/>
            <a:ext cx="358931" cy="361924"/>
            <a:chOff x="4836849" y="1648109"/>
            <a:chExt cx="358931" cy="361924"/>
          </a:xfrm>
        </p:grpSpPr>
        <p:sp>
          <p:nvSpPr>
            <p:cNvPr id="2615" name="Google Shape;2615;p119"/>
            <p:cNvSpPr/>
            <p:nvPr/>
          </p:nvSpPr>
          <p:spPr>
            <a:xfrm>
              <a:off x="4963131" y="1786661"/>
              <a:ext cx="63583" cy="84778"/>
            </a:xfrm>
            <a:custGeom>
              <a:avLst/>
              <a:gdLst/>
              <a:ahLst/>
              <a:cxnLst/>
              <a:rect l="l" t="t" r="r" b="b"/>
              <a:pathLst>
                <a:path w="2358" h="3144" extrusionOk="0">
                  <a:moveTo>
                    <a:pt x="1572" y="787"/>
                  </a:moveTo>
                  <a:lnTo>
                    <a:pt x="1572" y="1572"/>
                  </a:lnTo>
                  <a:lnTo>
                    <a:pt x="786" y="1572"/>
                  </a:lnTo>
                  <a:lnTo>
                    <a:pt x="786" y="787"/>
                  </a:lnTo>
                  <a:close/>
                  <a:moveTo>
                    <a:pt x="1" y="1"/>
                  </a:moveTo>
                  <a:lnTo>
                    <a:pt x="1" y="3144"/>
                  </a:lnTo>
                  <a:lnTo>
                    <a:pt x="786" y="3144"/>
                  </a:lnTo>
                  <a:lnTo>
                    <a:pt x="786" y="2358"/>
                  </a:lnTo>
                  <a:lnTo>
                    <a:pt x="1572" y="2358"/>
                  </a:lnTo>
                  <a:lnTo>
                    <a:pt x="1572" y="3144"/>
                  </a:lnTo>
                  <a:lnTo>
                    <a:pt x="2358" y="3144"/>
                  </a:lnTo>
                  <a:lnTo>
                    <a:pt x="235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19"/>
            <p:cNvSpPr/>
            <p:nvPr/>
          </p:nvSpPr>
          <p:spPr>
            <a:xfrm>
              <a:off x="5047886" y="1786661"/>
              <a:ext cx="21626" cy="84778"/>
            </a:xfrm>
            <a:custGeom>
              <a:avLst/>
              <a:gdLst/>
              <a:ahLst/>
              <a:cxnLst/>
              <a:rect l="l" t="t" r="r" b="b"/>
              <a:pathLst>
                <a:path w="802" h="3144" extrusionOk="0">
                  <a:moveTo>
                    <a:pt x="1" y="1"/>
                  </a:moveTo>
                  <a:lnTo>
                    <a:pt x="1" y="3144"/>
                  </a:lnTo>
                  <a:lnTo>
                    <a:pt x="801" y="3144"/>
                  </a:lnTo>
                  <a:lnTo>
                    <a:pt x="80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19"/>
            <p:cNvSpPr/>
            <p:nvPr/>
          </p:nvSpPr>
          <p:spPr>
            <a:xfrm>
              <a:off x="4910143" y="1723102"/>
              <a:ext cx="212349" cy="212349"/>
            </a:xfrm>
            <a:custGeom>
              <a:avLst/>
              <a:gdLst/>
              <a:ahLst/>
              <a:cxnLst/>
              <a:rect l="l" t="t" r="r" b="b"/>
              <a:pathLst>
                <a:path w="7875" h="7875" extrusionOk="0">
                  <a:moveTo>
                    <a:pt x="3929" y="786"/>
                  </a:moveTo>
                  <a:cubicBezTo>
                    <a:pt x="5674" y="786"/>
                    <a:pt x="7089" y="2201"/>
                    <a:pt x="7089" y="3929"/>
                  </a:cubicBezTo>
                  <a:cubicBezTo>
                    <a:pt x="7089" y="5674"/>
                    <a:pt x="5674" y="7072"/>
                    <a:pt x="3929" y="7072"/>
                  </a:cubicBezTo>
                  <a:cubicBezTo>
                    <a:pt x="2201" y="7072"/>
                    <a:pt x="786" y="5674"/>
                    <a:pt x="786" y="3929"/>
                  </a:cubicBezTo>
                  <a:cubicBezTo>
                    <a:pt x="786" y="2201"/>
                    <a:pt x="2201" y="786"/>
                    <a:pt x="3929" y="786"/>
                  </a:cubicBezTo>
                  <a:close/>
                  <a:moveTo>
                    <a:pt x="3929" y="1"/>
                  </a:moveTo>
                  <a:cubicBezTo>
                    <a:pt x="1761" y="1"/>
                    <a:pt x="1" y="1761"/>
                    <a:pt x="1" y="3929"/>
                  </a:cubicBezTo>
                  <a:cubicBezTo>
                    <a:pt x="1" y="6098"/>
                    <a:pt x="1761" y="7874"/>
                    <a:pt x="3929" y="7874"/>
                  </a:cubicBezTo>
                  <a:cubicBezTo>
                    <a:pt x="6098" y="7874"/>
                    <a:pt x="7874" y="6098"/>
                    <a:pt x="7874" y="3929"/>
                  </a:cubicBezTo>
                  <a:cubicBezTo>
                    <a:pt x="7874" y="1761"/>
                    <a:pt x="6098" y="1"/>
                    <a:pt x="3929"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19"/>
            <p:cNvSpPr/>
            <p:nvPr/>
          </p:nvSpPr>
          <p:spPr>
            <a:xfrm>
              <a:off x="4836849" y="1648109"/>
              <a:ext cx="358931" cy="361924"/>
            </a:xfrm>
            <a:custGeom>
              <a:avLst/>
              <a:gdLst/>
              <a:ahLst/>
              <a:cxnLst/>
              <a:rect l="l" t="t" r="r" b="b"/>
              <a:pathLst>
                <a:path w="13311" h="13422" extrusionOk="0">
                  <a:moveTo>
                    <a:pt x="7716" y="787"/>
                  </a:moveTo>
                  <a:lnTo>
                    <a:pt x="8078" y="2201"/>
                  </a:lnTo>
                  <a:lnTo>
                    <a:pt x="8267" y="2279"/>
                  </a:lnTo>
                  <a:cubicBezTo>
                    <a:pt x="8785" y="2467"/>
                    <a:pt x="9256" y="2735"/>
                    <a:pt x="9681" y="3096"/>
                  </a:cubicBezTo>
                  <a:lnTo>
                    <a:pt x="9838" y="3222"/>
                  </a:lnTo>
                  <a:lnTo>
                    <a:pt x="11252" y="2830"/>
                  </a:lnTo>
                  <a:lnTo>
                    <a:pt x="12321" y="4684"/>
                  </a:lnTo>
                  <a:lnTo>
                    <a:pt x="11267" y="5690"/>
                  </a:lnTo>
                  <a:lnTo>
                    <a:pt x="11299" y="5893"/>
                  </a:lnTo>
                  <a:cubicBezTo>
                    <a:pt x="11347" y="6161"/>
                    <a:pt x="11378" y="6444"/>
                    <a:pt x="11378" y="6710"/>
                  </a:cubicBezTo>
                  <a:cubicBezTo>
                    <a:pt x="11378" y="6993"/>
                    <a:pt x="11347" y="7261"/>
                    <a:pt x="11299" y="7528"/>
                  </a:cubicBezTo>
                  <a:lnTo>
                    <a:pt x="11267" y="7732"/>
                  </a:lnTo>
                  <a:lnTo>
                    <a:pt x="12321" y="8753"/>
                  </a:lnTo>
                  <a:lnTo>
                    <a:pt x="11252" y="10608"/>
                  </a:lnTo>
                  <a:lnTo>
                    <a:pt x="9838" y="10199"/>
                  </a:lnTo>
                  <a:lnTo>
                    <a:pt x="9681" y="10341"/>
                  </a:lnTo>
                  <a:cubicBezTo>
                    <a:pt x="9256" y="10687"/>
                    <a:pt x="8785" y="10970"/>
                    <a:pt x="8267" y="11142"/>
                  </a:cubicBezTo>
                  <a:lnTo>
                    <a:pt x="8078" y="11221"/>
                  </a:lnTo>
                  <a:lnTo>
                    <a:pt x="7716" y="12635"/>
                  </a:lnTo>
                  <a:lnTo>
                    <a:pt x="5579" y="12635"/>
                  </a:lnTo>
                  <a:lnTo>
                    <a:pt x="5233" y="11221"/>
                  </a:lnTo>
                  <a:lnTo>
                    <a:pt x="5029" y="11142"/>
                  </a:lnTo>
                  <a:cubicBezTo>
                    <a:pt x="4526" y="10970"/>
                    <a:pt x="4039" y="10687"/>
                    <a:pt x="3630" y="10341"/>
                  </a:cubicBezTo>
                  <a:lnTo>
                    <a:pt x="3458" y="10199"/>
                  </a:lnTo>
                  <a:lnTo>
                    <a:pt x="2059" y="10608"/>
                  </a:lnTo>
                  <a:lnTo>
                    <a:pt x="990" y="8753"/>
                  </a:lnTo>
                  <a:lnTo>
                    <a:pt x="2044" y="7732"/>
                  </a:lnTo>
                  <a:lnTo>
                    <a:pt x="1996" y="7528"/>
                  </a:lnTo>
                  <a:cubicBezTo>
                    <a:pt x="1949" y="7261"/>
                    <a:pt x="1933" y="6993"/>
                    <a:pt x="1933" y="6710"/>
                  </a:cubicBezTo>
                  <a:cubicBezTo>
                    <a:pt x="1933" y="6444"/>
                    <a:pt x="1949" y="6161"/>
                    <a:pt x="1996" y="5893"/>
                  </a:cubicBezTo>
                  <a:lnTo>
                    <a:pt x="2044" y="5690"/>
                  </a:lnTo>
                  <a:lnTo>
                    <a:pt x="990" y="4684"/>
                  </a:lnTo>
                  <a:lnTo>
                    <a:pt x="2059" y="2830"/>
                  </a:lnTo>
                  <a:lnTo>
                    <a:pt x="3458" y="3222"/>
                  </a:lnTo>
                  <a:lnTo>
                    <a:pt x="3630" y="3096"/>
                  </a:lnTo>
                  <a:cubicBezTo>
                    <a:pt x="4039" y="2735"/>
                    <a:pt x="4526" y="2467"/>
                    <a:pt x="5029" y="2279"/>
                  </a:cubicBezTo>
                  <a:lnTo>
                    <a:pt x="5233" y="2201"/>
                  </a:lnTo>
                  <a:lnTo>
                    <a:pt x="5579" y="787"/>
                  </a:lnTo>
                  <a:close/>
                  <a:moveTo>
                    <a:pt x="4967" y="1"/>
                  </a:moveTo>
                  <a:lnTo>
                    <a:pt x="4573" y="1619"/>
                  </a:lnTo>
                  <a:cubicBezTo>
                    <a:pt x="4102" y="1807"/>
                    <a:pt x="3678" y="2059"/>
                    <a:pt x="3284" y="2358"/>
                  </a:cubicBezTo>
                  <a:lnTo>
                    <a:pt x="1682" y="1902"/>
                  </a:lnTo>
                  <a:lnTo>
                    <a:pt x="1" y="4810"/>
                  </a:lnTo>
                  <a:lnTo>
                    <a:pt x="1195" y="5972"/>
                  </a:lnTo>
                  <a:cubicBezTo>
                    <a:pt x="1164" y="6224"/>
                    <a:pt x="1147" y="6459"/>
                    <a:pt x="1147" y="6710"/>
                  </a:cubicBezTo>
                  <a:cubicBezTo>
                    <a:pt x="1147" y="6962"/>
                    <a:pt x="1164" y="7213"/>
                    <a:pt x="1195" y="7450"/>
                  </a:cubicBezTo>
                  <a:lnTo>
                    <a:pt x="1" y="8612"/>
                  </a:lnTo>
                  <a:lnTo>
                    <a:pt x="1682" y="11535"/>
                  </a:lnTo>
                  <a:lnTo>
                    <a:pt x="3284" y="11064"/>
                  </a:lnTo>
                  <a:cubicBezTo>
                    <a:pt x="3678" y="11378"/>
                    <a:pt x="4102" y="11630"/>
                    <a:pt x="4573" y="11818"/>
                  </a:cubicBezTo>
                  <a:lnTo>
                    <a:pt x="4967" y="13421"/>
                  </a:lnTo>
                  <a:lnTo>
                    <a:pt x="8345" y="13421"/>
                  </a:lnTo>
                  <a:lnTo>
                    <a:pt x="8738" y="11818"/>
                  </a:lnTo>
                  <a:cubicBezTo>
                    <a:pt x="9193" y="11630"/>
                    <a:pt x="9633" y="11378"/>
                    <a:pt x="10027" y="11064"/>
                  </a:cubicBezTo>
                  <a:lnTo>
                    <a:pt x="11629" y="11535"/>
                  </a:lnTo>
                  <a:lnTo>
                    <a:pt x="13310" y="8612"/>
                  </a:lnTo>
                  <a:lnTo>
                    <a:pt x="12116" y="7450"/>
                  </a:lnTo>
                  <a:cubicBezTo>
                    <a:pt x="12147" y="7213"/>
                    <a:pt x="12164" y="6962"/>
                    <a:pt x="12164" y="6710"/>
                  </a:cubicBezTo>
                  <a:cubicBezTo>
                    <a:pt x="12164" y="6459"/>
                    <a:pt x="12147" y="6224"/>
                    <a:pt x="12116" y="5972"/>
                  </a:cubicBezTo>
                  <a:lnTo>
                    <a:pt x="13310" y="4810"/>
                  </a:lnTo>
                  <a:lnTo>
                    <a:pt x="11629" y="1902"/>
                  </a:lnTo>
                  <a:lnTo>
                    <a:pt x="10027" y="2358"/>
                  </a:lnTo>
                  <a:cubicBezTo>
                    <a:pt x="9633" y="2059"/>
                    <a:pt x="9193" y="1807"/>
                    <a:pt x="8738" y="1619"/>
                  </a:cubicBezTo>
                  <a:lnTo>
                    <a:pt x="834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119"/>
          <p:cNvGrpSpPr/>
          <p:nvPr/>
        </p:nvGrpSpPr>
        <p:grpSpPr>
          <a:xfrm>
            <a:off x="5637313" y="1636675"/>
            <a:ext cx="385249" cy="384767"/>
            <a:chOff x="5637313" y="1636675"/>
            <a:chExt cx="385249" cy="384767"/>
          </a:xfrm>
        </p:grpSpPr>
        <p:sp>
          <p:nvSpPr>
            <p:cNvPr id="2620" name="Google Shape;2620;p119"/>
            <p:cNvSpPr/>
            <p:nvPr/>
          </p:nvSpPr>
          <p:spPr>
            <a:xfrm>
              <a:off x="5637313" y="1720998"/>
              <a:ext cx="385249" cy="300444"/>
            </a:xfrm>
            <a:custGeom>
              <a:avLst/>
              <a:gdLst/>
              <a:ahLst/>
              <a:cxnLst/>
              <a:rect l="l" t="t" r="r" b="b"/>
              <a:pathLst>
                <a:path w="14287" h="11142" extrusionOk="0">
                  <a:moveTo>
                    <a:pt x="1258" y="833"/>
                  </a:moveTo>
                  <a:cubicBezTo>
                    <a:pt x="1494" y="833"/>
                    <a:pt x="1683" y="1022"/>
                    <a:pt x="1683" y="1258"/>
                  </a:cubicBezTo>
                  <a:lnTo>
                    <a:pt x="1683" y="4039"/>
                  </a:lnTo>
                  <a:cubicBezTo>
                    <a:pt x="1683" y="4369"/>
                    <a:pt x="1809" y="4684"/>
                    <a:pt x="2044" y="4919"/>
                  </a:cubicBezTo>
                  <a:lnTo>
                    <a:pt x="3741" y="6616"/>
                  </a:lnTo>
                  <a:lnTo>
                    <a:pt x="4323" y="6019"/>
                  </a:lnTo>
                  <a:lnTo>
                    <a:pt x="2641" y="4338"/>
                  </a:lnTo>
                  <a:cubicBezTo>
                    <a:pt x="2563" y="4259"/>
                    <a:pt x="2515" y="4149"/>
                    <a:pt x="2515" y="4039"/>
                  </a:cubicBezTo>
                  <a:cubicBezTo>
                    <a:pt x="2515" y="3929"/>
                    <a:pt x="2563" y="3819"/>
                    <a:pt x="2641" y="3741"/>
                  </a:cubicBezTo>
                  <a:cubicBezTo>
                    <a:pt x="2720" y="3662"/>
                    <a:pt x="2830" y="3615"/>
                    <a:pt x="2940" y="3615"/>
                  </a:cubicBezTo>
                  <a:cubicBezTo>
                    <a:pt x="3050" y="3615"/>
                    <a:pt x="3160" y="3662"/>
                    <a:pt x="3238" y="3741"/>
                  </a:cubicBezTo>
                  <a:lnTo>
                    <a:pt x="6727" y="7230"/>
                  </a:lnTo>
                  <a:lnTo>
                    <a:pt x="6727" y="10310"/>
                  </a:lnTo>
                  <a:lnTo>
                    <a:pt x="4040" y="10310"/>
                  </a:lnTo>
                  <a:lnTo>
                    <a:pt x="4040" y="8895"/>
                  </a:lnTo>
                  <a:lnTo>
                    <a:pt x="849" y="5281"/>
                  </a:lnTo>
                  <a:lnTo>
                    <a:pt x="849" y="1258"/>
                  </a:lnTo>
                  <a:cubicBezTo>
                    <a:pt x="849" y="1022"/>
                    <a:pt x="1038" y="833"/>
                    <a:pt x="1258" y="833"/>
                  </a:cubicBezTo>
                  <a:close/>
                  <a:moveTo>
                    <a:pt x="13029" y="833"/>
                  </a:moveTo>
                  <a:cubicBezTo>
                    <a:pt x="13249" y="833"/>
                    <a:pt x="13437" y="1022"/>
                    <a:pt x="13437" y="1258"/>
                  </a:cubicBezTo>
                  <a:lnTo>
                    <a:pt x="13437" y="5281"/>
                  </a:lnTo>
                  <a:lnTo>
                    <a:pt x="10247" y="8895"/>
                  </a:lnTo>
                  <a:lnTo>
                    <a:pt x="10247" y="10310"/>
                  </a:lnTo>
                  <a:lnTo>
                    <a:pt x="7560" y="10310"/>
                  </a:lnTo>
                  <a:lnTo>
                    <a:pt x="7560" y="7230"/>
                  </a:lnTo>
                  <a:lnTo>
                    <a:pt x="11049" y="3741"/>
                  </a:lnTo>
                  <a:cubicBezTo>
                    <a:pt x="11127" y="3662"/>
                    <a:pt x="11237" y="3615"/>
                    <a:pt x="11347" y="3615"/>
                  </a:cubicBezTo>
                  <a:cubicBezTo>
                    <a:pt x="11457" y="3615"/>
                    <a:pt x="11567" y="3662"/>
                    <a:pt x="11646" y="3741"/>
                  </a:cubicBezTo>
                  <a:cubicBezTo>
                    <a:pt x="11724" y="3819"/>
                    <a:pt x="11772" y="3929"/>
                    <a:pt x="11772" y="4039"/>
                  </a:cubicBezTo>
                  <a:cubicBezTo>
                    <a:pt x="11772" y="4149"/>
                    <a:pt x="11724" y="4259"/>
                    <a:pt x="11646" y="4338"/>
                  </a:cubicBezTo>
                  <a:lnTo>
                    <a:pt x="9964" y="6019"/>
                  </a:lnTo>
                  <a:lnTo>
                    <a:pt x="10546" y="6616"/>
                  </a:lnTo>
                  <a:lnTo>
                    <a:pt x="12243" y="4919"/>
                  </a:lnTo>
                  <a:cubicBezTo>
                    <a:pt x="12478" y="4684"/>
                    <a:pt x="12604" y="4369"/>
                    <a:pt x="12604" y="4039"/>
                  </a:cubicBezTo>
                  <a:lnTo>
                    <a:pt x="12604" y="1258"/>
                  </a:lnTo>
                  <a:cubicBezTo>
                    <a:pt x="12604" y="1022"/>
                    <a:pt x="12793" y="833"/>
                    <a:pt x="13029" y="833"/>
                  </a:cubicBezTo>
                  <a:close/>
                  <a:moveTo>
                    <a:pt x="1258" y="1"/>
                  </a:moveTo>
                  <a:cubicBezTo>
                    <a:pt x="567" y="1"/>
                    <a:pt x="1" y="567"/>
                    <a:pt x="1" y="1258"/>
                  </a:cubicBezTo>
                  <a:lnTo>
                    <a:pt x="1" y="5610"/>
                  </a:lnTo>
                  <a:lnTo>
                    <a:pt x="3207" y="9225"/>
                  </a:lnTo>
                  <a:lnTo>
                    <a:pt x="3207" y="11142"/>
                  </a:lnTo>
                  <a:lnTo>
                    <a:pt x="11080" y="11142"/>
                  </a:lnTo>
                  <a:lnTo>
                    <a:pt x="11080" y="9225"/>
                  </a:lnTo>
                  <a:lnTo>
                    <a:pt x="14286" y="5610"/>
                  </a:lnTo>
                  <a:lnTo>
                    <a:pt x="14286" y="1258"/>
                  </a:lnTo>
                  <a:cubicBezTo>
                    <a:pt x="14286" y="567"/>
                    <a:pt x="13720" y="1"/>
                    <a:pt x="13029" y="1"/>
                  </a:cubicBezTo>
                  <a:cubicBezTo>
                    <a:pt x="12337" y="1"/>
                    <a:pt x="11772" y="567"/>
                    <a:pt x="11772" y="1258"/>
                  </a:cubicBezTo>
                  <a:lnTo>
                    <a:pt x="11772" y="2861"/>
                  </a:lnTo>
                  <a:cubicBezTo>
                    <a:pt x="11630" y="2813"/>
                    <a:pt x="11489" y="2782"/>
                    <a:pt x="11347" y="2782"/>
                  </a:cubicBezTo>
                  <a:cubicBezTo>
                    <a:pt x="11017" y="2782"/>
                    <a:pt x="10703" y="2907"/>
                    <a:pt x="10467" y="3144"/>
                  </a:cubicBezTo>
                  <a:lnTo>
                    <a:pt x="7152" y="6475"/>
                  </a:lnTo>
                  <a:lnTo>
                    <a:pt x="3820" y="3144"/>
                  </a:lnTo>
                  <a:cubicBezTo>
                    <a:pt x="3584" y="2907"/>
                    <a:pt x="3270" y="2782"/>
                    <a:pt x="2940" y="2782"/>
                  </a:cubicBezTo>
                  <a:cubicBezTo>
                    <a:pt x="2798" y="2782"/>
                    <a:pt x="2657" y="2813"/>
                    <a:pt x="2515" y="2861"/>
                  </a:cubicBezTo>
                  <a:lnTo>
                    <a:pt x="2515" y="1258"/>
                  </a:lnTo>
                  <a:cubicBezTo>
                    <a:pt x="2515" y="567"/>
                    <a:pt x="1950" y="1"/>
                    <a:pt x="125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19"/>
            <p:cNvSpPr/>
            <p:nvPr/>
          </p:nvSpPr>
          <p:spPr>
            <a:xfrm>
              <a:off x="5752189" y="1636675"/>
              <a:ext cx="155507" cy="181825"/>
            </a:xfrm>
            <a:custGeom>
              <a:avLst/>
              <a:gdLst/>
              <a:ahLst/>
              <a:cxnLst/>
              <a:rect l="l" t="t" r="r" b="b"/>
              <a:pathLst>
                <a:path w="5767" h="6743" extrusionOk="0">
                  <a:moveTo>
                    <a:pt x="2467" y="880"/>
                  </a:moveTo>
                  <a:lnTo>
                    <a:pt x="2467" y="5862"/>
                  </a:lnTo>
                  <a:cubicBezTo>
                    <a:pt x="1540" y="5674"/>
                    <a:pt x="832" y="4856"/>
                    <a:pt x="832" y="3866"/>
                  </a:cubicBezTo>
                  <a:lnTo>
                    <a:pt x="832" y="2891"/>
                  </a:lnTo>
                  <a:cubicBezTo>
                    <a:pt x="832" y="1902"/>
                    <a:pt x="1540" y="1069"/>
                    <a:pt x="2467" y="880"/>
                  </a:cubicBezTo>
                  <a:close/>
                  <a:moveTo>
                    <a:pt x="3300" y="880"/>
                  </a:moveTo>
                  <a:cubicBezTo>
                    <a:pt x="4227" y="1069"/>
                    <a:pt x="4935" y="1902"/>
                    <a:pt x="4935" y="2891"/>
                  </a:cubicBezTo>
                  <a:lnTo>
                    <a:pt x="4935" y="3866"/>
                  </a:lnTo>
                  <a:cubicBezTo>
                    <a:pt x="4935" y="4856"/>
                    <a:pt x="4227" y="5674"/>
                    <a:pt x="3300" y="5862"/>
                  </a:cubicBezTo>
                  <a:lnTo>
                    <a:pt x="3300" y="880"/>
                  </a:lnTo>
                  <a:close/>
                  <a:moveTo>
                    <a:pt x="2892" y="0"/>
                  </a:moveTo>
                  <a:cubicBezTo>
                    <a:pt x="1289" y="0"/>
                    <a:pt x="0" y="1305"/>
                    <a:pt x="0" y="2891"/>
                  </a:cubicBezTo>
                  <a:lnTo>
                    <a:pt x="0" y="3866"/>
                  </a:lnTo>
                  <a:cubicBezTo>
                    <a:pt x="0" y="5454"/>
                    <a:pt x="1289" y="6742"/>
                    <a:pt x="2892" y="6742"/>
                  </a:cubicBezTo>
                  <a:cubicBezTo>
                    <a:pt x="4478" y="6742"/>
                    <a:pt x="5767" y="5454"/>
                    <a:pt x="5767" y="3866"/>
                  </a:cubicBezTo>
                  <a:lnTo>
                    <a:pt x="5767" y="2891"/>
                  </a:lnTo>
                  <a:cubicBezTo>
                    <a:pt x="5767" y="1305"/>
                    <a:pt x="4478" y="0"/>
                    <a:pt x="2892"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2" name="Google Shape;2622;p119"/>
          <p:cNvGrpSpPr/>
          <p:nvPr/>
        </p:nvGrpSpPr>
        <p:grpSpPr>
          <a:xfrm>
            <a:off x="5637313" y="2800752"/>
            <a:ext cx="385249" cy="384794"/>
            <a:chOff x="5637313" y="2800752"/>
            <a:chExt cx="385249" cy="384794"/>
          </a:xfrm>
        </p:grpSpPr>
        <p:sp>
          <p:nvSpPr>
            <p:cNvPr id="2623" name="Google Shape;2623;p119"/>
            <p:cNvSpPr/>
            <p:nvPr/>
          </p:nvSpPr>
          <p:spPr>
            <a:xfrm>
              <a:off x="5637313" y="2885075"/>
              <a:ext cx="385249" cy="300471"/>
            </a:xfrm>
            <a:custGeom>
              <a:avLst/>
              <a:gdLst/>
              <a:ahLst/>
              <a:cxnLst/>
              <a:rect l="l" t="t" r="r" b="b"/>
              <a:pathLst>
                <a:path w="14287" h="11143" extrusionOk="0">
                  <a:moveTo>
                    <a:pt x="1258" y="834"/>
                  </a:moveTo>
                  <a:cubicBezTo>
                    <a:pt x="1494" y="834"/>
                    <a:pt x="1683" y="1022"/>
                    <a:pt x="1683" y="1257"/>
                  </a:cubicBezTo>
                  <a:lnTo>
                    <a:pt x="1683" y="4039"/>
                  </a:lnTo>
                  <a:cubicBezTo>
                    <a:pt x="1683" y="4369"/>
                    <a:pt x="1809" y="4683"/>
                    <a:pt x="2044" y="4919"/>
                  </a:cubicBezTo>
                  <a:lnTo>
                    <a:pt x="3741" y="6616"/>
                  </a:lnTo>
                  <a:lnTo>
                    <a:pt x="4323" y="6019"/>
                  </a:lnTo>
                  <a:lnTo>
                    <a:pt x="2641" y="4337"/>
                  </a:lnTo>
                  <a:cubicBezTo>
                    <a:pt x="2563" y="4259"/>
                    <a:pt x="2515" y="4149"/>
                    <a:pt x="2515" y="4039"/>
                  </a:cubicBezTo>
                  <a:cubicBezTo>
                    <a:pt x="2515" y="3929"/>
                    <a:pt x="2563" y="3819"/>
                    <a:pt x="2641" y="3740"/>
                  </a:cubicBezTo>
                  <a:cubicBezTo>
                    <a:pt x="2720" y="3662"/>
                    <a:pt x="2830" y="3614"/>
                    <a:pt x="2940" y="3614"/>
                  </a:cubicBezTo>
                  <a:cubicBezTo>
                    <a:pt x="3050" y="3614"/>
                    <a:pt x="3160" y="3662"/>
                    <a:pt x="3238" y="3740"/>
                  </a:cubicBezTo>
                  <a:lnTo>
                    <a:pt x="6727" y="7229"/>
                  </a:lnTo>
                  <a:lnTo>
                    <a:pt x="6727" y="10309"/>
                  </a:lnTo>
                  <a:lnTo>
                    <a:pt x="4040" y="10309"/>
                  </a:lnTo>
                  <a:lnTo>
                    <a:pt x="4040" y="8894"/>
                  </a:lnTo>
                  <a:lnTo>
                    <a:pt x="849" y="5296"/>
                  </a:lnTo>
                  <a:lnTo>
                    <a:pt x="849" y="1257"/>
                  </a:lnTo>
                  <a:cubicBezTo>
                    <a:pt x="849" y="1022"/>
                    <a:pt x="1038" y="834"/>
                    <a:pt x="1258" y="834"/>
                  </a:cubicBezTo>
                  <a:close/>
                  <a:moveTo>
                    <a:pt x="13029" y="834"/>
                  </a:moveTo>
                  <a:cubicBezTo>
                    <a:pt x="13249" y="834"/>
                    <a:pt x="13437" y="1022"/>
                    <a:pt x="13437" y="1257"/>
                  </a:cubicBezTo>
                  <a:lnTo>
                    <a:pt x="13437" y="5296"/>
                  </a:lnTo>
                  <a:lnTo>
                    <a:pt x="10247" y="8894"/>
                  </a:lnTo>
                  <a:lnTo>
                    <a:pt x="10247" y="10309"/>
                  </a:lnTo>
                  <a:lnTo>
                    <a:pt x="7560" y="10309"/>
                  </a:lnTo>
                  <a:lnTo>
                    <a:pt x="7560" y="7229"/>
                  </a:lnTo>
                  <a:lnTo>
                    <a:pt x="11049" y="3740"/>
                  </a:lnTo>
                  <a:cubicBezTo>
                    <a:pt x="11127" y="3662"/>
                    <a:pt x="11237" y="3614"/>
                    <a:pt x="11347" y="3614"/>
                  </a:cubicBezTo>
                  <a:cubicBezTo>
                    <a:pt x="11457" y="3614"/>
                    <a:pt x="11567" y="3662"/>
                    <a:pt x="11646" y="3740"/>
                  </a:cubicBezTo>
                  <a:cubicBezTo>
                    <a:pt x="11724" y="3819"/>
                    <a:pt x="11772" y="3929"/>
                    <a:pt x="11772" y="4039"/>
                  </a:cubicBezTo>
                  <a:cubicBezTo>
                    <a:pt x="11772" y="4149"/>
                    <a:pt x="11724" y="4259"/>
                    <a:pt x="11646" y="4337"/>
                  </a:cubicBezTo>
                  <a:lnTo>
                    <a:pt x="9964" y="6019"/>
                  </a:lnTo>
                  <a:lnTo>
                    <a:pt x="10546" y="6616"/>
                  </a:lnTo>
                  <a:lnTo>
                    <a:pt x="12243" y="4919"/>
                  </a:lnTo>
                  <a:cubicBezTo>
                    <a:pt x="12478" y="4683"/>
                    <a:pt x="12604" y="4369"/>
                    <a:pt x="12604" y="4039"/>
                  </a:cubicBezTo>
                  <a:lnTo>
                    <a:pt x="12604" y="1257"/>
                  </a:lnTo>
                  <a:cubicBezTo>
                    <a:pt x="12604" y="1022"/>
                    <a:pt x="12793" y="834"/>
                    <a:pt x="13029" y="834"/>
                  </a:cubicBezTo>
                  <a:close/>
                  <a:moveTo>
                    <a:pt x="1258" y="0"/>
                  </a:moveTo>
                  <a:cubicBezTo>
                    <a:pt x="567" y="0"/>
                    <a:pt x="1" y="566"/>
                    <a:pt x="1" y="1257"/>
                  </a:cubicBezTo>
                  <a:lnTo>
                    <a:pt x="1" y="5611"/>
                  </a:lnTo>
                  <a:lnTo>
                    <a:pt x="3207" y="9225"/>
                  </a:lnTo>
                  <a:lnTo>
                    <a:pt x="3207" y="11142"/>
                  </a:lnTo>
                  <a:lnTo>
                    <a:pt x="11080" y="11142"/>
                  </a:lnTo>
                  <a:lnTo>
                    <a:pt x="11080" y="9225"/>
                  </a:lnTo>
                  <a:lnTo>
                    <a:pt x="14286" y="5611"/>
                  </a:lnTo>
                  <a:lnTo>
                    <a:pt x="14286" y="1257"/>
                  </a:lnTo>
                  <a:cubicBezTo>
                    <a:pt x="14286" y="566"/>
                    <a:pt x="13720" y="0"/>
                    <a:pt x="13029" y="0"/>
                  </a:cubicBezTo>
                  <a:cubicBezTo>
                    <a:pt x="12337" y="0"/>
                    <a:pt x="11772" y="566"/>
                    <a:pt x="11772" y="1257"/>
                  </a:cubicBezTo>
                  <a:lnTo>
                    <a:pt x="11772" y="2860"/>
                  </a:lnTo>
                  <a:cubicBezTo>
                    <a:pt x="11630" y="2814"/>
                    <a:pt x="11489" y="2782"/>
                    <a:pt x="11347" y="2782"/>
                  </a:cubicBezTo>
                  <a:cubicBezTo>
                    <a:pt x="11017" y="2782"/>
                    <a:pt x="10703" y="2908"/>
                    <a:pt x="10467" y="3143"/>
                  </a:cubicBezTo>
                  <a:lnTo>
                    <a:pt x="7152" y="6474"/>
                  </a:lnTo>
                  <a:lnTo>
                    <a:pt x="3820" y="3143"/>
                  </a:lnTo>
                  <a:cubicBezTo>
                    <a:pt x="3584" y="2908"/>
                    <a:pt x="3270" y="2782"/>
                    <a:pt x="2940" y="2782"/>
                  </a:cubicBezTo>
                  <a:cubicBezTo>
                    <a:pt x="2798" y="2782"/>
                    <a:pt x="2657" y="2814"/>
                    <a:pt x="2515" y="2860"/>
                  </a:cubicBezTo>
                  <a:lnTo>
                    <a:pt x="2515" y="1257"/>
                  </a:lnTo>
                  <a:cubicBezTo>
                    <a:pt x="2515" y="566"/>
                    <a:pt x="1950" y="0"/>
                    <a:pt x="125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19"/>
            <p:cNvSpPr/>
            <p:nvPr/>
          </p:nvSpPr>
          <p:spPr>
            <a:xfrm>
              <a:off x="5744558" y="2800752"/>
              <a:ext cx="170769" cy="170769"/>
            </a:xfrm>
            <a:custGeom>
              <a:avLst/>
              <a:gdLst/>
              <a:ahLst/>
              <a:cxnLst/>
              <a:rect l="l" t="t" r="r" b="b"/>
              <a:pathLst>
                <a:path w="6333" h="6333" extrusionOk="0">
                  <a:moveTo>
                    <a:pt x="3175" y="1681"/>
                  </a:moveTo>
                  <a:cubicBezTo>
                    <a:pt x="3992" y="1681"/>
                    <a:pt x="4652" y="2341"/>
                    <a:pt x="4652" y="3175"/>
                  </a:cubicBezTo>
                  <a:cubicBezTo>
                    <a:pt x="4652" y="3992"/>
                    <a:pt x="3992" y="4652"/>
                    <a:pt x="3175" y="4652"/>
                  </a:cubicBezTo>
                  <a:cubicBezTo>
                    <a:pt x="2341" y="4652"/>
                    <a:pt x="1681" y="3992"/>
                    <a:pt x="1681" y="3175"/>
                  </a:cubicBezTo>
                  <a:cubicBezTo>
                    <a:pt x="1681" y="2341"/>
                    <a:pt x="2341" y="1681"/>
                    <a:pt x="3175" y="1681"/>
                  </a:cubicBezTo>
                  <a:close/>
                  <a:moveTo>
                    <a:pt x="2750" y="0"/>
                  </a:moveTo>
                  <a:lnTo>
                    <a:pt x="2750" y="880"/>
                  </a:lnTo>
                  <a:cubicBezTo>
                    <a:pt x="2420" y="943"/>
                    <a:pt x="2106" y="1069"/>
                    <a:pt x="1838" y="1258"/>
                  </a:cubicBezTo>
                  <a:lnTo>
                    <a:pt x="1226" y="629"/>
                  </a:lnTo>
                  <a:lnTo>
                    <a:pt x="629" y="1226"/>
                  </a:lnTo>
                  <a:lnTo>
                    <a:pt x="1257" y="1838"/>
                  </a:lnTo>
                  <a:cubicBezTo>
                    <a:pt x="1069" y="2106"/>
                    <a:pt x="943" y="2420"/>
                    <a:pt x="880" y="2750"/>
                  </a:cubicBezTo>
                  <a:lnTo>
                    <a:pt x="0" y="2750"/>
                  </a:lnTo>
                  <a:lnTo>
                    <a:pt x="0" y="3583"/>
                  </a:lnTo>
                  <a:lnTo>
                    <a:pt x="880" y="3583"/>
                  </a:lnTo>
                  <a:cubicBezTo>
                    <a:pt x="943" y="3913"/>
                    <a:pt x="1069" y="4227"/>
                    <a:pt x="1257" y="4495"/>
                  </a:cubicBezTo>
                  <a:lnTo>
                    <a:pt x="629" y="5107"/>
                  </a:lnTo>
                  <a:lnTo>
                    <a:pt x="1226" y="5704"/>
                  </a:lnTo>
                  <a:lnTo>
                    <a:pt x="1838" y="5076"/>
                  </a:lnTo>
                  <a:cubicBezTo>
                    <a:pt x="2106" y="5264"/>
                    <a:pt x="2420" y="5390"/>
                    <a:pt x="2750" y="5453"/>
                  </a:cubicBezTo>
                  <a:lnTo>
                    <a:pt x="2750" y="6333"/>
                  </a:lnTo>
                  <a:lnTo>
                    <a:pt x="3583" y="6333"/>
                  </a:lnTo>
                  <a:lnTo>
                    <a:pt x="3583" y="5453"/>
                  </a:lnTo>
                  <a:cubicBezTo>
                    <a:pt x="3913" y="5390"/>
                    <a:pt x="4227" y="5264"/>
                    <a:pt x="4495" y="5076"/>
                  </a:cubicBezTo>
                  <a:lnTo>
                    <a:pt x="5107" y="5704"/>
                  </a:lnTo>
                  <a:lnTo>
                    <a:pt x="5704" y="5107"/>
                  </a:lnTo>
                  <a:lnTo>
                    <a:pt x="5075" y="4495"/>
                  </a:lnTo>
                  <a:cubicBezTo>
                    <a:pt x="5264" y="4227"/>
                    <a:pt x="5390" y="3913"/>
                    <a:pt x="5453" y="3583"/>
                  </a:cubicBezTo>
                  <a:lnTo>
                    <a:pt x="6333" y="3583"/>
                  </a:lnTo>
                  <a:lnTo>
                    <a:pt x="6333" y="2750"/>
                  </a:lnTo>
                  <a:lnTo>
                    <a:pt x="5453" y="2750"/>
                  </a:lnTo>
                  <a:cubicBezTo>
                    <a:pt x="5390" y="2420"/>
                    <a:pt x="5264" y="2106"/>
                    <a:pt x="5075" y="1838"/>
                  </a:cubicBezTo>
                  <a:lnTo>
                    <a:pt x="5704" y="1226"/>
                  </a:lnTo>
                  <a:lnTo>
                    <a:pt x="5107" y="629"/>
                  </a:lnTo>
                  <a:lnTo>
                    <a:pt x="4495" y="1258"/>
                  </a:lnTo>
                  <a:cubicBezTo>
                    <a:pt x="4227" y="1069"/>
                    <a:pt x="3913" y="943"/>
                    <a:pt x="3583" y="880"/>
                  </a:cubicBezTo>
                  <a:lnTo>
                    <a:pt x="358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5" name="Google Shape;2625;p119"/>
          <p:cNvGrpSpPr/>
          <p:nvPr/>
        </p:nvGrpSpPr>
        <p:grpSpPr>
          <a:xfrm>
            <a:off x="5656405" y="3399509"/>
            <a:ext cx="347067" cy="397087"/>
            <a:chOff x="5656405" y="3399509"/>
            <a:chExt cx="347067" cy="397087"/>
          </a:xfrm>
        </p:grpSpPr>
        <p:sp>
          <p:nvSpPr>
            <p:cNvPr id="2626" name="Google Shape;2626;p119"/>
            <p:cNvSpPr/>
            <p:nvPr/>
          </p:nvSpPr>
          <p:spPr>
            <a:xfrm>
              <a:off x="5656405" y="3399509"/>
              <a:ext cx="347067" cy="397087"/>
            </a:xfrm>
            <a:custGeom>
              <a:avLst/>
              <a:gdLst/>
              <a:ahLst/>
              <a:cxnLst/>
              <a:rect l="l" t="t" r="r" b="b"/>
              <a:pathLst>
                <a:path w="12871" h="14726" extrusionOk="0">
                  <a:moveTo>
                    <a:pt x="5626" y="865"/>
                  </a:moveTo>
                  <a:cubicBezTo>
                    <a:pt x="8250" y="865"/>
                    <a:pt x="10387" y="3003"/>
                    <a:pt x="10387" y="5626"/>
                  </a:cubicBezTo>
                  <a:lnTo>
                    <a:pt x="10387" y="5689"/>
                  </a:lnTo>
                  <a:lnTo>
                    <a:pt x="11645" y="9163"/>
                  </a:lnTo>
                  <a:lnTo>
                    <a:pt x="10387" y="9163"/>
                  </a:lnTo>
                  <a:lnTo>
                    <a:pt x="10387" y="11268"/>
                  </a:lnTo>
                  <a:lnTo>
                    <a:pt x="7795" y="11268"/>
                  </a:lnTo>
                  <a:lnTo>
                    <a:pt x="7795" y="13861"/>
                  </a:lnTo>
                  <a:lnTo>
                    <a:pt x="2593" y="13861"/>
                  </a:lnTo>
                  <a:lnTo>
                    <a:pt x="2593" y="9303"/>
                  </a:lnTo>
                  <a:lnTo>
                    <a:pt x="2452" y="9178"/>
                  </a:lnTo>
                  <a:cubicBezTo>
                    <a:pt x="1446" y="8266"/>
                    <a:pt x="864" y="6978"/>
                    <a:pt x="864" y="5626"/>
                  </a:cubicBezTo>
                  <a:cubicBezTo>
                    <a:pt x="864" y="3003"/>
                    <a:pt x="3002" y="865"/>
                    <a:pt x="5626" y="865"/>
                  </a:cubicBezTo>
                  <a:close/>
                  <a:moveTo>
                    <a:pt x="5626" y="0"/>
                  </a:moveTo>
                  <a:cubicBezTo>
                    <a:pt x="2530" y="0"/>
                    <a:pt x="1" y="2515"/>
                    <a:pt x="1" y="5626"/>
                  </a:cubicBezTo>
                  <a:cubicBezTo>
                    <a:pt x="1" y="7151"/>
                    <a:pt x="629" y="8628"/>
                    <a:pt x="1729" y="9681"/>
                  </a:cubicBezTo>
                  <a:lnTo>
                    <a:pt x="1729" y="14726"/>
                  </a:lnTo>
                  <a:lnTo>
                    <a:pt x="8659" y="14726"/>
                  </a:lnTo>
                  <a:lnTo>
                    <a:pt x="8659" y="12132"/>
                  </a:lnTo>
                  <a:lnTo>
                    <a:pt x="11252" y="12132"/>
                  </a:lnTo>
                  <a:lnTo>
                    <a:pt x="11252" y="10026"/>
                  </a:lnTo>
                  <a:lnTo>
                    <a:pt x="12870" y="10026"/>
                  </a:lnTo>
                  <a:lnTo>
                    <a:pt x="11252" y="5548"/>
                  </a:lnTo>
                  <a:cubicBezTo>
                    <a:pt x="11205" y="2483"/>
                    <a:pt x="8707" y="0"/>
                    <a:pt x="562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119"/>
            <p:cNvSpPr/>
            <p:nvPr/>
          </p:nvSpPr>
          <p:spPr>
            <a:xfrm>
              <a:off x="5703030" y="3459671"/>
              <a:ext cx="210192" cy="136065"/>
            </a:xfrm>
            <a:custGeom>
              <a:avLst/>
              <a:gdLst/>
              <a:ahLst/>
              <a:cxnLst/>
              <a:rect l="l" t="t" r="r" b="b"/>
              <a:pathLst>
                <a:path w="7795" h="5046" extrusionOk="0">
                  <a:moveTo>
                    <a:pt x="4541" y="849"/>
                  </a:moveTo>
                  <a:cubicBezTo>
                    <a:pt x="5264" y="849"/>
                    <a:pt x="5846" y="1447"/>
                    <a:pt x="5846" y="2154"/>
                  </a:cubicBezTo>
                  <a:lnTo>
                    <a:pt x="5846" y="2547"/>
                  </a:lnTo>
                  <a:lnTo>
                    <a:pt x="6223" y="2594"/>
                  </a:lnTo>
                  <a:cubicBezTo>
                    <a:pt x="6632" y="2641"/>
                    <a:pt x="6930" y="2987"/>
                    <a:pt x="6930" y="3395"/>
                  </a:cubicBezTo>
                  <a:cubicBezTo>
                    <a:pt x="6930" y="3835"/>
                    <a:pt x="6569" y="4181"/>
                    <a:pt x="6129" y="4181"/>
                  </a:cubicBezTo>
                  <a:lnTo>
                    <a:pt x="1666" y="4181"/>
                  </a:lnTo>
                  <a:cubicBezTo>
                    <a:pt x="1226" y="4181"/>
                    <a:pt x="864" y="3835"/>
                    <a:pt x="864" y="3395"/>
                  </a:cubicBezTo>
                  <a:cubicBezTo>
                    <a:pt x="864" y="2987"/>
                    <a:pt x="1163" y="2641"/>
                    <a:pt x="1572" y="2594"/>
                  </a:cubicBezTo>
                  <a:lnTo>
                    <a:pt x="1949" y="2547"/>
                  </a:lnTo>
                  <a:lnTo>
                    <a:pt x="1949" y="2170"/>
                  </a:lnTo>
                  <a:lnTo>
                    <a:pt x="1949" y="2154"/>
                  </a:lnTo>
                  <a:cubicBezTo>
                    <a:pt x="1949" y="1683"/>
                    <a:pt x="2341" y="1290"/>
                    <a:pt x="2813" y="1290"/>
                  </a:cubicBezTo>
                  <a:cubicBezTo>
                    <a:pt x="2923" y="1290"/>
                    <a:pt x="3033" y="1321"/>
                    <a:pt x="3127" y="1352"/>
                  </a:cubicBezTo>
                  <a:lnTo>
                    <a:pt x="3410" y="1463"/>
                  </a:lnTo>
                  <a:lnTo>
                    <a:pt x="3598" y="1258"/>
                  </a:lnTo>
                  <a:cubicBezTo>
                    <a:pt x="3850" y="1007"/>
                    <a:pt x="4180" y="849"/>
                    <a:pt x="4541" y="849"/>
                  </a:cubicBezTo>
                  <a:close/>
                  <a:moveTo>
                    <a:pt x="4541" y="1"/>
                  </a:moveTo>
                  <a:cubicBezTo>
                    <a:pt x="4038" y="1"/>
                    <a:pt x="3567" y="158"/>
                    <a:pt x="3190" y="472"/>
                  </a:cubicBezTo>
                  <a:cubicBezTo>
                    <a:pt x="3064" y="441"/>
                    <a:pt x="2938" y="426"/>
                    <a:pt x="2813" y="426"/>
                  </a:cubicBezTo>
                  <a:cubicBezTo>
                    <a:pt x="1980" y="426"/>
                    <a:pt x="1273" y="1023"/>
                    <a:pt x="1115" y="1824"/>
                  </a:cubicBezTo>
                  <a:cubicBezTo>
                    <a:pt x="455" y="2044"/>
                    <a:pt x="0" y="2672"/>
                    <a:pt x="0" y="3395"/>
                  </a:cubicBezTo>
                  <a:cubicBezTo>
                    <a:pt x="0" y="4307"/>
                    <a:pt x="738" y="5046"/>
                    <a:pt x="1666" y="5046"/>
                  </a:cubicBezTo>
                  <a:lnTo>
                    <a:pt x="6129" y="5046"/>
                  </a:lnTo>
                  <a:cubicBezTo>
                    <a:pt x="7055" y="5046"/>
                    <a:pt x="7795" y="4307"/>
                    <a:pt x="7795" y="3395"/>
                  </a:cubicBezTo>
                  <a:cubicBezTo>
                    <a:pt x="7795" y="2672"/>
                    <a:pt x="7338" y="2044"/>
                    <a:pt x="6678" y="1824"/>
                  </a:cubicBezTo>
                  <a:cubicBezTo>
                    <a:pt x="6521" y="787"/>
                    <a:pt x="5626" y="1"/>
                    <a:pt x="454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 name="Google Shape;2628;p119"/>
          <p:cNvGrpSpPr/>
          <p:nvPr/>
        </p:nvGrpSpPr>
        <p:grpSpPr>
          <a:xfrm>
            <a:off x="5637313" y="4026662"/>
            <a:ext cx="385249" cy="384791"/>
            <a:chOff x="5637313" y="4026662"/>
            <a:chExt cx="385249" cy="384791"/>
          </a:xfrm>
        </p:grpSpPr>
        <p:sp>
          <p:nvSpPr>
            <p:cNvPr id="2629" name="Google Shape;2629;p119"/>
            <p:cNvSpPr/>
            <p:nvPr/>
          </p:nvSpPr>
          <p:spPr>
            <a:xfrm>
              <a:off x="5637313" y="4026662"/>
              <a:ext cx="385249" cy="384791"/>
            </a:xfrm>
            <a:custGeom>
              <a:avLst/>
              <a:gdLst/>
              <a:ahLst/>
              <a:cxnLst/>
              <a:rect l="l" t="t" r="r" b="b"/>
              <a:pathLst>
                <a:path w="14287" h="14270" extrusionOk="0">
                  <a:moveTo>
                    <a:pt x="13437" y="834"/>
                  </a:moveTo>
                  <a:lnTo>
                    <a:pt x="13437" y="3332"/>
                  </a:lnTo>
                  <a:lnTo>
                    <a:pt x="849" y="3332"/>
                  </a:lnTo>
                  <a:lnTo>
                    <a:pt x="849" y="834"/>
                  </a:lnTo>
                  <a:close/>
                  <a:moveTo>
                    <a:pt x="8424" y="4181"/>
                  </a:moveTo>
                  <a:lnTo>
                    <a:pt x="10561" y="6318"/>
                  </a:lnTo>
                  <a:lnTo>
                    <a:pt x="8801" y="6318"/>
                  </a:lnTo>
                  <a:lnTo>
                    <a:pt x="6649" y="4181"/>
                  </a:lnTo>
                  <a:close/>
                  <a:moveTo>
                    <a:pt x="11143" y="7152"/>
                  </a:moveTo>
                  <a:cubicBezTo>
                    <a:pt x="11489" y="7152"/>
                    <a:pt x="11772" y="7435"/>
                    <a:pt x="11772" y="7780"/>
                  </a:cubicBezTo>
                  <a:cubicBezTo>
                    <a:pt x="11772" y="8126"/>
                    <a:pt x="11489" y="8409"/>
                    <a:pt x="11143" y="8409"/>
                  </a:cubicBezTo>
                  <a:lnTo>
                    <a:pt x="5438" y="8409"/>
                  </a:lnTo>
                  <a:lnTo>
                    <a:pt x="5438" y="7780"/>
                  </a:lnTo>
                  <a:cubicBezTo>
                    <a:pt x="5438" y="7560"/>
                    <a:pt x="5392" y="7355"/>
                    <a:pt x="5297" y="7152"/>
                  </a:cubicBezTo>
                  <a:close/>
                  <a:moveTo>
                    <a:pt x="3977" y="7152"/>
                  </a:moveTo>
                  <a:cubicBezTo>
                    <a:pt x="4323" y="7152"/>
                    <a:pt x="4606" y="7435"/>
                    <a:pt x="4606" y="7780"/>
                  </a:cubicBezTo>
                  <a:lnTo>
                    <a:pt x="4606" y="10090"/>
                  </a:lnTo>
                  <a:lnTo>
                    <a:pt x="3349" y="10090"/>
                  </a:lnTo>
                  <a:lnTo>
                    <a:pt x="3349" y="7780"/>
                  </a:lnTo>
                  <a:cubicBezTo>
                    <a:pt x="3349" y="7435"/>
                    <a:pt x="3632" y="7152"/>
                    <a:pt x="3977" y="7152"/>
                  </a:cubicBezTo>
                  <a:close/>
                  <a:moveTo>
                    <a:pt x="1" y="1"/>
                  </a:moveTo>
                  <a:lnTo>
                    <a:pt x="1" y="4181"/>
                  </a:lnTo>
                  <a:lnTo>
                    <a:pt x="5470" y="4181"/>
                  </a:lnTo>
                  <a:lnTo>
                    <a:pt x="7607" y="6318"/>
                  </a:lnTo>
                  <a:lnTo>
                    <a:pt x="3977" y="6318"/>
                  </a:lnTo>
                  <a:cubicBezTo>
                    <a:pt x="3175" y="6318"/>
                    <a:pt x="2515" y="6978"/>
                    <a:pt x="2515" y="7780"/>
                  </a:cubicBezTo>
                  <a:lnTo>
                    <a:pt x="2515" y="10923"/>
                  </a:lnTo>
                  <a:lnTo>
                    <a:pt x="3569" y="10923"/>
                  </a:lnTo>
                  <a:lnTo>
                    <a:pt x="3569" y="11755"/>
                  </a:lnTo>
                  <a:lnTo>
                    <a:pt x="1683" y="11755"/>
                  </a:lnTo>
                  <a:lnTo>
                    <a:pt x="1683" y="14270"/>
                  </a:lnTo>
                  <a:lnTo>
                    <a:pt x="2515" y="14270"/>
                  </a:lnTo>
                  <a:lnTo>
                    <a:pt x="2515" y="12589"/>
                  </a:lnTo>
                  <a:lnTo>
                    <a:pt x="5438" y="12589"/>
                  </a:lnTo>
                  <a:lnTo>
                    <a:pt x="5438" y="14270"/>
                  </a:lnTo>
                  <a:lnTo>
                    <a:pt x="6287" y="14270"/>
                  </a:lnTo>
                  <a:lnTo>
                    <a:pt x="6287" y="11755"/>
                  </a:lnTo>
                  <a:lnTo>
                    <a:pt x="4401" y="11755"/>
                  </a:lnTo>
                  <a:lnTo>
                    <a:pt x="4401" y="10923"/>
                  </a:lnTo>
                  <a:lnTo>
                    <a:pt x="5438" y="10923"/>
                  </a:lnTo>
                  <a:lnTo>
                    <a:pt x="5438" y="9241"/>
                  </a:lnTo>
                  <a:lnTo>
                    <a:pt x="11143" y="9241"/>
                  </a:lnTo>
                  <a:cubicBezTo>
                    <a:pt x="11944" y="9241"/>
                    <a:pt x="12604" y="8597"/>
                    <a:pt x="12604" y="7780"/>
                  </a:cubicBezTo>
                  <a:cubicBezTo>
                    <a:pt x="12604" y="7387"/>
                    <a:pt x="12447" y="7010"/>
                    <a:pt x="12180" y="6743"/>
                  </a:cubicBezTo>
                  <a:lnTo>
                    <a:pt x="9603" y="4181"/>
                  </a:lnTo>
                  <a:lnTo>
                    <a:pt x="14286" y="4181"/>
                  </a:lnTo>
                  <a:lnTo>
                    <a:pt x="142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19"/>
            <p:cNvSpPr/>
            <p:nvPr/>
          </p:nvSpPr>
          <p:spPr>
            <a:xfrm>
              <a:off x="5682670" y="4071588"/>
              <a:ext cx="22920" cy="22516"/>
            </a:xfrm>
            <a:custGeom>
              <a:avLst/>
              <a:gdLst/>
              <a:ahLst/>
              <a:cxnLst/>
              <a:rect l="l" t="t" r="r" b="b"/>
              <a:pathLst>
                <a:path w="850" h="835" extrusionOk="0">
                  <a:moveTo>
                    <a:pt x="1" y="1"/>
                  </a:moveTo>
                  <a:lnTo>
                    <a:pt x="1" y="834"/>
                  </a:lnTo>
                  <a:lnTo>
                    <a:pt x="850" y="834"/>
                  </a:lnTo>
                  <a:lnTo>
                    <a:pt x="85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19"/>
            <p:cNvSpPr/>
            <p:nvPr/>
          </p:nvSpPr>
          <p:spPr>
            <a:xfrm>
              <a:off x="5728000" y="4071588"/>
              <a:ext cx="22516" cy="22516"/>
            </a:xfrm>
            <a:custGeom>
              <a:avLst/>
              <a:gdLst/>
              <a:ahLst/>
              <a:cxnLst/>
              <a:rect l="l" t="t" r="r" b="b"/>
              <a:pathLst>
                <a:path w="835" h="835" extrusionOk="0">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19"/>
            <p:cNvSpPr/>
            <p:nvPr/>
          </p:nvSpPr>
          <p:spPr>
            <a:xfrm>
              <a:off x="5773358" y="4071588"/>
              <a:ext cx="22489" cy="22516"/>
            </a:xfrm>
            <a:custGeom>
              <a:avLst/>
              <a:gdLst/>
              <a:ahLst/>
              <a:cxnLst/>
              <a:rect l="l" t="t" r="r" b="b"/>
              <a:pathLst>
                <a:path w="834" h="835" extrusionOk="0">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19"/>
            <p:cNvSpPr/>
            <p:nvPr/>
          </p:nvSpPr>
          <p:spPr>
            <a:xfrm>
              <a:off x="5818688" y="4071588"/>
              <a:ext cx="22516" cy="22516"/>
            </a:xfrm>
            <a:custGeom>
              <a:avLst/>
              <a:gdLst/>
              <a:ahLst/>
              <a:cxnLst/>
              <a:rect l="l" t="t" r="r" b="b"/>
              <a:pathLst>
                <a:path w="835" h="835" extrusionOk="0">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19"/>
            <p:cNvSpPr/>
            <p:nvPr/>
          </p:nvSpPr>
          <p:spPr>
            <a:xfrm>
              <a:off x="5864045" y="4071588"/>
              <a:ext cx="22489" cy="22516"/>
            </a:xfrm>
            <a:custGeom>
              <a:avLst/>
              <a:gdLst/>
              <a:ahLst/>
              <a:cxnLst/>
              <a:rect l="l" t="t" r="r" b="b"/>
              <a:pathLst>
                <a:path w="834" h="835" extrusionOk="0">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19"/>
            <p:cNvSpPr/>
            <p:nvPr/>
          </p:nvSpPr>
          <p:spPr>
            <a:xfrm>
              <a:off x="5909375" y="4071588"/>
              <a:ext cx="22516" cy="22516"/>
            </a:xfrm>
            <a:custGeom>
              <a:avLst/>
              <a:gdLst/>
              <a:ahLst/>
              <a:cxnLst/>
              <a:rect l="l" t="t" r="r" b="b"/>
              <a:pathLst>
                <a:path w="835" h="835" extrusionOk="0">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19"/>
            <p:cNvSpPr/>
            <p:nvPr/>
          </p:nvSpPr>
          <p:spPr>
            <a:xfrm>
              <a:off x="5954732" y="4071588"/>
              <a:ext cx="22462" cy="22516"/>
            </a:xfrm>
            <a:custGeom>
              <a:avLst/>
              <a:gdLst/>
              <a:ahLst/>
              <a:cxnLst/>
              <a:rect l="l" t="t" r="r" b="b"/>
              <a:pathLst>
                <a:path w="833" h="835" extrusionOk="0">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7" name="Google Shape;2637;p119"/>
          <p:cNvGrpSpPr/>
          <p:nvPr/>
        </p:nvGrpSpPr>
        <p:grpSpPr>
          <a:xfrm>
            <a:off x="6454766" y="4026662"/>
            <a:ext cx="336496" cy="384791"/>
            <a:chOff x="6454766" y="4026662"/>
            <a:chExt cx="336496" cy="384791"/>
          </a:xfrm>
        </p:grpSpPr>
        <p:sp>
          <p:nvSpPr>
            <p:cNvPr id="2638" name="Google Shape;2638;p119"/>
            <p:cNvSpPr/>
            <p:nvPr/>
          </p:nvSpPr>
          <p:spPr>
            <a:xfrm>
              <a:off x="6454766" y="4026662"/>
              <a:ext cx="336496" cy="384791"/>
            </a:xfrm>
            <a:custGeom>
              <a:avLst/>
              <a:gdLst/>
              <a:ahLst/>
              <a:cxnLst/>
              <a:rect l="l" t="t" r="r" b="b"/>
              <a:pathLst>
                <a:path w="12479" h="14270" extrusionOk="0">
                  <a:moveTo>
                    <a:pt x="5453" y="834"/>
                  </a:moveTo>
                  <a:cubicBezTo>
                    <a:pt x="7999" y="834"/>
                    <a:pt x="10058" y="2892"/>
                    <a:pt x="10058" y="5438"/>
                  </a:cubicBezTo>
                  <a:lnTo>
                    <a:pt x="10058" y="5517"/>
                  </a:lnTo>
                  <a:lnTo>
                    <a:pt x="11284" y="8880"/>
                  </a:lnTo>
                  <a:lnTo>
                    <a:pt x="10058" y="8880"/>
                  </a:lnTo>
                  <a:lnTo>
                    <a:pt x="10058" y="10923"/>
                  </a:lnTo>
                  <a:lnTo>
                    <a:pt x="7544" y="10923"/>
                  </a:lnTo>
                  <a:lnTo>
                    <a:pt x="7544" y="13421"/>
                  </a:lnTo>
                  <a:lnTo>
                    <a:pt x="2515" y="13421"/>
                  </a:lnTo>
                  <a:lnTo>
                    <a:pt x="2515" y="9006"/>
                  </a:lnTo>
                  <a:lnTo>
                    <a:pt x="2373" y="8880"/>
                  </a:lnTo>
                  <a:cubicBezTo>
                    <a:pt x="1399" y="8015"/>
                    <a:pt x="833" y="6758"/>
                    <a:pt x="833" y="5438"/>
                  </a:cubicBezTo>
                  <a:cubicBezTo>
                    <a:pt x="833" y="2892"/>
                    <a:pt x="2908" y="834"/>
                    <a:pt x="5453" y="834"/>
                  </a:cubicBezTo>
                  <a:close/>
                  <a:moveTo>
                    <a:pt x="5453" y="1"/>
                  </a:moveTo>
                  <a:cubicBezTo>
                    <a:pt x="2452" y="1"/>
                    <a:pt x="1" y="2437"/>
                    <a:pt x="1" y="5438"/>
                  </a:cubicBezTo>
                  <a:cubicBezTo>
                    <a:pt x="1" y="6932"/>
                    <a:pt x="613" y="8346"/>
                    <a:pt x="1682" y="9383"/>
                  </a:cubicBezTo>
                  <a:lnTo>
                    <a:pt x="1682" y="14270"/>
                  </a:lnTo>
                  <a:lnTo>
                    <a:pt x="8393" y="14270"/>
                  </a:lnTo>
                  <a:lnTo>
                    <a:pt x="8393" y="11755"/>
                  </a:lnTo>
                  <a:lnTo>
                    <a:pt x="10907" y="11755"/>
                  </a:lnTo>
                  <a:lnTo>
                    <a:pt x="10907" y="9713"/>
                  </a:lnTo>
                  <a:lnTo>
                    <a:pt x="12478" y="9713"/>
                  </a:lnTo>
                  <a:lnTo>
                    <a:pt x="10907" y="5375"/>
                  </a:lnTo>
                  <a:cubicBezTo>
                    <a:pt x="10859" y="2406"/>
                    <a:pt x="8439" y="1"/>
                    <a:pt x="545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119"/>
            <p:cNvSpPr/>
            <p:nvPr/>
          </p:nvSpPr>
          <p:spPr>
            <a:xfrm>
              <a:off x="6511126" y="4083048"/>
              <a:ext cx="181394" cy="180962"/>
            </a:xfrm>
            <a:custGeom>
              <a:avLst/>
              <a:gdLst/>
              <a:ahLst/>
              <a:cxnLst/>
              <a:rect l="l" t="t" r="r" b="b"/>
              <a:pathLst>
                <a:path w="6727" h="6711" extrusionOk="0">
                  <a:moveTo>
                    <a:pt x="3788" y="864"/>
                  </a:moveTo>
                  <a:cubicBezTo>
                    <a:pt x="4840" y="1038"/>
                    <a:pt x="5674" y="1870"/>
                    <a:pt x="5846" y="2939"/>
                  </a:cubicBezTo>
                  <a:lnTo>
                    <a:pt x="3788" y="2939"/>
                  </a:lnTo>
                  <a:lnTo>
                    <a:pt x="3788" y="864"/>
                  </a:lnTo>
                  <a:close/>
                  <a:moveTo>
                    <a:pt x="2940" y="864"/>
                  </a:moveTo>
                  <a:lnTo>
                    <a:pt x="2940" y="3175"/>
                  </a:lnTo>
                  <a:lnTo>
                    <a:pt x="1305" y="4809"/>
                  </a:lnTo>
                  <a:cubicBezTo>
                    <a:pt x="1006" y="4401"/>
                    <a:pt x="834" y="3898"/>
                    <a:pt x="834" y="3347"/>
                  </a:cubicBezTo>
                  <a:cubicBezTo>
                    <a:pt x="834" y="2106"/>
                    <a:pt x="1745" y="1069"/>
                    <a:pt x="2940" y="864"/>
                  </a:cubicBezTo>
                  <a:close/>
                  <a:moveTo>
                    <a:pt x="5846" y="3772"/>
                  </a:moveTo>
                  <a:cubicBezTo>
                    <a:pt x="5658" y="4966"/>
                    <a:pt x="4605" y="5878"/>
                    <a:pt x="3363" y="5878"/>
                  </a:cubicBezTo>
                  <a:cubicBezTo>
                    <a:pt x="2814" y="5878"/>
                    <a:pt x="2311" y="5704"/>
                    <a:pt x="1902" y="5406"/>
                  </a:cubicBezTo>
                  <a:lnTo>
                    <a:pt x="3537" y="3772"/>
                  </a:lnTo>
                  <a:close/>
                  <a:moveTo>
                    <a:pt x="3363" y="1"/>
                  </a:moveTo>
                  <a:cubicBezTo>
                    <a:pt x="1509" y="1"/>
                    <a:pt x="0" y="1493"/>
                    <a:pt x="0" y="3347"/>
                  </a:cubicBezTo>
                  <a:cubicBezTo>
                    <a:pt x="0" y="5201"/>
                    <a:pt x="1509" y="6710"/>
                    <a:pt x="3363" y="6710"/>
                  </a:cubicBezTo>
                  <a:cubicBezTo>
                    <a:pt x="5218" y="6710"/>
                    <a:pt x="6726" y="5201"/>
                    <a:pt x="6726" y="3347"/>
                  </a:cubicBezTo>
                  <a:cubicBezTo>
                    <a:pt x="6726" y="1493"/>
                    <a:pt x="5218" y="1"/>
                    <a:pt x="336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 name="Google Shape;2640;p119"/>
          <p:cNvGrpSpPr/>
          <p:nvPr/>
        </p:nvGrpSpPr>
        <p:grpSpPr>
          <a:xfrm>
            <a:off x="7242530" y="4032595"/>
            <a:ext cx="372521" cy="372521"/>
            <a:chOff x="7242530" y="4032595"/>
            <a:chExt cx="372521" cy="372521"/>
          </a:xfrm>
        </p:grpSpPr>
        <p:sp>
          <p:nvSpPr>
            <p:cNvPr id="2641" name="Google Shape;2641;p119"/>
            <p:cNvSpPr/>
            <p:nvPr/>
          </p:nvSpPr>
          <p:spPr>
            <a:xfrm>
              <a:off x="7242530" y="4032595"/>
              <a:ext cx="372521" cy="372521"/>
            </a:xfrm>
            <a:custGeom>
              <a:avLst/>
              <a:gdLst/>
              <a:ahLst/>
              <a:cxnLst/>
              <a:rect l="l" t="t" r="r" b="b"/>
              <a:pathLst>
                <a:path w="13815" h="13815" extrusionOk="0">
                  <a:moveTo>
                    <a:pt x="6507" y="818"/>
                  </a:moveTo>
                  <a:lnTo>
                    <a:pt x="6507" y="1918"/>
                  </a:lnTo>
                  <a:lnTo>
                    <a:pt x="5689" y="2390"/>
                  </a:lnTo>
                  <a:lnTo>
                    <a:pt x="5689" y="818"/>
                  </a:lnTo>
                  <a:close/>
                  <a:moveTo>
                    <a:pt x="8126" y="818"/>
                  </a:moveTo>
                  <a:lnTo>
                    <a:pt x="8126" y="2390"/>
                  </a:lnTo>
                  <a:lnTo>
                    <a:pt x="7309" y="1918"/>
                  </a:lnTo>
                  <a:lnTo>
                    <a:pt x="7309" y="818"/>
                  </a:lnTo>
                  <a:close/>
                  <a:moveTo>
                    <a:pt x="4889" y="818"/>
                  </a:moveTo>
                  <a:lnTo>
                    <a:pt x="4889" y="2846"/>
                  </a:lnTo>
                  <a:lnTo>
                    <a:pt x="2735" y="4087"/>
                  </a:lnTo>
                  <a:lnTo>
                    <a:pt x="2735" y="4889"/>
                  </a:lnTo>
                  <a:lnTo>
                    <a:pt x="818" y="4889"/>
                  </a:lnTo>
                  <a:lnTo>
                    <a:pt x="818" y="818"/>
                  </a:lnTo>
                  <a:close/>
                  <a:moveTo>
                    <a:pt x="13012" y="818"/>
                  </a:moveTo>
                  <a:lnTo>
                    <a:pt x="13012" y="4889"/>
                  </a:lnTo>
                  <a:lnTo>
                    <a:pt x="11080" y="4889"/>
                  </a:lnTo>
                  <a:lnTo>
                    <a:pt x="11080" y="4087"/>
                  </a:lnTo>
                  <a:lnTo>
                    <a:pt x="8927" y="2846"/>
                  </a:lnTo>
                  <a:lnTo>
                    <a:pt x="8927" y="818"/>
                  </a:lnTo>
                  <a:close/>
                  <a:moveTo>
                    <a:pt x="2735" y="5690"/>
                  </a:moveTo>
                  <a:lnTo>
                    <a:pt x="2735" y="6507"/>
                  </a:lnTo>
                  <a:lnTo>
                    <a:pt x="818" y="6507"/>
                  </a:lnTo>
                  <a:lnTo>
                    <a:pt x="818" y="5690"/>
                  </a:lnTo>
                  <a:close/>
                  <a:moveTo>
                    <a:pt x="13012" y="5690"/>
                  </a:moveTo>
                  <a:lnTo>
                    <a:pt x="13012" y="6507"/>
                  </a:lnTo>
                  <a:lnTo>
                    <a:pt x="11080" y="6507"/>
                  </a:lnTo>
                  <a:lnTo>
                    <a:pt x="11080" y="5690"/>
                  </a:lnTo>
                  <a:close/>
                  <a:moveTo>
                    <a:pt x="2735" y="7309"/>
                  </a:moveTo>
                  <a:lnTo>
                    <a:pt x="2735" y="8126"/>
                  </a:lnTo>
                  <a:lnTo>
                    <a:pt x="818" y="8126"/>
                  </a:lnTo>
                  <a:lnTo>
                    <a:pt x="818" y="7309"/>
                  </a:lnTo>
                  <a:close/>
                  <a:moveTo>
                    <a:pt x="13012" y="7309"/>
                  </a:moveTo>
                  <a:lnTo>
                    <a:pt x="13012" y="8126"/>
                  </a:lnTo>
                  <a:lnTo>
                    <a:pt x="11080" y="8126"/>
                  </a:lnTo>
                  <a:lnTo>
                    <a:pt x="11080" y="7309"/>
                  </a:lnTo>
                  <a:close/>
                  <a:moveTo>
                    <a:pt x="6915" y="2610"/>
                  </a:moveTo>
                  <a:lnTo>
                    <a:pt x="10278" y="4558"/>
                  </a:lnTo>
                  <a:lnTo>
                    <a:pt x="10278" y="9257"/>
                  </a:lnTo>
                  <a:lnTo>
                    <a:pt x="6915" y="11206"/>
                  </a:lnTo>
                  <a:lnTo>
                    <a:pt x="3537" y="9257"/>
                  </a:lnTo>
                  <a:lnTo>
                    <a:pt x="3537" y="4558"/>
                  </a:lnTo>
                  <a:lnTo>
                    <a:pt x="6915" y="2610"/>
                  </a:lnTo>
                  <a:close/>
                  <a:moveTo>
                    <a:pt x="2735" y="8927"/>
                  </a:moveTo>
                  <a:lnTo>
                    <a:pt x="2735" y="9729"/>
                  </a:lnTo>
                  <a:lnTo>
                    <a:pt x="4889" y="10970"/>
                  </a:lnTo>
                  <a:lnTo>
                    <a:pt x="4889" y="13013"/>
                  </a:lnTo>
                  <a:lnTo>
                    <a:pt x="818" y="13013"/>
                  </a:lnTo>
                  <a:lnTo>
                    <a:pt x="818" y="8927"/>
                  </a:lnTo>
                  <a:close/>
                  <a:moveTo>
                    <a:pt x="5689" y="11441"/>
                  </a:moveTo>
                  <a:lnTo>
                    <a:pt x="6507" y="11897"/>
                  </a:lnTo>
                  <a:lnTo>
                    <a:pt x="6507" y="13013"/>
                  </a:lnTo>
                  <a:lnTo>
                    <a:pt x="5689" y="13013"/>
                  </a:lnTo>
                  <a:lnTo>
                    <a:pt x="5689" y="11441"/>
                  </a:lnTo>
                  <a:close/>
                  <a:moveTo>
                    <a:pt x="8126" y="11441"/>
                  </a:moveTo>
                  <a:lnTo>
                    <a:pt x="8126" y="13013"/>
                  </a:lnTo>
                  <a:lnTo>
                    <a:pt x="7309" y="13013"/>
                  </a:lnTo>
                  <a:lnTo>
                    <a:pt x="7309" y="11897"/>
                  </a:lnTo>
                  <a:lnTo>
                    <a:pt x="8126" y="11441"/>
                  </a:lnTo>
                  <a:close/>
                  <a:moveTo>
                    <a:pt x="13012" y="8927"/>
                  </a:moveTo>
                  <a:lnTo>
                    <a:pt x="13012" y="13013"/>
                  </a:lnTo>
                  <a:lnTo>
                    <a:pt x="8927" y="13013"/>
                  </a:lnTo>
                  <a:lnTo>
                    <a:pt x="8927" y="10970"/>
                  </a:lnTo>
                  <a:lnTo>
                    <a:pt x="11080" y="9729"/>
                  </a:lnTo>
                  <a:lnTo>
                    <a:pt x="11080" y="8927"/>
                  </a:lnTo>
                  <a:close/>
                  <a:moveTo>
                    <a:pt x="1" y="1"/>
                  </a:moveTo>
                  <a:lnTo>
                    <a:pt x="1" y="13815"/>
                  </a:lnTo>
                  <a:lnTo>
                    <a:pt x="13814" y="13815"/>
                  </a:lnTo>
                  <a:lnTo>
                    <a:pt x="1381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19"/>
            <p:cNvSpPr/>
            <p:nvPr/>
          </p:nvSpPr>
          <p:spPr>
            <a:xfrm>
              <a:off x="7374341" y="4175435"/>
              <a:ext cx="65282" cy="87313"/>
            </a:xfrm>
            <a:custGeom>
              <a:avLst/>
              <a:gdLst/>
              <a:ahLst/>
              <a:cxnLst/>
              <a:rect l="l" t="t" r="r" b="b"/>
              <a:pathLst>
                <a:path w="2421" h="3238" extrusionOk="0">
                  <a:moveTo>
                    <a:pt x="1619" y="801"/>
                  </a:moveTo>
                  <a:lnTo>
                    <a:pt x="1619" y="1618"/>
                  </a:lnTo>
                  <a:lnTo>
                    <a:pt x="801" y="1618"/>
                  </a:lnTo>
                  <a:lnTo>
                    <a:pt x="801" y="801"/>
                  </a:lnTo>
                  <a:close/>
                  <a:moveTo>
                    <a:pt x="1" y="0"/>
                  </a:moveTo>
                  <a:lnTo>
                    <a:pt x="1" y="3238"/>
                  </a:lnTo>
                  <a:lnTo>
                    <a:pt x="801" y="3238"/>
                  </a:lnTo>
                  <a:lnTo>
                    <a:pt x="801" y="2420"/>
                  </a:lnTo>
                  <a:lnTo>
                    <a:pt x="1619" y="2420"/>
                  </a:lnTo>
                  <a:lnTo>
                    <a:pt x="1619" y="3238"/>
                  </a:lnTo>
                  <a:lnTo>
                    <a:pt x="2421" y="3238"/>
                  </a:lnTo>
                  <a:lnTo>
                    <a:pt x="242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19"/>
            <p:cNvSpPr/>
            <p:nvPr/>
          </p:nvSpPr>
          <p:spPr>
            <a:xfrm>
              <a:off x="7461630" y="4175435"/>
              <a:ext cx="21626" cy="87313"/>
            </a:xfrm>
            <a:custGeom>
              <a:avLst/>
              <a:gdLst/>
              <a:ahLst/>
              <a:cxnLst/>
              <a:rect l="l" t="t" r="r" b="b"/>
              <a:pathLst>
                <a:path w="802" h="3238" extrusionOk="0">
                  <a:moveTo>
                    <a:pt x="1" y="0"/>
                  </a:moveTo>
                  <a:lnTo>
                    <a:pt x="1" y="3238"/>
                  </a:lnTo>
                  <a:lnTo>
                    <a:pt x="802" y="3238"/>
                  </a:lnTo>
                  <a:lnTo>
                    <a:pt x="80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4" name="Google Shape;2644;p119"/>
          <p:cNvGrpSpPr/>
          <p:nvPr/>
        </p:nvGrpSpPr>
        <p:grpSpPr>
          <a:xfrm>
            <a:off x="7242530" y="3444435"/>
            <a:ext cx="372521" cy="307239"/>
            <a:chOff x="7242530" y="3444435"/>
            <a:chExt cx="372521" cy="307239"/>
          </a:xfrm>
        </p:grpSpPr>
        <p:sp>
          <p:nvSpPr>
            <p:cNvPr id="2645" name="Google Shape;2645;p119"/>
            <p:cNvSpPr/>
            <p:nvPr/>
          </p:nvSpPr>
          <p:spPr>
            <a:xfrm>
              <a:off x="7417972" y="3685971"/>
              <a:ext cx="22057" cy="22057"/>
            </a:xfrm>
            <a:custGeom>
              <a:avLst/>
              <a:gdLst/>
              <a:ahLst/>
              <a:cxnLst/>
              <a:rect l="l" t="t" r="r" b="b"/>
              <a:pathLst>
                <a:path w="818" h="818" extrusionOk="0">
                  <a:moveTo>
                    <a:pt x="1" y="0"/>
                  </a:moveTo>
                  <a:lnTo>
                    <a:pt x="1" y="818"/>
                  </a:lnTo>
                  <a:lnTo>
                    <a:pt x="818" y="818"/>
                  </a:lnTo>
                  <a:lnTo>
                    <a:pt x="81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19"/>
            <p:cNvSpPr/>
            <p:nvPr/>
          </p:nvSpPr>
          <p:spPr>
            <a:xfrm>
              <a:off x="7242530" y="3444435"/>
              <a:ext cx="372521" cy="307239"/>
            </a:xfrm>
            <a:custGeom>
              <a:avLst/>
              <a:gdLst/>
              <a:ahLst/>
              <a:cxnLst/>
              <a:rect l="l" t="t" r="r" b="b"/>
              <a:pathLst>
                <a:path w="13815" h="11394" extrusionOk="0">
                  <a:moveTo>
                    <a:pt x="8157" y="802"/>
                  </a:moveTo>
                  <a:lnTo>
                    <a:pt x="8157" y="1619"/>
                  </a:lnTo>
                  <a:lnTo>
                    <a:pt x="5674" y="1619"/>
                  </a:lnTo>
                  <a:lnTo>
                    <a:pt x="5674" y="802"/>
                  </a:lnTo>
                  <a:close/>
                  <a:moveTo>
                    <a:pt x="9775" y="802"/>
                  </a:moveTo>
                  <a:lnTo>
                    <a:pt x="9775" y="10577"/>
                  </a:lnTo>
                  <a:lnTo>
                    <a:pt x="4055" y="10577"/>
                  </a:lnTo>
                  <a:lnTo>
                    <a:pt x="4055" y="802"/>
                  </a:lnTo>
                  <a:lnTo>
                    <a:pt x="4857" y="802"/>
                  </a:lnTo>
                  <a:lnTo>
                    <a:pt x="4857" y="2420"/>
                  </a:lnTo>
                  <a:lnTo>
                    <a:pt x="8974" y="2420"/>
                  </a:lnTo>
                  <a:lnTo>
                    <a:pt x="8974" y="802"/>
                  </a:lnTo>
                  <a:close/>
                  <a:moveTo>
                    <a:pt x="3238" y="0"/>
                  </a:moveTo>
                  <a:lnTo>
                    <a:pt x="3238" y="3662"/>
                  </a:lnTo>
                  <a:lnTo>
                    <a:pt x="818" y="3662"/>
                  </a:lnTo>
                  <a:lnTo>
                    <a:pt x="818" y="4479"/>
                  </a:lnTo>
                  <a:lnTo>
                    <a:pt x="3238" y="4479"/>
                  </a:lnTo>
                  <a:lnTo>
                    <a:pt x="3238" y="5297"/>
                  </a:lnTo>
                  <a:lnTo>
                    <a:pt x="1" y="5297"/>
                  </a:lnTo>
                  <a:lnTo>
                    <a:pt x="1" y="6097"/>
                  </a:lnTo>
                  <a:lnTo>
                    <a:pt x="3238" y="6097"/>
                  </a:lnTo>
                  <a:lnTo>
                    <a:pt x="3238" y="6915"/>
                  </a:lnTo>
                  <a:lnTo>
                    <a:pt x="818" y="6915"/>
                  </a:lnTo>
                  <a:lnTo>
                    <a:pt x="818" y="7717"/>
                  </a:lnTo>
                  <a:lnTo>
                    <a:pt x="3238" y="7717"/>
                  </a:lnTo>
                  <a:lnTo>
                    <a:pt x="3238" y="11394"/>
                  </a:lnTo>
                  <a:lnTo>
                    <a:pt x="10592" y="11394"/>
                  </a:lnTo>
                  <a:lnTo>
                    <a:pt x="10592" y="7717"/>
                  </a:lnTo>
                  <a:lnTo>
                    <a:pt x="12997" y="7717"/>
                  </a:lnTo>
                  <a:lnTo>
                    <a:pt x="12997" y="6915"/>
                  </a:lnTo>
                  <a:lnTo>
                    <a:pt x="10592" y="6915"/>
                  </a:lnTo>
                  <a:lnTo>
                    <a:pt x="10592" y="6097"/>
                  </a:lnTo>
                  <a:lnTo>
                    <a:pt x="13814" y="6097"/>
                  </a:lnTo>
                  <a:lnTo>
                    <a:pt x="13814" y="5297"/>
                  </a:lnTo>
                  <a:lnTo>
                    <a:pt x="10592" y="5297"/>
                  </a:lnTo>
                  <a:lnTo>
                    <a:pt x="10592" y="4479"/>
                  </a:lnTo>
                  <a:lnTo>
                    <a:pt x="12997" y="4479"/>
                  </a:lnTo>
                  <a:lnTo>
                    <a:pt x="12997" y="3662"/>
                  </a:lnTo>
                  <a:lnTo>
                    <a:pt x="10592" y="3662"/>
                  </a:lnTo>
                  <a:lnTo>
                    <a:pt x="1059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119"/>
            <p:cNvSpPr/>
            <p:nvPr/>
          </p:nvSpPr>
          <p:spPr>
            <a:xfrm>
              <a:off x="7373505" y="3533855"/>
              <a:ext cx="111042" cy="128407"/>
            </a:xfrm>
            <a:custGeom>
              <a:avLst/>
              <a:gdLst/>
              <a:ahLst/>
              <a:cxnLst/>
              <a:rect l="l" t="t" r="r" b="b"/>
              <a:pathLst>
                <a:path w="4118" h="4762" extrusionOk="0">
                  <a:moveTo>
                    <a:pt x="1650" y="881"/>
                  </a:moveTo>
                  <a:lnTo>
                    <a:pt x="1650" y="3881"/>
                  </a:lnTo>
                  <a:cubicBezTo>
                    <a:pt x="1163" y="3709"/>
                    <a:pt x="817" y="3253"/>
                    <a:pt x="817" y="2703"/>
                  </a:cubicBezTo>
                  <a:lnTo>
                    <a:pt x="817" y="2059"/>
                  </a:lnTo>
                  <a:cubicBezTo>
                    <a:pt x="817" y="1509"/>
                    <a:pt x="1163" y="1053"/>
                    <a:pt x="1650" y="881"/>
                  </a:cubicBezTo>
                  <a:close/>
                  <a:moveTo>
                    <a:pt x="2467" y="881"/>
                  </a:moveTo>
                  <a:cubicBezTo>
                    <a:pt x="2954" y="1053"/>
                    <a:pt x="3300" y="1509"/>
                    <a:pt x="3300" y="2059"/>
                  </a:cubicBezTo>
                  <a:lnTo>
                    <a:pt x="3300" y="2703"/>
                  </a:lnTo>
                  <a:cubicBezTo>
                    <a:pt x="3300" y="3253"/>
                    <a:pt x="2954" y="3709"/>
                    <a:pt x="2467" y="3881"/>
                  </a:cubicBezTo>
                  <a:lnTo>
                    <a:pt x="2467" y="881"/>
                  </a:lnTo>
                  <a:close/>
                  <a:moveTo>
                    <a:pt x="2058" y="1"/>
                  </a:moveTo>
                  <a:cubicBezTo>
                    <a:pt x="927" y="1"/>
                    <a:pt x="0" y="927"/>
                    <a:pt x="0" y="2059"/>
                  </a:cubicBezTo>
                  <a:lnTo>
                    <a:pt x="0" y="2703"/>
                  </a:lnTo>
                  <a:cubicBezTo>
                    <a:pt x="0" y="3835"/>
                    <a:pt x="927" y="4761"/>
                    <a:pt x="2058" y="4761"/>
                  </a:cubicBezTo>
                  <a:cubicBezTo>
                    <a:pt x="3190" y="4761"/>
                    <a:pt x="4117" y="3835"/>
                    <a:pt x="4117" y="2703"/>
                  </a:cubicBezTo>
                  <a:lnTo>
                    <a:pt x="4117" y="2059"/>
                  </a:lnTo>
                  <a:cubicBezTo>
                    <a:pt x="4117" y="927"/>
                    <a:pt x="3190" y="1"/>
                    <a:pt x="205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8" name="Google Shape;2648;p119"/>
          <p:cNvGrpSpPr/>
          <p:nvPr/>
        </p:nvGrpSpPr>
        <p:grpSpPr>
          <a:xfrm>
            <a:off x="6459432" y="3399509"/>
            <a:ext cx="327139" cy="397091"/>
            <a:chOff x="6459432" y="3399509"/>
            <a:chExt cx="327139" cy="397091"/>
          </a:xfrm>
        </p:grpSpPr>
        <p:sp>
          <p:nvSpPr>
            <p:cNvPr id="2649" name="Google Shape;2649;p119"/>
            <p:cNvSpPr/>
            <p:nvPr/>
          </p:nvSpPr>
          <p:spPr>
            <a:xfrm>
              <a:off x="6599710" y="3399509"/>
              <a:ext cx="23298" cy="23352"/>
            </a:xfrm>
            <a:custGeom>
              <a:avLst/>
              <a:gdLst/>
              <a:ahLst/>
              <a:cxnLst/>
              <a:rect l="l" t="t" r="r" b="b"/>
              <a:pathLst>
                <a:path w="864" h="866" extrusionOk="0">
                  <a:moveTo>
                    <a:pt x="0" y="0"/>
                  </a:moveTo>
                  <a:lnTo>
                    <a:pt x="0" y="865"/>
                  </a:lnTo>
                  <a:lnTo>
                    <a:pt x="864" y="865"/>
                  </a:lnTo>
                  <a:lnTo>
                    <a:pt x="86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119"/>
            <p:cNvSpPr/>
            <p:nvPr/>
          </p:nvSpPr>
          <p:spPr>
            <a:xfrm>
              <a:off x="6553085" y="3422835"/>
              <a:ext cx="23325" cy="23325"/>
            </a:xfrm>
            <a:custGeom>
              <a:avLst/>
              <a:gdLst/>
              <a:ahLst/>
              <a:cxnLst/>
              <a:rect l="l" t="t" r="r" b="b"/>
              <a:pathLst>
                <a:path w="865" h="865" extrusionOk="0">
                  <a:moveTo>
                    <a:pt x="1" y="0"/>
                  </a:moveTo>
                  <a:lnTo>
                    <a:pt x="1" y="864"/>
                  </a:lnTo>
                  <a:lnTo>
                    <a:pt x="864" y="864"/>
                  </a:lnTo>
                  <a:lnTo>
                    <a:pt x="86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19"/>
            <p:cNvSpPr/>
            <p:nvPr/>
          </p:nvSpPr>
          <p:spPr>
            <a:xfrm>
              <a:off x="6622982" y="3446134"/>
              <a:ext cx="23352" cy="22893"/>
            </a:xfrm>
            <a:custGeom>
              <a:avLst/>
              <a:gdLst/>
              <a:ahLst/>
              <a:cxnLst/>
              <a:rect l="l" t="t" r="r" b="b"/>
              <a:pathLst>
                <a:path w="866" h="849" extrusionOk="0">
                  <a:moveTo>
                    <a:pt x="1" y="0"/>
                  </a:moveTo>
                  <a:lnTo>
                    <a:pt x="1" y="849"/>
                  </a:lnTo>
                  <a:lnTo>
                    <a:pt x="866" y="849"/>
                  </a:lnTo>
                  <a:lnTo>
                    <a:pt x="86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19"/>
            <p:cNvSpPr/>
            <p:nvPr/>
          </p:nvSpPr>
          <p:spPr>
            <a:xfrm>
              <a:off x="6669606" y="3422835"/>
              <a:ext cx="23352" cy="23325"/>
            </a:xfrm>
            <a:custGeom>
              <a:avLst/>
              <a:gdLst/>
              <a:ahLst/>
              <a:cxnLst/>
              <a:rect l="l" t="t" r="r" b="b"/>
              <a:pathLst>
                <a:path w="866" h="865" extrusionOk="0">
                  <a:moveTo>
                    <a:pt x="1" y="0"/>
                  </a:moveTo>
                  <a:lnTo>
                    <a:pt x="1" y="864"/>
                  </a:lnTo>
                  <a:lnTo>
                    <a:pt x="866" y="864"/>
                  </a:lnTo>
                  <a:lnTo>
                    <a:pt x="86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19"/>
            <p:cNvSpPr/>
            <p:nvPr/>
          </p:nvSpPr>
          <p:spPr>
            <a:xfrm>
              <a:off x="6459432" y="3492327"/>
              <a:ext cx="327139" cy="304273"/>
            </a:xfrm>
            <a:custGeom>
              <a:avLst/>
              <a:gdLst/>
              <a:ahLst/>
              <a:cxnLst/>
              <a:rect l="l" t="t" r="r" b="b"/>
              <a:pathLst>
                <a:path w="12132" h="11284" extrusionOk="0">
                  <a:moveTo>
                    <a:pt x="8565" y="864"/>
                  </a:moveTo>
                  <a:lnTo>
                    <a:pt x="6711" y="2861"/>
                  </a:lnTo>
                  <a:lnTo>
                    <a:pt x="6711" y="6270"/>
                  </a:lnTo>
                  <a:lnTo>
                    <a:pt x="5422" y="5752"/>
                  </a:lnTo>
                  <a:lnTo>
                    <a:pt x="5422" y="2861"/>
                  </a:lnTo>
                  <a:lnTo>
                    <a:pt x="3568" y="864"/>
                  </a:lnTo>
                  <a:close/>
                  <a:moveTo>
                    <a:pt x="10403" y="3458"/>
                  </a:moveTo>
                  <a:lnTo>
                    <a:pt x="10403" y="8690"/>
                  </a:lnTo>
                  <a:lnTo>
                    <a:pt x="1714" y="8690"/>
                  </a:lnTo>
                  <a:lnTo>
                    <a:pt x="1714" y="3458"/>
                  </a:lnTo>
                  <a:lnTo>
                    <a:pt x="4557" y="3458"/>
                  </a:lnTo>
                  <a:lnTo>
                    <a:pt x="4557" y="6333"/>
                  </a:lnTo>
                  <a:lnTo>
                    <a:pt x="7575" y="7544"/>
                  </a:lnTo>
                  <a:lnTo>
                    <a:pt x="7575" y="3458"/>
                  </a:lnTo>
                  <a:close/>
                  <a:moveTo>
                    <a:pt x="11268" y="9555"/>
                  </a:moveTo>
                  <a:lnTo>
                    <a:pt x="11268" y="10419"/>
                  </a:lnTo>
                  <a:lnTo>
                    <a:pt x="865" y="10419"/>
                  </a:lnTo>
                  <a:lnTo>
                    <a:pt x="865" y="9555"/>
                  </a:lnTo>
                  <a:close/>
                  <a:moveTo>
                    <a:pt x="1588" y="1"/>
                  </a:moveTo>
                  <a:lnTo>
                    <a:pt x="3992" y="2593"/>
                  </a:lnTo>
                  <a:lnTo>
                    <a:pt x="865" y="2593"/>
                  </a:lnTo>
                  <a:lnTo>
                    <a:pt x="865" y="8690"/>
                  </a:lnTo>
                  <a:lnTo>
                    <a:pt x="0" y="8690"/>
                  </a:lnTo>
                  <a:lnTo>
                    <a:pt x="0" y="11284"/>
                  </a:lnTo>
                  <a:lnTo>
                    <a:pt x="12132" y="11284"/>
                  </a:lnTo>
                  <a:lnTo>
                    <a:pt x="12132" y="8690"/>
                  </a:lnTo>
                  <a:lnTo>
                    <a:pt x="11268" y="8690"/>
                  </a:lnTo>
                  <a:lnTo>
                    <a:pt x="11268" y="2593"/>
                  </a:lnTo>
                  <a:lnTo>
                    <a:pt x="8140" y="2593"/>
                  </a:lnTo>
                  <a:lnTo>
                    <a:pt x="1052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 name="Google Shape;2654;p119"/>
          <p:cNvGrpSpPr/>
          <p:nvPr/>
        </p:nvGrpSpPr>
        <p:grpSpPr>
          <a:xfrm>
            <a:off x="8026491" y="3399509"/>
            <a:ext cx="397491" cy="397090"/>
            <a:chOff x="8026491" y="3399509"/>
            <a:chExt cx="397491" cy="397090"/>
          </a:xfrm>
        </p:grpSpPr>
        <p:sp>
          <p:nvSpPr>
            <p:cNvPr id="2655" name="Google Shape;2655;p119"/>
            <p:cNvSpPr/>
            <p:nvPr/>
          </p:nvSpPr>
          <p:spPr>
            <a:xfrm>
              <a:off x="8026491" y="3486394"/>
              <a:ext cx="397491" cy="310205"/>
            </a:xfrm>
            <a:custGeom>
              <a:avLst/>
              <a:gdLst/>
              <a:ahLst/>
              <a:cxnLst/>
              <a:rect l="l" t="t" r="r" b="b"/>
              <a:pathLst>
                <a:path w="14741" h="11504" extrusionOk="0">
                  <a:moveTo>
                    <a:pt x="1306" y="864"/>
                  </a:moveTo>
                  <a:cubicBezTo>
                    <a:pt x="1541" y="864"/>
                    <a:pt x="1729" y="1053"/>
                    <a:pt x="1729" y="1289"/>
                  </a:cubicBezTo>
                  <a:lnTo>
                    <a:pt x="1729" y="4164"/>
                  </a:lnTo>
                  <a:cubicBezTo>
                    <a:pt x="1729" y="4510"/>
                    <a:pt x="1871" y="4841"/>
                    <a:pt x="2123" y="5076"/>
                  </a:cubicBezTo>
                  <a:lnTo>
                    <a:pt x="3851" y="6821"/>
                  </a:lnTo>
                  <a:lnTo>
                    <a:pt x="4464" y="6207"/>
                  </a:lnTo>
                  <a:lnTo>
                    <a:pt x="2720" y="4463"/>
                  </a:lnTo>
                  <a:cubicBezTo>
                    <a:pt x="2641" y="4384"/>
                    <a:pt x="2594" y="4275"/>
                    <a:pt x="2594" y="4164"/>
                  </a:cubicBezTo>
                  <a:cubicBezTo>
                    <a:pt x="2594" y="4055"/>
                    <a:pt x="2641" y="3944"/>
                    <a:pt x="2720" y="3866"/>
                  </a:cubicBezTo>
                  <a:cubicBezTo>
                    <a:pt x="2814" y="3772"/>
                    <a:pt x="2924" y="3741"/>
                    <a:pt x="3034" y="3741"/>
                  </a:cubicBezTo>
                  <a:cubicBezTo>
                    <a:pt x="3144" y="3741"/>
                    <a:pt x="3254" y="3772"/>
                    <a:pt x="3332" y="3866"/>
                  </a:cubicBezTo>
                  <a:lnTo>
                    <a:pt x="6947" y="7464"/>
                  </a:lnTo>
                  <a:lnTo>
                    <a:pt x="6947" y="10639"/>
                  </a:lnTo>
                  <a:lnTo>
                    <a:pt x="4166" y="10639"/>
                  </a:lnTo>
                  <a:lnTo>
                    <a:pt x="4166" y="9193"/>
                  </a:lnTo>
                  <a:lnTo>
                    <a:pt x="866" y="5453"/>
                  </a:lnTo>
                  <a:lnTo>
                    <a:pt x="866" y="1289"/>
                  </a:lnTo>
                  <a:cubicBezTo>
                    <a:pt x="866" y="1053"/>
                    <a:pt x="1069" y="864"/>
                    <a:pt x="1306" y="864"/>
                  </a:cubicBezTo>
                  <a:close/>
                  <a:moveTo>
                    <a:pt x="13437" y="864"/>
                  </a:moveTo>
                  <a:cubicBezTo>
                    <a:pt x="13689" y="864"/>
                    <a:pt x="13877" y="1053"/>
                    <a:pt x="13877" y="1289"/>
                  </a:cubicBezTo>
                  <a:lnTo>
                    <a:pt x="13877" y="5453"/>
                  </a:lnTo>
                  <a:lnTo>
                    <a:pt x="10577" y="9193"/>
                  </a:lnTo>
                  <a:lnTo>
                    <a:pt x="10577" y="10639"/>
                  </a:lnTo>
                  <a:lnTo>
                    <a:pt x="7811" y="10639"/>
                  </a:lnTo>
                  <a:lnTo>
                    <a:pt x="7811" y="7464"/>
                  </a:lnTo>
                  <a:lnTo>
                    <a:pt x="11409" y="3866"/>
                  </a:lnTo>
                  <a:cubicBezTo>
                    <a:pt x="11489" y="3772"/>
                    <a:pt x="11598" y="3741"/>
                    <a:pt x="11724" y="3741"/>
                  </a:cubicBezTo>
                  <a:cubicBezTo>
                    <a:pt x="11834" y="3741"/>
                    <a:pt x="11944" y="3772"/>
                    <a:pt x="12023" y="3866"/>
                  </a:cubicBezTo>
                  <a:cubicBezTo>
                    <a:pt x="12101" y="3944"/>
                    <a:pt x="12149" y="4055"/>
                    <a:pt x="12149" y="4164"/>
                  </a:cubicBezTo>
                  <a:cubicBezTo>
                    <a:pt x="12149" y="4275"/>
                    <a:pt x="12101" y="4384"/>
                    <a:pt x="12023" y="4463"/>
                  </a:cubicBezTo>
                  <a:lnTo>
                    <a:pt x="10278" y="6207"/>
                  </a:lnTo>
                  <a:lnTo>
                    <a:pt x="10891" y="6821"/>
                  </a:lnTo>
                  <a:lnTo>
                    <a:pt x="12635" y="5076"/>
                  </a:lnTo>
                  <a:cubicBezTo>
                    <a:pt x="12872" y="4841"/>
                    <a:pt x="13012" y="4510"/>
                    <a:pt x="13012" y="4164"/>
                  </a:cubicBezTo>
                  <a:lnTo>
                    <a:pt x="13012" y="1289"/>
                  </a:lnTo>
                  <a:cubicBezTo>
                    <a:pt x="13012" y="1053"/>
                    <a:pt x="13201" y="864"/>
                    <a:pt x="13437" y="864"/>
                  </a:cubicBezTo>
                  <a:close/>
                  <a:moveTo>
                    <a:pt x="1306" y="1"/>
                  </a:moveTo>
                  <a:cubicBezTo>
                    <a:pt x="583" y="1"/>
                    <a:pt x="1" y="581"/>
                    <a:pt x="1" y="1289"/>
                  </a:cubicBezTo>
                  <a:lnTo>
                    <a:pt x="1" y="5784"/>
                  </a:lnTo>
                  <a:lnTo>
                    <a:pt x="3301" y="9507"/>
                  </a:lnTo>
                  <a:lnTo>
                    <a:pt x="3301" y="11504"/>
                  </a:lnTo>
                  <a:lnTo>
                    <a:pt x="11441" y="11504"/>
                  </a:lnTo>
                  <a:lnTo>
                    <a:pt x="11441" y="9507"/>
                  </a:lnTo>
                  <a:lnTo>
                    <a:pt x="14741" y="5784"/>
                  </a:lnTo>
                  <a:lnTo>
                    <a:pt x="14741" y="1289"/>
                  </a:lnTo>
                  <a:cubicBezTo>
                    <a:pt x="14741" y="581"/>
                    <a:pt x="14160" y="1"/>
                    <a:pt x="13437" y="1"/>
                  </a:cubicBezTo>
                  <a:cubicBezTo>
                    <a:pt x="12729" y="1"/>
                    <a:pt x="12149" y="581"/>
                    <a:pt x="12149" y="1289"/>
                  </a:cubicBezTo>
                  <a:lnTo>
                    <a:pt x="12149" y="2939"/>
                  </a:lnTo>
                  <a:cubicBezTo>
                    <a:pt x="12007" y="2892"/>
                    <a:pt x="11866" y="2876"/>
                    <a:pt x="11724" y="2876"/>
                  </a:cubicBezTo>
                  <a:cubicBezTo>
                    <a:pt x="11363" y="2876"/>
                    <a:pt x="11049" y="3001"/>
                    <a:pt x="10797" y="3253"/>
                  </a:cubicBezTo>
                  <a:lnTo>
                    <a:pt x="7371" y="6679"/>
                  </a:lnTo>
                  <a:lnTo>
                    <a:pt x="3946" y="3253"/>
                  </a:lnTo>
                  <a:cubicBezTo>
                    <a:pt x="3709" y="3001"/>
                    <a:pt x="3380" y="2876"/>
                    <a:pt x="3034" y="2876"/>
                  </a:cubicBezTo>
                  <a:cubicBezTo>
                    <a:pt x="2877" y="2876"/>
                    <a:pt x="2735" y="2892"/>
                    <a:pt x="2594" y="2939"/>
                  </a:cubicBezTo>
                  <a:lnTo>
                    <a:pt x="2594" y="1289"/>
                  </a:lnTo>
                  <a:cubicBezTo>
                    <a:pt x="2594" y="581"/>
                    <a:pt x="2012" y="1"/>
                    <a:pt x="130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119"/>
            <p:cNvSpPr/>
            <p:nvPr/>
          </p:nvSpPr>
          <p:spPr>
            <a:xfrm>
              <a:off x="8131579" y="3399509"/>
              <a:ext cx="187784" cy="187757"/>
            </a:xfrm>
            <a:custGeom>
              <a:avLst/>
              <a:gdLst/>
              <a:ahLst/>
              <a:cxnLst/>
              <a:rect l="l" t="t" r="r" b="b"/>
              <a:pathLst>
                <a:path w="6964" h="6963" extrusionOk="0">
                  <a:moveTo>
                    <a:pt x="2186" y="1195"/>
                  </a:moveTo>
                  <a:lnTo>
                    <a:pt x="2186" y="1195"/>
                  </a:lnTo>
                  <a:cubicBezTo>
                    <a:pt x="1981" y="1729"/>
                    <a:pt x="1855" y="2374"/>
                    <a:pt x="1824" y="3049"/>
                  </a:cubicBezTo>
                  <a:lnTo>
                    <a:pt x="897" y="3049"/>
                  </a:lnTo>
                  <a:cubicBezTo>
                    <a:pt x="1023" y="2248"/>
                    <a:pt x="1509" y="1572"/>
                    <a:pt x="2186" y="1195"/>
                  </a:cubicBezTo>
                  <a:close/>
                  <a:moveTo>
                    <a:pt x="3474" y="865"/>
                  </a:moveTo>
                  <a:cubicBezTo>
                    <a:pt x="3694" y="865"/>
                    <a:pt x="4181" y="1620"/>
                    <a:pt x="4260" y="3049"/>
                  </a:cubicBezTo>
                  <a:lnTo>
                    <a:pt x="2689" y="3049"/>
                  </a:lnTo>
                  <a:cubicBezTo>
                    <a:pt x="2767" y="1620"/>
                    <a:pt x="3270" y="865"/>
                    <a:pt x="3474" y="865"/>
                  </a:cubicBezTo>
                  <a:close/>
                  <a:moveTo>
                    <a:pt x="4763" y="1195"/>
                  </a:moveTo>
                  <a:lnTo>
                    <a:pt x="4763" y="1195"/>
                  </a:lnTo>
                  <a:cubicBezTo>
                    <a:pt x="5438" y="1572"/>
                    <a:pt x="5926" y="2248"/>
                    <a:pt x="6067" y="3049"/>
                  </a:cubicBezTo>
                  <a:lnTo>
                    <a:pt x="5124" y="3049"/>
                  </a:lnTo>
                  <a:cubicBezTo>
                    <a:pt x="5092" y="2374"/>
                    <a:pt x="4967" y="1729"/>
                    <a:pt x="4763" y="1195"/>
                  </a:cubicBezTo>
                  <a:close/>
                  <a:moveTo>
                    <a:pt x="1824" y="3914"/>
                  </a:moveTo>
                  <a:cubicBezTo>
                    <a:pt x="1855" y="4574"/>
                    <a:pt x="1981" y="5234"/>
                    <a:pt x="2186" y="5752"/>
                  </a:cubicBezTo>
                  <a:cubicBezTo>
                    <a:pt x="1509" y="5375"/>
                    <a:pt x="1023" y="4700"/>
                    <a:pt x="897" y="3914"/>
                  </a:cubicBezTo>
                  <a:close/>
                  <a:moveTo>
                    <a:pt x="6067" y="3914"/>
                  </a:moveTo>
                  <a:cubicBezTo>
                    <a:pt x="5926" y="4700"/>
                    <a:pt x="5438" y="5375"/>
                    <a:pt x="4763" y="5752"/>
                  </a:cubicBezTo>
                  <a:cubicBezTo>
                    <a:pt x="4967" y="5234"/>
                    <a:pt x="5092" y="4574"/>
                    <a:pt x="5124" y="3914"/>
                  </a:cubicBezTo>
                  <a:close/>
                  <a:moveTo>
                    <a:pt x="4260" y="3914"/>
                  </a:moveTo>
                  <a:cubicBezTo>
                    <a:pt x="4181" y="5328"/>
                    <a:pt x="3694" y="6098"/>
                    <a:pt x="3474" y="6098"/>
                  </a:cubicBezTo>
                  <a:cubicBezTo>
                    <a:pt x="3270" y="6098"/>
                    <a:pt x="2767" y="5328"/>
                    <a:pt x="2689" y="3914"/>
                  </a:cubicBezTo>
                  <a:close/>
                  <a:moveTo>
                    <a:pt x="3474" y="0"/>
                  </a:moveTo>
                  <a:cubicBezTo>
                    <a:pt x="1557" y="0"/>
                    <a:pt x="1" y="1557"/>
                    <a:pt x="1" y="3474"/>
                  </a:cubicBezTo>
                  <a:cubicBezTo>
                    <a:pt x="1" y="5391"/>
                    <a:pt x="1557" y="6963"/>
                    <a:pt x="3474" y="6963"/>
                  </a:cubicBezTo>
                  <a:cubicBezTo>
                    <a:pt x="5392" y="6963"/>
                    <a:pt x="6963" y="5391"/>
                    <a:pt x="6963" y="3474"/>
                  </a:cubicBezTo>
                  <a:cubicBezTo>
                    <a:pt x="6963" y="1557"/>
                    <a:pt x="5392" y="0"/>
                    <a:pt x="347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7" name="Google Shape;2657;p119"/>
          <p:cNvGrpSpPr/>
          <p:nvPr/>
        </p:nvGrpSpPr>
        <p:grpSpPr>
          <a:xfrm>
            <a:off x="7242530" y="2807089"/>
            <a:ext cx="372521" cy="372521"/>
            <a:chOff x="7242530" y="2807089"/>
            <a:chExt cx="372521" cy="372521"/>
          </a:xfrm>
        </p:grpSpPr>
        <p:sp>
          <p:nvSpPr>
            <p:cNvPr id="2658" name="Google Shape;2658;p119"/>
            <p:cNvSpPr/>
            <p:nvPr/>
          </p:nvSpPr>
          <p:spPr>
            <a:xfrm>
              <a:off x="7242530" y="2807089"/>
              <a:ext cx="372521" cy="372521"/>
            </a:xfrm>
            <a:custGeom>
              <a:avLst/>
              <a:gdLst/>
              <a:ahLst/>
              <a:cxnLst/>
              <a:rect l="l" t="t" r="r" b="b"/>
              <a:pathLst>
                <a:path w="13815" h="13815" extrusionOk="0">
                  <a:moveTo>
                    <a:pt x="10986" y="803"/>
                  </a:moveTo>
                  <a:lnTo>
                    <a:pt x="10986" y="5721"/>
                  </a:lnTo>
                  <a:lnTo>
                    <a:pt x="2846" y="5721"/>
                  </a:lnTo>
                  <a:lnTo>
                    <a:pt x="2846" y="803"/>
                  </a:lnTo>
                  <a:close/>
                  <a:moveTo>
                    <a:pt x="11787" y="6523"/>
                  </a:moveTo>
                  <a:lnTo>
                    <a:pt x="11787" y="7340"/>
                  </a:lnTo>
                  <a:lnTo>
                    <a:pt x="2029" y="7340"/>
                  </a:lnTo>
                  <a:lnTo>
                    <a:pt x="2029" y="6523"/>
                  </a:lnTo>
                  <a:close/>
                  <a:moveTo>
                    <a:pt x="1620" y="11378"/>
                  </a:moveTo>
                  <a:cubicBezTo>
                    <a:pt x="2075" y="11378"/>
                    <a:pt x="2437" y="11740"/>
                    <a:pt x="2437" y="12195"/>
                  </a:cubicBezTo>
                  <a:cubicBezTo>
                    <a:pt x="2437" y="12635"/>
                    <a:pt x="2075" y="12997"/>
                    <a:pt x="1620" y="12997"/>
                  </a:cubicBezTo>
                  <a:cubicBezTo>
                    <a:pt x="1180" y="12997"/>
                    <a:pt x="818" y="12635"/>
                    <a:pt x="818" y="12195"/>
                  </a:cubicBezTo>
                  <a:cubicBezTo>
                    <a:pt x="818" y="11740"/>
                    <a:pt x="1180" y="11378"/>
                    <a:pt x="1620" y="11378"/>
                  </a:cubicBezTo>
                  <a:close/>
                  <a:moveTo>
                    <a:pt x="6915" y="11378"/>
                  </a:moveTo>
                  <a:cubicBezTo>
                    <a:pt x="7355" y="11378"/>
                    <a:pt x="7717" y="11740"/>
                    <a:pt x="7717" y="12195"/>
                  </a:cubicBezTo>
                  <a:cubicBezTo>
                    <a:pt x="7717" y="12635"/>
                    <a:pt x="7355" y="12997"/>
                    <a:pt x="6915" y="12997"/>
                  </a:cubicBezTo>
                  <a:cubicBezTo>
                    <a:pt x="6460" y="12997"/>
                    <a:pt x="6098" y="12635"/>
                    <a:pt x="6098" y="12195"/>
                  </a:cubicBezTo>
                  <a:cubicBezTo>
                    <a:pt x="6098" y="11740"/>
                    <a:pt x="6460" y="11378"/>
                    <a:pt x="6915" y="11378"/>
                  </a:cubicBezTo>
                  <a:close/>
                  <a:moveTo>
                    <a:pt x="12195" y="11378"/>
                  </a:moveTo>
                  <a:cubicBezTo>
                    <a:pt x="12635" y="11378"/>
                    <a:pt x="12997" y="11740"/>
                    <a:pt x="12997" y="12195"/>
                  </a:cubicBezTo>
                  <a:cubicBezTo>
                    <a:pt x="12997" y="12635"/>
                    <a:pt x="12635" y="12997"/>
                    <a:pt x="12195" y="12997"/>
                  </a:cubicBezTo>
                  <a:cubicBezTo>
                    <a:pt x="11755" y="12997"/>
                    <a:pt x="11394" y="12635"/>
                    <a:pt x="11394" y="12195"/>
                  </a:cubicBezTo>
                  <a:cubicBezTo>
                    <a:pt x="11394" y="11740"/>
                    <a:pt x="11755" y="11378"/>
                    <a:pt x="12195" y="11378"/>
                  </a:cubicBezTo>
                  <a:close/>
                  <a:moveTo>
                    <a:pt x="2029" y="1"/>
                  </a:moveTo>
                  <a:lnTo>
                    <a:pt x="2029" y="5721"/>
                  </a:lnTo>
                  <a:lnTo>
                    <a:pt x="1226" y="5721"/>
                  </a:lnTo>
                  <a:lnTo>
                    <a:pt x="1226" y="8141"/>
                  </a:lnTo>
                  <a:lnTo>
                    <a:pt x="6507" y="8141"/>
                  </a:lnTo>
                  <a:lnTo>
                    <a:pt x="6507" y="10624"/>
                  </a:lnTo>
                  <a:cubicBezTo>
                    <a:pt x="5941" y="10766"/>
                    <a:pt x="5486" y="11221"/>
                    <a:pt x="5344" y="11786"/>
                  </a:cubicBezTo>
                  <a:lnTo>
                    <a:pt x="3191" y="11786"/>
                  </a:lnTo>
                  <a:cubicBezTo>
                    <a:pt x="3018" y="11095"/>
                    <a:pt x="2374" y="10577"/>
                    <a:pt x="1620" y="10577"/>
                  </a:cubicBezTo>
                  <a:cubicBezTo>
                    <a:pt x="740" y="10577"/>
                    <a:pt x="1" y="11300"/>
                    <a:pt x="1" y="12195"/>
                  </a:cubicBezTo>
                  <a:cubicBezTo>
                    <a:pt x="1" y="13075"/>
                    <a:pt x="740" y="13814"/>
                    <a:pt x="1620" y="13814"/>
                  </a:cubicBezTo>
                  <a:cubicBezTo>
                    <a:pt x="2374" y="13814"/>
                    <a:pt x="3018" y="13295"/>
                    <a:pt x="3191" y="12589"/>
                  </a:cubicBezTo>
                  <a:lnTo>
                    <a:pt x="5344" y="12589"/>
                  </a:lnTo>
                  <a:cubicBezTo>
                    <a:pt x="5517" y="13295"/>
                    <a:pt x="6161" y="13814"/>
                    <a:pt x="6915" y="13814"/>
                  </a:cubicBezTo>
                  <a:cubicBezTo>
                    <a:pt x="7669" y="13814"/>
                    <a:pt x="8298" y="13295"/>
                    <a:pt x="8471" y="12589"/>
                  </a:cubicBezTo>
                  <a:lnTo>
                    <a:pt x="10624" y="12589"/>
                  </a:lnTo>
                  <a:cubicBezTo>
                    <a:pt x="10812" y="13295"/>
                    <a:pt x="11441" y="13814"/>
                    <a:pt x="12195" y="13814"/>
                  </a:cubicBezTo>
                  <a:cubicBezTo>
                    <a:pt x="13092" y="13814"/>
                    <a:pt x="13814" y="13075"/>
                    <a:pt x="13814" y="12195"/>
                  </a:cubicBezTo>
                  <a:cubicBezTo>
                    <a:pt x="13814" y="11300"/>
                    <a:pt x="13092" y="10577"/>
                    <a:pt x="12195" y="10577"/>
                  </a:cubicBezTo>
                  <a:cubicBezTo>
                    <a:pt x="11441" y="10577"/>
                    <a:pt x="10812" y="11095"/>
                    <a:pt x="10624" y="11786"/>
                  </a:cubicBezTo>
                  <a:lnTo>
                    <a:pt x="8471" y="11786"/>
                  </a:lnTo>
                  <a:cubicBezTo>
                    <a:pt x="8329" y="11221"/>
                    <a:pt x="7889" y="10766"/>
                    <a:pt x="7309" y="10624"/>
                  </a:cubicBezTo>
                  <a:lnTo>
                    <a:pt x="7309" y="8141"/>
                  </a:lnTo>
                  <a:lnTo>
                    <a:pt x="12604" y="8141"/>
                  </a:lnTo>
                  <a:lnTo>
                    <a:pt x="12604" y="5721"/>
                  </a:lnTo>
                  <a:lnTo>
                    <a:pt x="11787" y="5721"/>
                  </a:lnTo>
                  <a:lnTo>
                    <a:pt x="1178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119"/>
            <p:cNvSpPr/>
            <p:nvPr/>
          </p:nvSpPr>
          <p:spPr>
            <a:xfrm>
              <a:off x="7374341" y="2850747"/>
              <a:ext cx="65282" cy="87313"/>
            </a:xfrm>
            <a:custGeom>
              <a:avLst/>
              <a:gdLst/>
              <a:ahLst/>
              <a:cxnLst/>
              <a:rect l="l" t="t" r="r" b="b"/>
              <a:pathLst>
                <a:path w="2421" h="3238" extrusionOk="0">
                  <a:moveTo>
                    <a:pt x="1619" y="802"/>
                  </a:moveTo>
                  <a:lnTo>
                    <a:pt x="1619" y="1619"/>
                  </a:lnTo>
                  <a:lnTo>
                    <a:pt x="801" y="1619"/>
                  </a:lnTo>
                  <a:lnTo>
                    <a:pt x="801" y="802"/>
                  </a:lnTo>
                  <a:close/>
                  <a:moveTo>
                    <a:pt x="1" y="1"/>
                  </a:moveTo>
                  <a:lnTo>
                    <a:pt x="1" y="3238"/>
                  </a:lnTo>
                  <a:lnTo>
                    <a:pt x="801" y="3238"/>
                  </a:lnTo>
                  <a:lnTo>
                    <a:pt x="801" y="2421"/>
                  </a:lnTo>
                  <a:lnTo>
                    <a:pt x="1619" y="2421"/>
                  </a:lnTo>
                  <a:lnTo>
                    <a:pt x="1619" y="3238"/>
                  </a:lnTo>
                  <a:lnTo>
                    <a:pt x="2421" y="3238"/>
                  </a:lnTo>
                  <a:lnTo>
                    <a:pt x="242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19"/>
            <p:cNvSpPr/>
            <p:nvPr/>
          </p:nvSpPr>
          <p:spPr>
            <a:xfrm>
              <a:off x="7461630" y="2850747"/>
              <a:ext cx="21626" cy="87313"/>
            </a:xfrm>
            <a:custGeom>
              <a:avLst/>
              <a:gdLst/>
              <a:ahLst/>
              <a:cxnLst/>
              <a:rect l="l" t="t" r="r" b="b"/>
              <a:pathLst>
                <a:path w="802" h="3238" extrusionOk="0">
                  <a:moveTo>
                    <a:pt x="1" y="1"/>
                  </a:moveTo>
                  <a:lnTo>
                    <a:pt x="1" y="3238"/>
                  </a:lnTo>
                  <a:lnTo>
                    <a:pt x="802" y="3238"/>
                  </a:lnTo>
                  <a:lnTo>
                    <a:pt x="802"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1" name="Google Shape;2661;p119"/>
          <p:cNvGrpSpPr/>
          <p:nvPr/>
        </p:nvGrpSpPr>
        <p:grpSpPr>
          <a:xfrm>
            <a:off x="6430605" y="2800752"/>
            <a:ext cx="384791" cy="384791"/>
            <a:chOff x="6430605" y="2800752"/>
            <a:chExt cx="384791" cy="384791"/>
          </a:xfrm>
        </p:grpSpPr>
        <p:sp>
          <p:nvSpPr>
            <p:cNvPr id="2662" name="Google Shape;2662;p119"/>
            <p:cNvSpPr/>
            <p:nvPr/>
          </p:nvSpPr>
          <p:spPr>
            <a:xfrm>
              <a:off x="6537822" y="2907942"/>
              <a:ext cx="170392" cy="170823"/>
            </a:xfrm>
            <a:custGeom>
              <a:avLst/>
              <a:gdLst/>
              <a:ahLst/>
              <a:cxnLst/>
              <a:rect l="l" t="t" r="r" b="b"/>
              <a:pathLst>
                <a:path w="6319" h="6335" extrusionOk="0">
                  <a:moveTo>
                    <a:pt x="3159" y="1666"/>
                  </a:moveTo>
                  <a:cubicBezTo>
                    <a:pt x="3976" y="1666"/>
                    <a:pt x="4653" y="2343"/>
                    <a:pt x="4653" y="3160"/>
                  </a:cubicBezTo>
                  <a:cubicBezTo>
                    <a:pt x="4653" y="3992"/>
                    <a:pt x="3976" y="4652"/>
                    <a:pt x="3159" y="4652"/>
                  </a:cubicBezTo>
                  <a:cubicBezTo>
                    <a:pt x="2342" y="4652"/>
                    <a:pt x="1667" y="3992"/>
                    <a:pt x="1667" y="3160"/>
                  </a:cubicBezTo>
                  <a:cubicBezTo>
                    <a:pt x="1667" y="2343"/>
                    <a:pt x="2342" y="1666"/>
                    <a:pt x="3159" y="1666"/>
                  </a:cubicBezTo>
                  <a:close/>
                  <a:moveTo>
                    <a:pt x="2735" y="1"/>
                  </a:moveTo>
                  <a:lnTo>
                    <a:pt x="2735" y="881"/>
                  </a:lnTo>
                  <a:cubicBezTo>
                    <a:pt x="2405" y="928"/>
                    <a:pt x="2107" y="1069"/>
                    <a:pt x="1839" y="1258"/>
                  </a:cubicBezTo>
                  <a:lnTo>
                    <a:pt x="1210" y="629"/>
                  </a:lnTo>
                  <a:lnTo>
                    <a:pt x="630" y="1226"/>
                  </a:lnTo>
                  <a:lnTo>
                    <a:pt x="1242" y="1840"/>
                  </a:lnTo>
                  <a:cubicBezTo>
                    <a:pt x="1053" y="2106"/>
                    <a:pt x="928" y="2421"/>
                    <a:pt x="865" y="2751"/>
                  </a:cubicBezTo>
                  <a:lnTo>
                    <a:pt x="1" y="2751"/>
                  </a:lnTo>
                  <a:lnTo>
                    <a:pt x="1" y="3584"/>
                  </a:lnTo>
                  <a:lnTo>
                    <a:pt x="865" y="3584"/>
                  </a:lnTo>
                  <a:cubicBezTo>
                    <a:pt x="928" y="3914"/>
                    <a:pt x="1053" y="4212"/>
                    <a:pt x="1242" y="4480"/>
                  </a:cubicBezTo>
                  <a:lnTo>
                    <a:pt x="630" y="5108"/>
                  </a:lnTo>
                  <a:lnTo>
                    <a:pt x="1210" y="5689"/>
                  </a:lnTo>
                  <a:lnTo>
                    <a:pt x="1839" y="5077"/>
                  </a:lnTo>
                  <a:cubicBezTo>
                    <a:pt x="2107" y="5266"/>
                    <a:pt x="2405" y="5391"/>
                    <a:pt x="2735" y="5454"/>
                  </a:cubicBezTo>
                  <a:lnTo>
                    <a:pt x="2735" y="6334"/>
                  </a:lnTo>
                  <a:lnTo>
                    <a:pt x="3584" y="6334"/>
                  </a:lnTo>
                  <a:lnTo>
                    <a:pt x="3584" y="5454"/>
                  </a:lnTo>
                  <a:cubicBezTo>
                    <a:pt x="3913" y="5391"/>
                    <a:pt x="4212" y="5266"/>
                    <a:pt x="4479" y="5077"/>
                  </a:cubicBezTo>
                  <a:lnTo>
                    <a:pt x="5093" y="5689"/>
                  </a:lnTo>
                  <a:lnTo>
                    <a:pt x="5690" y="5108"/>
                  </a:lnTo>
                  <a:lnTo>
                    <a:pt x="5076" y="4480"/>
                  </a:lnTo>
                  <a:cubicBezTo>
                    <a:pt x="5250" y="4212"/>
                    <a:pt x="5390" y="3914"/>
                    <a:pt x="5453" y="3584"/>
                  </a:cubicBezTo>
                  <a:lnTo>
                    <a:pt x="6318" y="3584"/>
                  </a:lnTo>
                  <a:lnTo>
                    <a:pt x="6318" y="2751"/>
                  </a:lnTo>
                  <a:lnTo>
                    <a:pt x="5453" y="2751"/>
                  </a:lnTo>
                  <a:cubicBezTo>
                    <a:pt x="5390" y="2421"/>
                    <a:pt x="5250" y="2106"/>
                    <a:pt x="5076" y="1840"/>
                  </a:cubicBezTo>
                  <a:lnTo>
                    <a:pt x="5690" y="1226"/>
                  </a:lnTo>
                  <a:lnTo>
                    <a:pt x="5093" y="629"/>
                  </a:lnTo>
                  <a:lnTo>
                    <a:pt x="4479" y="1258"/>
                  </a:lnTo>
                  <a:cubicBezTo>
                    <a:pt x="4212" y="1069"/>
                    <a:pt x="3913" y="928"/>
                    <a:pt x="3584" y="881"/>
                  </a:cubicBezTo>
                  <a:lnTo>
                    <a:pt x="358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19"/>
            <p:cNvSpPr/>
            <p:nvPr/>
          </p:nvSpPr>
          <p:spPr>
            <a:xfrm>
              <a:off x="6430605" y="2800752"/>
              <a:ext cx="384791" cy="384791"/>
            </a:xfrm>
            <a:custGeom>
              <a:avLst/>
              <a:gdLst/>
              <a:ahLst/>
              <a:cxnLst/>
              <a:rect l="l" t="t" r="r" b="b"/>
              <a:pathLst>
                <a:path w="14270" h="14270" extrusionOk="0">
                  <a:moveTo>
                    <a:pt x="5046" y="833"/>
                  </a:moveTo>
                  <a:lnTo>
                    <a:pt x="5046" y="2310"/>
                  </a:lnTo>
                  <a:lnTo>
                    <a:pt x="2295" y="2310"/>
                  </a:lnTo>
                  <a:lnTo>
                    <a:pt x="2295" y="5044"/>
                  </a:lnTo>
                  <a:lnTo>
                    <a:pt x="834" y="5044"/>
                  </a:lnTo>
                  <a:lnTo>
                    <a:pt x="834" y="833"/>
                  </a:lnTo>
                  <a:close/>
                  <a:moveTo>
                    <a:pt x="13437" y="833"/>
                  </a:moveTo>
                  <a:lnTo>
                    <a:pt x="13437" y="5044"/>
                  </a:lnTo>
                  <a:lnTo>
                    <a:pt x="11975" y="5044"/>
                  </a:lnTo>
                  <a:lnTo>
                    <a:pt x="11975" y="2310"/>
                  </a:lnTo>
                  <a:lnTo>
                    <a:pt x="9226" y="2310"/>
                  </a:lnTo>
                  <a:lnTo>
                    <a:pt x="9226" y="833"/>
                  </a:lnTo>
                  <a:close/>
                  <a:moveTo>
                    <a:pt x="11126" y="3143"/>
                  </a:moveTo>
                  <a:lnTo>
                    <a:pt x="11126" y="11141"/>
                  </a:lnTo>
                  <a:lnTo>
                    <a:pt x="3128" y="11141"/>
                  </a:lnTo>
                  <a:lnTo>
                    <a:pt x="3128" y="3143"/>
                  </a:lnTo>
                  <a:close/>
                  <a:moveTo>
                    <a:pt x="2295" y="9224"/>
                  </a:moveTo>
                  <a:lnTo>
                    <a:pt x="2295" y="11975"/>
                  </a:lnTo>
                  <a:lnTo>
                    <a:pt x="5046" y="11975"/>
                  </a:lnTo>
                  <a:lnTo>
                    <a:pt x="5046" y="13436"/>
                  </a:lnTo>
                  <a:lnTo>
                    <a:pt x="834" y="13436"/>
                  </a:lnTo>
                  <a:lnTo>
                    <a:pt x="834" y="9224"/>
                  </a:lnTo>
                  <a:close/>
                  <a:moveTo>
                    <a:pt x="13437" y="9224"/>
                  </a:moveTo>
                  <a:lnTo>
                    <a:pt x="13437" y="13436"/>
                  </a:lnTo>
                  <a:lnTo>
                    <a:pt x="9226" y="13436"/>
                  </a:lnTo>
                  <a:lnTo>
                    <a:pt x="9226" y="11975"/>
                  </a:lnTo>
                  <a:lnTo>
                    <a:pt x="11975" y="11975"/>
                  </a:lnTo>
                  <a:lnTo>
                    <a:pt x="11975" y="9224"/>
                  </a:lnTo>
                  <a:close/>
                  <a:moveTo>
                    <a:pt x="1" y="0"/>
                  </a:moveTo>
                  <a:lnTo>
                    <a:pt x="1" y="5878"/>
                  </a:lnTo>
                  <a:lnTo>
                    <a:pt x="2295" y="5878"/>
                  </a:lnTo>
                  <a:lnTo>
                    <a:pt x="2295" y="8392"/>
                  </a:lnTo>
                  <a:lnTo>
                    <a:pt x="1" y="8392"/>
                  </a:lnTo>
                  <a:lnTo>
                    <a:pt x="1" y="14269"/>
                  </a:lnTo>
                  <a:lnTo>
                    <a:pt x="5878" y="14269"/>
                  </a:lnTo>
                  <a:lnTo>
                    <a:pt x="5878" y="11975"/>
                  </a:lnTo>
                  <a:lnTo>
                    <a:pt x="8392" y="11975"/>
                  </a:lnTo>
                  <a:lnTo>
                    <a:pt x="8392" y="14269"/>
                  </a:lnTo>
                  <a:lnTo>
                    <a:pt x="14269" y="14269"/>
                  </a:lnTo>
                  <a:lnTo>
                    <a:pt x="14269" y="8392"/>
                  </a:lnTo>
                  <a:lnTo>
                    <a:pt x="11975" y="8392"/>
                  </a:lnTo>
                  <a:lnTo>
                    <a:pt x="11975" y="5878"/>
                  </a:lnTo>
                  <a:lnTo>
                    <a:pt x="14269" y="5878"/>
                  </a:lnTo>
                  <a:lnTo>
                    <a:pt x="14269" y="0"/>
                  </a:lnTo>
                  <a:lnTo>
                    <a:pt x="8392" y="0"/>
                  </a:lnTo>
                  <a:lnTo>
                    <a:pt x="8392" y="2310"/>
                  </a:lnTo>
                  <a:lnTo>
                    <a:pt x="5878" y="2310"/>
                  </a:lnTo>
                  <a:lnTo>
                    <a:pt x="587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 name="Google Shape;2664;p119"/>
          <p:cNvGrpSpPr/>
          <p:nvPr/>
        </p:nvGrpSpPr>
        <p:grpSpPr>
          <a:xfrm>
            <a:off x="6465796" y="2189239"/>
            <a:ext cx="314439" cy="359821"/>
            <a:chOff x="6465796" y="2189239"/>
            <a:chExt cx="314439" cy="359821"/>
          </a:xfrm>
        </p:grpSpPr>
        <p:sp>
          <p:nvSpPr>
            <p:cNvPr id="2665" name="Google Shape;2665;p119"/>
            <p:cNvSpPr/>
            <p:nvPr/>
          </p:nvSpPr>
          <p:spPr>
            <a:xfrm>
              <a:off x="6465796" y="2189239"/>
              <a:ext cx="314439" cy="359821"/>
            </a:xfrm>
            <a:custGeom>
              <a:avLst/>
              <a:gdLst/>
              <a:ahLst/>
              <a:cxnLst/>
              <a:rect l="l" t="t" r="r" b="b"/>
              <a:pathLst>
                <a:path w="11661" h="13344" extrusionOk="0">
                  <a:moveTo>
                    <a:pt x="5092" y="771"/>
                  </a:moveTo>
                  <a:cubicBezTo>
                    <a:pt x="7481" y="771"/>
                    <a:pt x="9413" y="2720"/>
                    <a:pt x="9413" y="5092"/>
                  </a:cubicBezTo>
                  <a:lnTo>
                    <a:pt x="9413" y="5155"/>
                  </a:lnTo>
                  <a:lnTo>
                    <a:pt x="10544" y="8298"/>
                  </a:lnTo>
                  <a:lnTo>
                    <a:pt x="9413" y="8298"/>
                  </a:lnTo>
                  <a:lnTo>
                    <a:pt x="9413" y="10215"/>
                  </a:lnTo>
                  <a:lnTo>
                    <a:pt x="7056" y="10215"/>
                  </a:lnTo>
                  <a:lnTo>
                    <a:pt x="7056" y="12557"/>
                  </a:lnTo>
                  <a:lnTo>
                    <a:pt x="2358" y="12557"/>
                  </a:lnTo>
                  <a:lnTo>
                    <a:pt x="2358" y="8424"/>
                  </a:lnTo>
                  <a:lnTo>
                    <a:pt x="2216" y="8314"/>
                  </a:lnTo>
                  <a:cubicBezTo>
                    <a:pt x="1304" y="7497"/>
                    <a:pt x="786" y="6318"/>
                    <a:pt x="786" y="5092"/>
                  </a:cubicBezTo>
                  <a:cubicBezTo>
                    <a:pt x="786" y="2720"/>
                    <a:pt x="2719" y="771"/>
                    <a:pt x="5092" y="771"/>
                  </a:cubicBezTo>
                  <a:close/>
                  <a:moveTo>
                    <a:pt x="5092" y="1"/>
                  </a:moveTo>
                  <a:cubicBezTo>
                    <a:pt x="2278" y="1"/>
                    <a:pt x="1" y="2280"/>
                    <a:pt x="1" y="5092"/>
                  </a:cubicBezTo>
                  <a:cubicBezTo>
                    <a:pt x="1" y="6475"/>
                    <a:pt x="566" y="7812"/>
                    <a:pt x="1572" y="8769"/>
                  </a:cubicBezTo>
                  <a:lnTo>
                    <a:pt x="1572" y="13343"/>
                  </a:lnTo>
                  <a:lnTo>
                    <a:pt x="7841" y="13343"/>
                  </a:lnTo>
                  <a:lnTo>
                    <a:pt x="7841" y="11001"/>
                  </a:lnTo>
                  <a:lnTo>
                    <a:pt x="10199" y="11001"/>
                  </a:lnTo>
                  <a:lnTo>
                    <a:pt x="10199" y="9084"/>
                  </a:lnTo>
                  <a:lnTo>
                    <a:pt x="11661" y="9084"/>
                  </a:lnTo>
                  <a:lnTo>
                    <a:pt x="10199" y="5014"/>
                  </a:lnTo>
                  <a:cubicBezTo>
                    <a:pt x="10152" y="2249"/>
                    <a:pt x="7889" y="1"/>
                    <a:pt x="509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19"/>
            <p:cNvSpPr/>
            <p:nvPr/>
          </p:nvSpPr>
          <p:spPr>
            <a:xfrm>
              <a:off x="6529355" y="2241392"/>
              <a:ext cx="147499" cy="170365"/>
            </a:xfrm>
            <a:custGeom>
              <a:avLst/>
              <a:gdLst/>
              <a:ahLst/>
              <a:cxnLst/>
              <a:rect l="l" t="t" r="r" b="b"/>
              <a:pathLst>
                <a:path w="5470" h="6318" extrusionOk="0">
                  <a:moveTo>
                    <a:pt x="2735" y="895"/>
                  </a:moveTo>
                  <a:lnTo>
                    <a:pt x="4306" y="1807"/>
                  </a:lnTo>
                  <a:lnTo>
                    <a:pt x="2735" y="2703"/>
                  </a:lnTo>
                  <a:lnTo>
                    <a:pt x="1179" y="1807"/>
                  </a:lnTo>
                  <a:lnTo>
                    <a:pt x="2735" y="895"/>
                  </a:lnTo>
                  <a:close/>
                  <a:moveTo>
                    <a:pt x="786" y="2483"/>
                  </a:moveTo>
                  <a:lnTo>
                    <a:pt x="2342" y="3378"/>
                  </a:lnTo>
                  <a:lnTo>
                    <a:pt x="2342" y="5186"/>
                  </a:lnTo>
                  <a:lnTo>
                    <a:pt x="786" y="4290"/>
                  </a:lnTo>
                  <a:lnTo>
                    <a:pt x="786" y="2483"/>
                  </a:lnTo>
                  <a:close/>
                  <a:moveTo>
                    <a:pt x="4699" y="2483"/>
                  </a:moveTo>
                  <a:lnTo>
                    <a:pt x="4699" y="4290"/>
                  </a:lnTo>
                  <a:lnTo>
                    <a:pt x="3127" y="5186"/>
                  </a:lnTo>
                  <a:lnTo>
                    <a:pt x="3127" y="3378"/>
                  </a:lnTo>
                  <a:lnTo>
                    <a:pt x="4699" y="2483"/>
                  </a:lnTo>
                  <a:close/>
                  <a:moveTo>
                    <a:pt x="2735" y="0"/>
                  </a:moveTo>
                  <a:lnTo>
                    <a:pt x="1" y="1572"/>
                  </a:lnTo>
                  <a:lnTo>
                    <a:pt x="1" y="4746"/>
                  </a:lnTo>
                  <a:lnTo>
                    <a:pt x="2735" y="6318"/>
                  </a:lnTo>
                  <a:lnTo>
                    <a:pt x="5469" y="4746"/>
                  </a:lnTo>
                  <a:lnTo>
                    <a:pt x="5469" y="1572"/>
                  </a:lnTo>
                  <a:lnTo>
                    <a:pt x="273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7" name="Google Shape;2667;p119"/>
          <p:cNvGrpSpPr/>
          <p:nvPr/>
        </p:nvGrpSpPr>
        <p:grpSpPr>
          <a:xfrm>
            <a:off x="7242530" y="2182902"/>
            <a:ext cx="372521" cy="372498"/>
            <a:chOff x="7242530" y="2182902"/>
            <a:chExt cx="372521" cy="372498"/>
          </a:xfrm>
        </p:grpSpPr>
        <p:sp>
          <p:nvSpPr>
            <p:cNvPr id="2668" name="Google Shape;2668;p119"/>
            <p:cNvSpPr/>
            <p:nvPr/>
          </p:nvSpPr>
          <p:spPr>
            <a:xfrm>
              <a:off x="7242530" y="2264259"/>
              <a:ext cx="372521" cy="291141"/>
            </a:xfrm>
            <a:custGeom>
              <a:avLst/>
              <a:gdLst/>
              <a:ahLst/>
              <a:cxnLst/>
              <a:rect l="l" t="t" r="r" b="b"/>
              <a:pathLst>
                <a:path w="13815" h="10797" extrusionOk="0">
                  <a:moveTo>
                    <a:pt x="1226" y="818"/>
                  </a:moveTo>
                  <a:cubicBezTo>
                    <a:pt x="1446" y="818"/>
                    <a:pt x="1620" y="990"/>
                    <a:pt x="1620" y="1227"/>
                  </a:cubicBezTo>
                  <a:lnTo>
                    <a:pt x="1620" y="3913"/>
                  </a:lnTo>
                  <a:cubicBezTo>
                    <a:pt x="1620" y="4244"/>
                    <a:pt x="1746" y="4542"/>
                    <a:pt x="1981" y="4778"/>
                  </a:cubicBezTo>
                  <a:lnTo>
                    <a:pt x="3615" y="6396"/>
                  </a:lnTo>
                  <a:lnTo>
                    <a:pt x="4181" y="5830"/>
                  </a:lnTo>
                  <a:lnTo>
                    <a:pt x="2546" y="4196"/>
                  </a:lnTo>
                  <a:cubicBezTo>
                    <a:pt x="2484" y="4118"/>
                    <a:pt x="2437" y="4024"/>
                    <a:pt x="2437" y="3913"/>
                  </a:cubicBezTo>
                  <a:cubicBezTo>
                    <a:pt x="2437" y="3804"/>
                    <a:pt x="2484" y="3693"/>
                    <a:pt x="2546" y="3630"/>
                  </a:cubicBezTo>
                  <a:cubicBezTo>
                    <a:pt x="2626" y="3552"/>
                    <a:pt x="2735" y="3505"/>
                    <a:pt x="2846" y="3505"/>
                  </a:cubicBezTo>
                  <a:cubicBezTo>
                    <a:pt x="2955" y="3505"/>
                    <a:pt x="3049" y="3552"/>
                    <a:pt x="3129" y="3630"/>
                  </a:cubicBezTo>
                  <a:lnTo>
                    <a:pt x="6507" y="7010"/>
                  </a:lnTo>
                  <a:lnTo>
                    <a:pt x="6507" y="9979"/>
                  </a:lnTo>
                  <a:lnTo>
                    <a:pt x="3914" y="9979"/>
                  </a:lnTo>
                  <a:lnTo>
                    <a:pt x="3914" y="8612"/>
                  </a:lnTo>
                  <a:lnTo>
                    <a:pt x="818" y="5124"/>
                  </a:lnTo>
                  <a:lnTo>
                    <a:pt x="818" y="1227"/>
                  </a:lnTo>
                  <a:cubicBezTo>
                    <a:pt x="818" y="990"/>
                    <a:pt x="991" y="818"/>
                    <a:pt x="1226" y="818"/>
                  </a:cubicBezTo>
                  <a:close/>
                  <a:moveTo>
                    <a:pt x="12604" y="818"/>
                  </a:moveTo>
                  <a:cubicBezTo>
                    <a:pt x="12824" y="818"/>
                    <a:pt x="12997" y="990"/>
                    <a:pt x="12997" y="1227"/>
                  </a:cubicBezTo>
                  <a:lnTo>
                    <a:pt x="12997" y="5124"/>
                  </a:lnTo>
                  <a:lnTo>
                    <a:pt x="9917" y="8612"/>
                  </a:lnTo>
                  <a:lnTo>
                    <a:pt x="9917" y="9979"/>
                  </a:lnTo>
                  <a:lnTo>
                    <a:pt x="7309" y="9979"/>
                  </a:lnTo>
                  <a:lnTo>
                    <a:pt x="7309" y="7010"/>
                  </a:lnTo>
                  <a:lnTo>
                    <a:pt x="10687" y="3630"/>
                  </a:lnTo>
                  <a:cubicBezTo>
                    <a:pt x="10766" y="3552"/>
                    <a:pt x="10875" y="3505"/>
                    <a:pt x="10986" y="3505"/>
                  </a:cubicBezTo>
                  <a:cubicBezTo>
                    <a:pt x="11095" y="3505"/>
                    <a:pt x="11189" y="3552"/>
                    <a:pt x="11269" y="3630"/>
                  </a:cubicBezTo>
                  <a:cubicBezTo>
                    <a:pt x="11347" y="3693"/>
                    <a:pt x="11378" y="3804"/>
                    <a:pt x="11378" y="3913"/>
                  </a:cubicBezTo>
                  <a:cubicBezTo>
                    <a:pt x="11378" y="4024"/>
                    <a:pt x="11347" y="4118"/>
                    <a:pt x="11269" y="4196"/>
                  </a:cubicBezTo>
                  <a:lnTo>
                    <a:pt x="9634" y="5830"/>
                  </a:lnTo>
                  <a:lnTo>
                    <a:pt x="10200" y="6396"/>
                  </a:lnTo>
                  <a:lnTo>
                    <a:pt x="11834" y="4778"/>
                  </a:lnTo>
                  <a:cubicBezTo>
                    <a:pt x="12069" y="4542"/>
                    <a:pt x="12195" y="4244"/>
                    <a:pt x="12195" y="3913"/>
                  </a:cubicBezTo>
                  <a:lnTo>
                    <a:pt x="12195" y="1227"/>
                  </a:lnTo>
                  <a:cubicBezTo>
                    <a:pt x="12195" y="990"/>
                    <a:pt x="12369" y="818"/>
                    <a:pt x="12604" y="818"/>
                  </a:cubicBezTo>
                  <a:close/>
                  <a:moveTo>
                    <a:pt x="1226" y="1"/>
                  </a:moveTo>
                  <a:cubicBezTo>
                    <a:pt x="551" y="1"/>
                    <a:pt x="1" y="550"/>
                    <a:pt x="1" y="1227"/>
                  </a:cubicBezTo>
                  <a:lnTo>
                    <a:pt x="1" y="5422"/>
                  </a:lnTo>
                  <a:lnTo>
                    <a:pt x="3097" y="8927"/>
                  </a:lnTo>
                  <a:lnTo>
                    <a:pt x="3097" y="10796"/>
                  </a:lnTo>
                  <a:lnTo>
                    <a:pt x="10718" y="10796"/>
                  </a:lnTo>
                  <a:lnTo>
                    <a:pt x="10718" y="8927"/>
                  </a:lnTo>
                  <a:lnTo>
                    <a:pt x="13814" y="5422"/>
                  </a:lnTo>
                  <a:lnTo>
                    <a:pt x="13814" y="1227"/>
                  </a:lnTo>
                  <a:cubicBezTo>
                    <a:pt x="13814" y="550"/>
                    <a:pt x="13264" y="1"/>
                    <a:pt x="12604" y="1"/>
                  </a:cubicBezTo>
                  <a:cubicBezTo>
                    <a:pt x="11929" y="1"/>
                    <a:pt x="11378" y="550"/>
                    <a:pt x="11378" y="1227"/>
                  </a:cubicBezTo>
                  <a:lnTo>
                    <a:pt x="11378" y="2767"/>
                  </a:lnTo>
                  <a:cubicBezTo>
                    <a:pt x="11252" y="2719"/>
                    <a:pt x="11127" y="2704"/>
                    <a:pt x="10986" y="2704"/>
                  </a:cubicBezTo>
                  <a:cubicBezTo>
                    <a:pt x="10655" y="2704"/>
                    <a:pt x="10357" y="2829"/>
                    <a:pt x="10121" y="3049"/>
                  </a:cubicBezTo>
                  <a:lnTo>
                    <a:pt x="6915" y="6270"/>
                  </a:lnTo>
                  <a:lnTo>
                    <a:pt x="3694" y="3049"/>
                  </a:lnTo>
                  <a:cubicBezTo>
                    <a:pt x="3474" y="2829"/>
                    <a:pt x="3160" y="2704"/>
                    <a:pt x="2846" y="2704"/>
                  </a:cubicBezTo>
                  <a:cubicBezTo>
                    <a:pt x="2704" y="2704"/>
                    <a:pt x="2563" y="2719"/>
                    <a:pt x="2437" y="2767"/>
                  </a:cubicBezTo>
                  <a:lnTo>
                    <a:pt x="2437" y="1227"/>
                  </a:lnTo>
                  <a:cubicBezTo>
                    <a:pt x="2437" y="550"/>
                    <a:pt x="1886" y="1"/>
                    <a:pt x="122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119"/>
            <p:cNvSpPr/>
            <p:nvPr/>
          </p:nvSpPr>
          <p:spPr>
            <a:xfrm>
              <a:off x="7330278" y="2182902"/>
              <a:ext cx="197033" cy="128003"/>
            </a:xfrm>
            <a:custGeom>
              <a:avLst/>
              <a:gdLst/>
              <a:ahLst/>
              <a:cxnLst/>
              <a:rect l="l" t="t" r="r" b="b"/>
              <a:pathLst>
                <a:path w="7307" h="4747" extrusionOk="0">
                  <a:moveTo>
                    <a:pt x="4258" y="801"/>
                  </a:moveTo>
                  <a:cubicBezTo>
                    <a:pt x="4935" y="801"/>
                    <a:pt x="5484" y="1352"/>
                    <a:pt x="5484" y="2027"/>
                  </a:cubicBezTo>
                  <a:lnTo>
                    <a:pt x="5484" y="2404"/>
                  </a:lnTo>
                  <a:lnTo>
                    <a:pt x="5846" y="2436"/>
                  </a:lnTo>
                  <a:cubicBezTo>
                    <a:pt x="6223" y="2484"/>
                    <a:pt x="6506" y="2798"/>
                    <a:pt x="6506" y="3175"/>
                  </a:cubicBezTo>
                  <a:cubicBezTo>
                    <a:pt x="6506" y="3599"/>
                    <a:pt x="6160" y="3929"/>
                    <a:pt x="5752" y="3929"/>
                  </a:cubicBezTo>
                  <a:lnTo>
                    <a:pt x="1555" y="3929"/>
                  </a:lnTo>
                  <a:cubicBezTo>
                    <a:pt x="1147" y="3929"/>
                    <a:pt x="817" y="3599"/>
                    <a:pt x="817" y="3175"/>
                  </a:cubicBezTo>
                  <a:cubicBezTo>
                    <a:pt x="817" y="2798"/>
                    <a:pt x="1100" y="2484"/>
                    <a:pt x="1477" y="2436"/>
                  </a:cubicBezTo>
                  <a:lnTo>
                    <a:pt x="1838" y="2404"/>
                  </a:lnTo>
                  <a:lnTo>
                    <a:pt x="1823" y="2027"/>
                  </a:lnTo>
                  <a:cubicBezTo>
                    <a:pt x="1823" y="1587"/>
                    <a:pt x="2200" y="1226"/>
                    <a:pt x="2640" y="1226"/>
                  </a:cubicBezTo>
                  <a:cubicBezTo>
                    <a:pt x="2750" y="1226"/>
                    <a:pt x="2844" y="1241"/>
                    <a:pt x="2938" y="1273"/>
                  </a:cubicBezTo>
                  <a:lnTo>
                    <a:pt x="3190" y="1384"/>
                  </a:lnTo>
                  <a:lnTo>
                    <a:pt x="3378" y="1179"/>
                  </a:lnTo>
                  <a:cubicBezTo>
                    <a:pt x="3615" y="944"/>
                    <a:pt x="3929" y="801"/>
                    <a:pt x="4258" y="801"/>
                  </a:cubicBezTo>
                  <a:close/>
                  <a:moveTo>
                    <a:pt x="4258" y="1"/>
                  </a:moveTo>
                  <a:cubicBezTo>
                    <a:pt x="3787" y="1"/>
                    <a:pt x="3347" y="158"/>
                    <a:pt x="2986" y="456"/>
                  </a:cubicBezTo>
                  <a:cubicBezTo>
                    <a:pt x="2875" y="424"/>
                    <a:pt x="2750" y="409"/>
                    <a:pt x="2640" y="409"/>
                  </a:cubicBezTo>
                  <a:cubicBezTo>
                    <a:pt x="1855" y="409"/>
                    <a:pt x="1195" y="975"/>
                    <a:pt x="1052" y="1713"/>
                  </a:cubicBezTo>
                  <a:cubicBezTo>
                    <a:pt x="440" y="1918"/>
                    <a:pt x="0" y="2499"/>
                    <a:pt x="0" y="3175"/>
                  </a:cubicBezTo>
                  <a:cubicBezTo>
                    <a:pt x="0" y="4039"/>
                    <a:pt x="707" y="4746"/>
                    <a:pt x="1555" y="4746"/>
                  </a:cubicBezTo>
                  <a:lnTo>
                    <a:pt x="5752" y="4746"/>
                  </a:lnTo>
                  <a:cubicBezTo>
                    <a:pt x="6615" y="4746"/>
                    <a:pt x="7307" y="4039"/>
                    <a:pt x="7307" y="3175"/>
                  </a:cubicBezTo>
                  <a:cubicBezTo>
                    <a:pt x="7307" y="2515"/>
                    <a:pt x="6883" y="1933"/>
                    <a:pt x="6270" y="1713"/>
                  </a:cubicBezTo>
                  <a:cubicBezTo>
                    <a:pt x="6113" y="739"/>
                    <a:pt x="5280" y="1"/>
                    <a:pt x="425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0" name="Google Shape;2670;p119"/>
          <p:cNvGrpSpPr/>
          <p:nvPr/>
        </p:nvGrpSpPr>
        <p:grpSpPr>
          <a:xfrm>
            <a:off x="6430605" y="1636675"/>
            <a:ext cx="384791" cy="384764"/>
            <a:chOff x="6430605" y="1636675"/>
            <a:chExt cx="384791" cy="384764"/>
          </a:xfrm>
        </p:grpSpPr>
        <p:sp>
          <p:nvSpPr>
            <p:cNvPr id="2671" name="Google Shape;2671;p119"/>
            <p:cNvSpPr/>
            <p:nvPr/>
          </p:nvSpPr>
          <p:spPr>
            <a:xfrm>
              <a:off x="6544186" y="1954067"/>
              <a:ext cx="22489" cy="22489"/>
            </a:xfrm>
            <a:custGeom>
              <a:avLst/>
              <a:gdLst/>
              <a:ahLst/>
              <a:cxnLst/>
              <a:rect l="l" t="t" r="r" b="b"/>
              <a:pathLst>
                <a:path w="834" h="834" extrusionOk="0">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19"/>
            <p:cNvSpPr/>
            <p:nvPr/>
          </p:nvSpPr>
          <p:spPr>
            <a:xfrm>
              <a:off x="6498398" y="1749394"/>
              <a:ext cx="114035" cy="159336"/>
            </a:xfrm>
            <a:custGeom>
              <a:avLst/>
              <a:gdLst/>
              <a:ahLst/>
              <a:cxnLst/>
              <a:rect l="l" t="t" r="r" b="b"/>
              <a:pathLst>
                <a:path w="4229" h="5909" extrusionOk="0">
                  <a:moveTo>
                    <a:pt x="2107" y="834"/>
                  </a:moveTo>
                  <a:cubicBezTo>
                    <a:pt x="2578" y="834"/>
                    <a:pt x="2955" y="1211"/>
                    <a:pt x="2955" y="1682"/>
                  </a:cubicBezTo>
                  <a:cubicBezTo>
                    <a:pt x="2955" y="2137"/>
                    <a:pt x="2578" y="2514"/>
                    <a:pt x="2107" y="2514"/>
                  </a:cubicBezTo>
                  <a:cubicBezTo>
                    <a:pt x="1652" y="2514"/>
                    <a:pt x="1274" y="2137"/>
                    <a:pt x="1274" y="1682"/>
                  </a:cubicBezTo>
                  <a:cubicBezTo>
                    <a:pt x="1274" y="1211"/>
                    <a:pt x="1652" y="834"/>
                    <a:pt x="2107" y="834"/>
                  </a:cubicBezTo>
                  <a:close/>
                  <a:moveTo>
                    <a:pt x="2107" y="3348"/>
                  </a:moveTo>
                  <a:cubicBezTo>
                    <a:pt x="2814" y="3348"/>
                    <a:pt x="3395" y="3929"/>
                    <a:pt x="3395" y="4636"/>
                  </a:cubicBezTo>
                  <a:lnTo>
                    <a:pt x="3395" y="5076"/>
                  </a:lnTo>
                  <a:lnTo>
                    <a:pt x="834" y="5076"/>
                  </a:lnTo>
                  <a:lnTo>
                    <a:pt x="834" y="4636"/>
                  </a:lnTo>
                  <a:cubicBezTo>
                    <a:pt x="834" y="3929"/>
                    <a:pt x="1400" y="3348"/>
                    <a:pt x="2107" y="3348"/>
                  </a:cubicBezTo>
                  <a:close/>
                  <a:moveTo>
                    <a:pt x="2107" y="0"/>
                  </a:moveTo>
                  <a:cubicBezTo>
                    <a:pt x="1195" y="0"/>
                    <a:pt x="441" y="754"/>
                    <a:pt x="441" y="1682"/>
                  </a:cubicBezTo>
                  <a:cubicBezTo>
                    <a:pt x="441" y="2137"/>
                    <a:pt x="629" y="2562"/>
                    <a:pt x="944" y="2860"/>
                  </a:cubicBezTo>
                  <a:cubicBezTo>
                    <a:pt x="363" y="3254"/>
                    <a:pt x="1" y="3897"/>
                    <a:pt x="1" y="4636"/>
                  </a:cubicBezTo>
                  <a:lnTo>
                    <a:pt x="1" y="5909"/>
                  </a:lnTo>
                  <a:lnTo>
                    <a:pt x="4229" y="5909"/>
                  </a:lnTo>
                  <a:lnTo>
                    <a:pt x="4229" y="4636"/>
                  </a:lnTo>
                  <a:cubicBezTo>
                    <a:pt x="4229" y="3897"/>
                    <a:pt x="3852" y="3254"/>
                    <a:pt x="3286" y="2860"/>
                  </a:cubicBezTo>
                  <a:cubicBezTo>
                    <a:pt x="3600" y="2562"/>
                    <a:pt x="3789" y="2137"/>
                    <a:pt x="3789" y="1682"/>
                  </a:cubicBezTo>
                  <a:cubicBezTo>
                    <a:pt x="3789" y="754"/>
                    <a:pt x="3034" y="0"/>
                    <a:pt x="210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19"/>
            <p:cNvSpPr/>
            <p:nvPr/>
          </p:nvSpPr>
          <p:spPr>
            <a:xfrm>
              <a:off x="6430605" y="1636675"/>
              <a:ext cx="384791" cy="384764"/>
            </a:xfrm>
            <a:custGeom>
              <a:avLst/>
              <a:gdLst/>
              <a:ahLst/>
              <a:cxnLst/>
              <a:rect l="l" t="t" r="r" b="b"/>
              <a:pathLst>
                <a:path w="14270" h="14269" extrusionOk="0">
                  <a:moveTo>
                    <a:pt x="6743" y="834"/>
                  </a:moveTo>
                  <a:lnTo>
                    <a:pt x="6743" y="1682"/>
                  </a:lnTo>
                  <a:lnTo>
                    <a:pt x="2515" y="1682"/>
                  </a:lnTo>
                  <a:lnTo>
                    <a:pt x="2515" y="834"/>
                  </a:lnTo>
                  <a:close/>
                  <a:moveTo>
                    <a:pt x="13437" y="4180"/>
                  </a:moveTo>
                  <a:lnTo>
                    <a:pt x="13437" y="8423"/>
                  </a:lnTo>
                  <a:lnTo>
                    <a:pt x="11583" y="8423"/>
                  </a:lnTo>
                  <a:lnTo>
                    <a:pt x="10923" y="9083"/>
                  </a:lnTo>
                  <a:lnTo>
                    <a:pt x="10263" y="8423"/>
                  </a:lnTo>
                  <a:lnTo>
                    <a:pt x="8424" y="8423"/>
                  </a:lnTo>
                  <a:lnTo>
                    <a:pt x="8424" y="4180"/>
                  </a:lnTo>
                  <a:close/>
                  <a:moveTo>
                    <a:pt x="8424" y="834"/>
                  </a:moveTo>
                  <a:lnTo>
                    <a:pt x="8424" y="3348"/>
                  </a:lnTo>
                  <a:lnTo>
                    <a:pt x="7575" y="3348"/>
                  </a:lnTo>
                  <a:lnTo>
                    <a:pt x="7575" y="9256"/>
                  </a:lnTo>
                  <a:lnTo>
                    <a:pt x="8424" y="9256"/>
                  </a:lnTo>
                  <a:lnTo>
                    <a:pt x="8424" y="13437"/>
                  </a:lnTo>
                  <a:lnTo>
                    <a:pt x="834" y="13437"/>
                  </a:lnTo>
                  <a:lnTo>
                    <a:pt x="834" y="834"/>
                  </a:lnTo>
                  <a:lnTo>
                    <a:pt x="1666" y="834"/>
                  </a:lnTo>
                  <a:lnTo>
                    <a:pt x="1666" y="2514"/>
                  </a:lnTo>
                  <a:lnTo>
                    <a:pt x="7575" y="2514"/>
                  </a:lnTo>
                  <a:lnTo>
                    <a:pt x="7575" y="834"/>
                  </a:lnTo>
                  <a:close/>
                  <a:moveTo>
                    <a:pt x="1" y="0"/>
                  </a:moveTo>
                  <a:lnTo>
                    <a:pt x="1" y="14269"/>
                  </a:lnTo>
                  <a:lnTo>
                    <a:pt x="9257" y="14269"/>
                  </a:lnTo>
                  <a:lnTo>
                    <a:pt x="9257" y="9256"/>
                  </a:lnTo>
                  <a:lnTo>
                    <a:pt x="9917" y="9256"/>
                  </a:lnTo>
                  <a:lnTo>
                    <a:pt x="10923" y="10262"/>
                  </a:lnTo>
                  <a:lnTo>
                    <a:pt x="11929" y="9256"/>
                  </a:lnTo>
                  <a:lnTo>
                    <a:pt x="14269" y="9256"/>
                  </a:lnTo>
                  <a:lnTo>
                    <a:pt x="14269" y="3348"/>
                  </a:lnTo>
                  <a:lnTo>
                    <a:pt x="9257" y="3348"/>
                  </a:lnTo>
                  <a:lnTo>
                    <a:pt x="925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19"/>
            <p:cNvSpPr/>
            <p:nvPr/>
          </p:nvSpPr>
          <p:spPr>
            <a:xfrm>
              <a:off x="6680231" y="1772693"/>
              <a:ext cx="90252" cy="22489"/>
            </a:xfrm>
            <a:custGeom>
              <a:avLst/>
              <a:gdLst/>
              <a:ahLst/>
              <a:cxnLst/>
              <a:rect l="l" t="t" r="r" b="b"/>
              <a:pathLst>
                <a:path w="3347" h="834" extrusionOk="0">
                  <a:moveTo>
                    <a:pt x="0" y="1"/>
                  </a:moveTo>
                  <a:lnTo>
                    <a:pt x="0" y="833"/>
                  </a:lnTo>
                  <a:lnTo>
                    <a:pt x="3347" y="833"/>
                  </a:lnTo>
                  <a:lnTo>
                    <a:pt x="334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19"/>
            <p:cNvSpPr/>
            <p:nvPr/>
          </p:nvSpPr>
          <p:spPr>
            <a:xfrm>
              <a:off x="6680231" y="1818023"/>
              <a:ext cx="90252" cy="22516"/>
            </a:xfrm>
            <a:custGeom>
              <a:avLst/>
              <a:gdLst/>
              <a:ahLst/>
              <a:cxnLst/>
              <a:rect l="l" t="t" r="r" b="b"/>
              <a:pathLst>
                <a:path w="3347" h="835" extrusionOk="0">
                  <a:moveTo>
                    <a:pt x="0" y="1"/>
                  </a:moveTo>
                  <a:lnTo>
                    <a:pt x="0" y="834"/>
                  </a:lnTo>
                  <a:lnTo>
                    <a:pt x="3347" y="834"/>
                  </a:lnTo>
                  <a:lnTo>
                    <a:pt x="334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6" name="Google Shape;2676;p119"/>
          <p:cNvGrpSpPr/>
          <p:nvPr/>
        </p:nvGrpSpPr>
        <p:grpSpPr>
          <a:xfrm>
            <a:off x="7242530" y="1659138"/>
            <a:ext cx="372521" cy="339871"/>
            <a:chOff x="7242530" y="1659138"/>
            <a:chExt cx="372521" cy="339871"/>
          </a:xfrm>
        </p:grpSpPr>
        <p:sp>
          <p:nvSpPr>
            <p:cNvPr id="2677" name="Google Shape;2677;p119"/>
            <p:cNvSpPr/>
            <p:nvPr/>
          </p:nvSpPr>
          <p:spPr>
            <a:xfrm>
              <a:off x="7242530" y="1758293"/>
              <a:ext cx="372521" cy="240717"/>
            </a:xfrm>
            <a:custGeom>
              <a:avLst/>
              <a:gdLst/>
              <a:ahLst/>
              <a:cxnLst/>
              <a:rect l="l" t="t" r="r" b="b"/>
              <a:pathLst>
                <a:path w="13815" h="8927" extrusionOk="0">
                  <a:moveTo>
                    <a:pt x="5926" y="802"/>
                  </a:moveTo>
                  <a:lnTo>
                    <a:pt x="3474" y="3269"/>
                  </a:lnTo>
                  <a:lnTo>
                    <a:pt x="818" y="3269"/>
                  </a:lnTo>
                  <a:lnTo>
                    <a:pt x="818" y="802"/>
                  </a:lnTo>
                  <a:close/>
                  <a:moveTo>
                    <a:pt x="13012" y="802"/>
                  </a:moveTo>
                  <a:lnTo>
                    <a:pt x="13012" y="3269"/>
                  </a:lnTo>
                  <a:lnTo>
                    <a:pt x="10341" y="3269"/>
                  </a:lnTo>
                  <a:lnTo>
                    <a:pt x="7889" y="802"/>
                  </a:lnTo>
                  <a:close/>
                  <a:moveTo>
                    <a:pt x="3238" y="4070"/>
                  </a:moveTo>
                  <a:lnTo>
                    <a:pt x="3238" y="8124"/>
                  </a:lnTo>
                  <a:lnTo>
                    <a:pt x="818" y="8124"/>
                  </a:lnTo>
                  <a:lnTo>
                    <a:pt x="818" y="4070"/>
                  </a:lnTo>
                  <a:close/>
                  <a:moveTo>
                    <a:pt x="6915" y="975"/>
                  </a:moveTo>
                  <a:lnTo>
                    <a:pt x="9775" y="3835"/>
                  </a:lnTo>
                  <a:lnTo>
                    <a:pt x="9775" y="8124"/>
                  </a:lnTo>
                  <a:lnTo>
                    <a:pt x="4055" y="8124"/>
                  </a:lnTo>
                  <a:lnTo>
                    <a:pt x="4055" y="3835"/>
                  </a:lnTo>
                  <a:lnTo>
                    <a:pt x="6915" y="975"/>
                  </a:lnTo>
                  <a:close/>
                  <a:moveTo>
                    <a:pt x="13012" y="4070"/>
                  </a:moveTo>
                  <a:lnTo>
                    <a:pt x="13012" y="8124"/>
                  </a:lnTo>
                  <a:lnTo>
                    <a:pt x="10577" y="8124"/>
                  </a:lnTo>
                  <a:lnTo>
                    <a:pt x="10577" y="4070"/>
                  </a:lnTo>
                  <a:close/>
                  <a:moveTo>
                    <a:pt x="1" y="1"/>
                  </a:moveTo>
                  <a:lnTo>
                    <a:pt x="1" y="8927"/>
                  </a:lnTo>
                  <a:lnTo>
                    <a:pt x="13814" y="8927"/>
                  </a:lnTo>
                  <a:lnTo>
                    <a:pt x="1381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19"/>
            <p:cNvSpPr/>
            <p:nvPr/>
          </p:nvSpPr>
          <p:spPr>
            <a:xfrm>
              <a:off x="7390844" y="1840512"/>
              <a:ext cx="76311" cy="76284"/>
            </a:xfrm>
            <a:custGeom>
              <a:avLst/>
              <a:gdLst/>
              <a:ahLst/>
              <a:cxnLst/>
              <a:rect l="l" t="t" r="r" b="b"/>
              <a:pathLst>
                <a:path w="2830" h="2829" extrusionOk="0">
                  <a:moveTo>
                    <a:pt x="1415" y="801"/>
                  </a:moveTo>
                  <a:cubicBezTo>
                    <a:pt x="1746" y="801"/>
                    <a:pt x="2012" y="1084"/>
                    <a:pt x="2012" y="1415"/>
                  </a:cubicBezTo>
                  <a:cubicBezTo>
                    <a:pt x="2012" y="1744"/>
                    <a:pt x="1746" y="2027"/>
                    <a:pt x="1415" y="2027"/>
                  </a:cubicBezTo>
                  <a:cubicBezTo>
                    <a:pt x="1069" y="2027"/>
                    <a:pt x="803" y="1744"/>
                    <a:pt x="803" y="1415"/>
                  </a:cubicBezTo>
                  <a:cubicBezTo>
                    <a:pt x="803" y="1084"/>
                    <a:pt x="1069" y="801"/>
                    <a:pt x="1415" y="801"/>
                  </a:cubicBezTo>
                  <a:close/>
                  <a:moveTo>
                    <a:pt x="1415" y="0"/>
                  </a:moveTo>
                  <a:cubicBezTo>
                    <a:pt x="629" y="0"/>
                    <a:pt x="1" y="629"/>
                    <a:pt x="1" y="1415"/>
                  </a:cubicBezTo>
                  <a:cubicBezTo>
                    <a:pt x="1" y="2200"/>
                    <a:pt x="629" y="2829"/>
                    <a:pt x="1415" y="2829"/>
                  </a:cubicBezTo>
                  <a:cubicBezTo>
                    <a:pt x="2186" y="2829"/>
                    <a:pt x="2829" y="2200"/>
                    <a:pt x="2829" y="1415"/>
                  </a:cubicBezTo>
                  <a:cubicBezTo>
                    <a:pt x="2829" y="629"/>
                    <a:pt x="2186" y="0"/>
                    <a:pt x="141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19"/>
            <p:cNvSpPr/>
            <p:nvPr/>
          </p:nvSpPr>
          <p:spPr>
            <a:xfrm>
              <a:off x="7286188" y="1933735"/>
              <a:ext cx="22084" cy="21626"/>
            </a:xfrm>
            <a:custGeom>
              <a:avLst/>
              <a:gdLst/>
              <a:ahLst/>
              <a:cxnLst/>
              <a:rect l="l" t="t" r="r" b="b"/>
              <a:pathLst>
                <a:path w="819" h="802" extrusionOk="0">
                  <a:moveTo>
                    <a:pt x="1" y="1"/>
                  </a:moveTo>
                  <a:lnTo>
                    <a:pt x="1" y="801"/>
                  </a:lnTo>
                  <a:lnTo>
                    <a:pt x="818" y="801"/>
                  </a:lnTo>
                  <a:lnTo>
                    <a:pt x="8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19"/>
            <p:cNvSpPr/>
            <p:nvPr/>
          </p:nvSpPr>
          <p:spPr>
            <a:xfrm>
              <a:off x="7549783" y="1933735"/>
              <a:ext cx="21626" cy="21626"/>
            </a:xfrm>
            <a:custGeom>
              <a:avLst/>
              <a:gdLst/>
              <a:ahLst/>
              <a:cxnLst/>
              <a:rect l="l" t="t" r="r" b="b"/>
              <a:pathLst>
                <a:path w="802" h="802" extrusionOk="0">
                  <a:moveTo>
                    <a:pt x="0" y="1"/>
                  </a:moveTo>
                  <a:lnTo>
                    <a:pt x="0" y="801"/>
                  </a:lnTo>
                  <a:lnTo>
                    <a:pt x="801" y="801"/>
                  </a:lnTo>
                  <a:lnTo>
                    <a:pt x="80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19"/>
            <p:cNvSpPr/>
            <p:nvPr/>
          </p:nvSpPr>
          <p:spPr>
            <a:xfrm>
              <a:off x="7286188" y="1890076"/>
              <a:ext cx="22084" cy="21653"/>
            </a:xfrm>
            <a:custGeom>
              <a:avLst/>
              <a:gdLst/>
              <a:ahLst/>
              <a:cxnLst/>
              <a:rect l="l" t="t" r="r" b="b"/>
              <a:pathLst>
                <a:path w="819" h="803" extrusionOk="0">
                  <a:moveTo>
                    <a:pt x="1" y="0"/>
                  </a:moveTo>
                  <a:lnTo>
                    <a:pt x="1" y="802"/>
                  </a:lnTo>
                  <a:lnTo>
                    <a:pt x="818" y="802"/>
                  </a:lnTo>
                  <a:lnTo>
                    <a:pt x="81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19"/>
            <p:cNvSpPr/>
            <p:nvPr/>
          </p:nvSpPr>
          <p:spPr>
            <a:xfrm>
              <a:off x="7549783" y="1890076"/>
              <a:ext cx="21626" cy="21653"/>
            </a:xfrm>
            <a:custGeom>
              <a:avLst/>
              <a:gdLst/>
              <a:ahLst/>
              <a:cxnLst/>
              <a:rect l="l" t="t" r="r" b="b"/>
              <a:pathLst>
                <a:path w="802" h="803" extrusionOk="0">
                  <a:moveTo>
                    <a:pt x="0" y="0"/>
                  </a:moveTo>
                  <a:lnTo>
                    <a:pt x="0" y="802"/>
                  </a:lnTo>
                  <a:lnTo>
                    <a:pt x="801" y="802"/>
                  </a:lnTo>
                  <a:lnTo>
                    <a:pt x="80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19"/>
            <p:cNvSpPr/>
            <p:nvPr/>
          </p:nvSpPr>
          <p:spPr>
            <a:xfrm>
              <a:off x="7351878" y="1659138"/>
              <a:ext cx="154267" cy="47485"/>
            </a:xfrm>
            <a:custGeom>
              <a:avLst/>
              <a:gdLst/>
              <a:ahLst/>
              <a:cxnLst/>
              <a:rect l="l" t="t" r="r" b="b"/>
              <a:pathLst>
                <a:path w="5721" h="1761" extrusionOk="0">
                  <a:moveTo>
                    <a:pt x="2860" y="1"/>
                  </a:moveTo>
                  <a:cubicBezTo>
                    <a:pt x="1776" y="1"/>
                    <a:pt x="754" y="424"/>
                    <a:pt x="0" y="1195"/>
                  </a:cubicBezTo>
                  <a:lnTo>
                    <a:pt x="566" y="1761"/>
                  </a:lnTo>
                  <a:cubicBezTo>
                    <a:pt x="1179" y="1147"/>
                    <a:pt x="1996" y="818"/>
                    <a:pt x="2860" y="818"/>
                  </a:cubicBezTo>
                  <a:cubicBezTo>
                    <a:pt x="3725" y="818"/>
                    <a:pt x="4526" y="1147"/>
                    <a:pt x="5139" y="1761"/>
                  </a:cubicBezTo>
                  <a:lnTo>
                    <a:pt x="5720" y="1195"/>
                  </a:lnTo>
                  <a:cubicBezTo>
                    <a:pt x="4951" y="424"/>
                    <a:pt x="3929" y="1"/>
                    <a:pt x="2860"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19"/>
            <p:cNvSpPr/>
            <p:nvPr/>
          </p:nvSpPr>
          <p:spPr>
            <a:xfrm>
              <a:off x="7382377" y="1702769"/>
              <a:ext cx="92840" cy="34785"/>
            </a:xfrm>
            <a:custGeom>
              <a:avLst/>
              <a:gdLst/>
              <a:ahLst/>
              <a:cxnLst/>
              <a:rect l="l" t="t" r="r" b="b"/>
              <a:pathLst>
                <a:path w="3443" h="1290" extrusionOk="0">
                  <a:moveTo>
                    <a:pt x="1729" y="0"/>
                  </a:moveTo>
                  <a:cubicBezTo>
                    <a:pt x="1069" y="0"/>
                    <a:pt x="472" y="252"/>
                    <a:pt x="1" y="723"/>
                  </a:cubicBezTo>
                  <a:lnTo>
                    <a:pt x="583" y="1289"/>
                  </a:lnTo>
                  <a:cubicBezTo>
                    <a:pt x="881" y="991"/>
                    <a:pt x="1289" y="818"/>
                    <a:pt x="1729" y="818"/>
                  </a:cubicBezTo>
                  <a:cubicBezTo>
                    <a:pt x="2154" y="818"/>
                    <a:pt x="2563" y="991"/>
                    <a:pt x="2861" y="1289"/>
                  </a:cubicBezTo>
                  <a:lnTo>
                    <a:pt x="3443" y="723"/>
                  </a:lnTo>
                  <a:cubicBezTo>
                    <a:pt x="2986" y="252"/>
                    <a:pt x="2374" y="0"/>
                    <a:pt x="172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5" name="Google Shape;2685;p119"/>
          <p:cNvGrpSpPr/>
          <p:nvPr/>
        </p:nvGrpSpPr>
        <p:grpSpPr>
          <a:xfrm>
            <a:off x="8044289" y="1648109"/>
            <a:ext cx="361897" cy="361924"/>
            <a:chOff x="8044289" y="1648109"/>
            <a:chExt cx="361897" cy="361924"/>
          </a:xfrm>
        </p:grpSpPr>
        <p:sp>
          <p:nvSpPr>
            <p:cNvPr id="2686" name="Google Shape;2686;p119"/>
            <p:cNvSpPr/>
            <p:nvPr/>
          </p:nvSpPr>
          <p:spPr>
            <a:xfrm>
              <a:off x="8193466" y="1797286"/>
              <a:ext cx="63583" cy="63583"/>
            </a:xfrm>
            <a:custGeom>
              <a:avLst/>
              <a:gdLst/>
              <a:ahLst/>
              <a:cxnLst/>
              <a:rect l="l" t="t" r="r" b="b"/>
              <a:pathLst>
                <a:path w="2358" h="2358" extrusionOk="0">
                  <a:moveTo>
                    <a:pt x="1179" y="786"/>
                  </a:moveTo>
                  <a:cubicBezTo>
                    <a:pt x="1399" y="786"/>
                    <a:pt x="1572" y="958"/>
                    <a:pt x="1572" y="1178"/>
                  </a:cubicBezTo>
                  <a:cubicBezTo>
                    <a:pt x="1572" y="1398"/>
                    <a:pt x="1399" y="1572"/>
                    <a:pt x="1179" y="1572"/>
                  </a:cubicBezTo>
                  <a:cubicBezTo>
                    <a:pt x="959" y="1572"/>
                    <a:pt x="786" y="1398"/>
                    <a:pt x="786" y="1178"/>
                  </a:cubicBezTo>
                  <a:cubicBezTo>
                    <a:pt x="786" y="958"/>
                    <a:pt x="959" y="786"/>
                    <a:pt x="1179" y="786"/>
                  </a:cubicBezTo>
                  <a:close/>
                  <a:moveTo>
                    <a:pt x="1179" y="0"/>
                  </a:moveTo>
                  <a:cubicBezTo>
                    <a:pt x="534" y="0"/>
                    <a:pt x="0" y="535"/>
                    <a:pt x="0" y="1178"/>
                  </a:cubicBezTo>
                  <a:cubicBezTo>
                    <a:pt x="0" y="1838"/>
                    <a:pt x="534" y="2358"/>
                    <a:pt x="1179" y="2358"/>
                  </a:cubicBezTo>
                  <a:cubicBezTo>
                    <a:pt x="1839" y="2358"/>
                    <a:pt x="2357" y="1838"/>
                    <a:pt x="2357" y="1178"/>
                  </a:cubicBezTo>
                  <a:cubicBezTo>
                    <a:pt x="2357" y="535"/>
                    <a:pt x="1839" y="0"/>
                    <a:pt x="117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19"/>
            <p:cNvSpPr/>
            <p:nvPr/>
          </p:nvSpPr>
          <p:spPr>
            <a:xfrm>
              <a:off x="8151075" y="1754895"/>
              <a:ext cx="148334" cy="148361"/>
            </a:xfrm>
            <a:custGeom>
              <a:avLst/>
              <a:gdLst/>
              <a:ahLst/>
              <a:cxnLst/>
              <a:rect l="l" t="t" r="r" b="b"/>
              <a:pathLst>
                <a:path w="5501" h="5502" extrusionOk="0">
                  <a:moveTo>
                    <a:pt x="2751" y="787"/>
                  </a:moveTo>
                  <a:cubicBezTo>
                    <a:pt x="3835" y="787"/>
                    <a:pt x="4715" y="1667"/>
                    <a:pt x="4715" y="2750"/>
                  </a:cubicBezTo>
                  <a:cubicBezTo>
                    <a:pt x="4715" y="3835"/>
                    <a:pt x="3835" y="4715"/>
                    <a:pt x="2751" y="4715"/>
                  </a:cubicBezTo>
                  <a:cubicBezTo>
                    <a:pt x="1666" y="4715"/>
                    <a:pt x="786" y="3835"/>
                    <a:pt x="786" y="2750"/>
                  </a:cubicBezTo>
                  <a:cubicBezTo>
                    <a:pt x="786" y="1667"/>
                    <a:pt x="1666" y="787"/>
                    <a:pt x="2751" y="787"/>
                  </a:cubicBezTo>
                  <a:close/>
                  <a:moveTo>
                    <a:pt x="2751" y="1"/>
                  </a:moveTo>
                  <a:cubicBezTo>
                    <a:pt x="1243" y="1"/>
                    <a:pt x="1" y="1242"/>
                    <a:pt x="1" y="2750"/>
                  </a:cubicBezTo>
                  <a:cubicBezTo>
                    <a:pt x="1" y="4275"/>
                    <a:pt x="1243" y="5501"/>
                    <a:pt x="2751" y="5501"/>
                  </a:cubicBezTo>
                  <a:cubicBezTo>
                    <a:pt x="4275" y="5501"/>
                    <a:pt x="5501" y="4275"/>
                    <a:pt x="5501" y="2750"/>
                  </a:cubicBezTo>
                  <a:cubicBezTo>
                    <a:pt x="5501" y="1242"/>
                    <a:pt x="4275" y="1"/>
                    <a:pt x="275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119"/>
            <p:cNvSpPr/>
            <p:nvPr/>
          </p:nvSpPr>
          <p:spPr>
            <a:xfrm>
              <a:off x="8044289" y="1648109"/>
              <a:ext cx="361897" cy="361924"/>
            </a:xfrm>
            <a:custGeom>
              <a:avLst/>
              <a:gdLst/>
              <a:ahLst/>
              <a:cxnLst/>
              <a:rect l="l" t="t" r="r" b="b"/>
              <a:pathLst>
                <a:path w="13421" h="13422" extrusionOk="0">
                  <a:moveTo>
                    <a:pt x="1572" y="787"/>
                  </a:moveTo>
                  <a:cubicBezTo>
                    <a:pt x="2012" y="787"/>
                    <a:pt x="2358" y="1132"/>
                    <a:pt x="2358" y="1572"/>
                  </a:cubicBezTo>
                  <a:cubicBezTo>
                    <a:pt x="2358" y="2012"/>
                    <a:pt x="2012" y="2358"/>
                    <a:pt x="1572" y="2358"/>
                  </a:cubicBezTo>
                  <a:cubicBezTo>
                    <a:pt x="1132" y="2358"/>
                    <a:pt x="786" y="2012"/>
                    <a:pt x="786" y="1572"/>
                  </a:cubicBezTo>
                  <a:cubicBezTo>
                    <a:pt x="786" y="1132"/>
                    <a:pt x="1132" y="787"/>
                    <a:pt x="1572" y="787"/>
                  </a:cubicBezTo>
                  <a:close/>
                  <a:moveTo>
                    <a:pt x="11849" y="787"/>
                  </a:moveTo>
                  <a:cubicBezTo>
                    <a:pt x="12289" y="787"/>
                    <a:pt x="12635" y="1132"/>
                    <a:pt x="12635" y="1572"/>
                  </a:cubicBezTo>
                  <a:cubicBezTo>
                    <a:pt x="12635" y="2012"/>
                    <a:pt x="12289" y="2358"/>
                    <a:pt x="11849" y="2358"/>
                  </a:cubicBezTo>
                  <a:cubicBezTo>
                    <a:pt x="11426" y="2358"/>
                    <a:pt x="11064" y="2012"/>
                    <a:pt x="11064" y="1572"/>
                  </a:cubicBezTo>
                  <a:cubicBezTo>
                    <a:pt x="11064" y="1132"/>
                    <a:pt x="11426" y="787"/>
                    <a:pt x="11849" y="787"/>
                  </a:cubicBezTo>
                  <a:close/>
                  <a:moveTo>
                    <a:pt x="6711" y="3175"/>
                  </a:moveTo>
                  <a:cubicBezTo>
                    <a:pt x="8078" y="3175"/>
                    <a:pt x="9320" y="3787"/>
                    <a:pt x="10372" y="4982"/>
                  </a:cubicBezTo>
                  <a:cubicBezTo>
                    <a:pt x="11001" y="5690"/>
                    <a:pt x="11378" y="6412"/>
                    <a:pt x="11520" y="6710"/>
                  </a:cubicBezTo>
                  <a:cubicBezTo>
                    <a:pt x="11378" y="7025"/>
                    <a:pt x="11001" y="7732"/>
                    <a:pt x="10372" y="8439"/>
                  </a:cubicBezTo>
                  <a:cubicBezTo>
                    <a:pt x="9320" y="9650"/>
                    <a:pt x="8078" y="10247"/>
                    <a:pt x="6711" y="10247"/>
                  </a:cubicBezTo>
                  <a:cubicBezTo>
                    <a:pt x="5344" y="10247"/>
                    <a:pt x="4118" y="9650"/>
                    <a:pt x="3049" y="8439"/>
                  </a:cubicBezTo>
                  <a:cubicBezTo>
                    <a:pt x="2437" y="7732"/>
                    <a:pt x="2044" y="7025"/>
                    <a:pt x="1903" y="6710"/>
                  </a:cubicBezTo>
                  <a:cubicBezTo>
                    <a:pt x="2044" y="6412"/>
                    <a:pt x="2437" y="5690"/>
                    <a:pt x="3049" y="4982"/>
                  </a:cubicBezTo>
                  <a:cubicBezTo>
                    <a:pt x="4118" y="3787"/>
                    <a:pt x="5344" y="3175"/>
                    <a:pt x="6711" y="3175"/>
                  </a:cubicBezTo>
                  <a:close/>
                  <a:moveTo>
                    <a:pt x="1572" y="11064"/>
                  </a:moveTo>
                  <a:cubicBezTo>
                    <a:pt x="2012" y="11064"/>
                    <a:pt x="2358" y="11425"/>
                    <a:pt x="2358" y="11850"/>
                  </a:cubicBezTo>
                  <a:cubicBezTo>
                    <a:pt x="2358" y="12290"/>
                    <a:pt x="2012" y="12635"/>
                    <a:pt x="1572" y="12635"/>
                  </a:cubicBezTo>
                  <a:cubicBezTo>
                    <a:pt x="1132" y="12635"/>
                    <a:pt x="786" y="12290"/>
                    <a:pt x="786" y="11850"/>
                  </a:cubicBezTo>
                  <a:cubicBezTo>
                    <a:pt x="786" y="11425"/>
                    <a:pt x="1132" y="11064"/>
                    <a:pt x="1572" y="11064"/>
                  </a:cubicBezTo>
                  <a:close/>
                  <a:moveTo>
                    <a:pt x="11849" y="11064"/>
                  </a:moveTo>
                  <a:cubicBezTo>
                    <a:pt x="12289" y="11064"/>
                    <a:pt x="12635" y="11425"/>
                    <a:pt x="12635" y="11850"/>
                  </a:cubicBezTo>
                  <a:cubicBezTo>
                    <a:pt x="12635" y="12290"/>
                    <a:pt x="12289" y="12635"/>
                    <a:pt x="11849" y="12635"/>
                  </a:cubicBezTo>
                  <a:cubicBezTo>
                    <a:pt x="11426" y="12635"/>
                    <a:pt x="11064" y="12290"/>
                    <a:pt x="11064" y="11850"/>
                  </a:cubicBezTo>
                  <a:cubicBezTo>
                    <a:pt x="11064" y="11425"/>
                    <a:pt x="11426" y="11064"/>
                    <a:pt x="11849" y="11064"/>
                  </a:cubicBezTo>
                  <a:close/>
                  <a:moveTo>
                    <a:pt x="1572" y="1"/>
                  </a:moveTo>
                  <a:cubicBezTo>
                    <a:pt x="708" y="1"/>
                    <a:pt x="1" y="707"/>
                    <a:pt x="1" y="1572"/>
                  </a:cubicBezTo>
                  <a:cubicBezTo>
                    <a:pt x="1" y="2436"/>
                    <a:pt x="708" y="3144"/>
                    <a:pt x="1572" y="3144"/>
                  </a:cubicBezTo>
                  <a:cubicBezTo>
                    <a:pt x="1871" y="3144"/>
                    <a:pt x="2138" y="3065"/>
                    <a:pt x="2374" y="2924"/>
                  </a:cubicBezTo>
                  <a:lnTo>
                    <a:pt x="3191" y="3741"/>
                  </a:lnTo>
                  <a:cubicBezTo>
                    <a:pt x="2940" y="3976"/>
                    <a:pt x="2688" y="4212"/>
                    <a:pt x="2452" y="4495"/>
                  </a:cubicBezTo>
                  <a:cubicBezTo>
                    <a:pt x="1557" y="5501"/>
                    <a:pt x="1117" y="6522"/>
                    <a:pt x="1101" y="6570"/>
                  </a:cubicBezTo>
                  <a:lnTo>
                    <a:pt x="1038" y="6710"/>
                  </a:lnTo>
                  <a:lnTo>
                    <a:pt x="1101" y="6868"/>
                  </a:lnTo>
                  <a:cubicBezTo>
                    <a:pt x="1117" y="6915"/>
                    <a:pt x="1557" y="7921"/>
                    <a:pt x="2452" y="8942"/>
                  </a:cubicBezTo>
                  <a:cubicBezTo>
                    <a:pt x="2688" y="9210"/>
                    <a:pt x="2940" y="9461"/>
                    <a:pt x="3191" y="9681"/>
                  </a:cubicBezTo>
                  <a:lnTo>
                    <a:pt x="2374" y="10498"/>
                  </a:lnTo>
                  <a:cubicBezTo>
                    <a:pt x="2138" y="10356"/>
                    <a:pt x="1871" y="10278"/>
                    <a:pt x="1572" y="10278"/>
                  </a:cubicBezTo>
                  <a:cubicBezTo>
                    <a:pt x="708" y="10278"/>
                    <a:pt x="1" y="10985"/>
                    <a:pt x="1" y="11850"/>
                  </a:cubicBezTo>
                  <a:cubicBezTo>
                    <a:pt x="1" y="12730"/>
                    <a:pt x="708" y="13421"/>
                    <a:pt x="1572" y="13421"/>
                  </a:cubicBezTo>
                  <a:cubicBezTo>
                    <a:pt x="2437" y="13421"/>
                    <a:pt x="3144" y="12730"/>
                    <a:pt x="3144" y="11850"/>
                  </a:cubicBezTo>
                  <a:cubicBezTo>
                    <a:pt x="3144" y="11567"/>
                    <a:pt x="3066" y="11284"/>
                    <a:pt x="2924" y="11048"/>
                  </a:cubicBezTo>
                  <a:lnTo>
                    <a:pt x="3820" y="10153"/>
                  </a:lnTo>
                  <a:cubicBezTo>
                    <a:pt x="4715" y="10733"/>
                    <a:pt x="5689" y="11048"/>
                    <a:pt x="6711" y="11048"/>
                  </a:cubicBezTo>
                  <a:cubicBezTo>
                    <a:pt x="7732" y="11048"/>
                    <a:pt x="8707" y="10733"/>
                    <a:pt x="9603" y="10153"/>
                  </a:cubicBezTo>
                  <a:lnTo>
                    <a:pt x="10498" y="11048"/>
                  </a:lnTo>
                  <a:cubicBezTo>
                    <a:pt x="10357" y="11284"/>
                    <a:pt x="10278" y="11567"/>
                    <a:pt x="10278" y="11850"/>
                  </a:cubicBezTo>
                  <a:cubicBezTo>
                    <a:pt x="10278" y="12730"/>
                    <a:pt x="10986" y="13421"/>
                    <a:pt x="11849" y="13421"/>
                  </a:cubicBezTo>
                  <a:cubicBezTo>
                    <a:pt x="12714" y="13421"/>
                    <a:pt x="13421" y="12730"/>
                    <a:pt x="13421" y="11850"/>
                  </a:cubicBezTo>
                  <a:cubicBezTo>
                    <a:pt x="13421" y="10985"/>
                    <a:pt x="12714" y="10278"/>
                    <a:pt x="11849" y="10278"/>
                  </a:cubicBezTo>
                  <a:cubicBezTo>
                    <a:pt x="11567" y="10278"/>
                    <a:pt x="11284" y="10356"/>
                    <a:pt x="11049" y="10498"/>
                  </a:cubicBezTo>
                  <a:lnTo>
                    <a:pt x="10231" y="9681"/>
                  </a:lnTo>
                  <a:cubicBezTo>
                    <a:pt x="10498" y="9461"/>
                    <a:pt x="10749" y="9210"/>
                    <a:pt x="10986" y="8942"/>
                  </a:cubicBezTo>
                  <a:cubicBezTo>
                    <a:pt x="11881" y="7921"/>
                    <a:pt x="12306" y="6915"/>
                    <a:pt x="12321" y="6868"/>
                  </a:cubicBezTo>
                  <a:lnTo>
                    <a:pt x="12384" y="6710"/>
                  </a:lnTo>
                  <a:lnTo>
                    <a:pt x="12321" y="6570"/>
                  </a:lnTo>
                  <a:cubicBezTo>
                    <a:pt x="12306" y="6522"/>
                    <a:pt x="11881" y="5501"/>
                    <a:pt x="10986" y="4495"/>
                  </a:cubicBezTo>
                  <a:cubicBezTo>
                    <a:pt x="10749" y="4212"/>
                    <a:pt x="10498" y="3976"/>
                    <a:pt x="10231" y="3741"/>
                  </a:cubicBezTo>
                  <a:lnTo>
                    <a:pt x="11049" y="2924"/>
                  </a:lnTo>
                  <a:cubicBezTo>
                    <a:pt x="11284" y="3065"/>
                    <a:pt x="11567" y="3144"/>
                    <a:pt x="11849" y="3144"/>
                  </a:cubicBezTo>
                  <a:cubicBezTo>
                    <a:pt x="12714" y="3144"/>
                    <a:pt x="13421" y="2436"/>
                    <a:pt x="13421" y="1572"/>
                  </a:cubicBezTo>
                  <a:cubicBezTo>
                    <a:pt x="13421" y="707"/>
                    <a:pt x="12714" y="1"/>
                    <a:pt x="11849" y="1"/>
                  </a:cubicBezTo>
                  <a:cubicBezTo>
                    <a:pt x="10986" y="1"/>
                    <a:pt x="10278" y="707"/>
                    <a:pt x="10278" y="1572"/>
                  </a:cubicBezTo>
                  <a:cubicBezTo>
                    <a:pt x="10278" y="1870"/>
                    <a:pt x="10357" y="2138"/>
                    <a:pt x="10498" y="2373"/>
                  </a:cubicBezTo>
                  <a:lnTo>
                    <a:pt x="9603" y="3270"/>
                  </a:lnTo>
                  <a:cubicBezTo>
                    <a:pt x="8707" y="2687"/>
                    <a:pt x="7732" y="2390"/>
                    <a:pt x="6711" y="2390"/>
                  </a:cubicBezTo>
                  <a:cubicBezTo>
                    <a:pt x="5689" y="2390"/>
                    <a:pt x="4715" y="2687"/>
                    <a:pt x="3820" y="3270"/>
                  </a:cubicBezTo>
                  <a:lnTo>
                    <a:pt x="2924" y="2373"/>
                  </a:lnTo>
                  <a:cubicBezTo>
                    <a:pt x="3066" y="2138"/>
                    <a:pt x="3144" y="1870"/>
                    <a:pt x="3144" y="1572"/>
                  </a:cubicBezTo>
                  <a:cubicBezTo>
                    <a:pt x="3144" y="707"/>
                    <a:pt x="2437" y="1"/>
                    <a:pt x="157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9" name="Google Shape;2689;p119"/>
          <p:cNvGrpSpPr/>
          <p:nvPr/>
        </p:nvGrpSpPr>
        <p:grpSpPr>
          <a:xfrm>
            <a:off x="8061251" y="2189239"/>
            <a:ext cx="328434" cy="359821"/>
            <a:chOff x="8061251" y="2189239"/>
            <a:chExt cx="328434" cy="359821"/>
          </a:xfrm>
        </p:grpSpPr>
        <p:sp>
          <p:nvSpPr>
            <p:cNvPr id="2690" name="Google Shape;2690;p119"/>
            <p:cNvSpPr/>
            <p:nvPr/>
          </p:nvSpPr>
          <p:spPr>
            <a:xfrm>
              <a:off x="8193061" y="2321050"/>
              <a:ext cx="21194" cy="20763"/>
            </a:xfrm>
            <a:custGeom>
              <a:avLst/>
              <a:gdLst/>
              <a:ahLst/>
              <a:cxnLst/>
              <a:rect l="l" t="t" r="r" b="b"/>
              <a:pathLst>
                <a:path w="786" h="770" extrusionOk="0">
                  <a:moveTo>
                    <a:pt x="0" y="1"/>
                  </a:moveTo>
                  <a:lnTo>
                    <a:pt x="0" y="770"/>
                  </a:lnTo>
                  <a:lnTo>
                    <a:pt x="786" y="770"/>
                  </a:lnTo>
                  <a:lnTo>
                    <a:pt x="7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19"/>
            <p:cNvSpPr/>
            <p:nvPr/>
          </p:nvSpPr>
          <p:spPr>
            <a:xfrm>
              <a:off x="8236693" y="2321050"/>
              <a:ext cx="20790" cy="20763"/>
            </a:xfrm>
            <a:custGeom>
              <a:avLst/>
              <a:gdLst/>
              <a:ahLst/>
              <a:cxnLst/>
              <a:rect l="l" t="t" r="r" b="b"/>
              <a:pathLst>
                <a:path w="771" h="770" extrusionOk="0">
                  <a:moveTo>
                    <a:pt x="0" y="1"/>
                  </a:moveTo>
                  <a:lnTo>
                    <a:pt x="0" y="770"/>
                  </a:lnTo>
                  <a:lnTo>
                    <a:pt x="771" y="770"/>
                  </a:lnTo>
                  <a:lnTo>
                    <a:pt x="77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119"/>
            <p:cNvSpPr/>
            <p:nvPr/>
          </p:nvSpPr>
          <p:spPr>
            <a:xfrm>
              <a:off x="8193061" y="2362983"/>
              <a:ext cx="64419" cy="21221"/>
            </a:xfrm>
            <a:custGeom>
              <a:avLst/>
              <a:gdLst/>
              <a:ahLst/>
              <a:cxnLst/>
              <a:rect l="l" t="t" r="r" b="b"/>
              <a:pathLst>
                <a:path w="2389" h="787" extrusionOk="0">
                  <a:moveTo>
                    <a:pt x="0" y="1"/>
                  </a:moveTo>
                  <a:lnTo>
                    <a:pt x="0" y="786"/>
                  </a:lnTo>
                  <a:lnTo>
                    <a:pt x="2389" y="786"/>
                  </a:lnTo>
                  <a:lnTo>
                    <a:pt x="238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119"/>
            <p:cNvSpPr/>
            <p:nvPr/>
          </p:nvSpPr>
          <p:spPr>
            <a:xfrm>
              <a:off x="8108711" y="2278686"/>
              <a:ext cx="233517" cy="149170"/>
            </a:xfrm>
            <a:custGeom>
              <a:avLst/>
              <a:gdLst/>
              <a:ahLst/>
              <a:cxnLst/>
              <a:rect l="l" t="t" r="r" b="b"/>
              <a:pathLst>
                <a:path w="8660" h="5532" extrusionOk="0">
                  <a:moveTo>
                    <a:pt x="6302" y="786"/>
                  </a:moveTo>
                  <a:lnTo>
                    <a:pt x="6302" y="4746"/>
                  </a:lnTo>
                  <a:lnTo>
                    <a:pt x="2342" y="4746"/>
                  </a:lnTo>
                  <a:lnTo>
                    <a:pt x="2342" y="786"/>
                  </a:lnTo>
                  <a:close/>
                  <a:moveTo>
                    <a:pt x="1557" y="0"/>
                  </a:moveTo>
                  <a:lnTo>
                    <a:pt x="1557" y="2372"/>
                  </a:lnTo>
                  <a:lnTo>
                    <a:pt x="786" y="2372"/>
                  </a:lnTo>
                  <a:lnTo>
                    <a:pt x="786" y="1587"/>
                  </a:lnTo>
                  <a:lnTo>
                    <a:pt x="0" y="1587"/>
                  </a:lnTo>
                  <a:lnTo>
                    <a:pt x="0" y="3944"/>
                  </a:lnTo>
                  <a:lnTo>
                    <a:pt x="786" y="3944"/>
                  </a:lnTo>
                  <a:lnTo>
                    <a:pt x="786" y="3158"/>
                  </a:lnTo>
                  <a:lnTo>
                    <a:pt x="1557" y="3158"/>
                  </a:lnTo>
                  <a:lnTo>
                    <a:pt x="1557" y="5532"/>
                  </a:lnTo>
                  <a:lnTo>
                    <a:pt x="7088" y="5532"/>
                  </a:lnTo>
                  <a:lnTo>
                    <a:pt x="7088" y="3158"/>
                  </a:lnTo>
                  <a:lnTo>
                    <a:pt x="7874" y="3158"/>
                  </a:lnTo>
                  <a:lnTo>
                    <a:pt x="7874" y="3944"/>
                  </a:lnTo>
                  <a:lnTo>
                    <a:pt x="8660" y="3944"/>
                  </a:lnTo>
                  <a:lnTo>
                    <a:pt x="8660" y="1587"/>
                  </a:lnTo>
                  <a:lnTo>
                    <a:pt x="7874" y="1587"/>
                  </a:lnTo>
                  <a:lnTo>
                    <a:pt x="7874" y="2372"/>
                  </a:lnTo>
                  <a:lnTo>
                    <a:pt x="7088" y="2372"/>
                  </a:lnTo>
                  <a:lnTo>
                    <a:pt x="708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19"/>
            <p:cNvSpPr/>
            <p:nvPr/>
          </p:nvSpPr>
          <p:spPr>
            <a:xfrm>
              <a:off x="8061251" y="2189239"/>
              <a:ext cx="328434" cy="359821"/>
            </a:xfrm>
            <a:custGeom>
              <a:avLst/>
              <a:gdLst/>
              <a:ahLst/>
              <a:cxnLst/>
              <a:rect l="l" t="t" r="r" b="b"/>
              <a:pathLst>
                <a:path w="12180" h="13344" extrusionOk="0">
                  <a:moveTo>
                    <a:pt x="6082" y="771"/>
                  </a:moveTo>
                  <a:cubicBezTo>
                    <a:pt x="9005" y="771"/>
                    <a:pt x="11394" y="3160"/>
                    <a:pt x="11394" y="6083"/>
                  </a:cubicBezTo>
                  <a:cubicBezTo>
                    <a:pt x="11394" y="7309"/>
                    <a:pt x="10954" y="8518"/>
                    <a:pt x="10168" y="9461"/>
                  </a:cubicBezTo>
                  <a:cubicBezTo>
                    <a:pt x="9398" y="10404"/>
                    <a:pt x="8314" y="11049"/>
                    <a:pt x="7135" y="11284"/>
                  </a:cubicBezTo>
                  <a:lnTo>
                    <a:pt x="7009" y="11300"/>
                  </a:lnTo>
                  <a:lnTo>
                    <a:pt x="6082" y="12243"/>
                  </a:lnTo>
                  <a:lnTo>
                    <a:pt x="5155" y="11300"/>
                  </a:lnTo>
                  <a:lnTo>
                    <a:pt x="5045" y="11284"/>
                  </a:lnTo>
                  <a:cubicBezTo>
                    <a:pt x="3851" y="11049"/>
                    <a:pt x="2766" y="10404"/>
                    <a:pt x="1997" y="9461"/>
                  </a:cubicBezTo>
                  <a:cubicBezTo>
                    <a:pt x="1211" y="8518"/>
                    <a:pt x="786" y="7309"/>
                    <a:pt x="786" y="6083"/>
                  </a:cubicBezTo>
                  <a:cubicBezTo>
                    <a:pt x="786" y="3160"/>
                    <a:pt x="3160" y="771"/>
                    <a:pt x="6082" y="771"/>
                  </a:cubicBezTo>
                  <a:close/>
                  <a:moveTo>
                    <a:pt x="6082" y="1"/>
                  </a:moveTo>
                  <a:cubicBezTo>
                    <a:pt x="4463" y="1"/>
                    <a:pt x="2923" y="629"/>
                    <a:pt x="1777" y="1777"/>
                  </a:cubicBezTo>
                  <a:cubicBezTo>
                    <a:pt x="629" y="2924"/>
                    <a:pt x="0" y="4449"/>
                    <a:pt x="0" y="6083"/>
                  </a:cubicBezTo>
                  <a:cubicBezTo>
                    <a:pt x="0" y="7497"/>
                    <a:pt x="488" y="8880"/>
                    <a:pt x="1399" y="9964"/>
                  </a:cubicBezTo>
                  <a:cubicBezTo>
                    <a:pt x="2263" y="11001"/>
                    <a:pt x="3457" y="11740"/>
                    <a:pt x="4762" y="12023"/>
                  </a:cubicBezTo>
                  <a:lnTo>
                    <a:pt x="6082" y="13343"/>
                  </a:lnTo>
                  <a:lnTo>
                    <a:pt x="7402" y="12023"/>
                  </a:lnTo>
                  <a:cubicBezTo>
                    <a:pt x="8722" y="11740"/>
                    <a:pt x="9917" y="11001"/>
                    <a:pt x="10780" y="9964"/>
                  </a:cubicBezTo>
                  <a:cubicBezTo>
                    <a:pt x="11677" y="8880"/>
                    <a:pt x="12180" y="7497"/>
                    <a:pt x="12180" y="6083"/>
                  </a:cubicBezTo>
                  <a:cubicBezTo>
                    <a:pt x="12180" y="4449"/>
                    <a:pt x="11535" y="2924"/>
                    <a:pt x="10388" y="1777"/>
                  </a:cubicBezTo>
                  <a:cubicBezTo>
                    <a:pt x="9240" y="629"/>
                    <a:pt x="7717" y="1"/>
                    <a:pt x="608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5" name="Google Shape;2695;p119"/>
          <p:cNvGrpSpPr/>
          <p:nvPr/>
        </p:nvGrpSpPr>
        <p:grpSpPr>
          <a:xfrm>
            <a:off x="8026491" y="2812185"/>
            <a:ext cx="397491" cy="362334"/>
            <a:chOff x="8026491" y="2812185"/>
            <a:chExt cx="397491" cy="362334"/>
          </a:xfrm>
        </p:grpSpPr>
        <p:sp>
          <p:nvSpPr>
            <p:cNvPr id="2696" name="Google Shape;2696;p119"/>
            <p:cNvSpPr/>
            <p:nvPr/>
          </p:nvSpPr>
          <p:spPr>
            <a:xfrm>
              <a:off x="8026491" y="2929974"/>
              <a:ext cx="397491" cy="244546"/>
            </a:xfrm>
            <a:custGeom>
              <a:avLst/>
              <a:gdLst/>
              <a:ahLst/>
              <a:cxnLst/>
              <a:rect l="l" t="t" r="r" b="b"/>
              <a:pathLst>
                <a:path w="14741" h="9069" extrusionOk="0">
                  <a:moveTo>
                    <a:pt x="9775" y="866"/>
                  </a:moveTo>
                  <a:cubicBezTo>
                    <a:pt x="10200" y="1463"/>
                    <a:pt x="10341" y="2232"/>
                    <a:pt x="10389" y="2689"/>
                  </a:cubicBezTo>
                  <a:lnTo>
                    <a:pt x="8675" y="2877"/>
                  </a:lnTo>
                  <a:lnTo>
                    <a:pt x="8675" y="866"/>
                  </a:lnTo>
                  <a:close/>
                  <a:moveTo>
                    <a:pt x="7811" y="912"/>
                  </a:moveTo>
                  <a:lnTo>
                    <a:pt x="7811" y="2971"/>
                  </a:lnTo>
                  <a:lnTo>
                    <a:pt x="2217" y="3584"/>
                  </a:lnTo>
                  <a:lnTo>
                    <a:pt x="3537" y="2594"/>
                  </a:lnTo>
                  <a:cubicBezTo>
                    <a:pt x="4763" y="1651"/>
                    <a:pt x="6255" y="1069"/>
                    <a:pt x="7811" y="912"/>
                  </a:cubicBezTo>
                  <a:close/>
                  <a:moveTo>
                    <a:pt x="12777" y="866"/>
                  </a:moveTo>
                  <a:lnTo>
                    <a:pt x="12887" y="1006"/>
                  </a:lnTo>
                  <a:cubicBezTo>
                    <a:pt x="13452" y="1871"/>
                    <a:pt x="13783" y="2846"/>
                    <a:pt x="13861" y="3867"/>
                  </a:cubicBezTo>
                  <a:lnTo>
                    <a:pt x="13012" y="3867"/>
                  </a:lnTo>
                  <a:lnTo>
                    <a:pt x="13012" y="4731"/>
                  </a:lnTo>
                  <a:lnTo>
                    <a:pt x="13877" y="4731"/>
                  </a:lnTo>
                  <a:lnTo>
                    <a:pt x="13877" y="6900"/>
                  </a:lnTo>
                  <a:lnTo>
                    <a:pt x="12966" y="6900"/>
                  </a:lnTo>
                  <a:cubicBezTo>
                    <a:pt x="12761" y="6161"/>
                    <a:pt x="12086" y="5611"/>
                    <a:pt x="11284" y="5611"/>
                  </a:cubicBezTo>
                  <a:cubicBezTo>
                    <a:pt x="10483" y="5611"/>
                    <a:pt x="9807" y="6161"/>
                    <a:pt x="9618" y="6900"/>
                  </a:cubicBezTo>
                  <a:lnTo>
                    <a:pt x="5140" y="6900"/>
                  </a:lnTo>
                  <a:cubicBezTo>
                    <a:pt x="4935" y="6161"/>
                    <a:pt x="4260" y="5611"/>
                    <a:pt x="3458" y="5611"/>
                  </a:cubicBezTo>
                  <a:cubicBezTo>
                    <a:pt x="2657" y="5611"/>
                    <a:pt x="1981" y="6161"/>
                    <a:pt x="1792" y="6900"/>
                  </a:cubicBezTo>
                  <a:lnTo>
                    <a:pt x="866" y="6900"/>
                  </a:lnTo>
                  <a:lnTo>
                    <a:pt x="866" y="5689"/>
                  </a:lnTo>
                  <a:cubicBezTo>
                    <a:pt x="866" y="5297"/>
                    <a:pt x="975" y="4904"/>
                    <a:pt x="1180" y="4574"/>
                  </a:cubicBezTo>
                  <a:lnTo>
                    <a:pt x="11284" y="3458"/>
                  </a:lnTo>
                  <a:lnTo>
                    <a:pt x="11284" y="3066"/>
                  </a:lnTo>
                  <a:cubicBezTo>
                    <a:pt x="11284" y="3018"/>
                    <a:pt x="11284" y="1903"/>
                    <a:pt x="10781" y="866"/>
                  </a:cubicBezTo>
                  <a:close/>
                  <a:moveTo>
                    <a:pt x="3458" y="6475"/>
                  </a:moveTo>
                  <a:cubicBezTo>
                    <a:pt x="3929" y="6475"/>
                    <a:pt x="4323" y="6869"/>
                    <a:pt x="4323" y="7340"/>
                  </a:cubicBezTo>
                  <a:cubicBezTo>
                    <a:pt x="4323" y="7811"/>
                    <a:pt x="3929" y="8204"/>
                    <a:pt x="3458" y="8204"/>
                  </a:cubicBezTo>
                  <a:cubicBezTo>
                    <a:pt x="2986" y="8204"/>
                    <a:pt x="2594" y="7811"/>
                    <a:pt x="2594" y="7340"/>
                  </a:cubicBezTo>
                  <a:cubicBezTo>
                    <a:pt x="2594" y="6869"/>
                    <a:pt x="2986" y="6475"/>
                    <a:pt x="3458" y="6475"/>
                  </a:cubicBezTo>
                  <a:close/>
                  <a:moveTo>
                    <a:pt x="11284" y="6475"/>
                  </a:moveTo>
                  <a:cubicBezTo>
                    <a:pt x="11755" y="6475"/>
                    <a:pt x="12149" y="6869"/>
                    <a:pt x="12149" y="7340"/>
                  </a:cubicBezTo>
                  <a:cubicBezTo>
                    <a:pt x="12149" y="7811"/>
                    <a:pt x="11755" y="8204"/>
                    <a:pt x="11284" y="8204"/>
                  </a:cubicBezTo>
                  <a:cubicBezTo>
                    <a:pt x="10812" y="8204"/>
                    <a:pt x="10420" y="7811"/>
                    <a:pt x="10420" y="7340"/>
                  </a:cubicBezTo>
                  <a:cubicBezTo>
                    <a:pt x="10420" y="6869"/>
                    <a:pt x="10812" y="6475"/>
                    <a:pt x="11284" y="6475"/>
                  </a:cubicBezTo>
                  <a:close/>
                  <a:moveTo>
                    <a:pt x="8644" y="1"/>
                  </a:moveTo>
                  <a:cubicBezTo>
                    <a:pt x="6617" y="1"/>
                    <a:pt x="4621" y="677"/>
                    <a:pt x="3003" y="1903"/>
                  </a:cubicBezTo>
                  <a:lnTo>
                    <a:pt x="1195" y="3286"/>
                  </a:lnTo>
                  <a:cubicBezTo>
                    <a:pt x="457" y="3851"/>
                    <a:pt x="1" y="4747"/>
                    <a:pt x="1" y="5689"/>
                  </a:cubicBezTo>
                  <a:lnTo>
                    <a:pt x="1" y="7764"/>
                  </a:lnTo>
                  <a:lnTo>
                    <a:pt x="1792" y="7764"/>
                  </a:lnTo>
                  <a:cubicBezTo>
                    <a:pt x="1981" y="8518"/>
                    <a:pt x="2657" y="9069"/>
                    <a:pt x="3458" y="9069"/>
                  </a:cubicBezTo>
                  <a:cubicBezTo>
                    <a:pt x="4260" y="9069"/>
                    <a:pt x="4935" y="8518"/>
                    <a:pt x="5140" y="7764"/>
                  </a:cubicBezTo>
                  <a:lnTo>
                    <a:pt x="9618" y="7764"/>
                  </a:lnTo>
                  <a:cubicBezTo>
                    <a:pt x="9807" y="8518"/>
                    <a:pt x="10483" y="9069"/>
                    <a:pt x="11284" y="9069"/>
                  </a:cubicBezTo>
                  <a:cubicBezTo>
                    <a:pt x="12086" y="9069"/>
                    <a:pt x="12761" y="8518"/>
                    <a:pt x="12966" y="7764"/>
                  </a:cubicBezTo>
                  <a:lnTo>
                    <a:pt x="14741" y="7764"/>
                  </a:lnTo>
                  <a:lnTo>
                    <a:pt x="14741" y="4307"/>
                  </a:lnTo>
                  <a:cubicBezTo>
                    <a:pt x="14741" y="2955"/>
                    <a:pt x="14349" y="1651"/>
                    <a:pt x="13594" y="535"/>
                  </a:cubicBezTo>
                  <a:lnTo>
                    <a:pt x="1324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19"/>
            <p:cNvSpPr/>
            <p:nvPr/>
          </p:nvSpPr>
          <p:spPr>
            <a:xfrm>
              <a:off x="8143039" y="2812185"/>
              <a:ext cx="164460" cy="50452"/>
            </a:xfrm>
            <a:custGeom>
              <a:avLst/>
              <a:gdLst/>
              <a:ahLst/>
              <a:cxnLst/>
              <a:rect l="l" t="t" r="r" b="b"/>
              <a:pathLst>
                <a:path w="6099" h="1871" extrusionOk="0">
                  <a:moveTo>
                    <a:pt x="3049" y="0"/>
                  </a:moveTo>
                  <a:cubicBezTo>
                    <a:pt x="1902" y="0"/>
                    <a:pt x="818" y="440"/>
                    <a:pt x="1" y="1257"/>
                  </a:cubicBezTo>
                  <a:lnTo>
                    <a:pt x="613" y="1871"/>
                  </a:lnTo>
                  <a:cubicBezTo>
                    <a:pt x="1258" y="1226"/>
                    <a:pt x="2122" y="865"/>
                    <a:pt x="3049" y="865"/>
                  </a:cubicBezTo>
                  <a:cubicBezTo>
                    <a:pt x="3976" y="865"/>
                    <a:pt x="4841" y="1226"/>
                    <a:pt x="5501" y="1871"/>
                  </a:cubicBezTo>
                  <a:lnTo>
                    <a:pt x="6098" y="1257"/>
                  </a:lnTo>
                  <a:cubicBezTo>
                    <a:pt x="5296" y="440"/>
                    <a:pt x="4212" y="0"/>
                    <a:pt x="304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119"/>
            <p:cNvSpPr/>
            <p:nvPr/>
          </p:nvSpPr>
          <p:spPr>
            <a:xfrm>
              <a:off x="8176100" y="2858783"/>
              <a:ext cx="98746" cy="36915"/>
            </a:xfrm>
            <a:custGeom>
              <a:avLst/>
              <a:gdLst/>
              <a:ahLst/>
              <a:cxnLst/>
              <a:rect l="l" t="t" r="r" b="b"/>
              <a:pathLst>
                <a:path w="3662" h="1369" extrusionOk="0">
                  <a:moveTo>
                    <a:pt x="1823" y="1"/>
                  </a:moveTo>
                  <a:cubicBezTo>
                    <a:pt x="1132" y="1"/>
                    <a:pt x="487" y="268"/>
                    <a:pt x="1" y="755"/>
                  </a:cubicBezTo>
                  <a:lnTo>
                    <a:pt x="613" y="1368"/>
                  </a:lnTo>
                  <a:cubicBezTo>
                    <a:pt x="927" y="1038"/>
                    <a:pt x="1367" y="866"/>
                    <a:pt x="1823" y="866"/>
                  </a:cubicBezTo>
                  <a:cubicBezTo>
                    <a:pt x="2295" y="866"/>
                    <a:pt x="2719" y="1038"/>
                    <a:pt x="3049" y="1368"/>
                  </a:cubicBezTo>
                  <a:lnTo>
                    <a:pt x="3661" y="755"/>
                  </a:lnTo>
                  <a:cubicBezTo>
                    <a:pt x="3175" y="268"/>
                    <a:pt x="2515" y="1"/>
                    <a:pt x="182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19"/>
            <p:cNvSpPr/>
            <p:nvPr/>
          </p:nvSpPr>
          <p:spPr>
            <a:xfrm>
              <a:off x="8213798" y="3057955"/>
              <a:ext cx="23352" cy="23352"/>
            </a:xfrm>
            <a:custGeom>
              <a:avLst/>
              <a:gdLst/>
              <a:ahLst/>
              <a:cxnLst/>
              <a:rect l="l" t="t" r="r" b="b"/>
              <a:pathLst>
                <a:path w="866" h="866" extrusionOk="0">
                  <a:moveTo>
                    <a:pt x="1" y="1"/>
                  </a:moveTo>
                  <a:lnTo>
                    <a:pt x="1" y="865"/>
                  </a:lnTo>
                  <a:lnTo>
                    <a:pt x="865" y="865"/>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0" name="Google Shape;2700;p119"/>
          <p:cNvGrpSpPr/>
          <p:nvPr/>
        </p:nvGrpSpPr>
        <p:grpSpPr>
          <a:xfrm>
            <a:off x="8026491" y="4043624"/>
            <a:ext cx="397491" cy="350491"/>
            <a:chOff x="8026491" y="4043624"/>
            <a:chExt cx="397491" cy="350491"/>
          </a:xfrm>
        </p:grpSpPr>
        <p:sp>
          <p:nvSpPr>
            <p:cNvPr id="2701" name="Google Shape;2701;p119"/>
            <p:cNvSpPr/>
            <p:nvPr/>
          </p:nvSpPr>
          <p:spPr>
            <a:xfrm>
              <a:off x="8026491" y="4043624"/>
              <a:ext cx="397491" cy="350491"/>
            </a:xfrm>
            <a:custGeom>
              <a:avLst/>
              <a:gdLst/>
              <a:ahLst/>
              <a:cxnLst/>
              <a:rect l="l" t="t" r="r" b="b"/>
              <a:pathLst>
                <a:path w="14741" h="12998" extrusionOk="0">
                  <a:moveTo>
                    <a:pt x="13877" y="865"/>
                  </a:moveTo>
                  <a:lnTo>
                    <a:pt x="13877" y="3458"/>
                  </a:lnTo>
                  <a:lnTo>
                    <a:pt x="866" y="3458"/>
                  </a:lnTo>
                  <a:lnTo>
                    <a:pt x="866" y="865"/>
                  </a:lnTo>
                  <a:close/>
                  <a:moveTo>
                    <a:pt x="13877" y="4306"/>
                  </a:moveTo>
                  <a:lnTo>
                    <a:pt x="13877" y="12132"/>
                  </a:lnTo>
                  <a:lnTo>
                    <a:pt x="866" y="12132"/>
                  </a:lnTo>
                  <a:lnTo>
                    <a:pt x="866" y="4306"/>
                  </a:lnTo>
                  <a:close/>
                  <a:moveTo>
                    <a:pt x="1" y="1"/>
                  </a:moveTo>
                  <a:lnTo>
                    <a:pt x="1" y="12997"/>
                  </a:lnTo>
                  <a:lnTo>
                    <a:pt x="14741" y="12997"/>
                  </a:lnTo>
                  <a:lnTo>
                    <a:pt x="1474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119"/>
            <p:cNvSpPr/>
            <p:nvPr/>
          </p:nvSpPr>
          <p:spPr>
            <a:xfrm>
              <a:off x="8073116" y="4090248"/>
              <a:ext cx="23352" cy="23352"/>
            </a:xfrm>
            <a:custGeom>
              <a:avLst/>
              <a:gdLst/>
              <a:ahLst/>
              <a:cxnLst/>
              <a:rect l="l" t="t" r="r" b="b"/>
              <a:pathLst>
                <a:path w="866" h="866" extrusionOk="0">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119"/>
            <p:cNvSpPr/>
            <p:nvPr/>
          </p:nvSpPr>
          <p:spPr>
            <a:xfrm>
              <a:off x="8119713" y="4090248"/>
              <a:ext cx="23352" cy="23352"/>
            </a:xfrm>
            <a:custGeom>
              <a:avLst/>
              <a:gdLst/>
              <a:ahLst/>
              <a:cxnLst/>
              <a:rect l="l" t="t" r="r" b="b"/>
              <a:pathLst>
                <a:path w="866" h="866" extrusionOk="0">
                  <a:moveTo>
                    <a:pt x="1" y="0"/>
                  </a:moveTo>
                  <a:lnTo>
                    <a:pt x="1" y="865"/>
                  </a:lnTo>
                  <a:lnTo>
                    <a:pt x="866" y="865"/>
                  </a:lnTo>
                  <a:lnTo>
                    <a:pt x="86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19"/>
            <p:cNvSpPr/>
            <p:nvPr/>
          </p:nvSpPr>
          <p:spPr>
            <a:xfrm>
              <a:off x="8166338" y="4090248"/>
              <a:ext cx="23352" cy="23352"/>
            </a:xfrm>
            <a:custGeom>
              <a:avLst/>
              <a:gdLst/>
              <a:ahLst/>
              <a:cxnLst/>
              <a:rect l="l" t="t" r="r" b="b"/>
              <a:pathLst>
                <a:path w="866" h="866" extrusionOk="0">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19"/>
            <p:cNvSpPr/>
            <p:nvPr/>
          </p:nvSpPr>
          <p:spPr>
            <a:xfrm>
              <a:off x="8190500" y="4230527"/>
              <a:ext cx="69947" cy="69920"/>
            </a:xfrm>
            <a:custGeom>
              <a:avLst/>
              <a:gdLst/>
              <a:ahLst/>
              <a:cxnLst/>
              <a:rect l="l" t="t" r="r" b="b"/>
              <a:pathLst>
                <a:path w="2594" h="2593" extrusionOk="0">
                  <a:moveTo>
                    <a:pt x="1289" y="864"/>
                  </a:moveTo>
                  <a:cubicBezTo>
                    <a:pt x="1525" y="864"/>
                    <a:pt x="1729" y="1053"/>
                    <a:pt x="1729" y="1289"/>
                  </a:cubicBezTo>
                  <a:cubicBezTo>
                    <a:pt x="1729" y="1540"/>
                    <a:pt x="1525" y="1729"/>
                    <a:pt x="1289" y="1729"/>
                  </a:cubicBezTo>
                  <a:cubicBezTo>
                    <a:pt x="1053" y="1729"/>
                    <a:pt x="865" y="1540"/>
                    <a:pt x="865" y="1289"/>
                  </a:cubicBezTo>
                  <a:cubicBezTo>
                    <a:pt x="865" y="1053"/>
                    <a:pt x="1053" y="864"/>
                    <a:pt x="1289" y="864"/>
                  </a:cubicBezTo>
                  <a:close/>
                  <a:moveTo>
                    <a:pt x="1289" y="0"/>
                  </a:moveTo>
                  <a:cubicBezTo>
                    <a:pt x="582" y="0"/>
                    <a:pt x="1" y="581"/>
                    <a:pt x="1" y="1289"/>
                  </a:cubicBezTo>
                  <a:cubicBezTo>
                    <a:pt x="1" y="2012"/>
                    <a:pt x="582" y="2593"/>
                    <a:pt x="1289" y="2593"/>
                  </a:cubicBezTo>
                  <a:cubicBezTo>
                    <a:pt x="2012" y="2593"/>
                    <a:pt x="2593" y="2012"/>
                    <a:pt x="2593" y="1289"/>
                  </a:cubicBezTo>
                  <a:cubicBezTo>
                    <a:pt x="2593" y="581"/>
                    <a:pt x="2012" y="0"/>
                    <a:pt x="128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19"/>
            <p:cNvSpPr/>
            <p:nvPr/>
          </p:nvSpPr>
          <p:spPr>
            <a:xfrm>
              <a:off x="8119713" y="4183902"/>
              <a:ext cx="211513" cy="163165"/>
            </a:xfrm>
            <a:custGeom>
              <a:avLst/>
              <a:gdLst/>
              <a:ahLst/>
              <a:cxnLst/>
              <a:rect l="l" t="t" r="r" b="b"/>
              <a:pathLst>
                <a:path w="7844" h="6051" extrusionOk="0">
                  <a:moveTo>
                    <a:pt x="3914" y="864"/>
                  </a:moveTo>
                  <a:cubicBezTo>
                    <a:pt x="4763" y="864"/>
                    <a:pt x="5532" y="1241"/>
                    <a:pt x="6192" y="1996"/>
                  </a:cubicBezTo>
                  <a:cubicBezTo>
                    <a:pt x="6538" y="2404"/>
                    <a:pt x="6774" y="2798"/>
                    <a:pt x="6884" y="3018"/>
                  </a:cubicBezTo>
                  <a:cubicBezTo>
                    <a:pt x="6617" y="3552"/>
                    <a:pt x="5643" y="5186"/>
                    <a:pt x="3914" y="5186"/>
                  </a:cubicBezTo>
                  <a:cubicBezTo>
                    <a:pt x="3066" y="5186"/>
                    <a:pt x="2312" y="4809"/>
                    <a:pt x="1635" y="4055"/>
                  </a:cubicBezTo>
                  <a:cubicBezTo>
                    <a:pt x="1289" y="3646"/>
                    <a:pt x="1054" y="3238"/>
                    <a:pt x="944" y="3018"/>
                  </a:cubicBezTo>
                  <a:cubicBezTo>
                    <a:pt x="1212" y="2499"/>
                    <a:pt x="2186" y="864"/>
                    <a:pt x="3914" y="864"/>
                  </a:cubicBezTo>
                  <a:close/>
                  <a:moveTo>
                    <a:pt x="3914" y="1"/>
                  </a:moveTo>
                  <a:cubicBezTo>
                    <a:pt x="2814" y="1"/>
                    <a:pt x="1809" y="504"/>
                    <a:pt x="975" y="1446"/>
                  </a:cubicBezTo>
                  <a:cubicBezTo>
                    <a:pt x="378" y="2138"/>
                    <a:pt x="80" y="2829"/>
                    <a:pt x="64" y="2861"/>
                  </a:cubicBezTo>
                  <a:lnTo>
                    <a:pt x="1" y="3018"/>
                  </a:lnTo>
                  <a:lnTo>
                    <a:pt x="64" y="3190"/>
                  </a:lnTo>
                  <a:cubicBezTo>
                    <a:pt x="80" y="3222"/>
                    <a:pt x="378" y="3913"/>
                    <a:pt x="975" y="4604"/>
                  </a:cubicBezTo>
                  <a:cubicBezTo>
                    <a:pt x="1809" y="5547"/>
                    <a:pt x="2814" y="6050"/>
                    <a:pt x="3914" y="6050"/>
                  </a:cubicBezTo>
                  <a:cubicBezTo>
                    <a:pt x="5014" y="6050"/>
                    <a:pt x="6035" y="5547"/>
                    <a:pt x="6852" y="4604"/>
                  </a:cubicBezTo>
                  <a:cubicBezTo>
                    <a:pt x="7466" y="3913"/>
                    <a:pt x="7749" y="3222"/>
                    <a:pt x="7764" y="3190"/>
                  </a:cubicBezTo>
                  <a:lnTo>
                    <a:pt x="7843" y="3018"/>
                  </a:lnTo>
                  <a:lnTo>
                    <a:pt x="7764" y="2861"/>
                  </a:lnTo>
                  <a:cubicBezTo>
                    <a:pt x="7749" y="2829"/>
                    <a:pt x="7466" y="2138"/>
                    <a:pt x="6852" y="1446"/>
                  </a:cubicBezTo>
                  <a:cubicBezTo>
                    <a:pt x="6035" y="504"/>
                    <a:pt x="5014" y="1"/>
                    <a:pt x="3914"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7" name="Google Shape;2707;p119">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19">
            <a:hlinkClick r:id="rId3"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19">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2710" name="Google Shape;2710;p119">
            <a:hlinkClick r:id="rId3"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19">
            <a:hlinkClick r:id="rId3"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712" name="Google Shape;2712;p119">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2713" name="Google Shape;2713;p119">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Shape 2717"/>
        <p:cNvGrpSpPr/>
        <p:nvPr/>
      </p:nvGrpSpPr>
      <p:grpSpPr>
        <a:xfrm>
          <a:off x="0" y="0"/>
          <a:ext cx="0" cy="0"/>
          <a:chOff x="0" y="0"/>
          <a:chExt cx="0" cy="0"/>
        </a:xfrm>
      </p:grpSpPr>
      <p:sp>
        <p:nvSpPr>
          <p:cNvPr id="2718" name="Google Shape;2718;p12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AI PREMIUM ICON PACK</a:t>
            </a:r>
            <a:endParaRPr/>
          </a:p>
        </p:txBody>
      </p:sp>
      <p:grpSp>
        <p:nvGrpSpPr>
          <p:cNvPr id="2719" name="Google Shape;2719;p120"/>
          <p:cNvGrpSpPr/>
          <p:nvPr/>
        </p:nvGrpSpPr>
        <p:grpSpPr>
          <a:xfrm>
            <a:off x="713226" y="1626057"/>
            <a:ext cx="373332" cy="373332"/>
            <a:chOff x="713226" y="1626057"/>
            <a:chExt cx="373332" cy="373332"/>
          </a:xfrm>
        </p:grpSpPr>
        <p:sp>
          <p:nvSpPr>
            <p:cNvPr id="2720" name="Google Shape;2720;p120"/>
            <p:cNvSpPr/>
            <p:nvPr/>
          </p:nvSpPr>
          <p:spPr>
            <a:xfrm>
              <a:off x="790015" y="1702388"/>
              <a:ext cx="220240" cy="220699"/>
            </a:xfrm>
            <a:custGeom>
              <a:avLst/>
              <a:gdLst/>
              <a:ahLst/>
              <a:cxnLst/>
              <a:rect l="l" t="t" r="r" b="b"/>
              <a:pathLst>
                <a:path w="8154" h="8171" extrusionOk="0">
                  <a:moveTo>
                    <a:pt x="7343" y="809"/>
                  </a:moveTo>
                  <a:lnTo>
                    <a:pt x="7343" y="7343"/>
                  </a:lnTo>
                  <a:lnTo>
                    <a:pt x="811" y="7343"/>
                  </a:lnTo>
                  <a:lnTo>
                    <a:pt x="811" y="809"/>
                  </a:lnTo>
                  <a:close/>
                  <a:moveTo>
                    <a:pt x="0" y="0"/>
                  </a:moveTo>
                  <a:lnTo>
                    <a:pt x="0" y="8171"/>
                  </a:lnTo>
                  <a:lnTo>
                    <a:pt x="8154" y="8171"/>
                  </a:lnTo>
                  <a:lnTo>
                    <a:pt x="815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20"/>
            <p:cNvSpPr/>
            <p:nvPr/>
          </p:nvSpPr>
          <p:spPr>
            <a:xfrm>
              <a:off x="713226" y="1626057"/>
              <a:ext cx="373332" cy="373332"/>
            </a:xfrm>
            <a:custGeom>
              <a:avLst/>
              <a:gdLst/>
              <a:ahLst/>
              <a:cxnLst/>
              <a:rect l="l" t="t" r="r" b="b"/>
              <a:pathLst>
                <a:path w="13822" h="13822" extrusionOk="0">
                  <a:moveTo>
                    <a:pt x="11806" y="2016"/>
                  </a:moveTo>
                  <a:lnTo>
                    <a:pt x="11806" y="11806"/>
                  </a:lnTo>
                  <a:lnTo>
                    <a:pt x="2034" y="11806"/>
                  </a:lnTo>
                  <a:lnTo>
                    <a:pt x="2034" y="2016"/>
                  </a:lnTo>
                  <a:close/>
                  <a:moveTo>
                    <a:pt x="2843" y="0"/>
                  </a:moveTo>
                  <a:lnTo>
                    <a:pt x="2843" y="1206"/>
                  </a:lnTo>
                  <a:lnTo>
                    <a:pt x="1224" y="1206"/>
                  </a:lnTo>
                  <a:lnTo>
                    <a:pt x="1224" y="2826"/>
                  </a:lnTo>
                  <a:lnTo>
                    <a:pt x="0" y="2826"/>
                  </a:lnTo>
                  <a:lnTo>
                    <a:pt x="0" y="3635"/>
                  </a:lnTo>
                  <a:lnTo>
                    <a:pt x="1224" y="3635"/>
                  </a:lnTo>
                  <a:lnTo>
                    <a:pt x="1224" y="4662"/>
                  </a:lnTo>
                  <a:lnTo>
                    <a:pt x="0" y="4662"/>
                  </a:lnTo>
                  <a:lnTo>
                    <a:pt x="0" y="5471"/>
                  </a:lnTo>
                  <a:lnTo>
                    <a:pt x="1224" y="5471"/>
                  </a:lnTo>
                  <a:lnTo>
                    <a:pt x="1224" y="6497"/>
                  </a:lnTo>
                  <a:lnTo>
                    <a:pt x="0" y="6497"/>
                  </a:lnTo>
                  <a:lnTo>
                    <a:pt x="0" y="7307"/>
                  </a:lnTo>
                  <a:lnTo>
                    <a:pt x="1224" y="7307"/>
                  </a:lnTo>
                  <a:lnTo>
                    <a:pt x="1224" y="8333"/>
                  </a:lnTo>
                  <a:lnTo>
                    <a:pt x="0" y="8333"/>
                  </a:lnTo>
                  <a:lnTo>
                    <a:pt x="0" y="9142"/>
                  </a:lnTo>
                  <a:lnTo>
                    <a:pt x="1224" y="9142"/>
                  </a:lnTo>
                  <a:lnTo>
                    <a:pt x="1224" y="10169"/>
                  </a:lnTo>
                  <a:lnTo>
                    <a:pt x="0" y="10169"/>
                  </a:lnTo>
                  <a:lnTo>
                    <a:pt x="0" y="10997"/>
                  </a:lnTo>
                  <a:lnTo>
                    <a:pt x="1224" y="10997"/>
                  </a:lnTo>
                  <a:lnTo>
                    <a:pt x="1224" y="12616"/>
                  </a:lnTo>
                  <a:lnTo>
                    <a:pt x="2843" y="12616"/>
                  </a:lnTo>
                  <a:lnTo>
                    <a:pt x="2843" y="13821"/>
                  </a:lnTo>
                  <a:lnTo>
                    <a:pt x="3654" y="13821"/>
                  </a:lnTo>
                  <a:lnTo>
                    <a:pt x="3654" y="12616"/>
                  </a:lnTo>
                  <a:lnTo>
                    <a:pt x="4679" y="12616"/>
                  </a:lnTo>
                  <a:lnTo>
                    <a:pt x="4679" y="13821"/>
                  </a:lnTo>
                  <a:lnTo>
                    <a:pt x="5490" y="13821"/>
                  </a:lnTo>
                  <a:lnTo>
                    <a:pt x="5490" y="12616"/>
                  </a:lnTo>
                  <a:lnTo>
                    <a:pt x="6515" y="12616"/>
                  </a:lnTo>
                  <a:lnTo>
                    <a:pt x="6515" y="13821"/>
                  </a:lnTo>
                  <a:lnTo>
                    <a:pt x="7325" y="13821"/>
                  </a:lnTo>
                  <a:lnTo>
                    <a:pt x="7325" y="12616"/>
                  </a:lnTo>
                  <a:lnTo>
                    <a:pt x="8350" y="12616"/>
                  </a:lnTo>
                  <a:lnTo>
                    <a:pt x="8350" y="13821"/>
                  </a:lnTo>
                  <a:lnTo>
                    <a:pt x="9161" y="13821"/>
                  </a:lnTo>
                  <a:lnTo>
                    <a:pt x="9161" y="12616"/>
                  </a:lnTo>
                  <a:lnTo>
                    <a:pt x="10186" y="12616"/>
                  </a:lnTo>
                  <a:lnTo>
                    <a:pt x="10186" y="13821"/>
                  </a:lnTo>
                  <a:lnTo>
                    <a:pt x="10997" y="13821"/>
                  </a:lnTo>
                  <a:lnTo>
                    <a:pt x="10997" y="12616"/>
                  </a:lnTo>
                  <a:lnTo>
                    <a:pt x="12616" y="12616"/>
                  </a:lnTo>
                  <a:lnTo>
                    <a:pt x="12616" y="10997"/>
                  </a:lnTo>
                  <a:lnTo>
                    <a:pt x="13821" y="10997"/>
                  </a:lnTo>
                  <a:lnTo>
                    <a:pt x="13821" y="10169"/>
                  </a:lnTo>
                  <a:lnTo>
                    <a:pt x="12616" y="10169"/>
                  </a:lnTo>
                  <a:lnTo>
                    <a:pt x="12616" y="9142"/>
                  </a:lnTo>
                  <a:lnTo>
                    <a:pt x="13821" y="9142"/>
                  </a:lnTo>
                  <a:lnTo>
                    <a:pt x="13821" y="8333"/>
                  </a:lnTo>
                  <a:lnTo>
                    <a:pt x="12616" y="8333"/>
                  </a:lnTo>
                  <a:lnTo>
                    <a:pt x="12616" y="7307"/>
                  </a:lnTo>
                  <a:lnTo>
                    <a:pt x="13821" y="7307"/>
                  </a:lnTo>
                  <a:lnTo>
                    <a:pt x="13821" y="6497"/>
                  </a:lnTo>
                  <a:lnTo>
                    <a:pt x="12616" y="6497"/>
                  </a:lnTo>
                  <a:lnTo>
                    <a:pt x="12616" y="5471"/>
                  </a:lnTo>
                  <a:lnTo>
                    <a:pt x="13821" y="5471"/>
                  </a:lnTo>
                  <a:lnTo>
                    <a:pt x="13821" y="4662"/>
                  </a:lnTo>
                  <a:lnTo>
                    <a:pt x="12616" y="4662"/>
                  </a:lnTo>
                  <a:lnTo>
                    <a:pt x="12616" y="3635"/>
                  </a:lnTo>
                  <a:lnTo>
                    <a:pt x="13821" y="3635"/>
                  </a:lnTo>
                  <a:lnTo>
                    <a:pt x="13821" y="2826"/>
                  </a:lnTo>
                  <a:lnTo>
                    <a:pt x="12616" y="2826"/>
                  </a:lnTo>
                  <a:lnTo>
                    <a:pt x="12616" y="1206"/>
                  </a:lnTo>
                  <a:lnTo>
                    <a:pt x="10997" y="1206"/>
                  </a:lnTo>
                  <a:lnTo>
                    <a:pt x="10997" y="0"/>
                  </a:lnTo>
                  <a:lnTo>
                    <a:pt x="10186" y="0"/>
                  </a:lnTo>
                  <a:lnTo>
                    <a:pt x="10186" y="1206"/>
                  </a:lnTo>
                  <a:lnTo>
                    <a:pt x="9161" y="1206"/>
                  </a:lnTo>
                  <a:lnTo>
                    <a:pt x="9161" y="0"/>
                  </a:lnTo>
                  <a:lnTo>
                    <a:pt x="8350" y="0"/>
                  </a:lnTo>
                  <a:lnTo>
                    <a:pt x="8350" y="1206"/>
                  </a:lnTo>
                  <a:lnTo>
                    <a:pt x="7325" y="1206"/>
                  </a:lnTo>
                  <a:lnTo>
                    <a:pt x="7325" y="0"/>
                  </a:lnTo>
                  <a:lnTo>
                    <a:pt x="6515" y="0"/>
                  </a:lnTo>
                  <a:lnTo>
                    <a:pt x="6515" y="1206"/>
                  </a:lnTo>
                  <a:lnTo>
                    <a:pt x="5490" y="1206"/>
                  </a:lnTo>
                  <a:lnTo>
                    <a:pt x="5490" y="0"/>
                  </a:lnTo>
                  <a:lnTo>
                    <a:pt x="4679" y="0"/>
                  </a:lnTo>
                  <a:lnTo>
                    <a:pt x="4679" y="1206"/>
                  </a:lnTo>
                  <a:lnTo>
                    <a:pt x="3654" y="1206"/>
                  </a:lnTo>
                  <a:lnTo>
                    <a:pt x="365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20"/>
            <p:cNvSpPr/>
            <p:nvPr/>
          </p:nvSpPr>
          <p:spPr>
            <a:xfrm>
              <a:off x="833771" y="1751951"/>
              <a:ext cx="132727" cy="125921"/>
            </a:xfrm>
            <a:custGeom>
              <a:avLst/>
              <a:gdLst/>
              <a:ahLst/>
              <a:cxnLst/>
              <a:rect l="l" t="t" r="r" b="b"/>
              <a:pathLst>
                <a:path w="4914" h="4662" extrusionOk="0">
                  <a:moveTo>
                    <a:pt x="3339" y="810"/>
                  </a:moveTo>
                  <a:cubicBezTo>
                    <a:pt x="3532" y="810"/>
                    <a:pt x="3726" y="882"/>
                    <a:pt x="3870" y="1026"/>
                  </a:cubicBezTo>
                  <a:cubicBezTo>
                    <a:pt x="4014" y="1170"/>
                    <a:pt x="4103" y="1369"/>
                    <a:pt x="4103" y="1566"/>
                  </a:cubicBezTo>
                  <a:cubicBezTo>
                    <a:pt x="4103" y="1764"/>
                    <a:pt x="4014" y="1962"/>
                    <a:pt x="3870" y="2106"/>
                  </a:cubicBezTo>
                  <a:lnTo>
                    <a:pt x="2448" y="3528"/>
                  </a:lnTo>
                  <a:lnTo>
                    <a:pt x="1027" y="2106"/>
                  </a:lnTo>
                  <a:cubicBezTo>
                    <a:pt x="883" y="1962"/>
                    <a:pt x="811" y="1764"/>
                    <a:pt x="811" y="1566"/>
                  </a:cubicBezTo>
                  <a:cubicBezTo>
                    <a:pt x="811" y="1369"/>
                    <a:pt x="883" y="1170"/>
                    <a:pt x="1027" y="1026"/>
                  </a:cubicBezTo>
                  <a:cubicBezTo>
                    <a:pt x="1171" y="882"/>
                    <a:pt x="1368" y="810"/>
                    <a:pt x="1567" y="810"/>
                  </a:cubicBezTo>
                  <a:cubicBezTo>
                    <a:pt x="1764" y="810"/>
                    <a:pt x="1944" y="882"/>
                    <a:pt x="2106" y="1026"/>
                  </a:cubicBezTo>
                  <a:lnTo>
                    <a:pt x="2448" y="1386"/>
                  </a:lnTo>
                  <a:lnTo>
                    <a:pt x="2808" y="1026"/>
                  </a:lnTo>
                  <a:cubicBezTo>
                    <a:pt x="2952" y="882"/>
                    <a:pt x="3145" y="810"/>
                    <a:pt x="3339" y="810"/>
                  </a:cubicBezTo>
                  <a:close/>
                  <a:moveTo>
                    <a:pt x="1567" y="1"/>
                  </a:moveTo>
                  <a:cubicBezTo>
                    <a:pt x="1152" y="1"/>
                    <a:pt x="756" y="162"/>
                    <a:pt x="451" y="450"/>
                  </a:cubicBezTo>
                  <a:cubicBezTo>
                    <a:pt x="163" y="757"/>
                    <a:pt x="0" y="1153"/>
                    <a:pt x="0" y="1566"/>
                  </a:cubicBezTo>
                  <a:cubicBezTo>
                    <a:pt x="0" y="1980"/>
                    <a:pt x="163" y="2376"/>
                    <a:pt x="451" y="2682"/>
                  </a:cubicBezTo>
                  <a:lnTo>
                    <a:pt x="2448" y="4661"/>
                  </a:lnTo>
                  <a:lnTo>
                    <a:pt x="4446" y="2682"/>
                  </a:lnTo>
                  <a:cubicBezTo>
                    <a:pt x="4751" y="2376"/>
                    <a:pt x="4914" y="1980"/>
                    <a:pt x="4914" y="1566"/>
                  </a:cubicBezTo>
                  <a:cubicBezTo>
                    <a:pt x="4914" y="1153"/>
                    <a:pt x="4751" y="757"/>
                    <a:pt x="4446" y="450"/>
                  </a:cubicBezTo>
                  <a:cubicBezTo>
                    <a:pt x="4158" y="162"/>
                    <a:pt x="3762" y="1"/>
                    <a:pt x="3330" y="1"/>
                  </a:cubicBezTo>
                  <a:cubicBezTo>
                    <a:pt x="3024" y="1"/>
                    <a:pt x="2718" y="90"/>
                    <a:pt x="2448" y="270"/>
                  </a:cubicBezTo>
                  <a:cubicBezTo>
                    <a:pt x="2196" y="90"/>
                    <a:pt x="1890" y="1"/>
                    <a:pt x="156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3" name="Google Shape;2723;p120"/>
          <p:cNvSpPr/>
          <p:nvPr/>
        </p:nvSpPr>
        <p:spPr>
          <a:xfrm>
            <a:off x="1534681" y="1626057"/>
            <a:ext cx="382110" cy="382083"/>
          </a:xfrm>
          <a:custGeom>
            <a:avLst/>
            <a:gdLst/>
            <a:ahLst/>
            <a:cxnLst/>
            <a:rect l="l" t="t" r="r" b="b"/>
            <a:pathLst>
              <a:path w="14147" h="14146" extrusionOk="0">
                <a:moveTo>
                  <a:pt x="5796" y="828"/>
                </a:moveTo>
                <a:cubicBezTo>
                  <a:pt x="6516" y="828"/>
                  <a:pt x="7182" y="1224"/>
                  <a:pt x="7542" y="1872"/>
                </a:cubicBezTo>
                <a:lnTo>
                  <a:pt x="7686" y="2124"/>
                </a:lnTo>
                <a:lnTo>
                  <a:pt x="7974" y="2088"/>
                </a:lnTo>
                <a:cubicBezTo>
                  <a:pt x="8099" y="2052"/>
                  <a:pt x="8207" y="2052"/>
                  <a:pt x="8334" y="2052"/>
                </a:cubicBezTo>
                <a:cubicBezTo>
                  <a:pt x="9107" y="2052"/>
                  <a:pt x="9810" y="2466"/>
                  <a:pt x="10170" y="3150"/>
                </a:cubicBezTo>
                <a:lnTo>
                  <a:pt x="10278" y="3383"/>
                </a:lnTo>
                <a:lnTo>
                  <a:pt x="11105" y="3383"/>
                </a:lnTo>
                <a:cubicBezTo>
                  <a:pt x="11861" y="3383"/>
                  <a:pt x="12490" y="4014"/>
                  <a:pt x="12490" y="4770"/>
                </a:cubicBezTo>
                <a:cubicBezTo>
                  <a:pt x="12490" y="5543"/>
                  <a:pt x="11861" y="6173"/>
                  <a:pt x="11105" y="6173"/>
                </a:cubicBezTo>
                <a:lnTo>
                  <a:pt x="3384" y="6173"/>
                </a:lnTo>
                <a:cubicBezTo>
                  <a:pt x="2431" y="6173"/>
                  <a:pt x="1657" y="5399"/>
                  <a:pt x="1657" y="4446"/>
                </a:cubicBezTo>
                <a:cubicBezTo>
                  <a:pt x="1657" y="3491"/>
                  <a:pt x="2431" y="2718"/>
                  <a:pt x="3384" y="2718"/>
                </a:cubicBezTo>
                <a:lnTo>
                  <a:pt x="3780" y="2718"/>
                </a:lnTo>
                <a:lnTo>
                  <a:pt x="3852" y="2394"/>
                </a:lnTo>
                <a:cubicBezTo>
                  <a:pt x="4032" y="1494"/>
                  <a:pt x="4860" y="828"/>
                  <a:pt x="5796" y="828"/>
                </a:cubicBezTo>
                <a:close/>
                <a:moveTo>
                  <a:pt x="2484" y="9178"/>
                </a:moveTo>
                <a:lnTo>
                  <a:pt x="2484" y="10006"/>
                </a:lnTo>
                <a:lnTo>
                  <a:pt x="1657" y="10006"/>
                </a:lnTo>
                <a:lnTo>
                  <a:pt x="1657" y="9178"/>
                </a:lnTo>
                <a:close/>
                <a:moveTo>
                  <a:pt x="12490" y="9178"/>
                </a:moveTo>
                <a:lnTo>
                  <a:pt x="12490" y="10006"/>
                </a:lnTo>
                <a:lnTo>
                  <a:pt x="11663" y="10006"/>
                </a:lnTo>
                <a:lnTo>
                  <a:pt x="11663" y="9178"/>
                </a:lnTo>
                <a:close/>
                <a:moveTo>
                  <a:pt x="1657" y="12490"/>
                </a:moveTo>
                <a:lnTo>
                  <a:pt x="1657" y="13317"/>
                </a:lnTo>
                <a:lnTo>
                  <a:pt x="829" y="13317"/>
                </a:lnTo>
                <a:lnTo>
                  <a:pt x="829" y="12490"/>
                </a:lnTo>
                <a:close/>
                <a:moveTo>
                  <a:pt x="13318" y="12490"/>
                </a:moveTo>
                <a:lnTo>
                  <a:pt x="13318" y="13317"/>
                </a:lnTo>
                <a:lnTo>
                  <a:pt x="12490" y="13317"/>
                </a:lnTo>
                <a:lnTo>
                  <a:pt x="12490" y="12490"/>
                </a:lnTo>
                <a:close/>
                <a:moveTo>
                  <a:pt x="5796" y="0"/>
                </a:moveTo>
                <a:cubicBezTo>
                  <a:pt x="5148" y="0"/>
                  <a:pt x="4500" y="216"/>
                  <a:pt x="4015" y="631"/>
                </a:cubicBezTo>
                <a:cubicBezTo>
                  <a:pt x="3600" y="972"/>
                  <a:pt x="3295" y="1422"/>
                  <a:pt x="3115" y="1908"/>
                </a:cubicBezTo>
                <a:cubicBezTo>
                  <a:pt x="1837" y="2034"/>
                  <a:pt x="829" y="3131"/>
                  <a:pt x="829" y="4446"/>
                </a:cubicBezTo>
                <a:cubicBezTo>
                  <a:pt x="829" y="5867"/>
                  <a:pt x="1981" y="7001"/>
                  <a:pt x="3384" y="7001"/>
                </a:cubicBezTo>
                <a:lnTo>
                  <a:pt x="4176" y="7001"/>
                </a:lnTo>
                <a:lnTo>
                  <a:pt x="4176" y="9178"/>
                </a:lnTo>
                <a:lnTo>
                  <a:pt x="3331" y="9178"/>
                </a:lnTo>
                <a:lnTo>
                  <a:pt x="3331" y="8333"/>
                </a:lnTo>
                <a:lnTo>
                  <a:pt x="829" y="8333"/>
                </a:lnTo>
                <a:lnTo>
                  <a:pt x="829" y="10834"/>
                </a:lnTo>
                <a:lnTo>
                  <a:pt x="3331" y="10834"/>
                </a:lnTo>
                <a:lnTo>
                  <a:pt x="3331" y="10006"/>
                </a:lnTo>
                <a:lnTo>
                  <a:pt x="5004" y="10006"/>
                </a:lnTo>
                <a:lnTo>
                  <a:pt x="5004" y="7001"/>
                </a:lnTo>
                <a:lnTo>
                  <a:pt x="5832" y="7001"/>
                </a:lnTo>
                <a:lnTo>
                  <a:pt x="5832" y="12490"/>
                </a:lnTo>
                <a:lnTo>
                  <a:pt x="2484" y="12490"/>
                </a:lnTo>
                <a:lnTo>
                  <a:pt x="2484" y="11662"/>
                </a:lnTo>
                <a:lnTo>
                  <a:pt x="1" y="11662"/>
                </a:lnTo>
                <a:lnTo>
                  <a:pt x="1" y="14145"/>
                </a:lnTo>
                <a:lnTo>
                  <a:pt x="2484" y="14145"/>
                </a:lnTo>
                <a:lnTo>
                  <a:pt x="2484" y="13317"/>
                </a:lnTo>
                <a:lnTo>
                  <a:pt x="6660" y="13317"/>
                </a:lnTo>
                <a:lnTo>
                  <a:pt x="6660" y="7001"/>
                </a:lnTo>
                <a:lnTo>
                  <a:pt x="7487" y="7001"/>
                </a:lnTo>
                <a:lnTo>
                  <a:pt x="7487" y="13317"/>
                </a:lnTo>
                <a:lnTo>
                  <a:pt x="11663" y="13317"/>
                </a:lnTo>
                <a:lnTo>
                  <a:pt x="11663" y="14145"/>
                </a:lnTo>
                <a:lnTo>
                  <a:pt x="14146" y="14145"/>
                </a:lnTo>
                <a:lnTo>
                  <a:pt x="14146" y="11662"/>
                </a:lnTo>
                <a:lnTo>
                  <a:pt x="11663" y="11662"/>
                </a:lnTo>
                <a:lnTo>
                  <a:pt x="11663" y="12490"/>
                </a:lnTo>
                <a:lnTo>
                  <a:pt x="8315" y="12490"/>
                </a:lnTo>
                <a:lnTo>
                  <a:pt x="8315" y="7001"/>
                </a:lnTo>
                <a:lnTo>
                  <a:pt x="9162" y="7001"/>
                </a:lnTo>
                <a:lnTo>
                  <a:pt x="9162" y="10006"/>
                </a:lnTo>
                <a:lnTo>
                  <a:pt x="10835" y="10006"/>
                </a:lnTo>
                <a:lnTo>
                  <a:pt x="10835" y="10834"/>
                </a:lnTo>
                <a:lnTo>
                  <a:pt x="13318" y="10834"/>
                </a:lnTo>
                <a:lnTo>
                  <a:pt x="13318" y="8333"/>
                </a:lnTo>
                <a:lnTo>
                  <a:pt x="10835" y="8333"/>
                </a:lnTo>
                <a:lnTo>
                  <a:pt x="10835" y="9178"/>
                </a:lnTo>
                <a:lnTo>
                  <a:pt x="9990" y="9178"/>
                </a:lnTo>
                <a:lnTo>
                  <a:pt x="9990" y="7001"/>
                </a:lnTo>
                <a:lnTo>
                  <a:pt x="11105" y="7001"/>
                </a:lnTo>
                <a:cubicBezTo>
                  <a:pt x="12329" y="7001"/>
                  <a:pt x="13318" y="6011"/>
                  <a:pt x="13318" y="4770"/>
                </a:cubicBezTo>
                <a:cubicBezTo>
                  <a:pt x="13318" y="3546"/>
                  <a:pt x="12329" y="2555"/>
                  <a:pt x="11105" y="2555"/>
                </a:cubicBezTo>
                <a:lnTo>
                  <a:pt x="10763" y="2555"/>
                </a:lnTo>
                <a:cubicBezTo>
                  <a:pt x="10242" y="1728"/>
                  <a:pt x="9323" y="1224"/>
                  <a:pt x="8334" y="1224"/>
                </a:cubicBezTo>
                <a:lnTo>
                  <a:pt x="8118" y="1224"/>
                </a:lnTo>
                <a:cubicBezTo>
                  <a:pt x="7595" y="468"/>
                  <a:pt x="6732" y="0"/>
                  <a:pt x="579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4" name="Google Shape;2724;p120"/>
          <p:cNvGrpSpPr/>
          <p:nvPr/>
        </p:nvGrpSpPr>
        <p:grpSpPr>
          <a:xfrm>
            <a:off x="2380985" y="1626057"/>
            <a:ext cx="373791" cy="373332"/>
            <a:chOff x="2380985" y="1626057"/>
            <a:chExt cx="373791" cy="373332"/>
          </a:xfrm>
        </p:grpSpPr>
        <p:sp>
          <p:nvSpPr>
            <p:cNvPr id="2725" name="Google Shape;2725;p120"/>
            <p:cNvSpPr/>
            <p:nvPr/>
          </p:nvSpPr>
          <p:spPr>
            <a:xfrm>
              <a:off x="2556955" y="1626057"/>
              <a:ext cx="21878" cy="43756"/>
            </a:xfrm>
            <a:custGeom>
              <a:avLst/>
              <a:gdLst/>
              <a:ahLst/>
              <a:cxnLst/>
              <a:rect l="l" t="t" r="r" b="b"/>
              <a:pathLst>
                <a:path w="810" h="1620" extrusionOk="0">
                  <a:moveTo>
                    <a:pt x="0" y="0"/>
                  </a:moveTo>
                  <a:lnTo>
                    <a:pt x="0" y="1620"/>
                  </a:lnTo>
                  <a:lnTo>
                    <a:pt x="809" y="1620"/>
                  </a:lnTo>
                  <a:lnTo>
                    <a:pt x="80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120"/>
            <p:cNvSpPr/>
            <p:nvPr/>
          </p:nvSpPr>
          <p:spPr>
            <a:xfrm>
              <a:off x="2556955" y="1955606"/>
              <a:ext cx="21878" cy="43783"/>
            </a:xfrm>
            <a:custGeom>
              <a:avLst/>
              <a:gdLst/>
              <a:ahLst/>
              <a:cxnLst/>
              <a:rect l="l" t="t" r="r" b="b"/>
              <a:pathLst>
                <a:path w="810" h="1621" extrusionOk="0">
                  <a:moveTo>
                    <a:pt x="0" y="1"/>
                  </a:moveTo>
                  <a:lnTo>
                    <a:pt x="0" y="1620"/>
                  </a:lnTo>
                  <a:lnTo>
                    <a:pt x="809" y="1620"/>
                  </a:lnTo>
                  <a:lnTo>
                    <a:pt x="80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120"/>
            <p:cNvSpPr/>
            <p:nvPr/>
          </p:nvSpPr>
          <p:spPr>
            <a:xfrm>
              <a:off x="2465067" y="1645478"/>
              <a:ext cx="40839" cy="49158"/>
            </a:xfrm>
            <a:custGeom>
              <a:avLst/>
              <a:gdLst/>
              <a:ahLst/>
              <a:cxnLst/>
              <a:rect l="l" t="t" r="r" b="b"/>
              <a:pathLst>
                <a:path w="1512" h="1820" extrusionOk="0">
                  <a:moveTo>
                    <a:pt x="703" y="1"/>
                  </a:moveTo>
                  <a:lnTo>
                    <a:pt x="0" y="415"/>
                  </a:lnTo>
                  <a:lnTo>
                    <a:pt x="811" y="1819"/>
                  </a:lnTo>
                  <a:lnTo>
                    <a:pt x="1512" y="1405"/>
                  </a:lnTo>
                  <a:lnTo>
                    <a:pt x="70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120"/>
            <p:cNvSpPr/>
            <p:nvPr/>
          </p:nvSpPr>
          <p:spPr>
            <a:xfrm>
              <a:off x="2629855" y="1930838"/>
              <a:ext cx="40866" cy="49104"/>
            </a:xfrm>
            <a:custGeom>
              <a:avLst/>
              <a:gdLst/>
              <a:ahLst/>
              <a:cxnLst/>
              <a:rect l="l" t="t" r="r" b="b"/>
              <a:pathLst>
                <a:path w="1513" h="1818" extrusionOk="0">
                  <a:moveTo>
                    <a:pt x="702" y="0"/>
                  </a:moveTo>
                  <a:lnTo>
                    <a:pt x="1" y="414"/>
                  </a:lnTo>
                  <a:lnTo>
                    <a:pt x="810" y="1817"/>
                  </a:lnTo>
                  <a:lnTo>
                    <a:pt x="1512" y="1404"/>
                  </a:lnTo>
                  <a:lnTo>
                    <a:pt x="70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120"/>
            <p:cNvSpPr/>
            <p:nvPr/>
          </p:nvSpPr>
          <p:spPr>
            <a:xfrm>
              <a:off x="2400891" y="1709653"/>
              <a:ext cx="48645" cy="40866"/>
            </a:xfrm>
            <a:custGeom>
              <a:avLst/>
              <a:gdLst/>
              <a:ahLst/>
              <a:cxnLst/>
              <a:rect l="l" t="t" r="r" b="b"/>
              <a:pathLst>
                <a:path w="1801" h="1513" extrusionOk="0">
                  <a:moveTo>
                    <a:pt x="396" y="0"/>
                  </a:moveTo>
                  <a:lnTo>
                    <a:pt x="1" y="703"/>
                  </a:lnTo>
                  <a:lnTo>
                    <a:pt x="1404" y="1512"/>
                  </a:lnTo>
                  <a:lnTo>
                    <a:pt x="1800" y="811"/>
                  </a:lnTo>
                  <a:lnTo>
                    <a:pt x="3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20"/>
            <p:cNvSpPr/>
            <p:nvPr/>
          </p:nvSpPr>
          <p:spPr>
            <a:xfrm>
              <a:off x="2686252" y="1874441"/>
              <a:ext cx="48618" cy="41325"/>
            </a:xfrm>
            <a:custGeom>
              <a:avLst/>
              <a:gdLst/>
              <a:ahLst/>
              <a:cxnLst/>
              <a:rect l="l" t="t" r="r" b="b"/>
              <a:pathLst>
                <a:path w="1800" h="1530" extrusionOk="0">
                  <a:moveTo>
                    <a:pt x="396" y="1"/>
                  </a:moveTo>
                  <a:lnTo>
                    <a:pt x="0" y="702"/>
                  </a:lnTo>
                  <a:lnTo>
                    <a:pt x="1404" y="1530"/>
                  </a:lnTo>
                  <a:lnTo>
                    <a:pt x="1800" y="829"/>
                  </a:lnTo>
                  <a:lnTo>
                    <a:pt x="39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20"/>
            <p:cNvSpPr/>
            <p:nvPr/>
          </p:nvSpPr>
          <p:spPr>
            <a:xfrm>
              <a:off x="2380985" y="1801541"/>
              <a:ext cx="44242" cy="21878"/>
            </a:xfrm>
            <a:custGeom>
              <a:avLst/>
              <a:gdLst/>
              <a:ahLst/>
              <a:cxnLst/>
              <a:rect l="l" t="t" r="r" b="b"/>
              <a:pathLst>
                <a:path w="1638" h="810" extrusionOk="0">
                  <a:moveTo>
                    <a:pt x="0" y="0"/>
                  </a:moveTo>
                  <a:lnTo>
                    <a:pt x="0" y="810"/>
                  </a:lnTo>
                  <a:lnTo>
                    <a:pt x="1637" y="810"/>
                  </a:lnTo>
                  <a:lnTo>
                    <a:pt x="163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20"/>
            <p:cNvSpPr/>
            <p:nvPr/>
          </p:nvSpPr>
          <p:spPr>
            <a:xfrm>
              <a:off x="2711020" y="1801541"/>
              <a:ext cx="43756" cy="21878"/>
            </a:xfrm>
            <a:custGeom>
              <a:avLst/>
              <a:gdLst/>
              <a:ahLst/>
              <a:cxnLst/>
              <a:rect l="l" t="t" r="r" b="b"/>
              <a:pathLst>
                <a:path w="1620" h="810" extrusionOk="0">
                  <a:moveTo>
                    <a:pt x="0" y="0"/>
                  </a:moveTo>
                  <a:lnTo>
                    <a:pt x="0" y="810"/>
                  </a:lnTo>
                  <a:lnTo>
                    <a:pt x="1620" y="810"/>
                  </a:lnTo>
                  <a:lnTo>
                    <a:pt x="162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20"/>
            <p:cNvSpPr/>
            <p:nvPr/>
          </p:nvSpPr>
          <p:spPr>
            <a:xfrm>
              <a:off x="2400891" y="1874441"/>
              <a:ext cx="48645" cy="40866"/>
            </a:xfrm>
            <a:custGeom>
              <a:avLst/>
              <a:gdLst/>
              <a:ahLst/>
              <a:cxnLst/>
              <a:rect l="l" t="t" r="r" b="b"/>
              <a:pathLst>
                <a:path w="1801" h="1513" extrusionOk="0">
                  <a:moveTo>
                    <a:pt x="1404" y="1"/>
                  </a:moveTo>
                  <a:lnTo>
                    <a:pt x="1" y="810"/>
                  </a:lnTo>
                  <a:lnTo>
                    <a:pt x="396" y="1513"/>
                  </a:lnTo>
                  <a:lnTo>
                    <a:pt x="1800" y="702"/>
                  </a:lnTo>
                  <a:lnTo>
                    <a:pt x="140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20"/>
            <p:cNvSpPr/>
            <p:nvPr/>
          </p:nvSpPr>
          <p:spPr>
            <a:xfrm>
              <a:off x="2686252" y="1709653"/>
              <a:ext cx="48618" cy="40866"/>
            </a:xfrm>
            <a:custGeom>
              <a:avLst/>
              <a:gdLst/>
              <a:ahLst/>
              <a:cxnLst/>
              <a:rect l="l" t="t" r="r" b="b"/>
              <a:pathLst>
                <a:path w="1800" h="1513" extrusionOk="0">
                  <a:moveTo>
                    <a:pt x="1404" y="0"/>
                  </a:moveTo>
                  <a:lnTo>
                    <a:pt x="0" y="811"/>
                  </a:lnTo>
                  <a:lnTo>
                    <a:pt x="396" y="1512"/>
                  </a:lnTo>
                  <a:lnTo>
                    <a:pt x="1800" y="703"/>
                  </a:lnTo>
                  <a:lnTo>
                    <a:pt x="140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120"/>
            <p:cNvSpPr/>
            <p:nvPr/>
          </p:nvSpPr>
          <p:spPr>
            <a:xfrm>
              <a:off x="2465067" y="1930838"/>
              <a:ext cx="40839" cy="49104"/>
            </a:xfrm>
            <a:custGeom>
              <a:avLst/>
              <a:gdLst/>
              <a:ahLst/>
              <a:cxnLst/>
              <a:rect l="l" t="t" r="r" b="b"/>
              <a:pathLst>
                <a:path w="1512" h="1818" extrusionOk="0">
                  <a:moveTo>
                    <a:pt x="811" y="0"/>
                  </a:moveTo>
                  <a:lnTo>
                    <a:pt x="0" y="1404"/>
                  </a:lnTo>
                  <a:lnTo>
                    <a:pt x="703" y="1817"/>
                  </a:lnTo>
                  <a:lnTo>
                    <a:pt x="1512" y="414"/>
                  </a:lnTo>
                  <a:lnTo>
                    <a:pt x="8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120"/>
            <p:cNvSpPr/>
            <p:nvPr/>
          </p:nvSpPr>
          <p:spPr>
            <a:xfrm>
              <a:off x="2629855" y="1645478"/>
              <a:ext cx="40866" cy="49158"/>
            </a:xfrm>
            <a:custGeom>
              <a:avLst/>
              <a:gdLst/>
              <a:ahLst/>
              <a:cxnLst/>
              <a:rect l="l" t="t" r="r" b="b"/>
              <a:pathLst>
                <a:path w="1513" h="1820" extrusionOk="0">
                  <a:moveTo>
                    <a:pt x="810" y="1"/>
                  </a:moveTo>
                  <a:lnTo>
                    <a:pt x="1" y="1405"/>
                  </a:lnTo>
                  <a:lnTo>
                    <a:pt x="702" y="1819"/>
                  </a:lnTo>
                  <a:lnTo>
                    <a:pt x="1512" y="415"/>
                  </a:lnTo>
                  <a:lnTo>
                    <a:pt x="81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120"/>
            <p:cNvSpPr/>
            <p:nvPr/>
          </p:nvSpPr>
          <p:spPr>
            <a:xfrm>
              <a:off x="2447565" y="1691692"/>
              <a:ext cx="240659" cy="242091"/>
            </a:xfrm>
            <a:custGeom>
              <a:avLst/>
              <a:gdLst/>
              <a:ahLst/>
              <a:cxnLst/>
              <a:rect l="l" t="t" r="r" b="b"/>
              <a:pathLst>
                <a:path w="8910" h="8963" extrusionOk="0">
                  <a:moveTo>
                    <a:pt x="4931" y="809"/>
                  </a:moveTo>
                  <a:lnTo>
                    <a:pt x="5075" y="1548"/>
                  </a:lnTo>
                  <a:lnTo>
                    <a:pt x="5310" y="1601"/>
                  </a:lnTo>
                  <a:cubicBezTo>
                    <a:pt x="5759" y="1745"/>
                    <a:pt x="6174" y="1980"/>
                    <a:pt x="6515" y="2304"/>
                  </a:cubicBezTo>
                  <a:lnTo>
                    <a:pt x="6695" y="2465"/>
                  </a:lnTo>
                  <a:lnTo>
                    <a:pt x="7397" y="2232"/>
                  </a:lnTo>
                  <a:lnTo>
                    <a:pt x="7865" y="3060"/>
                  </a:lnTo>
                  <a:lnTo>
                    <a:pt x="7307" y="3545"/>
                  </a:lnTo>
                  <a:lnTo>
                    <a:pt x="7379" y="3779"/>
                  </a:lnTo>
                  <a:cubicBezTo>
                    <a:pt x="7415" y="4013"/>
                    <a:pt x="7451" y="4247"/>
                    <a:pt x="7451" y="4481"/>
                  </a:cubicBezTo>
                  <a:cubicBezTo>
                    <a:pt x="7451" y="4715"/>
                    <a:pt x="7415" y="4949"/>
                    <a:pt x="7379" y="5164"/>
                  </a:cubicBezTo>
                  <a:lnTo>
                    <a:pt x="7307" y="5416"/>
                  </a:lnTo>
                  <a:lnTo>
                    <a:pt x="7865" y="5903"/>
                  </a:lnTo>
                  <a:lnTo>
                    <a:pt x="7397" y="6731"/>
                  </a:lnTo>
                  <a:lnTo>
                    <a:pt x="6695" y="6496"/>
                  </a:lnTo>
                  <a:lnTo>
                    <a:pt x="6515" y="6659"/>
                  </a:lnTo>
                  <a:cubicBezTo>
                    <a:pt x="6174" y="6983"/>
                    <a:pt x="5759" y="7216"/>
                    <a:pt x="5310" y="7343"/>
                  </a:cubicBezTo>
                  <a:lnTo>
                    <a:pt x="5075" y="7415"/>
                  </a:lnTo>
                  <a:lnTo>
                    <a:pt x="4931" y="8152"/>
                  </a:lnTo>
                  <a:lnTo>
                    <a:pt x="3978" y="8152"/>
                  </a:lnTo>
                  <a:lnTo>
                    <a:pt x="3834" y="7415"/>
                  </a:lnTo>
                  <a:lnTo>
                    <a:pt x="3600" y="7343"/>
                  </a:lnTo>
                  <a:cubicBezTo>
                    <a:pt x="3150" y="7216"/>
                    <a:pt x="2736" y="6983"/>
                    <a:pt x="2394" y="6659"/>
                  </a:cubicBezTo>
                  <a:lnTo>
                    <a:pt x="2232" y="6496"/>
                  </a:lnTo>
                  <a:lnTo>
                    <a:pt x="1512" y="6731"/>
                  </a:lnTo>
                  <a:lnTo>
                    <a:pt x="1044" y="5903"/>
                  </a:lnTo>
                  <a:lnTo>
                    <a:pt x="1603" y="5416"/>
                  </a:lnTo>
                  <a:lnTo>
                    <a:pt x="1548" y="5164"/>
                  </a:lnTo>
                  <a:cubicBezTo>
                    <a:pt x="1495" y="4949"/>
                    <a:pt x="1459" y="4715"/>
                    <a:pt x="1459" y="4481"/>
                  </a:cubicBezTo>
                  <a:cubicBezTo>
                    <a:pt x="1459" y="4247"/>
                    <a:pt x="1495" y="4013"/>
                    <a:pt x="1548" y="3779"/>
                  </a:cubicBezTo>
                  <a:lnTo>
                    <a:pt x="1603" y="3545"/>
                  </a:lnTo>
                  <a:lnTo>
                    <a:pt x="1044" y="3060"/>
                  </a:lnTo>
                  <a:lnTo>
                    <a:pt x="1512" y="2232"/>
                  </a:lnTo>
                  <a:lnTo>
                    <a:pt x="2232" y="2465"/>
                  </a:lnTo>
                  <a:lnTo>
                    <a:pt x="2394" y="2304"/>
                  </a:lnTo>
                  <a:cubicBezTo>
                    <a:pt x="2736" y="1980"/>
                    <a:pt x="3150" y="1745"/>
                    <a:pt x="3600" y="1601"/>
                  </a:cubicBezTo>
                  <a:lnTo>
                    <a:pt x="3834" y="1548"/>
                  </a:lnTo>
                  <a:lnTo>
                    <a:pt x="3978" y="809"/>
                  </a:lnTo>
                  <a:close/>
                  <a:moveTo>
                    <a:pt x="3312" y="0"/>
                  </a:moveTo>
                  <a:lnTo>
                    <a:pt x="3132" y="917"/>
                  </a:lnTo>
                  <a:cubicBezTo>
                    <a:pt x="2736" y="1061"/>
                    <a:pt x="2358" y="1277"/>
                    <a:pt x="2035" y="1548"/>
                  </a:cubicBezTo>
                  <a:lnTo>
                    <a:pt x="1152" y="1241"/>
                  </a:lnTo>
                  <a:lnTo>
                    <a:pt x="0" y="3221"/>
                  </a:lnTo>
                  <a:lnTo>
                    <a:pt x="703" y="3851"/>
                  </a:lnTo>
                  <a:cubicBezTo>
                    <a:pt x="667" y="4049"/>
                    <a:pt x="648" y="4265"/>
                    <a:pt x="648" y="4481"/>
                  </a:cubicBezTo>
                  <a:cubicBezTo>
                    <a:pt x="648" y="4697"/>
                    <a:pt x="667" y="4913"/>
                    <a:pt x="703" y="5111"/>
                  </a:cubicBezTo>
                  <a:lnTo>
                    <a:pt x="0" y="5723"/>
                  </a:lnTo>
                  <a:lnTo>
                    <a:pt x="1152" y="7703"/>
                  </a:lnTo>
                  <a:lnTo>
                    <a:pt x="2035" y="7415"/>
                  </a:lnTo>
                  <a:cubicBezTo>
                    <a:pt x="2358" y="7684"/>
                    <a:pt x="2736" y="7900"/>
                    <a:pt x="3132" y="8044"/>
                  </a:cubicBezTo>
                  <a:lnTo>
                    <a:pt x="3312" y="8962"/>
                  </a:lnTo>
                  <a:lnTo>
                    <a:pt x="5598" y="8962"/>
                  </a:lnTo>
                  <a:lnTo>
                    <a:pt x="5778" y="8044"/>
                  </a:lnTo>
                  <a:cubicBezTo>
                    <a:pt x="6174" y="7900"/>
                    <a:pt x="6551" y="7684"/>
                    <a:pt x="6875" y="7415"/>
                  </a:cubicBezTo>
                  <a:lnTo>
                    <a:pt x="7757" y="7703"/>
                  </a:lnTo>
                  <a:lnTo>
                    <a:pt x="8909" y="5723"/>
                  </a:lnTo>
                  <a:lnTo>
                    <a:pt x="8207" y="5111"/>
                  </a:lnTo>
                  <a:cubicBezTo>
                    <a:pt x="8243" y="4913"/>
                    <a:pt x="8261" y="4697"/>
                    <a:pt x="8261" y="4481"/>
                  </a:cubicBezTo>
                  <a:cubicBezTo>
                    <a:pt x="8261" y="4265"/>
                    <a:pt x="8243" y="4049"/>
                    <a:pt x="8207" y="3851"/>
                  </a:cubicBezTo>
                  <a:lnTo>
                    <a:pt x="8909" y="3221"/>
                  </a:lnTo>
                  <a:lnTo>
                    <a:pt x="7757" y="1241"/>
                  </a:lnTo>
                  <a:lnTo>
                    <a:pt x="6875" y="1548"/>
                  </a:lnTo>
                  <a:cubicBezTo>
                    <a:pt x="6551" y="1277"/>
                    <a:pt x="6174" y="1061"/>
                    <a:pt x="5778" y="917"/>
                  </a:cubicBezTo>
                  <a:lnTo>
                    <a:pt x="559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120"/>
            <p:cNvSpPr/>
            <p:nvPr/>
          </p:nvSpPr>
          <p:spPr>
            <a:xfrm>
              <a:off x="2508796" y="1753896"/>
              <a:ext cx="118169" cy="117656"/>
            </a:xfrm>
            <a:custGeom>
              <a:avLst/>
              <a:gdLst/>
              <a:ahLst/>
              <a:cxnLst/>
              <a:rect l="l" t="t" r="r" b="b"/>
              <a:pathLst>
                <a:path w="4375" h="4356" extrusionOk="0">
                  <a:moveTo>
                    <a:pt x="2196" y="810"/>
                  </a:moveTo>
                  <a:cubicBezTo>
                    <a:pt x="2952" y="810"/>
                    <a:pt x="3564" y="1422"/>
                    <a:pt x="3564" y="2178"/>
                  </a:cubicBezTo>
                  <a:cubicBezTo>
                    <a:pt x="3564" y="2933"/>
                    <a:pt x="2952" y="3545"/>
                    <a:pt x="2196" y="3545"/>
                  </a:cubicBezTo>
                  <a:cubicBezTo>
                    <a:pt x="1423" y="3545"/>
                    <a:pt x="811" y="2933"/>
                    <a:pt x="811" y="2178"/>
                  </a:cubicBezTo>
                  <a:cubicBezTo>
                    <a:pt x="811" y="1422"/>
                    <a:pt x="1423" y="810"/>
                    <a:pt x="2196" y="810"/>
                  </a:cubicBezTo>
                  <a:close/>
                  <a:moveTo>
                    <a:pt x="2196" y="1"/>
                  </a:moveTo>
                  <a:cubicBezTo>
                    <a:pt x="991" y="1"/>
                    <a:pt x="1" y="973"/>
                    <a:pt x="1" y="2178"/>
                  </a:cubicBezTo>
                  <a:cubicBezTo>
                    <a:pt x="1" y="3384"/>
                    <a:pt x="991" y="4356"/>
                    <a:pt x="2196" y="4356"/>
                  </a:cubicBezTo>
                  <a:cubicBezTo>
                    <a:pt x="3403" y="4356"/>
                    <a:pt x="4375" y="3384"/>
                    <a:pt x="4375" y="2178"/>
                  </a:cubicBezTo>
                  <a:cubicBezTo>
                    <a:pt x="4375" y="973"/>
                    <a:pt x="3403" y="1"/>
                    <a:pt x="219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9" name="Google Shape;2739;p120"/>
          <p:cNvGrpSpPr/>
          <p:nvPr/>
        </p:nvGrpSpPr>
        <p:grpSpPr>
          <a:xfrm>
            <a:off x="2380985" y="2173874"/>
            <a:ext cx="385973" cy="385487"/>
            <a:chOff x="2380985" y="2173874"/>
            <a:chExt cx="385973" cy="385487"/>
          </a:xfrm>
        </p:grpSpPr>
        <p:sp>
          <p:nvSpPr>
            <p:cNvPr id="2740" name="Google Shape;2740;p120"/>
            <p:cNvSpPr/>
            <p:nvPr/>
          </p:nvSpPr>
          <p:spPr>
            <a:xfrm>
              <a:off x="2495697" y="2255147"/>
              <a:ext cx="156550" cy="139912"/>
            </a:xfrm>
            <a:custGeom>
              <a:avLst/>
              <a:gdLst/>
              <a:ahLst/>
              <a:cxnLst/>
              <a:rect l="l" t="t" r="r" b="b"/>
              <a:pathLst>
                <a:path w="5796" h="5180" extrusionOk="0">
                  <a:moveTo>
                    <a:pt x="3905" y="838"/>
                  </a:moveTo>
                  <a:cubicBezTo>
                    <a:pt x="4135" y="838"/>
                    <a:pt x="4364" y="924"/>
                    <a:pt x="4536" y="1095"/>
                  </a:cubicBezTo>
                  <a:cubicBezTo>
                    <a:pt x="4877" y="1455"/>
                    <a:pt x="4877" y="2012"/>
                    <a:pt x="4536" y="2372"/>
                  </a:cubicBezTo>
                  <a:lnTo>
                    <a:pt x="2897" y="3992"/>
                  </a:lnTo>
                  <a:lnTo>
                    <a:pt x="1260" y="2372"/>
                  </a:lnTo>
                  <a:cubicBezTo>
                    <a:pt x="918" y="2012"/>
                    <a:pt x="918" y="1455"/>
                    <a:pt x="1260" y="1095"/>
                  </a:cubicBezTo>
                  <a:cubicBezTo>
                    <a:pt x="1440" y="932"/>
                    <a:pt x="1674" y="843"/>
                    <a:pt x="1908" y="843"/>
                  </a:cubicBezTo>
                  <a:cubicBezTo>
                    <a:pt x="2124" y="843"/>
                    <a:pt x="2357" y="932"/>
                    <a:pt x="2537" y="1095"/>
                  </a:cubicBezTo>
                  <a:lnTo>
                    <a:pt x="2897" y="1472"/>
                  </a:lnTo>
                  <a:lnTo>
                    <a:pt x="3276" y="1095"/>
                  </a:lnTo>
                  <a:cubicBezTo>
                    <a:pt x="3447" y="924"/>
                    <a:pt x="3676" y="838"/>
                    <a:pt x="3905" y="838"/>
                  </a:cubicBezTo>
                  <a:close/>
                  <a:moveTo>
                    <a:pt x="1903" y="0"/>
                  </a:moveTo>
                  <a:cubicBezTo>
                    <a:pt x="1459" y="0"/>
                    <a:pt x="1016" y="169"/>
                    <a:pt x="684" y="500"/>
                  </a:cubicBezTo>
                  <a:cubicBezTo>
                    <a:pt x="1" y="1184"/>
                    <a:pt x="1" y="2283"/>
                    <a:pt x="684" y="2966"/>
                  </a:cubicBezTo>
                  <a:lnTo>
                    <a:pt x="2897" y="5179"/>
                  </a:lnTo>
                  <a:lnTo>
                    <a:pt x="5129" y="2966"/>
                  </a:lnTo>
                  <a:cubicBezTo>
                    <a:pt x="5795" y="2283"/>
                    <a:pt x="5795" y="1184"/>
                    <a:pt x="5129" y="500"/>
                  </a:cubicBezTo>
                  <a:cubicBezTo>
                    <a:pt x="4787" y="169"/>
                    <a:pt x="4345" y="0"/>
                    <a:pt x="3901" y="0"/>
                  </a:cubicBezTo>
                  <a:cubicBezTo>
                    <a:pt x="3551" y="0"/>
                    <a:pt x="3199" y="106"/>
                    <a:pt x="2897" y="320"/>
                  </a:cubicBezTo>
                  <a:cubicBezTo>
                    <a:pt x="2603" y="106"/>
                    <a:pt x="2253" y="0"/>
                    <a:pt x="1903"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20"/>
            <p:cNvSpPr/>
            <p:nvPr/>
          </p:nvSpPr>
          <p:spPr>
            <a:xfrm>
              <a:off x="2446592" y="2173874"/>
              <a:ext cx="254272" cy="385487"/>
            </a:xfrm>
            <a:custGeom>
              <a:avLst/>
              <a:gdLst/>
              <a:ahLst/>
              <a:cxnLst/>
              <a:rect l="l" t="t" r="r" b="b"/>
              <a:pathLst>
                <a:path w="9414" h="14272" extrusionOk="0">
                  <a:moveTo>
                    <a:pt x="4770" y="829"/>
                  </a:moveTo>
                  <a:cubicBezTo>
                    <a:pt x="5795" y="846"/>
                    <a:pt x="6750" y="1242"/>
                    <a:pt x="7469" y="1980"/>
                  </a:cubicBezTo>
                  <a:cubicBezTo>
                    <a:pt x="8171" y="2700"/>
                    <a:pt x="8567" y="3672"/>
                    <a:pt x="8567" y="4680"/>
                  </a:cubicBezTo>
                  <a:cubicBezTo>
                    <a:pt x="8567" y="5561"/>
                    <a:pt x="8261" y="6443"/>
                    <a:pt x="7703" y="7127"/>
                  </a:cubicBezTo>
                  <a:cubicBezTo>
                    <a:pt x="7146" y="7792"/>
                    <a:pt x="6839" y="8656"/>
                    <a:pt x="6822" y="9539"/>
                  </a:cubicBezTo>
                  <a:lnTo>
                    <a:pt x="2628" y="9539"/>
                  </a:lnTo>
                  <a:cubicBezTo>
                    <a:pt x="2610" y="8656"/>
                    <a:pt x="2286" y="7792"/>
                    <a:pt x="1728" y="7109"/>
                  </a:cubicBezTo>
                  <a:cubicBezTo>
                    <a:pt x="1152" y="6389"/>
                    <a:pt x="847" y="5508"/>
                    <a:pt x="864" y="4589"/>
                  </a:cubicBezTo>
                  <a:cubicBezTo>
                    <a:pt x="919" y="2501"/>
                    <a:pt x="2646" y="829"/>
                    <a:pt x="4715" y="829"/>
                  </a:cubicBezTo>
                  <a:close/>
                  <a:moveTo>
                    <a:pt x="6822" y="10367"/>
                  </a:moveTo>
                  <a:lnTo>
                    <a:pt x="6822" y="11482"/>
                  </a:lnTo>
                  <a:lnTo>
                    <a:pt x="2628" y="11482"/>
                  </a:lnTo>
                  <a:lnTo>
                    <a:pt x="2628" y="10367"/>
                  </a:lnTo>
                  <a:close/>
                  <a:moveTo>
                    <a:pt x="5975" y="12328"/>
                  </a:moveTo>
                  <a:cubicBezTo>
                    <a:pt x="5903" y="12958"/>
                    <a:pt x="5363" y="13443"/>
                    <a:pt x="4715" y="13443"/>
                  </a:cubicBezTo>
                  <a:cubicBezTo>
                    <a:pt x="4067" y="13443"/>
                    <a:pt x="3546" y="12958"/>
                    <a:pt x="3474" y="12328"/>
                  </a:cubicBezTo>
                  <a:close/>
                  <a:moveTo>
                    <a:pt x="4721" y="0"/>
                  </a:moveTo>
                  <a:cubicBezTo>
                    <a:pt x="2178" y="0"/>
                    <a:pt x="90" y="2038"/>
                    <a:pt x="36" y="4572"/>
                  </a:cubicBezTo>
                  <a:cubicBezTo>
                    <a:pt x="0" y="5688"/>
                    <a:pt x="379" y="6767"/>
                    <a:pt x="1063" y="7631"/>
                  </a:cubicBezTo>
                  <a:cubicBezTo>
                    <a:pt x="1531" y="8207"/>
                    <a:pt x="1783" y="8908"/>
                    <a:pt x="1783" y="9628"/>
                  </a:cubicBezTo>
                  <a:lnTo>
                    <a:pt x="1783" y="12328"/>
                  </a:lnTo>
                  <a:lnTo>
                    <a:pt x="2628" y="12328"/>
                  </a:lnTo>
                  <a:cubicBezTo>
                    <a:pt x="2700" y="13407"/>
                    <a:pt x="3618" y="14271"/>
                    <a:pt x="4715" y="14271"/>
                  </a:cubicBezTo>
                  <a:cubicBezTo>
                    <a:pt x="5831" y="14271"/>
                    <a:pt x="6731" y="13407"/>
                    <a:pt x="6803" y="12328"/>
                  </a:cubicBezTo>
                  <a:lnTo>
                    <a:pt x="7649" y="12328"/>
                  </a:lnTo>
                  <a:lnTo>
                    <a:pt x="7649" y="9628"/>
                  </a:lnTo>
                  <a:cubicBezTo>
                    <a:pt x="7649" y="8908"/>
                    <a:pt x="7901" y="8207"/>
                    <a:pt x="8351" y="7648"/>
                  </a:cubicBezTo>
                  <a:cubicBezTo>
                    <a:pt x="9034" y="6821"/>
                    <a:pt x="9413" y="5760"/>
                    <a:pt x="9413" y="4680"/>
                  </a:cubicBezTo>
                  <a:cubicBezTo>
                    <a:pt x="9413" y="3437"/>
                    <a:pt x="8926" y="2268"/>
                    <a:pt x="8063" y="1386"/>
                  </a:cubicBezTo>
                  <a:cubicBezTo>
                    <a:pt x="7182" y="505"/>
                    <a:pt x="6011" y="1"/>
                    <a:pt x="4787" y="1"/>
                  </a:cubicBezTo>
                  <a:cubicBezTo>
                    <a:pt x="4765" y="0"/>
                    <a:pt x="4743" y="0"/>
                    <a:pt x="472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20"/>
            <p:cNvSpPr/>
            <p:nvPr/>
          </p:nvSpPr>
          <p:spPr>
            <a:xfrm>
              <a:off x="2380985" y="2289072"/>
              <a:ext cx="43783" cy="22364"/>
            </a:xfrm>
            <a:custGeom>
              <a:avLst/>
              <a:gdLst/>
              <a:ahLst/>
              <a:cxnLst/>
              <a:rect l="l" t="t" r="r" b="b"/>
              <a:pathLst>
                <a:path w="1621" h="828" extrusionOk="0">
                  <a:moveTo>
                    <a:pt x="0" y="0"/>
                  </a:moveTo>
                  <a:lnTo>
                    <a:pt x="0" y="828"/>
                  </a:lnTo>
                  <a:lnTo>
                    <a:pt x="1620" y="828"/>
                  </a:lnTo>
                  <a:lnTo>
                    <a:pt x="162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20"/>
            <p:cNvSpPr/>
            <p:nvPr/>
          </p:nvSpPr>
          <p:spPr>
            <a:xfrm>
              <a:off x="2401405" y="2365402"/>
              <a:ext cx="49104" cy="41325"/>
            </a:xfrm>
            <a:custGeom>
              <a:avLst/>
              <a:gdLst/>
              <a:ahLst/>
              <a:cxnLst/>
              <a:rect l="l" t="t" r="r" b="b"/>
              <a:pathLst>
                <a:path w="1818" h="1530" extrusionOk="0">
                  <a:moveTo>
                    <a:pt x="1404" y="0"/>
                  </a:moveTo>
                  <a:lnTo>
                    <a:pt x="0" y="809"/>
                  </a:lnTo>
                  <a:lnTo>
                    <a:pt x="413" y="1529"/>
                  </a:lnTo>
                  <a:lnTo>
                    <a:pt x="1817" y="720"/>
                  </a:lnTo>
                  <a:lnTo>
                    <a:pt x="140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120"/>
            <p:cNvSpPr/>
            <p:nvPr/>
          </p:nvSpPr>
          <p:spPr>
            <a:xfrm>
              <a:off x="2697920" y="2365402"/>
              <a:ext cx="49104" cy="41325"/>
            </a:xfrm>
            <a:custGeom>
              <a:avLst/>
              <a:gdLst/>
              <a:ahLst/>
              <a:cxnLst/>
              <a:rect l="l" t="t" r="r" b="b"/>
              <a:pathLst>
                <a:path w="1818" h="1530" extrusionOk="0">
                  <a:moveTo>
                    <a:pt x="413" y="0"/>
                  </a:moveTo>
                  <a:lnTo>
                    <a:pt x="0" y="720"/>
                  </a:lnTo>
                  <a:lnTo>
                    <a:pt x="1385" y="1529"/>
                  </a:lnTo>
                  <a:lnTo>
                    <a:pt x="1817" y="809"/>
                  </a:lnTo>
                  <a:lnTo>
                    <a:pt x="41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120"/>
            <p:cNvSpPr/>
            <p:nvPr/>
          </p:nvSpPr>
          <p:spPr>
            <a:xfrm>
              <a:off x="2723661" y="2289072"/>
              <a:ext cx="43297" cy="22364"/>
            </a:xfrm>
            <a:custGeom>
              <a:avLst/>
              <a:gdLst/>
              <a:ahLst/>
              <a:cxnLst/>
              <a:rect l="l" t="t" r="r" b="b"/>
              <a:pathLst>
                <a:path w="1603" h="828" extrusionOk="0">
                  <a:moveTo>
                    <a:pt x="0" y="0"/>
                  </a:moveTo>
                  <a:lnTo>
                    <a:pt x="0" y="828"/>
                  </a:lnTo>
                  <a:lnTo>
                    <a:pt x="1603" y="828"/>
                  </a:lnTo>
                  <a:lnTo>
                    <a:pt x="160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20"/>
            <p:cNvSpPr/>
            <p:nvPr/>
          </p:nvSpPr>
          <p:spPr>
            <a:xfrm>
              <a:off x="2697920" y="2194294"/>
              <a:ext cx="49104" cy="41325"/>
            </a:xfrm>
            <a:custGeom>
              <a:avLst/>
              <a:gdLst/>
              <a:ahLst/>
              <a:cxnLst/>
              <a:rect l="l" t="t" r="r" b="b"/>
              <a:pathLst>
                <a:path w="1818" h="1530" extrusionOk="0">
                  <a:moveTo>
                    <a:pt x="1385" y="1"/>
                  </a:moveTo>
                  <a:lnTo>
                    <a:pt x="0" y="792"/>
                  </a:lnTo>
                  <a:lnTo>
                    <a:pt x="413" y="1530"/>
                  </a:lnTo>
                  <a:lnTo>
                    <a:pt x="1817" y="720"/>
                  </a:lnTo>
                  <a:lnTo>
                    <a:pt x="138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20"/>
            <p:cNvSpPr/>
            <p:nvPr/>
          </p:nvSpPr>
          <p:spPr>
            <a:xfrm>
              <a:off x="2401405" y="2194294"/>
              <a:ext cx="49104" cy="41325"/>
            </a:xfrm>
            <a:custGeom>
              <a:avLst/>
              <a:gdLst/>
              <a:ahLst/>
              <a:cxnLst/>
              <a:rect l="l" t="t" r="r" b="b"/>
              <a:pathLst>
                <a:path w="1818" h="1530" extrusionOk="0">
                  <a:moveTo>
                    <a:pt x="413" y="1"/>
                  </a:moveTo>
                  <a:lnTo>
                    <a:pt x="0" y="720"/>
                  </a:lnTo>
                  <a:lnTo>
                    <a:pt x="1404" y="1530"/>
                  </a:lnTo>
                  <a:lnTo>
                    <a:pt x="1817" y="792"/>
                  </a:lnTo>
                  <a:lnTo>
                    <a:pt x="41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120"/>
          <p:cNvGrpSpPr/>
          <p:nvPr/>
        </p:nvGrpSpPr>
        <p:grpSpPr>
          <a:xfrm>
            <a:off x="1534681" y="2173874"/>
            <a:ext cx="361232" cy="360719"/>
            <a:chOff x="1534681" y="2173874"/>
            <a:chExt cx="361232" cy="360719"/>
          </a:xfrm>
        </p:grpSpPr>
        <p:sp>
          <p:nvSpPr>
            <p:cNvPr id="2749" name="Google Shape;2749;p120"/>
            <p:cNvSpPr/>
            <p:nvPr/>
          </p:nvSpPr>
          <p:spPr>
            <a:xfrm>
              <a:off x="1668839" y="2307520"/>
              <a:ext cx="92887" cy="92914"/>
            </a:xfrm>
            <a:custGeom>
              <a:avLst/>
              <a:gdLst/>
              <a:ahLst/>
              <a:cxnLst/>
              <a:rect l="l" t="t" r="r" b="b"/>
              <a:pathLst>
                <a:path w="3439" h="3440" extrusionOk="0">
                  <a:moveTo>
                    <a:pt x="2647" y="793"/>
                  </a:moveTo>
                  <a:lnTo>
                    <a:pt x="2647" y="2664"/>
                  </a:lnTo>
                  <a:lnTo>
                    <a:pt x="776" y="2664"/>
                  </a:lnTo>
                  <a:lnTo>
                    <a:pt x="776" y="793"/>
                  </a:lnTo>
                  <a:close/>
                  <a:moveTo>
                    <a:pt x="1" y="1"/>
                  </a:moveTo>
                  <a:lnTo>
                    <a:pt x="1" y="3439"/>
                  </a:lnTo>
                  <a:lnTo>
                    <a:pt x="3439" y="3439"/>
                  </a:lnTo>
                  <a:lnTo>
                    <a:pt x="343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20"/>
            <p:cNvSpPr/>
            <p:nvPr/>
          </p:nvSpPr>
          <p:spPr>
            <a:xfrm>
              <a:off x="1534681" y="2173874"/>
              <a:ext cx="361232" cy="360719"/>
            </a:xfrm>
            <a:custGeom>
              <a:avLst/>
              <a:gdLst/>
              <a:ahLst/>
              <a:cxnLst/>
              <a:rect l="l" t="t" r="r" b="b"/>
              <a:pathLst>
                <a:path w="13374" h="13355" extrusionOk="0">
                  <a:moveTo>
                    <a:pt x="4987" y="774"/>
                  </a:moveTo>
                  <a:cubicBezTo>
                    <a:pt x="5275" y="774"/>
                    <a:pt x="5508" y="1008"/>
                    <a:pt x="5508" y="1296"/>
                  </a:cubicBezTo>
                  <a:cubicBezTo>
                    <a:pt x="5508" y="1584"/>
                    <a:pt x="5275" y="1818"/>
                    <a:pt x="4987" y="1818"/>
                  </a:cubicBezTo>
                  <a:cubicBezTo>
                    <a:pt x="4699" y="1818"/>
                    <a:pt x="4464" y="1584"/>
                    <a:pt x="4464" y="1296"/>
                  </a:cubicBezTo>
                  <a:cubicBezTo>
                    <a:pt x="4464" y="1008"/>
                    <a:pt x="4699" y="774"/>
                    <a:pt x="4987" y="774"/>
                  </a:cubicBezTo>
                  <a:close/>
                  <a:moveTo>
                    <a:pt x="8387" y="774"/>
                  </a:moveTo>
                  <a:cubicBezTo>
                    <a:pt x="8675" y="774"/>
                    <a:pt x="8910" y="1008"/>
                    <a:pt x="8910" y="1296"/>
                  </a:cubicBezTo>
                  <a:cubicBezTo>
                    <a:pt x="8910" y="1584"/>
                    <a:pt x="8675" y="1818"/>
                    <a:pt x="8387" y="1818"/>
                  </a:cubicBezTo>
                  <a:cubicBezTo>
                    <a:pt x="8099" y="1818"/>
                    <a:pt x="7866" y="1584"/>
                    <a:pt x="7866" y="1296"/>
                  </a:cubicBezTo>
                  <a:cubicBezTo>
                    <a:pt x="7866" y="1008"/>
                    <a:pt x="8099" y="774"/>
                    <a:pt x="8387" y="774"/>
                  </a:cubicBezTo>
                  <a:close/>
                  <a:moveTo>
                    <a:pt x="1315" y="4445"/>
                  </a:moveTo>
                  <a:cubicBezTo>
                    <a:pt x="1603" y="4445"/>
                    <a:pt x="1837" y="4697"/>
                    <a:pt x="1837" y="4985"/>
                  </a:cubicBezTo>
                  <a:cubicBezTo>
                    <a:pt x="1837" y="5273"/>
                    <a:pt x="1603" y="5508"/>
                    <a:pt x="1315" y="5508"/>
                  </a:cubicBezTo>
                  <a:cubicBezTo>
                    <a:pt x="1027" y="5508"/>
                    <a:pt x="793" y="5273"/>
                    <a:pt x="793" y="4985"/>
                  </a:cubicBezTo>
                  <a:cubicBezTo>
                    <a:pt x="793" y="4697"/>
                    <a:pt x="1027" y="4445"/>
                    <a:pt x="1315" y="4445"/>
                  </a:cubicBezTo>
                  <a:close/>
                  <a:moveTo>
                    <a:pt x="12059" y="4445"/>
                  </a:moveTo>
                  <a:cubicBezTo>
                    <a:pt x="12346" y="4445"/>
                    <a:pt x="12581" y="4697"/>
                    <a:pt x="12581" y="4985"/>
                  </a:cubicBezTo>
                  <a:cubicBezTo>
                    <a:pt x="12581" y="5273"/>
                    <a:pt x="12346" y="5508"/>
                    <a:pt x="12059" y="5508"/>
                  </a:cubicBezTo>
                  <a:cubicBezTo>
                    <a:pt x="11771" y="5508"/>
                    <a:pt x="11537" y="5273"/>
                    <a:pt x="11537" y="4985"/>
                  </a:cubicBezTo>
                  <a:cubicBezTo>
                    <a:pt x="11537" y="4697"/>
                    <a:pt x="11771" y="4445"/>
                    <a:pt x="12059" y="4445"/>
                  </a:cubicBezTo>
                  <a:close/>
                  <a:moveTo>
                    <a:pt x="1315" y="7847"/>
                  </a:moveTo>
                  <a:cubicBezTo>
                    <a:pt x="1603" y="7847"/>
                    <a:pt x="1837" y="8080"/>
                    <a:pt x="1837" y="8368"/>
                  </a:cubicBezTo>
                  <a:cubicBezTo>
                    <a:pt x="1837" y="8656"/>
                    <a:pt x="1603" y="8891"/>
                    <a:pt x="1315" y="8891"/>
                  </a:cubicBezTo>
                  <a:cubicBezTo>
                    <a:pt x="1027" y="8891"/>
                    <a:pt x="793" y="8656"/>
                    <a:pt x="793" y="8368"/>
                  </a:cubicBezTo>
                  <a:cubicBezTo>
                    <a:pt x="793" y="8080"/>
                    <a:pt x="1027" y="7847"/>
                    <a:pt x="1315" y="7847"/>
                  </a:cubicBezTo>
                  <a:close/>
                  <a:moveTo>
                    <a:pt x="12059" y="7847"/>
                  </a:moveTo>
                  <a:cubicBezTo>
                    <a:pt x="12346" y="7847"/>
                    <a:pt x="12581" y="8080"/>
                    <a:pt x="12581" y="8368"/>
                  </a:cubicBezTo>
                  <a:cubicBezTo>
                    <a:pt x="12581" y="8656"/>
                    <a:pt x="12346" y="8891"/>
                    <a:pt x="12059" y="8891"/>
                  </a:cubicBezTo>
                  <a:cubicBezTo>
                    <a:pt x="11771" y="8891"/>
                    <a:pt x="11537" y="8656"/>
                    <a:pt x="11537" y="8368"/>
                  </a:cubicBezTo>
                  <a:cubicBezTo>
                    <a:pt x="11537" y="8080"/>
                    <a:pt x="11771" y="7847"/>
                    <a:pt x="12059" y="7847"/>
                  </a:cubicBezTo>
                  <a:close/>
                  <a:moveTo>
                    <a:pt x="9198" y="4176"/>
                  </a:moveTo>
                  <a:lnTo>
                    <a:pt x="9198" y="9179"/>
                  </a:lnTo>
                  <a:lnTo>
                    <a:pt x="4176" y="9179"/>
                  </a:lnTo>
                  <a:lnTo>
                    <a:pt x="4176" y="4176"/>
                  </a:lnTo>
                  <a:close/>
                  <a:moveTo>
                    <a:pt x="4987" y="11536"/>
                  </a:moveTo>
                  <a:cubicBezTo>
                    <a:pt x="5275" y="11536"/>
                    <a:pt x="5508" y="11770"/>
                    <a:pt x="5508" y="12058"/>
                  </a:cubicBezTo>
                  <a:cubicBezTo>
                    <a:pt x="5508" y="12346"/>
                    <a:pt x="5275" y="12579"/>
                    <a:pt x="4987" y="12579"/>
                  </a:cubicBezTo>
                  <a:cubicBezTo>
                    <a:pt x="4699" y="12579"/>
                    <a:pt x="4464" y="12346"/>
                    <a:pt x="4464" y="12058"/>
                  </a:cubicBezTo>
                  <a:cubicBezTo>
                    <a:pt x="4464" y="11770"/>
                    <a:pt x="4699" y="11536"/>
                    <a:pt x="4987" y="11536"/>
                  </a:cubicBezTo>
                  <a:close/>
                  <a:moveTo>
                    <a:pt x="8387" y="11536"/>
                  </a:moveTo>
                  <a:cubicBezTo>
                    <a:pt x="8675" y="11536"/>
                    <a:pt x="8910" y="11770"/>
                    <a:pt x="8910" y="12058"/>
                  </a:cubicBezTo>
                  <a:cubicBezTo>
                    <a:pt x="8910" y="12346"/>
                    <a:pt x="8675" y="12579"/>
                    <a:pt x="8387" y="12579"/>
                  </a:cubicBezTo>
                  <a:cubicBezTo>
                    <a:pt x="8099" y="12579"/>
                    <a:pt x="7866" y="12346"/>
                    <a:pt x="7866" y="12058"/>
                  </a:cubicBezTo>
                  <a:cubicBezTo>
                    <a:pt x="7866" y="11770"/>
                    <a:pt x="8099" y="11536"/>
                    <a:pt x="8387" y="11536"/>
                  </a:cubicBezTo>
                  <a:close/>
                  <a:moveTo>
                    <a:pt x="4987" y="1"/>
                  </a:moveTo>
                  <a:cubicBezTo>
                    <a:pt x="4267" y="1"/>
                    <a:pt x="3691" y="577"/>
                    <a:pt x="3691" y="1296"/>
                  </a:cubicBezTo>
                  <a:cubicBezTo>
                    <a:pt x="3691" y="1890"/>
                    <a:pt x="4068" y="2376"/>
                    <a:pt x="4591" y="2537"/>
                  </a:cubicBezTo>
                  <a:lnTo>
                    <a:pt x="4591" y="3384"/>
                  </a:lnTo>
                  <a:lnTo>
                    <a:pt x="3403" y="3384"/>
                  </a:lnTo>
                  <a:lnTo>
                    <a:pt x="3403" y="4589"/>
                  </a:lnTo>
                  <a:lnTo>
                    <a:pt x="2556" y="4589"/>
                  </a:lnTo>
                  <a:cubicBezTo>
                    <a:pt x="2395" y="4049"/>
                    <a:pt x="1891" y="3672"/>
                    <a:pt x="1315" y="3672"/>
                  </a:cubicBezTo>
                  <a:cubicBezTo>
                    <a:pt x="596" y="3672"/>
                    <a:pt x="1" y="4265"/>
                    <a:pt x="1" y="4985"/>
                  </a:cubicBezTo>
                  <a:cubicBezTo>
                    <a:pt x="1" y="5705"/>
                    <a:pt x="596" y="6281"/>
                    <a:pt x="1315" y="6281"/>
                  </a:cubicBezTo>
                  <a:cubicBezTo>
                    <a:pt x="1891" y="6281"/>
                    <a:pt x="2395" y="5904"/>
                    <a:pt x="2556" y="5364"/>
                  </a:cubicBezTo>
                  <a:lnTo>
                    <a:pt x="3403" y="5364"/>
                  </a:lnTo>
                  <a:lnTo>
                    <a:pt x="3403" y="7972"/>
                  </a:lnTo>
                  <a:lnTo>
                    <a:pt x="2556" y="7972"/>
                  </a:lnTo>
                  <a:cubicBezTo>
                    <a:pt x="2395" y="7451"/>
                    <a:pt x="1891" y="7073"/>
                    <a:pt x="1315" y="7073"/>
                  </a:cubicBezTo>
                  <a:cubicBezTo>
                    <a:pt x="596" y="7073"/>
                    <a:pt x="1" y="7648"/>
                    <a:pt x="1" y="8368"/>
                  </a:cubicBezTo>
                  <a:cubicBezTo>
                    <a:pt x="1" y="9088"/>
                    <a:pt x="596" y="9683"/>
                    <a:pt x="1315" y="9683"/>
                  </a:cubicBezTo>
                  <a:cubicBezTo>
                    <a:pt x="1891" y="9683"/>
                    <a:pt x="2395" y="9287"/>
                    <a:pt x="2556" y="8764"/>
                  </a:cubicBezTo>
                  <a:lnTo>
                    <a:pt x="3403" y="8764"/>
                  </a:lnTo>
                  <a:lnTo>
                    <a:pt x="3403" y="9952"/>
                  </a:lnTo>
                  <a:lnTo>
                    <a:pt x="4591" y="9952"/>
                  </a:lnTo>
                  <a:lnTo>
                    <a:pt x="4591" y="10799"/>
                  </a:lnTo>
                  <a:cubicBezTo>
                    <a:pt x="4068" y="10978"/>
                    <a:pt x="3691" y="11464"/>
                    <a:pt x="3691" y="12058"/>
                  </a:cubicBezTo>
                  <a:cubicBezTo>
                    <a:pt x="3691" y="12778"/>
                    <a:pt x="4267" y="13354"/>
                    <a:pt x="4987" y="13354"/>
                  </a:cubicBezTo>
                  <a:cubicBezTo>
                    <a:pt x="5707" y="13354"/>
                    <a:pt x="6300" y="12778"/>
                    <a:pt x="6300" y="12058"/>
                  </a:cubicBezTo>
                  <a:cubicBezTo>
                    <a:pt x="6300" y="11464"/>
                    <a:pt x="5904" y="10978"/>
                    <a:pt x="5383" y="10799"/>
                  </a:cubicBezTo>
                  <a:lnTo>
                    <a:pt x="5383" y="9952"/>
                  </a:lnTo>
                  <a:lnTo>
                    <a:pt x="7991" y="9952"/>
                  </a:lnTo>
                  <a:lnTo>
                    <a:pt x="7991" y="10799"/>
                  </a:lnTo>
                  <a:cubicBezTo>
                    <a:pt x="7470" y="10978"/>
                    <a:pt x="7074" y="11464"/>
                    <a:pt x="7074" y="12058"/>
                  </a:cubicBezTo>
                  <a:cubicBezTo>
                    <a:pt x="7074" y="12778"/>
                    <a:pt x="7667" y="13354"/>
                    <a:pt x="8387" y="13354"/>
                  </a:cubicBezTo>
                  <a:cubicBezTo>
                    <a:pt x="9107" y="13354"/>
                    <a:pt x="9683" y="12778"/>
                    <a:pt x="9683" y="12058"/>
                  </a:cubicBezTo>
                  <a:cubicBezTo>
                    <a:pt x="9683" y="11464"/>
                    <a:pt x="9306" y="10978"/>
                    <a:pt x="8783" y="10799"/>
                  </a:cubicBezTo>
                  <a:lnTo>
                    <a:pt x="8783" y="9952"/>
                  </a:lnTo>
                  <a:lnTo>
                    <a:pt x="9971" y="9952"/>
                  </a:lnTo>
                  <a:lnTo>
                    <a:pt x="9971" y="8764"/>
                  </a:lnTo>
                  <a:lnTo>
                    <a:pt x="10818" y="8764"/>
                  </a:lnTo>
                  <a:cubicBezTo>
                    <a:pt x="10979" y="9287"/>
                    <a:pt x="11483" y="9683"/>
                    <a:pt x="12059" y="9683"/>
                  </a:cubicBezTo>
                  <a:cubicBezTo>
                    <a:pt x="12778" y="9683"/>
                    <a:pt x="13373" y="9088"/>
                    <a:pt x="13373" y="8368"/>
                  </a:cubicBezTo>
                  <a:cubicBezTo>
                    <a:pt x="13373" y="7648"/>
                    <a:pt x="12778" y="7073"/>
                    <a:pt x="12059" y="7073"/>
                  </a:cubicBezTo>
                  <a:cubicBezTo>
                    <a:pt x="11483" y="7073"/>
                    <a:pt x="10979" y="7451"/>
                    <a:pt x="10818" y="7972"/>
                  </a:cubicBezTo>
                  <a:lnTo>
                    <a:pt x="9971" y="7972"/>
                  </a:lnTo>
                  <a:lnTo>
                    <a:pt x="9971" y="5364"/>
                  </a:lnTo>
                  <a:lnTo>
                    <a:pt x="10818" y="5364"/>
                  </a:lnTo>
                  <a:cubicBezTo>
                    <a:pt x="10979" y="5904"/>
                    <a:pt x="11483" y="6281"/>
                    <a:pt x="12059" y="6281"/>
                  </a:cubicBezTo>
                  <a:cubicBezTo>
                    <a:pt x="12778" y="6281"/>
                    <a:pt x="13373" y="5705"/>
                    <a:pt x="13373" y="4985"/>
                  </a:cubicBezTo>
                  <a:cubicBezTo>
                    <a:pt x="13373" y="4265"/>
                    <a:pt x="12778" y="3672"/>
                    <a:pt x="12059" y="3672"/>
                  </a:cubicBezTo>
                  <a:cubicBezTo>
                    <a:pt x="11483" y="3672"/>
                    <a:pt x="10979" y="4049"/>
                    <a:pt x="10818" y="4589"/>
                  </a:cubicBezTo>
                  <a:lnTo>
                    <a:pt x="9971" y="4589"/>
                  </a:lnTo>
                  <a:lnTo>
                    <a:pt x="9971" y="3384"/>
                  </a:lnTo>
                  <a:lnTo>
                    <a:pt x="8783" y="3384"/>
                  </a:lnTo>
                  <a:lnTo>
                    <a:pt x="8783" y="2537"/>
                  </a:lnTo>
                  <a:cubicBezTo>
                    <a:pt x="9306" y="2376"/>
                    <a:pt x="9683" y="1890"/>
                    <a:pt x="9683" y="1296"/>
                  </a:cubicBezTo>
                  <a:cubicBezTo>
                    <a:pt x="9683" y="577"/>
                    <a:pt x="9107" y="1"/>
                    <a:pt x="8387" y="1"/>
                  </a:cubicBezTo>
                  <a:cubicBezTo>
                    <a:pt x="7667" y="1"/>
                    <a:pt x="7074" y="577"/>
                    <a:pt x="7074" y="1296"/>
                  </a:cubicBezTo>
                  <a:cubicBezTo>
                    <a:pt x="7074" y="1890"/>
                    <a:pt x="7470" y="2376"/>
                    <a:pt x="7991" y="2537"/>
                  </a:cubicBezTo>
                  <a:lnTo>
                    <a:pt x="7991" y="3384"/>
                  </a:lnTo>
                  <a:lnTo>
                    <a:pt x="5383" y="3384"/>
                  </a:lnTo>
                  <a:lnTo>
                    <a:pt x="5383" y="2537"/>
                  </a:lnTo>
                  <a:cubicBezTo>
                    <a:pt x="5904" y="2376"/>
                    <a:pt x="6300" y="1890"/>
                    <a:pt x="6300" y="1296"/>
                  </a:cubicBezTo>
                  <a:cubicBezTo>
                    <a:pt x="6300" y="577"/>
                    <a:pt x="5707" y="1"/>
                    <a:pt x="498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1" name="Google Shape;2751;p120"/>
          <p:cNvGrpSpPr/>
          <p:nvPr/>
        </p:nvGrpSpPr>
        <p:grpSpPr>
          <a:xfrm>
            <a:off x="713226" y="2173874"/>
            <a:ext cx="297488" cy="359233"/>
            <a:chOff x="713226" y="2173874"/>
            <a:chExt cx="297488" cy="359233"/>
          </a:xfrm>
        </p:grpSpPr>
        <p:sp>
          <p:nvSpPr>
            <p:cNvPr id="2752" name="Google Shape;2752;p120"/>
            <p:cNvSpPr/>
            <p:nvPr/>
          </p:nvSpPr>
          <p:spPr>
            <a:xfrm>
              <a:off x="803169" y="2222951"/>
              <a:ext cx="158468" cy="158495"/>
            </a:xfrm>
            <a:custGeom>
              <a:avLst/>
              <a:gdLst/>
              <a:ahLst/>
              <a:cxnLst/>
              <a:rect l="l" t="t" r="r" b="b"/>
              <a:pathLst>
                <a:path w="5867" h="5868" extrusionOk="0">
                  <a:moveTo>
                    <a:pt x="2933" y="1548"/>
                  </a:moveTo>
                  <a:cubicBezTo>
                    <a:pt x="3689" y="1548"/>
                    <a:pt x="4300" y="2179"/>
                    <a:pt x="4300" y="2935"/>
                  </a:cubicBezTo>
                  <a:cubicBezTo>
                    <a:pt x="4300" y="3691"/>
                    <a:pt x="3689" y="4302"/>
                    <a:pt x="2933" y="4302"/>
                  </a:cubicBezTo>
                  <a:cubicBezTo>
                    <a:pt x="2177" y="4302"/>
                    <a:pt x="1548" y="3691"/>
                    <a:pt x="1548" y="2935"/>
                  </a:cubicBezTo>
                  <a:cubicBezTo>
                    <a:pt x="1548" y="2179"/>
                    <a:pt x="2177" y="1548"/>
                    <a:pt x="2933" y="1548"/>
                  </a:cubicBezTo>
                  <a:close/>
                  <a:moveTo>
                    <a:pt x="2537" y="1"/>
                  </a:moveTo>
                  <a:lnTo>
                    <a:pt x="2537" y="811"/>
                  </a:lnTo>
                  <a:cubicBezTo>
                    <a:pt x="2232" y="864"/>
                    <a:pt x="1944" y="991"/>
                    <a:pt x="1709" y="1152"/>
                  </a:cubicBezTo>
                  <a:lnTo>
                    <a:pt x="1133" y="576"/>
                  </a:lnTo>
                  <a:lnTo>
                    <a:pt x="576" y="1135"/>
                  </a:lnTo>
                  <a:lnTo>
                    <a:pt x="1152" y="1711"/>
                  </a:lnTo>
                  <a:cubicBezTo>
                    <a:pt x="989" y="1963"/>
                    <a:pt x="864" y="2232"/>
                    <a:pt x="809" y="2539"/>
                  </a:cubicBezTo>
                  <a:lnTo>
                    <a:pt x="0" y="2539"/>
                  </a:lnTo>
                  <a:lnTo>
                    <a:pt x="0" y="3331"/>
                  </a:lnTo>
                  <a:lnTo>
                    <a:pt x="809" y="3331"/>
                  </a:lnTo>
                  <a:cubicBezTo>
                    <a:pt x="864" y="3636"/>
                    <a:pt x="989" y="3907"/>
                    <a:pt x="1152" y="4158"/>
                  </a:cubicBezTo>
                  <a:lnTo>
                    <a:pt x="576" y="4734"/>
                  </a:lnTo>
                  <a:lnTo>
                    <a:pt x="1133" y="5292"/>
                  </a:lnTo>
                  <a:lnTo>
                    <a:pt x="1709" y="4716"/>
                  </a:lnTo>
                  <a:cubicBezTo>
                    <a:pt x="1944" y="4878"/>
                    <a:pt x="2232" y="5004"/>
                    <a:pt x="2537" y="5058"/>
                  </a:cubicBezTo>
                  <a:lnTo>
                    <a:pt x="2537" y="5867"/>
                  </a:lnTo>
                  <a:lnTo>
                    <a:pt x="3311" y="5867"/>
                  </a:lnTo>
                  <a:lnTo>
                    <a:pt x="3311" y="5058"/>
                  </a:lnTo>
                  <a:cubicBezTo>
                    <a:pt x="3617" y="5004"/>
                    <a:pt x="3905" y="4878"/>
                    <a:pt x="4157" y="4716"/>
                  </a:cubicBezTo>
                  <a:lnTo>
                    <a:pt x="4732" y="5292"/>
                  </a:lnTo>
                  <a:lnTo>
                    <a:pt x="5291" y="4734"/>
                  </a:lnTo>
                  <a:lnTo>
                    <a:pt x="4696" y="4158"/>
                  </a:lnTo>
                  <a:cubicBezTo>
                    <a:pt x="4876" y="3907"/>
                    <a:pt x="5003" y="3636"/>
                    <a:pt x="5056" y="3331"/>
                  </a:cubicBezTo>
                  <a:lnTo>
                    <a:pt x="5867" y="3331"/>
                  </a:lnTo>
                  <a:lnTo>
                    <a:pt x="5867" y="2539"/>
                  </a:lnTo>
                  <a:lnTo>
                    <a:pt x="5056" y="2539"/>
                  </a:lnTo>
                  <a:cubicBezTo>
                    <a:pt x="5003" y="2232"/>
                    <a:pt x="4876" y="1963"/>
                    <a:pt x="4696" y="1711"/>
                  </a:cubicBezTo>
                  <a:lnTo>
                    <a:pt x="5291" y="1135"/>
                  </a:lnTo>
                  <a:lnTo>
                    <a:pt x="4732" y="576"/>
                  </a:lnTo>
                  <a:lnTo>
                    <a:pt x="4157" y="1152"/>
                  </a:lnTo>
                  <a:cubicBezTo>
                    <a:pt x="3905" y="991"/>
                    <a:pt x="3617" y="864"/>
                    <a:pt x="3311" y="811"/>
                  </a:cubicBezTo>
                  <a:lnTo>
                    <a:pt x="331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20"/>
            <p:cNvSpPr/>
            <p:nvPr/>
          </p:nvSpPr>
          <p:spPr>
            <a:xfrm>
              <a:off x="713226" y="2173874"/>
              <a:ext cx="297488" cy="359233"/>
            </a:xfrm>
            <a:custGeom>
              <a:avLst/>
              <a:gdLst/>
              <a:ahLst/>
              <a:cxnLst/>
              <a:rect l="l" t="t" r="r" b="b"/>
              <a:pathLst>
                <a:path w="11014" h="13300" extrusionOk="0">
                  <a:moveTo>
                    <a:pt x="6263" y="774"/>
                  </a:moveTo>
                  <a:cubicBezTo>
                    <a:pt x="8458" y="774"/>
                    <a:pt x="10241" y="2556"/>
                    <a:pt x="10241" y="4752"/>
                  </a:cubicBezTo>
                  <a:cubicBezTo>
                    <a:pt x="10241" y="5796"/>
                    <a:pt x="9826" y="6785"/>
                    <a:pt x="9106" y="7523"/>
                  </a:cubicBezTo>
                  <a:lnTo>
                    <a:pt x="8998" y="7648"/>
                  </a:lnTo>
                  <a:lnTo>
                    <a:pt x="8998" y="12526"/>
                  </a:lnTo>
                  <a:lnTo>
                    <a:pt x="3527" y="12526"/>
                  </a:lnTo>
                  <a:lnTo>
                    <a:pt x="3527" y="10240"/>
                  </a:lnTo>
                  <a:lnTo>
                    <a:pt x="2286" y="10240"/>
                  </a:lnTo>
                  <a:lnTo>
                    <a:pt x="2286" y="8080"/>
                  </a:lnTo>
                  <a:lnTo>
                    <a:pt x="1099" y="7648"/>
                  </a:lnTo>
                  <a:lnTo>
                    <a:pt x="2286" y="5364"/>
                  </a:lnTo>
                  <a:lnTo>
                    <a:pt x="2286" y="4752"/>
                  </a:lnTo>
                  <a:cubicBezTo>
                    <a:pt x="2286" y="2556"/>
                    <a:pt x="4067" y="774"/>
                    <a:pt x="6263" y="774"/>
                  </a:cubicBezTo>
                  <a:close/>
                  <a:moveTo>
                    <a:pt x="6263" y="1"/>
                  </a:moveTo>
                  <a:cubicBezTo>
                    <a:pt x="3635" y="1"/>
                    <a:pt x="1494" y="2124"/>
                    <a:pt x="1494" y="4752"/>
                  </a:cubicBezTo>
                  <a:lnTo>
                    <a:pt x="1494" y="5184"/>
                  </a:lnTo>
                  <a:lnTo>
                    <a:pt x="0" y="8080"/>
                  </a:lnTo>
                  <a:lnTo>
                    <a:pt x="1494" y="8620"/>
                  </a:lnTo>
                  <a:lnTo>
                    <a:pt x="1494" y="11014"/>
                  </a:lnTo>
                  <a:lnTo>
                    <a:pt x="2754" y="11014"/>
                  </a:lnTo>
                  <a:lnTo>
                    <a:pt x="2754" y="13299"/>
                  </a:lnTo>
                  <a:lnTo>
                    <a:pt x="9773" y="13299"/>
                  </a:lnTo>
                  <a:lnTo>
                    <a:pt x="9773" y="7955"/>
                  </a:lnTo>
                  <a:cubicBezTo>
                    <a:pt x="10582" y="7073"/>
                    <a:pt x="11014" y="5939"/>
                    <a:pt x="11014" y="4752"/>
                  </a:cubicBezTo>
                  <a:cubicBezTo>
                    <a:pt x="11014" y="2124"/>
                    <a:pt x="8890" y="1"/>
                    <a:pt x="626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4" name="Google Shape;2754;p120"/>
          <p:cNvSpPr/>
          <p:nvPr/>
        </p:nvSpPr>
        <p:spPr>
          <a:xfrm>
            <a:off x="713226" y="2796077"/>
            <a:ext cx="309156" cy="373332"/>
          </a:xfrm>
          <a:custGeom>
            <a:avLst/>
            <a:gdLst/>
            <a:ahLst/>
            <a:cxnLst/>
            <a:rect l="l" t="t" r="r" b="b"/>
            <a:pathLst>
              <a:path w="11446" h="13822" extrusionOk="0">
                <a:moveTo>
                  <a:pt x="6497" y="2429"/>
                </a:moveTo>
                <a:cubicBezTo>
                  <a:pt x="6803" y="2429"/>
                  <a:pt x="7037" y="2681"/>
                  <a:pt x="7037" y="2969"/>
                </a:cubicBezTo>
                <a:cubicBezTo>
                  <a:pt x="7037" y="3275"/>
                  <a:pt x="6803" y="3509"/>
                  <a:pt x="6497" y="3509"/>
                </a:cubicBezTo>
                <a:cubicBezTo>
                  <a:pt x="6209" y="3509"/>
                  <a:pt x="5958" y="3275"/>
                  <a:pt x="5958" y="2969"/>
                </a:cubicBezTo>
                <a:cubicBezTo>
                  <a:pt x="5958" y="2681"/>
                  <a:pt x="6209" y="2429"/>
                  <a:pt x="6497" y="2429"/>
                </a:cubicBezTo>
                <a:close/>
                <a:moveTo>
                  <a:pt x="6497" y="809"/>
                </a:moveTo>
                <a:cubicBezTo>
                  <a:pt x="8782" y="809"/>
                  <a:pt x="10637" y="2664"/>
                  <a:pt x="10637" y="4948"/>
                </a:cubicBezTo>
                <a:cubicBezTo>
                  <a:pt x="10637" y="6028"/>
                  <a:pt x="10222" y="7055"/>
                  <a:pt x="9449" y="7828"/>
                </a:cubicBezTo>
                <a:lnTo>
                  <a:pt x="9341" y="7955"/>
                </a:lnTo>
                <a:lnTo>
                  <a:pt x="9341" y="13011"/>
                </a:lnTo>
                <a:lnTo>
                  <a:pt x="8530" y="13011"/>
                </a:lnTo>
                <a:lnTo>
                  <a:pt x="8530" y="5488"/>
                </a:lnTo>
                <a:lnTo>
                  <a:pt x="9593" y="4427"/>
                </a:lnTo>
                <a:lnTo>
                  <a:pt x="9017" y="3851"/>
                </a:lnTo>
                <a:lnTo>
                  <a:pt x="7721" y="5147"/>
                </a:lnTo>
                <a:lnTo>
                  <a:pt x="7721" y="13011"/>
                </a:lnTo>
                <a:lnTo>
                  <a:pt x="6911" y="13011"/>
                </a:lnTo>
                <a:lnTo>
                  <a:pt x="6911" y="4265"/>
                </a:lnTo>
                <a:cubicBezTo>
                  <a:pt x="7451" y="4085"/>
                  <a:pt x="7846" y="3581"/>
                  <a:pt x="7846" y="2969"/>
                </a:cubicBezTo>
                <a:cubicBezTo>
                  <a:pt x="7846" y="2232"/>
                  <a:pt x="7253" y="1620"/>
                  <a:pt x="6497" y="1620"/>
                </a:cubicBezTo>
                <a:cubicBezTo>
                  <a:pt x="5759" y="1620"/>
                  <a:pt x="5147" y="2232"/>
                  <a:pt x="5147" y="2969"/>
                </a:cubicBezTo>
                <a:cubicBezTo>
                  <a:pt x="5147" y="3581"/>
                  <a:pt x="5543" y="4085"/>
                  <a:pt x="6102" y="4265"/>
                </a:cubicBezTo>
                <a:lnTo>
                  <a:pt x="6102" y="13011"/>
                </a:lnTo>
                <a:lnTo>
                  <a:pt x="5291" y="13011"/>
                </a:lnTo>
                <a:lnTo>
                  <a:pt x="5291" y="6767"/>
                </a:lnTo>
                <a:lnTo>
                  <a:pt x="3995" y="5471"/>
                </a:lnTo>
                <a:lnTo>
                  <a:pt x="3419" y="6047"/>
                </a:lnTo>
                <a:lnTo>
                  <a:pt x="4482" y="7108"/>
                </a:lnTo>
                <a:lnTo>
                  <a:pt x="4482" y="13011"/>
                </a:lnTo>
                <a:lnTo>
                  <a:pt x="3671" y="13011"/>
                </a:lnTo>
                <a:lnTo>
                  <a:pt x="3671" y="10635"/>
                </a:lnTo>
                <a:lnTo>
                  <a:pt x="2376" y="10635"/>
                </a:lnTo>
                <a:lnTo>
                  <a:pt x="2376" y="8404"/>
                </a:lnTo>
                <a:lnTo>
                  <a:pt x="1152" y="7955"/>
                </a:lnTo>
                <a:lnTo>
                  <a:pt x="2376" y="5579"/>
                </a:lnTo>
                <a:lnTo>
                  <a:pt x="2376" y="4948"/>
                </a:lnTo>
                <a:cubicBezTo>
                  <a:pt x="2376" y="2664"/>
                  <a:pt x="4230" y="809"/>
                  <a:pt x="6497" y="809"/>
                </a:cubicBezTo>
                <a:close/>
                <a:moveTo>
                  <a:pt x="6497" y="0"/>
                </a:moveTo>
                <a:cubicBezTo>
                  <a:pt x="3779" y="0"/>
                  <a:pt x="1566" y="2213"/>
                  <a:pt x="1566" y="4948"/>
                </a:cubicBezTo>
                <a:lnTo>
                  <a:pt x="1566" y="5380"/>
                </a:lnTo>
                <a:lnTo>
                  <a:pt x="0" y="8404"/>
                </a:lnTo>
                <a:lnTo>
                  <a:pt x="1566" y="8962"/>
                </a:lnTo>
                <a:lnTo>
                  <a:pt x="1566" y="11446"/>
                </a:lnTo>
                <a:lnTo>
                  <a:pt x="2862" y="11446"/>
                </a:lnTo>
                <a:lnTo>
                  <a:pt x="2862" y="13821"/>
                </a:lnTo>
                <a:lnTo>
                  <a:pt x="10150" y="13821"/>
                </a:lnTo>
                <a:lnTo>
                  <a:pt x="10150" y="8278"/>
                </a:lnTo>
                <a:cubicBezTo>
                  <a:pt x="10978" y="7360"/>
                  <a:pt x="11446" y="6191"/>
                  <a:pt x="11446" y="4948"/>
                </a:cubicBezTo>
                <a:cubicBezTo>
                  <a:pt x="11446" y="2213"/>
                  <a:pt x="9233" y="0"/>
                  <a:pt x="649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120"/>
          <p:cNvSpPr/>
          <p:nvPr/>
        </p:nvSpPr>
        <p:spPr>
          <a:xfrm>
            <a:off x="1534681" y="2796077"/>
            <a:ext cx="373359" cy="373332"/>
          </a:xfrm>
          <a:custGeom>
            <a:avLst/>
            <a:gdLst/>
            <a:ahLst/>
            <a:cxnLst/>
            <a:rect l="l" t="t" r="r" b="b"/>
            <a:pathLst>
              <a:path w="13823" h="13822" extrusionOk="0">
                <a:moveTo>
                  <a:pt x="6912" y="5776"/>
                </a:moveTo>
                <a:cubicBezTo>
                  <a:pt x="7290" y="5776"/>
                  <a:pt x="7595" y="6064"/>
                  <a:pt x="7595" y="6443"/>
                </a:cubicBezTo>
                <a:cubicBezTo>
                  <a:pt x="7595" y="6820"/>
                  <a:pt x="7290" y="7127"/>
                  <a:pt x="6912" y="7127"/>
                </a:cubicBezTo>
                <a:cubicBezTo>
                  <a:pt x="6552" y="7127"/>
                  <a:pt x="6246" y="6820"/>
                  <a:pt x="6246" y="6443"/>
                </a:cubicBezTo>
                <a:cubicBezTo>
                  <a:pt x="6246" y="6064"/>
                  <a:pt x="6552" y="5776"/>
                  <a:pt x="6912" y="5776"/>
                </a:cubicBezTo>
                <a:close/>
                <a:moveTo>
                  <a:pt x="6912" y="4139"/>
                </a:moveTo>
                <a:cubicBezTo>
                  <a:pt x="8442" y="4139"/>
                  <a:pt x="9683" y="5380"/>
                  <a:pt x="9683" y="6911"/>
                </a:cubicBezTo>
                <a:cubicBezTo>
                  <a:pt x="9683" y="7648"/>
                  <a:pt x="9395" y="8314"/>
                  <a:pt x="8910" y="8818"/>
                </a:cubicBezTo>
                <a:cubicBezTo>
                  <a:pt x="8819" y="8242"/>
                  <a:pt x="8478" y="7756"/>
                  <a:pt x="8010" y="7451"/>
                </a:cubicBezTo>
                <a:cubicBezTo>
                  <a:pt x="8262" y="7180"/>
                  <a:pt x="8406" y="6839"/>
                  <a:pt x="8406" y="6443"/>
                </a:cubicBezTo>
                <a:cubicBezTo>
                  <a:pt x="8406" y="5632"/>
                  <a:pt x="7739" y="4967"/>
                  <a:pt x="6912" y="4967"/>
                </a:cubicBezTo>
                <a:cubicBezTo>
                  <a:pt x="6102" y="4967"/>
                  <a:pt x="5436" y="5632"/>
                  <a:pt x="5436" y="6443"/>
                </a:cubicBezTo>
                <a:cubicBezTo>
                  <a:pt x="5436" y="6839"/>
                  <a:pt x="5580" y="7180"/>
                  <a:pt x="5815" y="7451"/>
                </a:cubicBezTo>
                <a:cubicBezTo>
                  <a:pt x="5347" y="7756"/>
                  <a:pt x="5004" y="8242"/>
                  <a:pt x="4915" y="8818"/>
                </a:cubicBezTo>
                <a:cubicBezTo>
                  <a:pt x="4447" y="8314"/>
                  <a:pt x="4159" y="7648"/>
                  <a:pt x="4159" y="6911"/>
                </a:cubicBezTo>
                <a:cubicBezTo>
                  <a:pt x="4159" y="5380"/>
                  <a:pt x="5400" y="4139"/>
                  <a:pt x="6912" y="4139"/>
                </a:cubicBezTo>
                <a:close/>
                <a:moveTo>
                  <a:pt x="6912" y="7936"/>
                </a:moveTo>
                <a:cubicBezTo>
                  <a:pt x="7595" y="7936"/>
                  <a:pt x="8135" y="8476"/>
                  <a:pt x="8135" y="9142"/>
                </a:cubicBezTo>
                <a:lnTo>
                  <a:pt x="8135" y="9394"/>
                </a:lnTo>
                <a:cubicBezTo>
                  <a:pt x="7758" y="9574"/>
                  <a:pt x="7343" y="9682"/>
                  <a:pt x="6912" y="9682"/>
                </a:cubicBezTo>
                <a:cubicBezTo>
                  <a:pt x="6480" y="9682"/>
                  <a:pt x="6066" y="9574"/>
                  <a:pt x="5707" y="9394"/>
                </a:cubicBezTo>
                <a:lnTo>
                  <a:pt x="5707" y="9142"/>
                </a:lnTo>
                <a:cubicBezTo>
                  <a:pt x="5707" y="8476"/>
                  <a:pt x="6246" y="7936"/>
                  <a:pt x="6912" y="7936"/>
                </a:cubicBezTo>
                <a:close/>
                <a:moveTo>
                  <a:pt x="6516" y="0"/>
                </a:moveTo>
                <a:lnTo>
                  <a:pt x="6516" y="3365"/>
                </a:lnTo>
                <a:cubicBezTo>
                  <a:pt x="6228" y="3401"/>
                  <a:pt x="5958" y="3455"/>
                  <a:pt x="5707" y="3545"/>
                </a:cubicBezTo>
                <a:lnTo>
                  <a:pt x="5707" y="1620"/>
                </a:lnTo>
                <a:lnTo>
                  <a:pt x="4087" y="1620"/>
                </a:lnTo>
                <a:lnTo>
                  <a:pt x="4087" y="2429"/>
                </a:lnTo>
                <a:lnTo>
                  <a:pt x="4896" y="2429"/>
                </a:lnTo>
                <a:lnTo>
                  <a:pt x="4896" y="3977"/>
                </a:lnTo>
                <a:cubicBezTo>
                  <a:pt x="4536" y="4211"/>
                  <a:pt x="4212" y="4535"/>
                  <a:pt x="3979" y="4876"/>
                </a:cubicBezTo>
                <a:lnTo>
                  <a:pt x="1621" y="4876"/>
                </a:lnTo>
                <a:lnTo>
                  <a:pt x="1621" y="4067"/>
                </a:lnTo>
                <a:lnTo>
                  <a:pt x="812" y="4067"/>
                </a:lnTo>
                <a:lnTo>
                  <a:pt x="812" y="5687"/>
                </a:lnTo>
                <a:lnTo>
                  <a:pt x="3547" y="5687"/>
                </a:lnTo>
                <a:cubicBezTo>
                  <a:pt x="3456" y="5956"/>
                  <a:pt x="3403" y="6227"/>
                  <a:pt x="3367" y="6515"/>
                </a:cubicBezTo>
                <a:lnTo>
                  <a:pt x="1" y="6515"/>
                </a:lnTo>
                <a:lnTo>
                  <a:pt x="1" y="7324"/>
                </a:lnTo>
                <a:lnTo>
                  <a:pt x="3367" y="7324"/>
                </a:lnTo>
                <a:cubicBezTo>
                  <a:pt x="3403" y="7595"/>
                  <a:pt x="3456" y="7864"/>
                  <a:pt x="3547" y="8134"/>
                </a:cubicBezTo>
                <a:lnTo>
                  <a:pt x="1621" y="8134"/>
                </a:lnTo>
                <a:lnTo>
                  <a:pt x="1621" y="9754"/>
                </a:lnTo>
                <a:lnTo>
                  <a:pt x="2431" y="9754"/>
                </a:lnTo>
                <a:lnTo>
                  <a:pt x="2431" y="8944"/>
                </a:lnTo>
                <a:lnTo>
                  <a:pt x="3979" y="8944"/>
                </a:lnTo>
                <a:cubicBezTo>
                  <a:pt x="4212" y="9304"/>
                  <a:pt x="4536" y="9610"/>
                  <a:pt x="4896" y="9862"/>
                </a:cubicBezTo>
                <a:lnTo>
                  <a:pt x="4896" y="12202"/>
                </a:lnTo>
                <a:lnTo>
                  <a:pt x="4087" y="12202"/>
                </a:lnTo>
                <a:lnTo>
                  <a:pt x="4087" y="13011"/>
                </a:lnTo>
                <a:lnTo>
                  <a:pt x="5707" y="13011"/>
                </a:lnTo>
                <a:lnTo>
                  <a:pt x="5707" y="10275"/>
                </a:lnTo>
                <a:cubicBezTo>
                  <a:pt x="5958" y="10366"/>
                  <a:pt x="6228" y="10438"/>
                  <a:pt x="6516" y="10455"/>
                </a:cubicBezTo>
                <a:lnTo>
                  <a:pt x="6516" y="13821"/>
                </a:lnTo>
                <a:lnTo>
                  <a:pt x="7326" y="13821"/>
                </a:lnTo>
                <a:lnTo>
                  <a:pt x="7326" y="10455"/>
                </a:lnTo>
                <a:cubicBezTo>
                  <a:pt x="7595" y="10438"/>
                  <a:pt x="7866" y="10366"/>
                  <a:pt x="8135" y="10275"/>
                </a:cubicBezTo>
                <a:lnTo>
                  <a:pt x="8135" y="12202"/>
                </a:lnTo>
                <a:lnTo>
                  <a:pt x="9755" y="12202"/>
                </a:lnTo>
                <a:lnTo>
                  <a:pt x="9755" y="11391"/>
                </a:lnTo>
                <a:lnTo>
                  <a:pt x="8946" y="11391"/>
                </a:lnTo>
                <a:lnTo>
                  <a:pt x="8946" y="9862"/>
                </a:lnTo>
                <a:cubicBezTo>
                  <a:pt x="9306" y="9610"/>
                  <a:pt x="9611" y="9304"/>
                  <a:pt x="9863" y="8944"/>
                </a:cubicBezTo>
                <a:lnTo>
                  <a:pt x="12203" y="8944"/>
                </a:lnTo>
                <a:lnTo>
                  <a:pt x="12203" y="9754"/>
                </a:lnTo>
                <a:lnTo>
                  <a:pt x="13013" y="9754"/>
                </a:lnTo>
                <a:lnTo>
                  <a:pt x="13013" y="8134"/>
                </a:lnTo>
                <a:lnTo>
                  <a:pt x="10278" y="8134"/>
                </a:lnTo>
                <a:cubicBezTo>
                  <a:pt x="10367" y="7864"/>
                  <a:pt x="10439" y="7595"/>
                  <a:pt x="10475" y="7324"/>
                </a:cubicBezTo>
                <a:lnTo>
                  <a:pt x="13822" y="7324"/>
                </a:lnTo>
                <a:lnTo>
                  <a:pt x="13822" y="6515"/>
                </a:lnTo>
                <a:lnTo>
                  <a:pt x="10475" y="6515"/>
                </a:lnTo>
                <a:cubicBezTo>
                  <a:pt x="10439" y="6227"/>
                  <a:pt x="10367" y="5956"/>
                  <a:pt x="10278" y="5687"/>
                </a:cubicBezTo>
                <a:lnTo>
                  <a:pt x="12203" y="5687"/>
                </a:lnTo>
                <a:lnTo>
                  <a:pt x="12203" y="4067"/>
                </a:lnTo>
                <a:lnTo>
                  <a:pt x="11393" y="4067"/>
                </a:lnTo>
                <a:lnTo>
                  <a:pt x="11393" y="4876"/>
                </a:lnTo>
                <a:lnTo>
                  <a:pt x="9863" y="4876"/>
                </a:lnTo>
                <a:cubicBezTo>
                  <a:pt x="9611" y="4535"/>
                  <a:pt x="9306" y="4211"/>
                  <a:pt x="8946" y="3977"/>
                </a:cubicBezTo>
                <a:lnTo>
                  <a:pt x="8946" y="1620"/>
                </a:lnTo>
                <a:lnTo>
                  <a:pt x="9755" y="1620"/>
                </a:lnTo>
                <a:lnTo>
                  <a:pt x="9755" y="809"/>
                </a:lnTo>
                <a:lnTo>
                  <a:pt x="8135" y="809"/>
                </a:lnTo>
                <a:lnTo>
                  <a:pt x="8135" y="3545"/>
                </a:lnTo>
                <a:cubicBezTo>
                  <a:pt x="7866" y="3455"/>
                  <a:pt x="7595" y="3401"/>
                  <a:pt x="7326" y="3365"/>
                </a:cubicBezTo>
                <a:lnTo>
                  <a:pt x="732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56" name="Google Shape;2756;p120"/>
          <p:cNvGrpSpPr/>
          <p:nvPr/>
        </p:nvGrpSpPr>
        <p:grpSpPr>
          <a:xfrm>
            <a:off x="2380985" y="2796077"/>
            <a:ext cx="373791" cy="373332"/>
            <a:chOff x="2380985" y="2796077"/>
            <a:chExt cx="373791" cy="373332"/>
          </a:xfrm>
        </p:grpSpPr>
        <p:sp>
          <p:nvSpPr>
            <p:cNvPr id="2757" name="Google Shape;2757;p120"/>
            <p:cNvSpPr/>
            <p:nvPr/>
          </p:nvSpPr>
          <p:spPr>
            <a:xfrm>
              <a:off x="2468957" y="2883562"/>
              <a:ext cx="197875" cy="198334"/>
            </a:xfrm>
            <a:custGeom>
              <a:avLst/>
              <a:gdLst/>
              <a:ahLst/>
              <a:cxnLst/>
              <a:rect l="l" t="t" r="r" b="b"/>
              <a:pathLst>
                <a:path w="7326" h="7343" extrusionOk="0">
                  <a:moveTo>
                    <a:pt x="3671" y="810"/>
                  </a:moveTo>
                  <a:cubicBezTo>
                    <a:pt x="5238" y="810"/>
                    <a:pt x="6515" y="2088"/>
                    <a:pt x="6515" y="3672"/>
                  </a:cubicBezTo>
                  <a:cubicBezTo>
                    <a:pt x="6515" y="5255"/>
                    <a:pt x="5238" y="6532"/>
                    <a:pt x="3671" y="6532"/>
                  </a:cubicBezTo>
                  <a:cubicBezTo>
                    <a:pt x="2088" y="6532"/>
                    <a:pt x="811" y="5255"/>
                    <a:pt x="811" y="3672"/>
                  </a:cubicBezTo>
                  <a:cubicBezTo>
                    <a:pt x="811" y="2088"/>
                    <a:pt x="2088" y="810"/>
                    <a:pt x="3671" y="810"/>
                  </a:cubicBezTo>
                  <a:close/>
                  <a:moveTo>
                    <a:pt x="3671" y="0"/>
                  </a:moveTo>
                  <a:cubicBezTo>
                    <a:pt x="1638" y="0"/>
                    <a:pt x="0" y="1656"/>
                    <a:pt x="0" y="3672"/>
                  </a:cubicBezTo>
                  <a:cubicBezTo>
                    <a:pt x="0" y="5687"/>
                    <a:pt x="1638" y="7343"/>
                    <a:pt x="3671" y="7343"/>
                  </a:cubicBezTo>
                  <a:cubicBezTo>
                    <a:pt x="5687" y="7343"/>
                    <a:pt x="7325" y="5687"/>
                    <a:pt x="7325" y="3672"/>
                  </a:cubicBezTo>
                  <a:cubicBezTo>
                    <a:pt x="7325" y="1656"/>
                    <a:pt x="5687" y="0"/>
                    <a:pt x="367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20"/>
            <p:cNvSpPr/>
            <p:nvPr/>
          </p:nvSpPr>
          <p:spPr>
            <a:xfrm>
              <a:off x="2512686" y="2927318"/>
              <a:ext cx="110390" cy="110849"/>
            </a:xfrm>
            <a:custGeom>
              <a:avLst/>
              <a:gdLst/>
              <a:ahLst/>
              <a:cxnLst/>
              <a:rect l="l" t="t" r="r" b="b"/>
              <a:pathLst>
                <a:path w="4087" h="4104" extrusionOk="0">
                  <a:moveTo>
                    <a:pt x="2052" y="809"/>
                  </a:moveTo>
                  <a:cubicBezTo>
                    <a:pt x="2736" y="809"/>
                    <a:pt x="3276" y="1368"/>
                    <a:pt x="3276" y="2052"/>
                  </a:cubicBezTo>
                  <a:cubicBezTo>
                    <a:pt x="3276" y="2736"/>
                    <a:pt x="2736" y="3293"/>
                    <a:pt x="2052" y="3293"/>
                  </a:cubicBezTo>
                  <a:cubicBezTo>
                    <a:pt x="1368" y="3293"/>
                    <a:pt x="811" y="2736"/>
                    <a:pt x="811" y="2052"/>
                  </a:cubicBezTo>
                  <a:cubicBezTo>
                    <a:pt x="811" y="1368"/>
                    <a:pt x="1368" y="809"/>
                    <a:pt x="2052" y="809"/>
                  </a:cubicBezTo>
                  <a:close/>
                  <a:moveTo>
                    <a:pt x="2052" y="0"/>
                  </a:moveTo>
                  <a:cubicBezTo>
                    <a:pt x="919" y="0"/>
                    <a:pt x="1" y="917"/>
                    <a:pt x="1" y="2052"/>
                  </a:cubicBezTo>
                  <a:cubicBezTo>
                    <a:pt x="1" y="3185"/>
                    <a:pt x="919" y="4103"/>
                    <a:pt x="2052" y="4103"/>
                  </a:cubicBezTo>
                  <a:cubicBezTo>
                    <a:pt x="3168" y="4103"/>
                    <a:pt x="4087" y="3185"/>
                    <a:pt x="4087" y="2052"/>
                  </a:cubicBezTo>
                  <a:cubicBezTo>
                    <a:pt x="4087" y="917"/>
                    <a:pt x="3168" y="0"/>
                    <a:pt x="2052"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20"/>
            <p:cNvSpPr/>
            <p:nvPr/>
          </p:nvSpPr>
          <p:spPr>
            <a:xfrm>
              <a:off x="2380985" y="2796077"/>
              <a:ext cx="373791" cy="373332"/>
            </a:xfrm>
            <a:custGeom>
              <a:avLst/>
              <a:gdLst/>
              <a:ahLst/>
              <a:cxnLst/>
              <a:rect l="l" t="t" r="r" b="b"/>
              <a:pathLst>
                <a:path w="13839" h="13822" extrusionOk="0">
                  <a:moveTo>
                    <a:pt x="7739" y="809"/>
                  </a:moveTo>
                  <a:lnTo>
                    <a:pt x="7739" y="1440"/>
                  </a:lnTo>
                  <a:cubicBezTo>
                    <a:pt x="7739" y="2016"/>
                    <a:pt x="8080" y="2537"/>
                    <a:pt x="8620" y="2772"/>
                  </a:cubicBezTo>
                  <a:lnTo>
                    <a:pt x="8639" y="2772"/>
                  </a:lnTo>
                  <a:cubicBezTo>
                    <a:pt x="8820" y="2850"/>
                    <a:pt x="9012" y="2888"/>
                    <a:pt x="9202" y="2888"/>
                  </a:cubicBezTo>
                  <a:cubicBezTo>
                    <a:pt x="9577" y="2888"/>
                    <a:pt x="9947" y="2740"/>
                    <a:pt x="10222" y="2465"/>
                  </a:cubicBezTo>
                  <a:lnTo>
                    <a:pt x="10654" y="2016"/>
                  </a:lnTo>
                  <a:lnTo>
                    <a:pt x="11806" y="3167"/>
                  </a:lnTo>
                  <a:lnTo>
                    <a:pt x="11374" y="3617"/>
                  </a:lnTo>
                  <a:cubicBezTo>
                    <a:pt x="10960" y="4031"/>
                    <a:pt x="10834" y="4643"/>
                    <a:pt x="11068" y="5200"/>
                  </a:cubicBezTo>
                  <a:cubicBezTo>
                    <a:pt x="11283" y="5740"/>
                    <a:pt x="11806" y="6100"/>
                    <a:pt x="12399" y="6100"/>
                  </a:cubicBezTo>
                  <a:lnTo>
                    <a:pt x="13030" y="6100"/>
                  </a:lnTo>
                  <a:lnTo>
                    <a:pt x="13030" y="7720"/>
                  </a:lnTo>
                  <a:lnTo>
                    <a:pt x="12399" y="7720"/>
                  </a:lnTo>
                  <a:cubicBezTo>
                    <a:pt x="11806" y="7720"/>
                    <a:pt x="11283" y="8080"/>
                    <a:pt x="11068" y="8620"/>
                  </a:cubicBezTo>
                  <a:lnTo>
                    <a:pt x="11068" y="8638"/>
                  </a:lnTo>
                  <a:cubicBezTo>
                    <a:pt x="10834" y="9178"/>
                    <a:pt x="10960" y="9790"/>
                    <a:pt x="11374" y="10203"/>
                  </a:cubicBezTo>
                  <a:lnTo>
                    <a:pt x="11806" y="10654"/>
                  </a:lnTo>
                  <a:lnTo>
                    <a:pt x="10654" y="11806"/>
                  </a:lnTo>
                  <a:lnTo>
                    <a:pt x="10222" y="11355"/>
                  </a:lnTo>
                  <a:cubicBezTo>
                    <a:pt x="9947" y="11081"/>
                    <a:pt x="9578" y="10933"/>
                    <a:pt x="9202" y="10933"/>
                  </a:cubicBezTo>
                  <a:cubicBezTo>
                    <a:pt x="9012" y="10933"/>
                    <a:pt x="8820" y="10971"/>
                    <a:pt x="8639" y="11050"/>
                  </a:cubicBezTo>
                  <a:lnTo>
                    <a:pt x="8620" y="11050"/>
                  </a:lnTo>
                  <a:cubicBezTo>
                    <a:pt x="8080" y="11283"/>
                    <a:pt x="7739" y="11806"/>
                    <a:pt x="7739" y="12382"/>
                  </a:cubicBezTo>
                  <a:lnTo>
                    <a:pt x="7739" y="13011"/>
                  </a:lnTo>
                  <a:lnTo>
                    <a:pt x="6100" y="13011"/>
                  </a:lnTo>
                  <a:lnTo>
                    <a:pt x="6100" y="12382"/>
                  </a:lnTo>
                  <a:cubicBezTo>
                    <a:pt x="6100" y="11806"/>
                    <a:pt x="5759" y="11283"/>
                    <a:pt x="5219" y="11050"/>
                  </a:cubicBezTo>
                  <a:lnTo>
                    <a:pt x="5201" y="11050"/>
                  </a:lnTo>
                  <a:cubicBezTo>
                    <a:pt x="5019" y="10971"/>
                    <a:pt x="4827" y="10933"/>
                    <a:pt x="4637" y="10933"/>
                  </a:cubicBezTo>
                  <a:cubicBezTo>
                    <a:pt x="4262" y="10933"/>
                    <a:pt x="3892" y="11081"/>
                    <a:pt x="3617" y="11355"/>
                  </a:cubicBezTo>
                  <a:lnTo>
                    <a:pt x="3185" y="11806"/>
                  </a:lnTo>
                  <a:lnTo>
                    <a:pt x="2033" y="10654"/>
                  </a:lnTo>
                  <a:lnTo>
                    <a:pt x="2484" y="10203"/>
                  </a:lnTo>
                  <a:cubicBezTo>
                    <a:pt x="2897" y="9790"/>
                    <a:pt x="3005" y="9178"/>
                    <a:pt x="2789" y="8638"/>
                  </a:cubicBezTo>
                  <a:lnTo>
                    <a:pt x="2772" y="8620"/>
                  </a:lnTo>
                  <a:cubicBezTo>
                    <a:pt x="2556" y="8080"/>
                    <a:pt x="2033" y="7720"/>
                    <a:pt x="1440" y="7720"/>
                  </a:cubicBezTo>
                  <a:lnTo>
                    <a:pt x="810" y="7720"/>
                  </a:lnTo>
                  <a:lnTo>
                    <a:pt x="810" y="6100"/>
                  </a:lnTo>
                  <a:lnTo>
                    <a:pt x="1440" y="6100"/>
                  </a:lnTo>
                  <a:cubicBezTo>
                    <a:pt x="2033" y="6100"/>
                    <a:pt x="2556" y="5740"/>
                    <a:pt x="2772" y="5200"/>
                  </a:cubicBezTo>
                  <a:lnTo>
                    <a:pt x="2789" y="5200"/>
                  </a:lnTo>
                  <a:cubicBezTo>
                    <a:pt x="3005" y="4643"/>
                    <a:pt x="2897" y="4031"/>
                    <a:pt x="2484" y="3617"/>
                  </a:cubicBezTo>
                  <a:lnTo>
                    <a:pt x="2033" y="3167"/>
                  </a:lnTo>
                  <a:lnTo>
                    <a:pt x="3185" y="2016"/>
                  </a:lnTo>
                  <a:lnTo>
                    <a:pt x="3617" y="2465"/>
                  </a:lnTo>
                  <a:cubicBezTo>
                    <a:pt x="3892" y="2740"/>
                    <a:pt x="4262" y="2888"/>
                    <a:pt x="4637" y="2888"/>
                  </a:cubicBezTo>
                  <a:cubicBezTo>
                    <a:pt x="4828" y="2888"/>
                    <a:pt x="5019" y="2850"/>
                    <a:pt x="5201" y="2772"/>
                  </a:cubicBezTo>
                  <a:lnTo>
                    <a:pt x="5219" y="2772"/>
                  </a:lnTo>
                  <a:cubicBezTo>
                    <a:pt x="5759" y="2537"/>
                    <a:pt x="6100" y="2016"/>
                    <a:pt x="6100" y="1440"/>
                  </a:cubicBezTo>
                  <a:lnTo>
                    <a:pt x="6100" y="809"/>
                  </a:lnTo>
                  <a:close/>
                  <a:moveTo>
                    <a:pt x="5291" y="0"/>
                  </a:moveTo>
                  <a:lnTo>
                    <a:pt x="5291" y="1440"/>
                  </a:lnTo>
                  <a:cubicBezTo>
                    <a:pt x="5291" y="1692"/>
                    <a:pt x="5147" y="1925"/>
                    <a:pt x="4913" y="2016"/>
                  </a:cubicBezTo>
                  <a:lnTo>
                    <a:pt x="4895" y="2033"/>
                  </a:lnTo>
                  <a:cubicBezTo>
                    <a:pt x="4815" y="2062"/>
                    <a:pt x="4733" y="2076"/>
                    <a:pt x="4652" y="2076"/>
                  </a:cubicBezTo>
                  <a:cubicBezTo>
                    <a:pt x="4480" y="2076"/>
                    <a:pt x="4315" y="2012"/>
                    <a:pt x="4193" y="1889"/>
                  </a:cubicBezTo>
                  <a:lnTo>
                    <a:pt x="3185" y="881"/>
                  </a:lnTo>
                  <a:lnTo>
                    <a:pt x="882" y="3167"/>
                  </a:lnTo>
                  <a:lnTo>
                    <a:pt x="1908" y="4193"/>
                  </a:lnTo>
                  <a:cubicBezTo>
                    <a:pt x="2088" y="4372"/>
                    <a:pt x="2141" y="4643"/>
                    <a:pt x="2033" y="4876"/>
                  </a:cubicBezTo>
                  <a:lnTo>
                    <a:pt x="2033" y="4895"/>
                  </a:lnTo>
                  <a:cubicBezTo>
                    <a:pt x="1925" y="5128"/>
                    <a:pt x="1709" y="5291"/>
                    <a:pt x="1440" y="5291"/>
                  </a:cubicBezTo>
                  <a:lnTo>
                    <a:pt x="0" y="5291"/>
                  </a:lnTo>
                  <a:lnTo>
                    <a:pt x="0" y="8530"/>
                  </a:lnTo>
                  <a:lnTo>
                    <a:pt x="1440" y="8530"/>
                  </a:lnTo>
                  <a:cubicBezTo>
                    <a:pt x="1709" y="8530"/>
                    <a:pt x="1925" y="8692"/>
                    <a:pt x="2033" y="8926"/>
                  </a:cubicBezTo>
                  <a:lnTo>
                    <a:pt x="2033" y="8944"/>
                  </a:lnTo>
                  <a:cubicBezTo>
                    <a:pt x="2141" y="9178"/>
                    <a:pt x="2088" y="9447"/>
                    <a:pt x="1908" y="9627"/>
                  </a:cubicBezTo>
                  <a:lnTo>
                    <a:pt x="882" y="10654"/>
                  </a:lnTo>
                  <a:lnTo>
                    <a:pt x="3185" y="12939"/>
                  </a:lnTo>
                  <a:lnTo>
                    <a:pt x="4193" y="11931"/>
                  </a:lnTo>
                  <a:cubicBezTo>
                    <a:pt x="4310" y="11814"/>
                    <a:pt x="4466" y="11750"/>
                    <a:pt x="4630" y="11750"/>
                  </a:cubicBezTo>
                  <a:cubicBezTo>
                    <a:pt x="4718" y="11750"/>
                    <a:pt x="4808" y="11768"/>
                    <a:pt x="4895" y="11806"/>
                  </a:cubicBezTo>
                  <a:lnTo>
                    <a:pt x="4913" y="11806"/>
                  </a:lnTo>
                  <a:cubicBezTo>
                    <a:pt x="5147" y="11895"/>
                    <a:pt x="5291" y="12130"/>
                    <a:pt x="5291" y="12382"/>
                  </a:cubicBezTo>
                  <a:lnTo>
                    <a:pt x="5291" y="13821"/>
                  </a:lnTo>
                  <a:lnTo>
                    <a:pt x="8548" y="13821"/>
                  </a:lnTo>
                  <a:lnTo>
                    <a:pt x="8548" y="12382"/>
                  </a:lnTo>
                  <a:cubicBezTo>
                    <a:pt x="8548" y="12130"/>
                    <a:pt x="8692" y="11895"/>
                    <a:pt x="8944" y="11806"/>
                  </a:cubicBezTo>
                  <a:cubicBezTo>
                    <a:pt x="9032" y="11768"/>
                    <a:pt x="9121" y="11750"/>
                    <a:pt x="9209" y="11750"/>
                  </a:cubicBezTo>
                  <a:cubicBezTo>
                    <a:pt x="9373" y="11750"/>
                    <a:pt x="9529" y="11814"/>
                    <a:pt x="9647" y="11931"/>
                  </a:cubicBezTo>
                  <a:lnTo>
                    <a:pt x="10654" y="12939"/>
                  </a:lnTo>
                  <a:lnTo>
                    <a:pt x="12958" y="10654"/>
                  </a:lnTo>
                  <a:lnTo>
                    <a:pt x="11931" y="9627"/>
                  </a:lnTo>
                  <a:cubicBezTo>
                    <a:pt x="11751" y="9447"/>
                    <a:pt x="11698" y="9178"/>
                    <a:pt x="11806" y="8944"/>
                  </a:cubicBezTo>
                  <a:lnTo>
                    <a:pt x="11806" y="8926"/>
                  </a:lnTo>
                  <a:cubicBezTo>
                    <a:pt x="11914" y="8692"/>
                    <a:pt x="12147" y="8530"/>
                    <a:pt x="12399" y="8530"/>
                  </a:cubicBezTo>
                  <a:lnTo>
                    <a:pt x="13839" y="8530"/>
                  </a:lnTo>
                  <a:lnTo>
                    <a:pt x="13839" y="5291"/>
                  </a:lnTo>
                  <a:lnTo>
                    <a:pt x="12399" y="5291"/>
                  </a:lnTo>
                  <a:cubicBezTo>
                    <a:pt x="12147" y="5291"/>
                    <a:pt x="11914" y="5128"/>
                    <a:pt x="11806" y="4895"/>
                  </a:cubicBezTo>
                  <a:lnTo>
                    <a:pt x="11806" y="4876"/>
                  </a:lnTo>
                  <a:cubicBezTo>
                    <a:pt x="11698" y="4643"/>
                    <a:pt x="11751" y="4372"/>
                    <a:pt x="11931" y="4193"/>
                  </a:cubicBezTo>
                  <a:lnTo>
                    <a:pt x="12958" y="3167"/>
                  </a:lnTo>
                  <a:lnTo>
                    <a:pt x="10654" y="881"/>
                  </a:lnTo>
                  <a:lnTo>
                    <a:pt x="9647" y="1889"/>
                  </a:lnTo>
                  <a:cubicBezTo>
                    <a:pt x="9524" y="2012"/>
                    <a:pt x="9359" y="2076"/>
                    <a:pt x="9187" y="2076"/>
                  </a:cubicBezTo>
                  <a:cubicBezTo>
                    <a:pt x="9107" y="2076"/>
                    <a:pt x="9024" y="2062"/>
                    <a:pt x="8944" y="2033"/>
                  </a:cubicBezTo>
                  <a:lnTo>
                    <a:pt x="8944" y="2016"/>
                  </a:lnTo>
                  <a:cubicBezTo>
                    <a:pt x="8692" y="1925"/>
                    <a:pt x="8548" y="1692"/>
                    <a:pt x="8548" y="1440"/>
                  </a:cubicBezTo>
                  <a:lnTo>
                    <a:pt x="854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0" name="Google Shape;2760;p120"/>
          <p:cNvGrpSpPr/>
          <p:nvPr/>
        </p:nvGrpSpPr>
        <p:grpSpPr>
          <a:xfrm>
            <a:off x="3165517" y="2796077"/>
            <a:ext cx="309183" cy="373332"/>
            <a:chOff x="3165517" y="2796077"/>
            <a:chExt cx="309183" cy="373332"/>
          </a:xfrm>
        </p:grpSpPr>
        <p:sp>
          <p:nvSpPr>
            <p:cNvPr id="2761" name="Google Shape;2761;p120"/>
            <p:cNvSpPr/>
            <p:nvPr/>
          </p:nvSpPr>
          <p:spPr>
            <a:xfrm>
              <a:off x="3165517" y="2796077"/>
              <a:ext cx="309183" cy="373332"/>
            </a:xfrm>
            <a:custGeom>
              <a:avLst/>
              <a:gdLst/>
              <a:ahLst/>
              <a:cxnLst/>
              <a:rect l="l" t="t" r="r" b="b"/>
              <a:pathLst>
                <a:path w="11447" h="13822" extrusionOk="0">
                  <a:moveTo>
                    <a:pt x="6497" y="809"/>
                  </a:moveTo>
                  <a:cubicBezTo>
                    <a:pt x="8783" y="809"/>
                    <a:pt x="10636" y="2664"/>
                    <a:pt x="10636" y="4948"/>
                  </a:cubicBezTo>
                  <a:cubicBezTo>
                    <a:pt x="10636" y="6028"/>
                    <a:pt x="10204" y="7055"/>
                    <a:pt x="9448" y="7828"/>
                  </a:cubicBezTo>
                  <a:lnTo>
                    <a:pt x="9340" y="7955"/>
                  </a:lnTo>
                  <a:lnTo>
                    <a:pt x="9340" y="13011"/>
                  </a:lnTo>
                  <a:lnTo>
                    <a:pt x="3653" y="13011"/>
                  </a:lnTo>
                  <a:lnTo>
                    <a:pt x="3653" y="10635"/>
                  </a:lnTo>
                  <a:lnTo>
                    <a:pt x="2357" y="10635"/>
                  </a:lnTo>
                  <a:lnTo>
                    <a:pt x="2357" y="8404"/>
                  </a:lnTo>
                  <a:lnTo>
                    <a:pt x="1134" y="7955"/>
                  </a:lnTo>
                  <a:lnTo>
                    <a:pt x="2357" y="5579"/>
                  </a:lnTo>
                  <a:lnTo>
                    <a:pt x="2357" y="4948"/>
                  </a:lnTo>
                  <a:cubicBezTo>
                    <a:pt x="2357" y="2664"/>
                    <a:pt x="4212" y="809"/>
                    <a:pt x="6497" y="809"/>
                  </a:cubicBezTo>
                  <a:close/>
                  <a:moveTo>
                    <a:pt x="6497" y="0"/>
                  </a:moveTo>
                  <a:cubicBezTo>
                    <a:pt x="3780" y="0"/>
                    <a:pt x="1548" y="2213"/>
                    <a:pt x="1548" y="4948"/>
                  </a:cubicBezTo>
                  <a:lnTo>
                    <a:pt x="1548" y="5380"/>
                  </a:lnTo>
                  <a:lnTo>
                    <a:pt x="1" y="8404"/>
                  </a:lnTo>
                  <a:lnTo>
                    <a:pt x="1548" y="8962"/>
                  </a:lnTo>
                  <a:lnTo>
                    <a:pt x="1548" y="11446"/>
                  </a:lnTo>
                  <a:lnTo>
                    <a:pt x="2844" y="11446"/>
                  </a:lnTo>
                  <a:lnTo>
                    <a:pt x="2844" y="13821"/>
                  </a:lnTo>
                  <a:lnTo>
                    <a:pt x="10151" y="13821"/>
                  </a:lnTo>
                  <a:lnTo>
                    <a:pt x="10151" y="8278"/>
                  </a:lnTo>
                  <a:cubicBezTo>
                    <a:pt x="10978" y="7360"/>
                    <a:pt x="11446" y="6191"/>
                    <a:pt x="11446" y="4948"/>
                  </a:cubicBezTo>
                  <a:cubicBezTo>
                    <a:pt x="11446" y="2213"/>
                    <a:pt x="9215" y="0"/>
                    <a:pt x="649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20"/>
            <p:cNvSpPr/>
            <p:nvPr/>
          </p:nvSpPr>
          <p:spPr>
            <a:xfrm>
              <a:off x="3278770" y="2874811"/>
              <a:ext cx="73440" cy="102098"/>
            </a:xfrm>
            <a:custGeom>
              <a:avLst/>
              <a:gdLst/>
              <a:ahLst/>
              <a:cxnLst/>
              <a:rect l="l" t="t" r="r" b="b"/>
              <a:pathLst>
                <a:path w="2719" h="3780" extrusionOk="0">
                  <a:moveTo>
                    <a:pt x="1890" y="810"/>
                  </a:moveTo>
                  <a:lnTo>
                    <a:pt x="1890" y="1620"/>
                  </a:lnTo>
                  <a:lnTo>
                    <a:pt x="811" y="1620"/>
                  </a:lnTo>
                  <a:lnTo>
                    <a:pt x="811" y="810"/>
                  </a:lnTo>
                  <a:close/>
                  <a:moveTo>
                    <a:pt x="0" y="1"/>
                  </a:moveTo>
                  <a:lnTo>
                    <a:pt x="0" y="3780"/>
                  </a:lnTo>
                  <a:lnTo>
                    <a:pt x="811" y="3780"/>
                  </a:lnTo>
                  <a:lnTo>
                    <a:pt x="811" y="2429"/>
                  </a:lnTo>
                  <a:lnTo>
                    <a:pt x="1890" y="2429"/>
                  </a:lnTo>
                  <a:lnTo>
                    <a:pt x="1890" y="3780"/>
                  </a:lnTo>
                  <a:lnTo>
                    <a:pt x="2718" y="3780"/>
                  </a:lnTo>
                  <a:lnTo>
                    <a:pt x="271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20"/>
            <p:cNvSpPr/>
            <p:nvPr/>
          </p:nvSpPr>
          <p:spPr>
            <a:xfrm>
              <a:off x="3381354" y="2874811"/>
              <a:ext cx="21878" cy="102098"/>
            </a:xfrm>
            <a:custGeom>
              <a:avLst/>
              <a:gdLst/>
              <a:ahLst/>
              <a:cxnLst/>
              <a:rect l="l" t="t" r="r" b="b"/>
              <a:pathLst>
                <a:path w="810" h="3780" extrusionOk="0">
                  <a:moveTo>
                    <a:pt x="0" y="1"/>
                  </a:moveTo>
                  <a:lnTo>
                    <a:pt x="0" y="3780"/>
                  </a:lnTo>
                  <a:lnTo>
                    <a:pt x="809" y="3780"/>
                  </a:lnTo>
                  <a:lnTo>
                    <a:pt x="80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4" name="Google Shape;2764;p120"/>
          <p:cNvSpPr/>
          <p:nvPr/>
        </p:nvSpPr>
        <p:spPr>
          <a:xfrm>
            <a:off x="3165517" y="2173874"/>
            <a:ext cx="298488" cy="360719"/>
          </a:xfrm>
          <a:custGeom>
            <a:avLst/>
            <a:gdLst/>
            <a:ahLst/>
            <a:cxnLst/>
            <a:rect l="l" t="t" r="r" b="b"/>
            <a:pathLst>
              <a:path w="11051" h="13355" extrusionOk="0">
                <a:moveTo>
                  <a:pt x="6677" y="1584"/>
                </a:moveTo>
                <a:cubicBezTo>
                  <a:pt x="8135" y="1764"/>
                  <a:pt x="9287" y="2916"/>
                  <a:pt x="9467" y="4373"/>
                </a:cubicBezTo>
                <a:lnTo>
                  <a:pt x="7883" y="4373"/>
                </a:lnTo>
                <a:cubicBezTo>
                  <a:pt x="7739" y="3780"/>
                  <a:pt x="7271" y="3312"/>
                  <a:pt x="6677" y="3168"/>
                </a:cubicBezTo>
                <a:lnTo>
                  <a:pt x="6677" y="1584"/>
                </a:lnTo>
                <a:close/>
                <a:moveTo>
                  <a:pt x="6281" y="3905"/>
                </a:moveTo>
                <a:cubicBezTo>
                  <a:pt x="6749" y="3905"/>
                  <a:pt x="7145" y="4301"/>
                  <a:pt x="7145" y="4769"/>
                </a:cubicBezTo>
                <a:cubicBezTo>
                  <a:pt x="7145" y="5237"/>
                  <a:pt x="6749" y="5633"/>
                  <a:pt x="6281" y="5633"/>
                </a:cubicBezTo>
                <a:cubicBezTo>
                  <a:pt x="5813" y="5633"/>
                  <a:pt x="5417" y="5237"/>
                  <a:pt x="5417" y="4769"/>
                </a:cubicBezTo>
                <a:cubicBezTo>
                  <a:pt x="5417" y="4301"/>
                  <a:pt x="5813" y="3905"/>
                  <a:pt x="6281" y="3905"/>
                </a:cubicBezTo>
                <a:close/>
                <a:moveTo>
                  <a:pt x="5885" y="793"/>
                </a:moveTo>
                <a:lnTo>
                  <a:pt x="5885" y="3168"/>
                </a:lnTo>
                <a:cubicBezTo>
                  <a:pt x="5165" y="3348"/>
                  <a:pt x="4644" y="3996"/>
                  <a:pt x="4644" y="4769"/>
                </a:cubicBezTo>
                <a:cubicBezTo>
                  <a:pt x="4644" y="5669"/>
                  <a:pt x="5381" y="6407"/>
                  <a:pt x="6281" y="6407"/>
                </a:cubicBezTo>
                <a:cubicBezTo>
                  <a:pt x="7055" y="6407"/>
                  <a:pt x="7703" y="5885"/>
                  <a:pt x="7883" y="5165"/>
                </a:cubicBezTo>
                <a:lnTo>
                  <a:pt x="10259" y="5165"/>
                </a:lnTo>
                <a:cubicBezTo>
                  <a:pt x="10168" y="6065"/>
                  <a:pt x="9772" y="6911"/>
                  <a:pt x="9143" y="7559"/>
                </a:cubicBezTo>
                <a:lnTo>
                  <a:pt x="9016" y="7667"/>
                </a:lnTo>
                <a:lnTo>
                  <a:pt x="9016" y="12579"/>
                </a:lnTo>
                <a:lnTo>
                  <a:pt x="3545" y="12579"/>
                </a:lnTo>
                <a:lnTo>
                  <a:pt x="3545" y="10276"/>
                </a:lnTo>
                <a:lnTo>
                  <a:pt x="2285" y="10276"/>
                </a:lnTo>
                <a:lnTo>
                  <a:pt x="2285" y="8116"/>
                </a:lnTo>
                <a:lnTo>
                  <a:pt x="1098" y="7684"/>
                </a:lnTo>
                <a:lnTo>
                  <a:pt x="2285" y="5381"/>
                </a:lnTo>
                <a:lnTo>
                  <a:pt x="2285" y="4769"/>
                </a:lnTo>
                <a:cubicBezTo>
                  <a:pt x="2285" y="2700"/>
                  <a:pt x="3869" y="990"/>
                  <a:pt x="5885" y="793"/>
                </a:cubicBezTo>
                <a:close/>
                <a:moveTo>
                  <a:pt x="6281" y="1"/>
                </a:moveTo>
                <a:cubicBezTo>
                  <a:pt x="3653" y="1"/>
                  <a:pt x="1512" y="2142"/>
                  <a:pt x="1512" y="4769"/>
                </a:cubicBezTo>
                <a:lnTo>
                  <a:pt x="1512" y="5201"/>
                </a:lnTo>
                <a:lnTo>
                  <a:pt x="1" y="8116"/>
                </a:lnTo>
                <a:lnTo>
                  <a:pt x="1512" y="8656"/>
                </a:lnTo>
                <a:lnTo>
                  <a:pt x="1512" y="11068"/>
                </a:lnTo>
                <a:lnTo>
                  <a:pt x="2753" y="11068"/>
                </a:lnTo>
                <a:lnTo>
                  <a:pt x="2753" y="13354"/>
                </a:lnTo>
                <a:lnTo>
                  <a:pt x="9808" y="13354"/>
                </a:lnTo>
                <a:lnTo>
                  <a:pt x="9808" y="7991"/>
                </a:lnTo>
                <a:cubicBezTo>
                  <a:pt x="10619" y="7109"/>
                  <a:pt x="11050" y="5975"/>
                  <a:pt x="11050" y="4769"/>
                </a:cubicBezTo>
                <a:lnTo>
                  <a:pt x="11050" y="4373"/>
                </a:lnTo>
                <a:lnTo>
                  <a:pt x="10259" y="4373"/>
                </a:lnTo>
                <a:cubicBezTo>
                  <a:pt x="10079" y="2484"/>
                  <a:pt x="8567" y="972"/>
                  <a:pt x="6677" y="793"/>
                </a:cubicBezTo>
                <a:lnTo>
                  <a:pt x="6677"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20"/>
          <p:cNvSpPr/>
          <p:nvPr/>
        </p:nvSpPr>
        <p:spPr>
          <a:xfrm>
            <a:off x="3165517" y="1626084"/>
            <a:ext cx="382083" cy="382056"/>
          </a:xfrm>
          <a:custGeom>
            <a:avLst/>
            <a:gdLst/>
            <a:ahLst/>
            <a:cxnLst/>
            <a:rect l="l" t="t" r="r" b="b"/>
            <a:pathLst>
              <a:path w="14146" h="14145" extrusionOk="0">
                <a:moveTo>
                  <a:pt x="5111" y="821"/>
                </a:moveTo>
                <a:cubicBezTo>
                  <a:pt x="5642" y="821"/>
                  <a:pt x="6179" y="949"/>
                  <a:pt x="6659" y="1205"/>
                </a:cubicBezTo>
                <a:lnTo>
                  <a:pt x="6659" y="2662"/>
                </a:lnTo>
                <a:lnTo>
                  <a:pt x="2232" y="2662"/>
                </a:lnTo>
                <a:cubicBezTo>
                  <a:pt x="2465" y="2339"/>
                  <a:pt x="2717" y="2033"/>
                  <a:pt x="3005" y="1745"/>
                </a:cubicBezTo>
                <a:cubicBezTo>
                  <a:pt x="3528" y="1205"/>
                  <a:pt x="4193" y="899"/>
                  <a:pt x="4913" y="827"/>
                </a:cubicBezTo>
                <a:cubicBezTo>
                  <a:pt x="4979" y="823"/>
                  <a:pt x="5045" y="821"/>
                  <a:pt x="5111" y="821"/>
                </a:cubicBezTo>
                <a:close/>
                <a:moveTo>
                  <a:pt x="9035" y="821"/>
                </a:moveTo>
                <a:cubicBezTo>
                  <a:pt x="9101" y="821"/>
                  <a:pt x="9166" y="823"/>
                  <a:pt x="9232" y="827"/>
                </a:cubicBezTo>
                <a:cubicBezTo>
                  <a:pt x="9952" y="899"/>
                  <a:pt x="10619" y="1205"/>
                  <a:pt x="11140" y="1745"/>
                </a:cubicBezTo>
                <a:cubicBezTo>
                  <a:pt x="11410" y="2033"/>
                  <a:pt x="11680" y="2339"/>
                  <a:pt x="11896" y="2662"/>
                </a:cubicBezTo>
                <a:lnTo>
                  <a:pt x="7487" y="2662"/>
                </a:lnTo>
                <a:lnTo>
                  <a:pt x="7487" y="1205"/>
                </a:lnTo>
                <a:cubicBezTo>
                  <a:pt x="7967" y="949"/>
                  <a:pt x="8504" y="821"/>
                  <a:pt x="9035" y="821"/>
                </a:cubicBezTo>
                <a:close/>
                <a:moveTo>
                  <a:pt x="6659" y="3490"/>
                </a:moveTo>
                <a:lnTo>
                  <a:pt x="6659" y="5326"/>
                </a:lnTo>
                <a:lnTo>
                  <a:pt x="1026" y="5326"/>
                </a:lnTo>
                <a:cubicBezTo>
                  <a:pt x="1170" y="4678"/>
                  <a:pt x="1404" y="4066"/>
                  <a:pt x="1728" y="3490"/>
                </a:cubicBezTo>
                <a:close/>
                <a:moveTo>
                  <a:pt x="12418" y="3490"/>
                </a:moveTo>
                <a:cubicBezTo>
                  <a:pt x="12723" y="4066"/>
                  <a:pt x="12958" y="4678"/>
                  <a:pt x="13119" y="5326"/>
                </a:cubicBezTo>
                <a:lnTo>
                  <a:pt x="7487" y="5326"/>
                </a:lnTo>
                <a:lnTo>
                  <a:pt x="7487" y="3490"/>
                </a:lnTo>
                <a:close/>
                <a:moveTo>
                  <a:pt x="6659" y="6154"/>
                </a:moveTo>
                <a:lnTo>
                  <a:pt x="6659" y="7989"/>
                </a:lnTo>
                <a:lnTo>
                  <a:pt x="882" y="7989"/>
                </a:lnTo>
                <a:cubicBezTo>
                  <a:pt x="846" y="7684"/>
                  <a:pt x="828" y="7378"/>
                  <a:pt x="828" y="7072"/>
                </a:cubicBezTo>
                <a:cubicBezTo>
                  <a:pt x="828" y="6766"/>
                  <a:pt x="846" y="6460"/>
                  <a:pt x="882" y="6154"/>
                </a:cubicBezTo>
                <a:close/>
                <a:moveTo>
                  <a:pt x="13263" y="6154"/>
                </a:moveTo>
                <a:cubicBezTo>
                  <a:pt x="13299" y="6460"/>
                  <a:pt x="13318" y="6766"/>
                  <a:pt x="13318" y="7072"/>
                </a:cubicBezTo>
                <a:cubicBezTo>
                  <a:pt x="13318" y="7378"/>
                  <a:pt x="13299" y="7684"/>
                  <a:pt x="13263" y="7989"/>
                </a:cubicBezTo>
                <a:lnTo>
                  <a:pt x="7487" y="7989"/>
                </a:lnTo>
                <a:lnTo>
                  <a:pt x="7487" y="6154"/>
                </a:lnTo>
                <a:close/>
                <a:moveTo>
                  <a:pt x="6659" y="8817"/>
                </a:moveTo>
                <a:lnTo>
                  <a:pt x="6659" y="10653"/>
                </a:lnTo>
                <a:lnTo>
                  <a:pt x="1728" y="10653"/>
                </a:lnTo>
                <a:cubicBezTo>
                  <a:pt x="1404" y="10077"/>
                  <a:pt x="1170" y="9465"/>
                  <a:pt x="1026" y="8817"/>
                </a:cubicBezTo>
                <a:close/>
                <a:moveTo>
                  <a:pt x="13119" y="8817"/>
                </a:moveTo>
                <a:cubicBezTo>
                  <a:pt x="12958" y="9465"/>
                  <a:pt x="12723" y="10077"/>
                  <a:pt x="12418" y="10653"/>
                </a:cubicBezTo>
                <a:lnTo>
                  <a:pt x="7487" y="10653"/>
                </a:lnTo>
                <a:lnTo>
                  <a:pt x="7487" y="8817"/>
                </a:lnTo>
                <a:close/>
                <a:moveTo>
                  <a:pt x="6659" y="11481"/>
                </a:moveTo>
                <a:lnTo>
                  <a:pt x="6659" y="12939"/>
                </a:lnTo>
                <a:cubicBezTo>
                  <a:pt x="6180" y="13195"/>
                  <a:pt x="5643" y="13322"/>
                  <a:pt x="5112" y="13322"/>
                </a:cubicBezTo>
                <a:cubicBezTo>
                  <a:pt x="5046" y="13322"/>
                  <a:pt x="4979" y="13320"/>
                  <a:pt x="4913" y="13316"/>
                </a:cubicBezTo>
                <a:cubicBezTo>
                  <a:pt x="4193" y="13244"/>
                  <a:pt x="3528" y="12939"/>
                  <a:pt x="3005" y="12399"/>
                </a:cubicBezTo>
                <a:cubicBezTo>
                  <a:pt x="2717" y="12111"/>
                  <a:pt x="2465" y="11805"/>
                  <a:pt x="2232" y="11481"/>
                </a:cubicBezTo>
                <a:close/>
                <a:moveTo>
                  <a:pt x="11896" y="11481"/>
                </a:moveTo>
                <a:cubicBezTo>
                  <a:pt x="11680" y="11805"/>
                  <a:pt x="11410" y="12111"/>
                  <a:pt x="11140" y="12399"/>
                </a:cubicBezTo>
                <a:cubicBezTo>
                  <a:pt x="10619" y="12939"/>
                  <a:pt x="9952" y="13244"/>
                  <a:pt x="9232" y="13316"/>
                </a:cubicBezTo>
                <a:cubicBezTo>
                  <a:pt x="9166" y="13320"/>
                  <a:pt x="9100" y="13322"/>
                  <a:pt x="9033" y="13322"/>
                </a:cubicBezTo>
                <a:cubicBezTo>
                  <a:pt x="8503" y="13322"/>
                  <a:pt x="7967" y="13195"/>
                  <a:pt x="7487" y="12939"/>
                </a:cubicBezTo>
                <a:lnTo>
                  <a:pt x="7487" y="11481"/>
                </a:lnTo>
                <a:close/>
                <a:moveTo>
                  <a:pt x="5204" y="1"/>
                </a:moveTo>
                <a:cubicBezTo>
                  <a:pt x="5083" y="1"/>
                  <a:pt x="4962" y="6"/>
                  <a:pt x="4841" y="18"/>
                </a:cubicBezTo>
                <a:cubicBezTo>
                  <a:pt x="3924" y="90"/>
                  <a:pt x="3077" y="486"/>
                  <a:pt x="2412" y="1169"/>
                </a:cubicBezTo>
                <a:cubicBezTo>
                  <a:pt x="846" y="2753"/>
                  <a:pt x="1" y="4858"/>
                  <a:pt x="1" y="7072"/>
                </a:cubicBezTo>
                <a:cubicBezTo>
                  <a:pt x="1" y="9285"/>
                  <a:pt x="846" y="11391"/>
                  <a:pt x="2412" y="12975"/>
                </a:cubicBezTo>
                <a:cubicBezTo>
                  <a:pt x="3077" y="13659"/>
                  <a:pt x="3924" y="14055"/>
                  <a:pt x="4841" y="14127"/>
                </a:cubicBezTo>
                <a:cubicBezTo>
                  <a:pt x="4961" y="14138"/>
                  <a:pt x="5080" y="14144"/>
                  <a:pt x="5199" y="14144"/>
                </a:cubicBezTo>
                <a:cubicBezTo>
                  <a:pt x="5852" y="14144"/>
                  <a:pt x="6494" y="13978"/>
                  <a:pt x="7073" y="13659"/>
                </a:cubicBezTo>
                <a:cubicBezTo>
                  <a:pt x="7667" y="13983"/>
                  <a:pt x="8332" y="14144"/>
                  <a:pt x="8980" y="14144"/>
                </a:cubicBezTo>
                <a:cubicBezTo>
                  <a:pt x="9088" y="14144"/>
                  <a:pt x="9196" y="14144"/>
                  <a:pt x="9304" y="14127"/>
                </a:cubicBezTo>
                <a:cubicBezTo>
                  <a:pt x="10223" y="14055"/>
                  <a:pt x="11068" y="13659"/>
                  <a:pt x="11734" y="12975"/>
                </a:cubicBezTo>
                <a:cubicBezTo>
                  <a:pt x="13282" y="11391"/>
                  <a:pt x="14146" y="9285"/>
                  <a:pt x="14146" y="7072"/>
                </a:cubicBezTo>
                <a:cubicBezTo>
                  <a:pt x="14146" y="4858"/>
                  <a:pt x="13282" y="2753"/>
                  <a:pt x="11734" y="1169"/>
                </a:cubicBezTo>
                <a:cubicBezTo>
                  <a:pt x="11068" y="486"/>
                  <a:pt x="10223" y="90"/>
                  <a:pt x="9304" y="18"/>
                </a:cubicBezTo>
                <a:cubicBezTo>
                  <a:pt x="9183" y="6"/>
                  <a:pt x="9062" y="1"/>
                  <a:pt x="8941" y="1"/>
                </a:cubicBezTo>
                <a:cubicBezTo>
                  <a:pt x="8291" y="1"/>
                  <a:pt x="7649" y="166"/>
                  <a:pt x="7073" y="486"/>
                </a:cubicBezTo>
                <a:cubicBezTo>
                  <a:pt x="6496" y="166"/>
                  <a:pt x="5855" y="1"/>
                  <a:pt x="5204"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6" name="Google Shape;2766;p120"/>
          <p:cNvGrpSpPr/>
          <p:nvPr/>
        </p:nvGrpSpPr>
        <p:grpSpPr>
          <a:xfrm>
            <a:off x="3987000" y="1626057"/>
            <a:ext cx="309183" cy="373332"/>
            <a:chOff x="3987000" y="1626057"/>
            <a:chExt cx="309183" cy="373332"/>
          </a:xfrm>
        </p:grpSpPr>
        <p:sp>
          <p:nvSpPr>
            <p:cNvPr id="2767" name="Google Shape;2767;p120"/>
            <p:cNvSpPr/>
            <p:nvPr/>
          </p:nvSpPr>
          <p:spPr>
            <a:xfrm>
              <a:off x="4073026" y="1669787"/>
              <a:ext cx="179400" cy="179427"/>
            </a:xfrm>
            <a:custGeom>
              <a:avLst/>
              <a:gdLst/>
              <a:ahLst/>
              <a:cxnLst/>
              <a:rect l="l" t="t" r="r" b="b"/>
              <a:pathLst>
                <a:path w="6642" h="6643" extrusionOk="0">
                  <a:moveTo>
                    <a:pt x="2268" y="1027"/>
                  </a:moveTo>
                  <a:cubicBezTo>
                    <a:pt x="2268" y="1063"/>
                    <a:pt x="2251" y="1099"/>
                    <a:pt x="2251" y="1135"/>
                  </a:cubicBezTo>
                  <a:cubicBezTo>
                    <a:pt x="2143" y="1423"/>
                    <a:pt x="2071" y="1747"/>
                    <a:pt x="2016" y="2107"/>
                  </a:cubicBezTo>
                  <a:lnTo>
                    <a:pt x="1116" y="2107"/>
                  </a:lnTo>
                  <a:cubicBezTo>
                    <a:pt x="1387" y="1639"/>
                    <a:pt x="1783" y="1260"/>
                    <a:pt x="2268" y="1027"/>
                  </a:cubicBezTo>
                  <a:close/>
                  <a:moveTo>
                    <a:pt x="3312" y="829"/>
                  </a:moveTo>
                  <a:cubicBezTo>
                    <a:pt x="3384" y="865"/>
                    <a:pt x="3528" y="1063"/>
                    <a:pt x="3654" y="1512"/>
                  </a:cubicBezTo>
                  <a:cubicBezTo>
                    <a:pt x="3708" y="1692"/>
                    <a:pt x="3744" y="1891"/>
                    <a:pt x="3779" y="2107"/>
                  </a:cubicBezTo>
                  <a:lnTo>
                    <a:pt x="2844" y="2107"/>
                  </a:lnTo>
                  <a:cubicBezTo>
                    <a:pt x="2880" y="1891"/>
                    <a:pt x="2916" y="1692"/>
                    <a:pt x="2970" y="1512"/>
                  </a:cubicBezTo>
                  <a:cubicBezTo>
                    <a:pt x="3096" y="1063"/>
                    <a:pt x="3258" y="865"/>
                    <a:pt x="3312" y="829"/>
                  </a:cubicBezTo>
                  <a:close/>
                  <a:moveTo>
                    <a:pt x="4355" y="1027"/>
                  </a:moveTo>
                  <a:lnTo>
                    <a:pt x="4355" y="1027"/>
                  </a:lnTo>
                  <a:cubicBezTo>
                    <a:pt x="4842" y="1260"/>
                    <a:pt x="5255" y="1639"/>
                    <a:pt x="5507" y="2107"/>
                  </a:cubicBezTo>
                  <a:lnTo>
                    <a:pt x="4607" y="2107"/>
                  </a:lnTo>
                  <a:cubicBezTo>
                    <a:pt x="4554" y="1747"/>
                    <a:pt x="4482" y="1423"/>
                    <a:pt x="4391" y="1135"/>
                  </a:cubicBezTo>
                  <a:cubicBezTo>
                    <a:pt x="4374" y="1099"/>
                    <a:pt x="4355" y="1063"/>
                    <a:pt x="4355" y="1027"/>
                  </a:cubicBezTo>
                  <a:close/>
                  <a:moveTo>
                    <a:pt x="1944" y="2916"/>
                  </a:moveTo>
                  <a:lnTo>
                    <a:pt x="1944" y="3312"/>
                  </a:lnTo>
                  <a:lnTo>
                    <a:pt x="1944" y="3727"/>
                  </a:lnTo>
                  <a:lnTo>
                    <a:pt x="828" y="3727"/>
                  </a:lnTo>
                  <a:cubicBezTo>
                    <a:pt x="811" y="3600"/>
                    <a:pt x="811" y="3456"/>
                    <a:pt x="811" y="3312"/>
                  </a:cubicBezTo>
                  <a:cubicBezTo>
                    <a:pt x="811" y="3187"/>
                    <a:pt x="811" y="3043"/>
                    <a:pt x="828" y="2916"/>
                  </a:cubicBezTo>
                  <a:close/>
                  <a:moveTo>
                    <a:pt x="3870" y="2916"/>
                  </a:moveTo>
                  <a:cubicBezTo>
                    <a:pt x="3870" y="3043"/>
                    <a:pt x="3887" y="3187"/>
                    <a:pt x="3887" y="3312"/>
                  </a:cubicBezTo>
                  <a:cubicBezTo>
                    <a:pt x="3887" y="3456"/>
                    <a:pt x="3870" y="3600"/>
                    <a:pt x="3870" y="3727"/>
                  </a:cubicBezTo>
                  <a:lnTo>
                    <a:pt x="2754" y="3727"/>
                  </a:lnTo>
                  <a:lnTo>
                    <a:pt x="2754" y="3312"/>
                  </a:lnTo>
                  <a:lnTo>
                    <a:pt x="2754" y="2916"/>
                  </a:lnTo>
                  <a:close/>
                  <a:moveTo>
                    <a:pt x="5795" y="2916"/>
                  </a:moveTo>
                  <a:cubicBezTo>
                    <a:pt x="5814" y="3043"/>
                    <a:pt x="5831" y="3187"/>
                    <a:pt x="5831" y="3312"/>
                  </a:cubicBezTo>
                  <a:cubicBezTo>
                    <a:pt x="5831" y="3456"/>
                    <a:pt x="5814" y="3600"/>
                    <a:pt x="5795" y="3727"/>
                  </a:cubicBezTo>
                  <a:lnTo>
                    <a:pt x="4679" y="3727"/>
                  </a:lnTo>
                  <a:cubicBezTo>
                    <a:pt x="4679" y="3600"/>
                    <a:pt x="4698" y="3456"/>
                    <a:pt x="4698" y="3312"/>
                  </a:cubicBezTo>
                  <a:cubicBezTo>
                    <a:pt x="4698" y="3187"/>
                    <a:pt x="4679" y="3043"/>
                    <a:pt x="4679" y="2916"/>
                  </a:cubicBezTo>
                  <a:close/>
                  <a:moveTo>
                    <a:pt x="2016" y="4536"/>
                  </a:moveTo>
                  <a:cubicBezTo>
                    <a:pt x="2071" y="4896"/>
                    <a:pt x="2143" y="5220"/>
                    <a:pt x="2251" y="5508"/>
                  </a:cubicBezTo>
                  <a:cubicBezTo>
                    <a:pt x="2251" y="5544"/>
                    <a:pt x="2268" y="5580"/>
                    <a:pt x="2268" y="5598"/>
                  </a:cubicBezTo>
                  <a:cubicBezTo>
                    <a:pt x="1783" y="5382"/>
                    <a:pt x="1387" y="5004"/>
                    <a:pt x="1116" y="4536"/>
                  </a:cubicBezTo>
                  <a:close/>
                  <a:moveTo>
                    <a:pt x="5507" y="4536"/>
                  </a:moveTo>
                  <a:cubicBezTo>
                    <a:pt x="5255" y="5004"/>
                    <a:pt x="4842" y="5382"/>
                    <a:pt x="4355" y="5598"/>
                  </a:cubicBezTo>
                  <a:cubicBezTo>
                    <a:pt x="4355" y="5580"/>
                    <a:pt x="4374" y="5544"/>
                    <a:pt x="4391" y="5508"/>
                  </a:cubicBezTo>
                  <a:cubicBezTo>
                    <a:pt x="4482" y="5220"/>
                    <a:pt x="4554" y="4896"/>
                    <a:pt x="4607" y="4536"/>
                  </a:cubicBezTo>
                  <a:close/>
                  <a:moveTo>
                    <a:pt x="3779" y="4536"/>
                  </a:moveTo>
                  <a:cubicBezTo>
                    <a:pt x="3744" y="4752"/>
                    <a:pt x="3708" y="4950"/>
                    <a:pt x="3654" y="5130"/>
                  </a:cubicBezTo>
                  <a:cubicBezTo>
                    <a:pt x="3528" y="5580"/>
                    <a:pt x="3384" y="5760"/>
                    <a:pt x="3312" y="5814"/>
                  </a:cubicBezTo>
                  <a:cubicBezTo>
                    <a:pt x="3258" y="5760"/>
                    <a:pt x="3096" y="5580"/>
                    <a:pt x="2970" y="5130"/>
                  </a:cubicBezTo>
                  <a:cubicBezTo>
                    <a:pt x="2916" y="4950"/>
                    <a:pt x="2880" y="4752"/>
                    <a:pt x="2844" y="4536"/>
                  </a:cubicBezTo>
                  <a:close/>
                  <a:moveTo>
                    <a:pt x="3312" y="1"/>
                  </a:moveTo>
                  <a:cubicBezTo>
                    <a:pt x="1476" y="1"/>
                    <a:pt x="0" y="1495"/>
                    <a:pt x="0" y="3312"/>
                  </a:cubicBezTo>
                  <a:cubicBezTo>
                    <a:pt x="0" y="5148"/>
                    <a:pt x="1476" y="6642"/>
                    <a:pt x="3312" y="6642"/>
                  </a:cubicBezTo>
                  <a:cubicBezTo>
                    <a:pt x="5147" y="6642"/>
                    <a:pt x="6642" y="5148"/>
                    <a:pt x="6642" y="3312"/>
                  </a:cubicBezTo>
                  <a:cubicBezTo>
                    <a:pt x="6642" y="1495"/>
                    <a:pt x="5147" y="1"/>
                    <a:pt x="331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20"/>
            <p:cNvSpPr/>
            <p:nvPr/>
          </p:nvSpPr>
          <p:spPr>
            <a:xfrm>
              <a:off x="3987000" y="1626057"/>
              <a:ext cx="309183" cy="373332"/>
            </a:xfrm>
            <a:custGeom>
              <a:avLst/>
              <a:gdLst/>
              <a:ahLst/>
              <a:cxnLst/>
              <a:rect l="l" t="t" r="r" b="b"/>
              <a:pathLst>
                <a:path w="11447" h="13822" extrusionOk="0">
                  <a:moveTo>
                    <a:pt x="6497" y="811"/>
                  </a:moveTo>
                  <a:cubicBezTo>
                    <a:pt x="8783" y="811"/>
                    <a:pt x="10636" y="2663"/>
                    <a:pt x="10636" y="4931"/>
                  </a:cubicBezTo>
                  <a:cubicBezTo>
                    <a:pt x="10636" y="6030"/>
                    <a:pt x="10204" y="7055"/>
                    <a:pt x="9448" y="7829"/>
                  </a:cubicBezTo>
                  <a:lnTo>
                    <a:pt x="9340" y="7937"/>
                  </a:lnTo>
                  <a:lnTo>
                    <a:pt x="9340" y="13012"/>
                  </a:lnTo>
                  <a:lnTo>
                    <a:pt x="3653" y="13012"/>
                  </a:lnTo>
                  <a:lnTo>
                    <a:pt x="3653" y="10637"/>
                  </a:lnTo>
                  <a:lnTo>
                    <a:pt x="2376" y="10637"/>
                  </a:lnTo>
                  <a:lnTo>
                    <a:pt x="2376" y="8386"/>
                  </a:lnTo>
                  <a:lnTo>
                    <a:pt x="1134" y="7954"/>
                  </a:lnTo>
                  <a:lnTo>
                    <a:pt x="2376" y="5579"/>
                  </a:lnTo>
                  <a:lnTo>
                    <a:pt x="2376" y="4931"/>
                  </a:lnTo>
                  <a:cubicBezTo>
                    <a:pt x="2376" y="2663"/>
                    <a:pt x="4229" y="811"/>
                    <a:pt x="6497" y="811"/>
                  </a:cubicBezTo>
                  <a:close/>
                  <a:moveTo>
                    <a:pt x="6497" y="0"/>
                  </a:moveTo>
                  <a:cubicBezTo>
                    <a:pt x="3780" y="0"/>
                    <a:pt x="1566" y="2214"/>
                    <a:pt x="1566" y="4931"/>
                  </a:cubicBezTo>
                  <a:lnTo>
                    <a:pt x="1566" y="5382"/>
                  </a:lnTo>
                  <a:lnTo>
                    <a:pt x="1" y="8405"/>
                  </a:lnTo>
                  <a:lnTo>
                    <a:pt x="1566" y="8962"/>
                  </a:lnTo>
                  <a:lnTo>
                    <a:pt x="1566" y="11446"/>
                  </a:lnTo>
                  <a:lnTo>
                    <a:pt x="2844" y="11446"/>
                  </a:lnTo>
                  <a:lnTo>
                    <a:pt x="2844" y="13821"/>
                  </a:lnTo>
                  <a:lnTo>
                    <a:pt x="10151" y="13821"/>
                  </a:lnTo>
                  <a:lnTo>
                    <a:pt x="10151" y="8278"/>
                  </a:lnTo>
                  <a:cubicBezTo>
                    <a:pt x="10978" y="7361"/>
                    <a:pt x="11446" y="6173"/>
                    <a:pt x="11446" y="4931"/>
                  </a:cubicBezTo>
                  <a:cubicBezTo>
                    <a:pt x="11446" y="2214"/>
                    <a:pt x="9232" y="0"/>
                    <a:pt x="649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9" name="Google Shape;2769;p120"/>
          <p:cNvSpPr/>
          <p:nvPr/>
        </p:nvSpPr>
        <p:spPr>
          <a:xfrm>
            <a:off x="3983110" y="2173874"/>
            <a:ext cx="352940" cy="359233"/>
          </a:xfrm>
          <a:custGeom>
            <a:avLst/>
            <a:gdLst/>
            <a:ahLst/>
            <a:cxnLst/>
            <a:rect l="l" t="t" r="r" b="b"/>
            <a:pathLst>
              <a:path w="13067" h="13300" extrusionOk="0">
                <a:moveTo>
                  <a:pt x="6533" y="774"/>
                </a:moveTo>
                <a:cubicBezTo>
                  <a:pt x="6767" y="774"/>
                  <a:pt x="6965" y="972"/>
                  <a:pt x="6965" y="1206"/>
                </a:cubicBezTo>
                <a:cubicBezTo>
                  <a:pt x="6965" y="1458"/>
                  <a:pt x="6767" y="1638"/>
                  <a:pt x="6533" y="1638"/>
                </a:cubicBezTo>
                <a:cubicBezTo>
                  <a:pt x="6281" y="1638"/>
                  <a:pt x="6101" y="1458"/>
                  <a:pt x="6101" y="1206"/>
                </a:cubicBezTo>
                <a:cubicBezTo>
                  <a:pt x="6101" y="972"/>
                  <a:pt x="6281" y="774"/>
                  <a:pt x="6533" y="774"/>
                </a:cubicBezTo>
                <a:close/>
                <a:moveTo>
                  <a:pt x="3329" y="1818"/>
                </a:moveTo>
                <a:cubicBezTo>
                  <a:pt x="3473" y="1818"/>
                  <a:pt x="3600" y="1872"/>
                  <a:pt x="3689" y="1998"/>
                </a:cubicBezTo>
                <a:cubicBezTo>
                  <a:pt x="3833" y="2178"/>
                  <a:pt x="3780" y="2465"/>
                  <a:pt x="3581" y="2609"/>
                </a:cubicBezTo>
                <a:cubicBezTo>
                  <a:pt x="3508" y="2654"/>
                  <a:pt x="3423" y="2686"/>
                  <a:pt x="3325" y="2686"/>
                </a:cubicBezTo>
                <a:cubicBezTo>
                  <a:pt x="3303" y="2686"/>
                  <a:pt x="3280" y="2685"/>
                  <a:pt x="3257" y="2681"/>
                </a:cubicBezTo>
                <a:cubicBezTo>
                  <a:pt x="3149" y="2664"/>
                  <a:pt x="3041" y="2592"/>
                  <a:pt x="2988" y="2501"/>
                </a:cubicBezTo>
                <a:cubicBezTo>
                  <a:pt x="2844" y="2304"/>
                  <a:pt x="2880" y="2034"/>
                  <a:pt x="3077" y="1890"/>
                </a:cubicBezTo>
                <a:cubicBezTo>
                  <a:pt x="3149" y="1836"/>
                  <a:pt x="3240" y="1818"/>
                  <a:pt x="3329" y="1818"/>
                </a:cubicBezTo>
                <a:close/>
                <a:moveTo>
                  <a:pt x="9740" y="1808"/>
                </a:moveTo>
                <a:cubicBezTo>
                  <a:pt x="9826" y="1808"/>
                  <a:pt x="9912" y="1834"/>
                  <a:pt x="9988" y="1890"/>
                </a:cubicBezTo>
                <a:cubicBezTo>
                  <a:pt x="10187" y="2034"/>
                  <a:pt x="10223" y="2304"/>
                  <a:pt x="10079" y="2501"/>
                </a:cubicBezTo>
                <a:cubicBezTo>
                  <a:pt x="10007" y="2592"/>
                  <a:pt x="9916" y="2664"/>
                  <a:pt x="9791" y="2681"/>
                </a:cubicBezTo>
                <a:cubicBezTo>
                  <a:pt x="9771" y="2685"/>
                  <a:pt x="9751" y="2686"/>
                  <a:pt x="9730" y="2686"/>
                </a:cubicBezTo>
                <a:cubicBezTo>
                  <a:pt x="9638" y="2686"/>
                  <a:pt x="9540" y="2654"/>
                  <a:pt x="9467" y="2609"/>
                </a:cubicBezTo>
                <a:cubicBezTo>
                  <a:pt x="9268" y="2465"/>
                  <a:pt x="9232" y="2178"/>
                  <a:pt x="9376" y="1998"/>
                </a:cubicBezTo>
                <a:cubicBezTo>
                  <a:pt x="9465" y="1876"/>
                  <a:pt x="9602" y="1808"/>
                  <a:pt x="9740" y="1808"/>
                </a:cubicBezTo>
                <a:close/>
                <a:moveTo>
                  <a:pt x="1341" y="4528"/>
                </a:moveTo>
                <a:cubicBezTo>
                  <a:pt x="1393" y="4528"/>
                  <a:pt x="1445" y="4537"/>
                  <a:pt x="1494" y="4553"/>
                </a:cubicBezTo>
                <a:cubicBezTo>
                  <a:pt x="1602" y="4589"/>
                  <a:pt x="1692" y="4661"/>
                  <a:pt x="1746" y="4769"/>
                </a:cubicBezTo>
                <a:cubicBezTo>
                  <a:pt x="1800" y="4877"/>
                  <a:pt x="1818" y="4985"/>
                  <a:pt x="1782" y="5093"/>
                </a:cubicBezTo>
                <a:cubicBezTo>
                  <a:pt x="1746" y="5220"/>
                  <a:pt x="1656" y="5309"/>
                  <a:pt x="1548" y="5364"/>
                </a:cubicBezTo>
                <a:cubicBezTo>
                  <a:pt x="1499" y="5393"/>
                  <a:pt x="1438" y="5406"/>
                  <a:pt x="1376" y="5406"/>
                </a:cubicBezTo>
                <a:cubicBezTo>
                  <a:pt x="1325" y="5406"/>
                  <a:pt x="1273" y="5397"/>
                  <a:pt x="1224" y="5381"/>
                </a:cubicBezTo>
                <a:cubicBezTo>
                  <a:pt x="990" y="5309"/>
                  <a:pt x="864" y="5057"/>
                  <a:pt x="936" y="4824"/>
                </a:cubicBezTo>
                <a:cubicBezTo>
                  <a:pt x="972" y="4716"/>
                  <a:pt x="1062" y="4625"/>
                  <a:pt x="1152" y="4572"/>
                </a:cubicBezTo>
                <a:cubicBezTo>
                  <a:pt x="1212" y="4542"/>
                  <a:pt x="1277" y="4528"/>
                  <a:pt x="1341" y="4528"/>
                </a:cubicBezTo>
                <a:close/>
                <a:moveTo>
                  <a:pt x="11698" y="4536"/>
                </a:moveTo>
                <a:cubicBezTo>
                  <a:pt x="11770" y="4536"/>
                  <a:pt x="11842" y="4553"/>
                  <a:pt x="11896" y="4572"/>
                </a:cubicBezTo>
                <a:cubicBezTo>
                  <a:pt x="12004" y="4625"/>
                  <a:pt x="12076" y="4716"/>
                  <a:pt x="12111" y="4824"/>
                </a:cubicBezTo>
                <a:cubicBezTo>
                  <a:pt x="12183" y="5057"/>
                  <a:pt x="12058" y="5309"/>
                  <a:pt x="11842" y="5381"/>
                </a:cubicBezTo>
                <a:cubicBezTo>
                  <a:pt x="11794" y="5397"/>
                  <a:pt x="11741" y="5406"/>
                  <a:pt x="11688" y="5406"/>
                </a:cubicBezTo>
                <a:cubicBezTo>
                  <a:pt x="11624" y="5406"/>
                  <a:pt x="11559" y="5393"/>
                  <a:pt x="11500" y="5364"/>
                </a:cubicBezTo>
                <a:cubicBezTo>
                  <a:pt x="11392" y="5309"/>
                  <a:pt x="11320" y="5220"/>
                  <a:pt x="11284" y="5093"/>
                </a:cubicBezTo>
                <a:cubicBezTo>
                  <a:pt x="11248" y="4985"/>
                  <a:pt x="11266" y="4877"/>
                  <a:pt x="11320" y="4769"/>
                </a:cubicBezTo>
                <a:cubicBezTo>
                  <a:pt x="11374" y="4661"/>
                  <a:pt x="11464" y="4589"/>
                  <a:pt x="11572" y="4553"/>
                </a:cubicBezTo>
                <a:cubicBezTo>
                  <a:pt x="11608" y="4536"/>
                  <a:pt x="11662" y="4536"/>
                  <a:pt x="11698" y="4536"/>
                </a:cubicBezTo>
                <a:close/>
                <a:moveTo>
                  <a:pt x="6533" y="5544"/>
                </a:moveTo>
                <a:cubicBezTo>
                  <a:pt x="6893" y="5544"/>
                  <a:pt x="7180" y="5832"/>
                  <a:pt x="7180" y="6191"/>
                </a:cubicBezTo>
                <a:cubicBezTo>
                  <a:pt x="7180" y="6551"/>
                  <a:pt x="6893" y="6857"/>
                  <a:pt x="6533" y="6857"/>
                </a:cubicBezTo>
                <a:cubicBezTo>
                  <a:pt x="6173" y="6857"/>
                  <a:pt x="5885" y="6551"/>
                  <a:pt x="5885" y="6191"/>
                </a:cubicBezTo>
                <a:cubicBezTo>
                  <a:pt x="5885" y="5832"/>
                  <a:pt x="6173" y="5544"/>
                  <a:pt x="6533" y="5544"/>
                </a:cubicBezTo>
                <a:close/>
                <a:moveTo>
                  <a:pt x="6533" y="3996"/>
                </a:moveTo>
                <a:cubicBezTo>
                  <a:pt x="7991" y="3996"/>
                  <a:pt x="9196" y="5184"/>
                  <a:pt x="9196" y="6641"/>
                </a:cubicBezTo>
                <a:cubicBezTo>
                  <a:pt x="9196" y="7360"/>
                  <a:pt x="8908" y="8008"/>
                  <a:pt x="8459" y="8476"/>
                </a:cubicBezTo>
                <a:cubicBezTo>
                  <a:pt x="8368" y="7936"/>
                  <a:pt x="8044" y="7451"/>
                  <a:pt x="7595" y="7163"/>
                </a:cubicBezTo>
                <a:cubicBezTo>
                  <a:pt x="7811" y="6911"/>
                  <a:pt x="7955" y="6569"/>
                  <a:pt x="7955" y="6191"/>
                </a:cubicBezTo>
                <a:cubicBezTo>
                  <a:pt x="7955" y="5417"/>
                  <a:pt x="7324" y="4769"/>
                  <a:pt x="6533" y="4769"/>
                </a:cubicBezTo>
                <a:cubicBezTo>
                  <a:pt x="5741" y="4769"/>
                  <a:pt x="5093" y="5417"/>
                  <a:pt x="5093" y="6191"/>
                </a:cubicBezTo>
                <a:cubicBezTo>
                  <a:pt x="5093" y="6569"/>
                  <a:pt x="5237" y="6911"/>
                  <a:pt x="5472" y="7163"/>
                </a:cubicBezTo>
                <a:cubicBezTo>
                  <a:pt x="5021" y="7451"/>
                  <a:pt x="4697" y="7936"/>
                  <a:pt x="4608" y="8476"/>
                </a:cubicBezTo>
                <a:cubicBezTo>
                  <a:pt x="4157" y="8008"/>
                  <a:pt x="3869" y="7360"/>
                  <a:pt x="3869" y="6641"/>
                </a:cubicBezTo>
                <a:cubicBezTo>
                  <a:pt x="3869" y="5184"/>
                  <a:pt x="5057" y="3996"/>
                  <a:pt x="6533" y="3996"/>
                </a:cubicBezTo>
                <a:close/>
                <a:moveTo>
                  <a:pt x="1350" y="7883"/>
                </a:moveTo>
                <a:cubicBezTo>
                  <a:pt x="1422" y="7883"/>
                  <a:pt x="1494" y="7900"/>
                  <a:pt x="1548" y="7936"/>
                </a:cubicBezTo>
                <a:cubicBezTo>
                  <a:pt x="1656" y="7991"/>
                  <a:pt x="1746" y="8080"/>
                  <a:pt x="1782" y="8188"/>
                </a:cubicBezTo>
                <a:cubicBezTo>
                  <a:pt x="1818" y="8296"/>
                  <a:pt x="1800" y="8423"/>
                  <a:pt x="1746" y="8531"/>
                </a:cubicBezTo>
                <a:cubicBezTo>
                  <a:pt x="1692" y="8639"/>
                  <a:pt x="1602" y="8711"/>
                  <a:pt x="1494" y="8747"/>
                </a:cubicBezTo>
                <a:cubicBezTo>
                  <a:pt x="1456" y="8760"/>
                  <a:pt x="1416" y="8765"/>
                  <a:pt x="1375" y="8765"/>
                </a:cubicBezTo>
                <a:cubicBezTo>
                  <a:pt x="1300" y="8765"/>
                  <a:pt x="1222" y="8745"/>
                  <a:pt x="1152" y="8711"/>
                </a:cubicBezTo>
                <a:cubicBezTo>
                  <a:pt x="1062" y="8656"/>
                  <a:pt x="972" y="8567"/>
                  <a:pt x="936" y="8459"/>
                </a:cubicBezTo>
                <a:cubicBezTo>
                  <a:pt x="864" y="8243"/>
                  <a:pt x="990" y="7991"/>
                  <a:pt x="1224" y="7919"/>
                </a:cubicBezTo>
                <a:cubicBezTo>
                  <a:pt x="1260" y="7900"/>
                  <a:pt x="1314" y="7883"/>
                  <a:pt x="1350" y="7883"/>
                </a:cubicBezTo>
                <a:close/>
                <a:moveTo>
                  <a:pt x="11698" y="7883"/>
                </a:moveTo>
                <a:cubicBezTo>
                  <a:pt x="11752" y="7883"/>
                  <a:pt x="11788" y="7900"/>
                  <a:pt x="11842" y="7919"/>
                </a:cubicBezTo>
                <a:cubicBezTo>
                  <a:pt x="12058" y="7991"/>
                  <a:pt x="12183" y="8243"/>
                  <a:pt x="12111" y="8459"/>
                </a:cubicBezTo>
                <a:cubicBezTo>
                  <a:pt x="12076" y="8567"/>
                  <a:pt x="12004" y="8656"/>
                  <a:pt x="11896" y="8711"/>
                </a:cubicBezTo>
                <a:cubicBezTo>
                  <a:pt x="11838" y="8745"/>
                  <a:pt x="11764" y="8765"/>
                  <a:pt x="11690" y="8765"/>
                </a:cubicBezTo>
                <a:cubicBezTo>
                  <a:pt x="11650" y="8765"/>
                  <a:pt x="11610" y="8760"/>
                  <a:pt x="11572" y="8747"/>
                </a:cubicBezTo>
                <a:cubicBezTo>
                  <a:pt x="11464" y="8711"/>
                  <a:pt x="11374" y="8639"/>
                  <a:pt x="11320" y="8531"/>
                </a:cubicBezTo>
                <a:cubicBezTo>
                  <a:pt x="11266" y="8423"/>
                  <a:pt x="11248" y="8296"/>
                  <a:pt x="11284" y="8188"/>
                </a:cubicBezTo>
                <a:cubicBezTo>
                  <a:pt x="11320" y="8080"/>
                  <a:pt x="11392" y="7991"/>
                  <a:pt x="11500" y="7936"/>
                </a:cubicBezTo>
                <a:cubicBezTo>
                  <a:pt x="11572" y="7900"/>
                  <a:pt x="11626" y="7883"/>
                  <a:pt x="11698" y="7883"/>
                </a:cubicBezTo>
                <a:close/>
                <a:moveTo>
                  <a:pt x="6533" y="7631"/>
                </a:moveTo>
                <a:cubicBezTo>
                  <a:pt x="7180" y="7631"/>
                  <a:pt x="7703" y="8152"/>
                  <a:pt x="7703" y="8800"/>
                </a:cubicBezTo>
                <a:lnTo>
                  <a:pt x="7703" y="9035"/>
                </a:lnTo>
                <a:cubicBezTo>
                  <a:pt x="7343" y="9215"/>
                  <a:pt x="6947" y="9304"/>
                  <a:pt x="6533" y="9304"/>
                </a:cubicBezTo>
                <a:cubicBezTo>
                  <a:pt x="6119" y="9304"/>
                  <a:pt x="5705" y="9215"/>
                  <a:pt x="5364" y="9035"/>
                </a:cubicBezTo>
                <a:lnTo>
                  <a:pt x="5364" y="8800"/>
                </a:lnTo>
                <a:cubicBezTo>
                  <a:pt x="5364" y="8152"/>
                  <a:pt x="5885" y="7631"/>
                  <a:pt x="6533" y="7631"/>
                </a:cubicBezTo>
                <a:close/>
                <a:moveTo>
                  <a:pt x="3329" y="10619"/>
                </a:moveTo>
                <a:cubicBezTo>
                  <a:pt x="3420" y="10619"/>
                  <a:pt x="3509" y="10636"/>
                  <a:pt x="3581" y="10691"/>
                </a:cubicBezTo>
                <a:cubicBezTo>
                  <a:pt x="3780" y="10835"/>
                  <a:pt x="3833" y="11104"/>
                  <a:pt x="3689" y="11302"/>
                </a:cubicBezTo>
                <a:cubicBezTo>
                  <a:pt x="3604" y="11419"/>
                  <a:pt x="3475" y="11479"/>
                  <a:pt x="3343" y="11479"/>
                </a:cubicBezTo>
                <a:cubicBezTo>
                  <a:pt x="3251" y="11479"/>
                  <a:pt x="3158" y="11451"/>
                  <a:pt x="3077" y="11392"/>
                </a:cubicBezTo>
                <a:cubicBezTo>
                  <a:pt x="2880" y="11266"/>
                  <a:pt x="2844" y="10978"/>
                  <a:pt x="2988" y="10799"/>
                </a:cubicBezTo>
                <a:cubicBezTo>
                  <a:pt x="3041" y="10691"/>
                  <a:pt x="3149" y="10636"/>
                  <a:pt x="3257" y="10619"/>
                </a:cubicBezTo>
                <a:close/>
                <a:moveTo>
                  <a:pt x="9791" y="10619"/>
                </a:moveTo>
                <a:cubicBezTo>
                  <a:pt x="9916" y="10636"/>
                  <a:pt x="10007" y="10691"/>
                  <a:pt x="10079" y="10799"/>
                </a:cubicBezTo>
                <a:cubicBezTo>
                  <a:pt x="10223" y="10978"/>
                  <a:pt x="10187" y="11266"/>
                  <a:pt x="9988" y="11392"/>
                </a:cubicBezTo>
                <a:cubicBezTo>
                  <a:pt x="9907" y="11451"/>
                  <a:pt x="9814" y="11479"/>
                  <a:pt x="9723" y="11479"/>
                </a:cubicBezTo>
                <a:cubicBezTo>
                  <a:pt x="9591" y="11479"/>
                  <a:pt x="9461" y="11419"/>
                  <a:pt x="9376" y="11302"/>
                </a:cubicBezTo>
                <a:cubicBezTo>
                  <a:pt x="9232" y="11104"/>
                  <a:pt x="9268" y="10835"/>
                  <a:pt x="9467" y="10691"/>
                </a:cubicBezTo>
                <a:cubicBezTo>
                  <a:pt x="9539" y="10636"/>
                  <a:pt x="9628" y="10619"/>
                  <a:pt x="9719" y="10619"/>
                </a:cubicBezTo>
                <a:close/>
                <a:moveTo>
                  <a:pt x="6533" y="11644"/>
                </a:moveTo>
                <a:cubicBezTo>
                  <a:pt x="6767" y="11644"/>
                  <a:pt x="6965" y="11842"/>
                  <a:pt x="6965" y="12094"/>
                </a:cubicBezTo>
                <a:cubicBezTo>
                  <a:pt x="6965" y="12328"/>
                  <a:pt x="6767" y="12526"/>
                  <a:pt x="6533" y="12526"/>
                </a:cubicBezTo>
                <a:cubicBezTo>
                  <a:pt x="6281" y="12526"/>
                  <a:pt x="6101" y="12328"/>
                  <a:pt x="6101" y="12094"/>
                </a:cubicBezTo>
                <a:cubicBezTo>
                  <a:pt x="6101" y="11842"/>
                  <a:pt x="6281" y="11644"/>
                  <a:pt x="6533" y="11644"/>
                </a:cubicBezTo>
                <a:close/>
                <a:moveTo>
                  <a:pt x="6533" y="1"/>
                </a:moveTo>
                <a:cubicBezTo>
                  <a:pt x="5867" y="1"/>
                  <a:pt x="5309" y="541"/>
                  <a:pt x="5309" y="1206"/>
                </a:cubicBezTo>
                <a:cubicBezTo>
                  <a:pt x="5309" y="1746"/>
                  <a:pt x="5669" y="2196"/>
                  <a:pt x="6137" y="2357"/>
                </a:cubicBezTo>
                <a:lnTo>
                  <a:pt x="6137" y="3221"/>
                </a:lnTo>
                <a:cubicBezTo>
                  <a:pt x="5669" y="3276"/>
                  <a:pt x="5237" y="3437"/>
                  <a:pt x="4841" y="3653"/>
                </a:cubicBezTo>
                <a:lnTo>
                  <a:pt x="4320" y="2952"/>
                </a:lnTo>
                <a:cubicBezTo>
                  <a:pt x="4625" y="2537"/>
                  <a:pt x="4625" y="1962"/>
                  <a:pt x="4320" y="1530"/>
                </a:cubicBezTo>
                <a:cubicBezTo>
                  <a:pt x="4081" y="1203"/>
                  <a:pt x="3710" y="1029"/>
                  <a:pt x="3335" y="1029"/>
                </a:cubicBezTo>
                <a:cubicBezTo>
                  <a:pt x="3089" y="1029"/>
                  <a:pt x="2842" y="1104"/>
                  <a:pt x="2628" y="1260"/>
                </a:cubicBezTo>
                <a:cubicBezTo>
                  <a:pt x="2069" y="1656"/>
                  <a:pt x="1962" y="2412"/>
                  <a:pt x="2357" y="2969"/>
                </a:cubicBezTo>
                <a:cubicBezTo>
                  <a:pt x="2537" y="3221"/>
                  <a:pt x="2825" y="3401"/>
                  <a:pt x="3149" y="3456"/>
                </a:cubicBezTo>
                <a:lnTo>
                  <a:pt x="3329" y="3456"/>
                </a:lnTo>
                <a:cubicBezTo>
                  <a:pt x="3456" y="3456"/>
                  <a:pt x="3581" y="3437"/>
                  <a:pt x="3689" y="3401"/>
                </a:cubicBezTo>
                <a:lnTo>
                  <a:pt x="4212" y="4104"/>
                </a:lnTo>
                <a:cubicBezTo>
                  <a:pt x="3869" y="4428"/>
                  <a:pt x="3600" y="4805"/>
                  <a:pt x="3401" y="5220"/>
                </a:cubicBezTo>
                <a:lnTo>
                  <a:pt x="2573" y="4949"/>
                </a:lnTo>
                <a:cubicBezTo>
                  <a:pt x="2573" y="4769"/>
                  <a:pt x="2520" y="4589"/>
                  <a:pt x="2448" y="4409"/>
                </a:cubicBezTo>
                <a:cubicBezTo>
                  <a:pt x="2285" y="4121"/>
                  <a:pt x="2052" y="3905"/>
                  <a:pt x="1728" y="3816"/>
                </a:cubicBezTo>
                <a:cubicBezTo>
                  <a:pt x="1607" y="3773"/>
                  <a:pt x="1484" y="3753"/>
                  <a:pt x="1361" y="3753"/>
                </a:cubicBezTo>
                <a:cubicBezTo>
                  <a:pt x="1172" y="3753"/>
                  <a:pt x="984" y="3801"/>
                  <a:pt x="810" y="3888"/>
                </a:cubicBezTo>
                <a:cubicBezTo>
                  <a:pt x="522" y="4032"/>
                  <a:pt x="306" y="4284"/>
                  <a:pt x="198" y="4589"/>
                </a:cubicBezTo>
                <a:cubicBezTo>
                  <a:pt x="1" y="5237"/>
                  <a:pt x="342" y="5921"/>
                  <a:pt x="990" y="6119"/>
                </a:cubicBezTo>
                <a:cubicBezTo>
                  <a:pt x="1098" y="6155"/>
                  <a:pt x="1242" y="6191"/>
                  <a:pt x="1368" y="6191"/>
                </a:cubicBezTo>
                <a:cubicBezTo>
                  <a:pt x="1548" y="6191"/>
                  <a:pt x="1746" y="6137"/>
                  <a:pt x="1908" y="6047"/>
                </a:cubicBezTo>
                <a:cubicBezTo>
                  <a:pt x="2088" y="5957"/>
                  <a:pt x="2232" y="5849"/>
                  <a:pt x="2340" y="5688"/>
                </a:cubicBezTo>
                <a:lnTo>
                  <a:pt x="3149" y="5957"/>
                </a:lnTo>
                <a:cubicBezTo>
                  <a:pt x="3113" y="6191"/>
                  <a:pt x="3096" y="6407"/>
                  <a:pt x="3096" y="6641"/>
                </a:cubicBezTo>
                <a:cubicBezTo>
                  <a:pt x="3096" y="6875"/>
                  <a:pt x="3113" y="7109"/>
                  <a:pt x="3149" y="7325"/>
                </a:cubicBezTo>
                <a:lnTo>
                  <a:pt x="2340" y="7595"/>
                </a:lnTo>
                <a:cubicBezTo>
                  <a:pt x="2232" y="7451"/>
                  <a:pt x="2088" y="7325"/>
                  <a:pt x="1908" y="7253"/>
                </a:cubicBezTo>
                <a:cubicBezTo>
                  <a:pt x="1733" y="7154"/>
                  <a:pt x="1544" y="7109"/>
                  <a:pt x="1354" y="7109"/>
                </a:cubicBezTo>
                <a:cubicBezTo>
                  <a:pt x="1232" y="7109"/>
                  <a:pt x="1110" y="7128"/>
                  <a:pt x="990" y="7163"/>
                </a:cubicBezTo>
                <a:cubicBezTo>
                  <a:pt x="342" y="7379"/>
                  <a:pt x="1" y="8063"/>
                  <a:pt x="198" y="8711"/>
                </a:cubicBezTo>
                <a:cubicBezTo>
                  <a:pt x="306" y="9016"/>
                  <a:pt x="522" y="9268"/>
                  <a:pt x="810" y="9412"/>
                </a:cubicBezTo>
                <a:cubicBezTo>
                  <a:pt x="972" y="9503"/>
                  <a:pt x="1170" y="9539"/>
                  <a:pt x="1350" y="9539"/>
                </a:cubicBezTo>
                <a:cubicBezTo>
                  <a:pt x="1476" y="9539"/>
                  <a:pt x="1602" y="9520"/>
                  <a:pt x="1728" y="9484"/>
                </a:cubicBezTo>
                <a:cubicBezTo>
                  <a:pt x="2052" y="9376"/>
                  <a:pt x="2285" y="9179"/>
                  <a:pt x="2448" y="8872"/>
                </a:cubicBezTo>
                <a:cubicBezTo>
                  <a:pt x="2520" y="8711"/>
                  <a:pt x="2573" y="8531"/>
                  <a:pt x="2573" y="8351"/>
                </a:cubicBezTo>
                <a:lnTo>
                  <a:pt x="3401" y="8080"/>
                </a:lnTo>
                <a:cubicBezTo>
                  <a:pt x="3600" y="8495"/>
                  <a:pt x="3869" y="8872"/>
                  <a:pt x="4212" y="9179"/>
                </a:cubicBezTo>
                <a:lnTo>
                  <a:pt x="3689" y="9880"/>
                </a:lnTo>
                <a:cubicBezTo>
                  <a:pt x="3585" y="9845"/>
                  <a:pt x="3464" y="9825"/>
                  <a:pt x="3344" y="9825"/>
                </a:cubicBezTo>
                <a:cubicBezTo>
                  <a:pt x="3278" y="9825"/>
                  <a:pt x="3213" y="9831"/>
                  <a:pt x="3149" y="9844"/>
                </a:cubicBezTo>
                <a:cubicBezTo>
                  <a:pt x="2825" y="9899"/>
                  <a:pt x="2537" y="10079"/>
                  <a:pt x="2357" y="10331"/>
                </a:cubicBezTo>
                <a:cubicBezTo>
                  <a:pt x="1962" y="10871"/>
                  <a:pt x="2069" y="11644"/>
                  <a:pt x="2628" y="12040"/>
                </a:cubicBezTo>
                <a:cubicBezTo>
                  <a:pt x="2825" y="12184"/>
                  <a:pt x="3077" y="12256"/>
                  <a:pt x="3329" y="12256"/>
                </a:cubicBezTo>
                <a:cubicBezTo>
                  <a:pt x="3708" y="12256"/>
                  <a:pt x="4085" y="12094"/>
                  <a:pt x="4320" y="11770"/>
                </a:cubicBezTo>
                <a:cubicBezTo>
                  <a:pt x="4625" y="11338"/>
                  <a:pt x="4625" y="10763"/>
                  <a:pt x="4320" y="10348"/>
                </a:cubicBezTo>
                <a:lnTo>
                  <a:pt x="4841" y="9647"/>
                </a:lnTo>
                <a:cubicBezTo>
                  <a:pt x="5237" y="9863"/>
                  <a:pt x="5669" y="10007"/>
                  <a:pt x="6137" y="10060"/>
                </a:cubicBezTo>
                <a:lnTo>
                  <a:pt x="6137" y="10942"/>
                </a:lnTo>
                <a:cubicBezTo>
                  <a:pt x="5669" y="11104"/>
                  <a:pt x="5309" y="11554"/>
                  <a:pt x="5309" y="12094"/>
                </a:cubicBezTo>
                <a:cubicBezTo>
                  <a:pt x="5309" y="12759"/>
                  <a:pt x="5867" y="13299"/>
                  <a:pt x="6533" y="13299"/>
                </a:cubicBezTo>
                <a:cubicBezTo>
                  <a:pt x="7199" y="13299"/>
                  <a:pt x="7739" y="12759"/>
                  <a:pt x="7739" y="12094"/>
                </a:cubicBezTo>
                <a:cubicBezTo>
                  <a:pt x="7739" y="11554"/>
                  <a:pt x="7396" y="11104"/>
                  <a:pt x="6929" y="10942"/>
                </a:cubicBezTo>
                <a:lnTo>
                  <a:pt x="6929" y="10060"/>
                </a:lnTo>
                <a:cubicBezTo>
                  <a:pt x="7396" y="10007"/>
                  <a:pt x="7828" y="9863"/>
                  <a:pt x="8224" y="9647"/>
                </a:cubicBezTo>
                <a:lnTo>
                  <a:pt x="8728" y="10348"/>
                </a:lnTo>
                <a:cubicBezTo>
                  <a:pt x="8440" y="10763"/>
                  <a:pt x="8423" y="11338"/>
                  <a:pt x="8747" y="11770"/>
                </a:cubicBezTo>
                <a:cubicBezTo>
                  <a:pt x="8980" y="12094"/>
                  <a:pt x="9359" y="12256"/>
                  <a:pt x="9736" y="12256"/>
                </a:cubicBezTo>
                <a:cubicBezTo>
                  <a:pt x="9971" y="12256"/>
                  <a:pt x="10223" y="12184"/>
                  <a:pt x="10439" y="12040"/>
                </a:cubicBezTo>
                <a:cubicBezTo>
                  <a:pt x="10978" y="11644"/>
                  <a:pt x="11104" y="10871"/>
                  <a:pt x="10708" y="10331"/>
                </a:cubicBezTo>
                <a:cubicBezTo>
                  <a:pt x="10528" y="10079"/>
                  <a:pt x="10240" y="9899"/>
                  <a:pt x="9916" y="9844"/>
                </a:cubicBezTo>
                <a:cubicBezTo>
                  <a:pt x="9853" y="9831"/>
                  <a:pt x="9787" y="9825"/>
                  <a:pt x="9721" y="9825"/>
                </a:cubicBezTo>
                <a:cubicBezTo>
                  <a:pt x="9599" y="9825"/>
                  <a:pt x="9475" y="9845"/>
                  <a:pt x="9359" y="9880"/>
                </a:cubicBezTo>
                <a:lnTo>
                  <a:pt x="8855" y="9179"/>
                </a:lnTo>
                <a:cubicBezTo>
                  <a:pt x="9196" y="8872"/>
                  <a:pt x="9467" y="8495"/>
                  <a:pt x="9664" y="8080"/>
                </a:cubicBezTo>
                <a:lnTo>
                  <a:pt x="10492" y="8351"/>
                </a:lnTo>
                <a:cubicBezTo>
                  <a:pt x="10492" y="8531"/>
                  <a:pt x="10528" y="8711"/>
                  <a:pt x="10619" y="8872"/>
                </a:cubicBezTo>
                <a:cubicBezTo>
                  <a:pt x="10762" y="9179"/>
                  <a:pt x="11014" y="9376"/>
                  <a:pt x="11320" y="9484"/>
                </a:cubicBezTo>
                <a:cubicBezTo>
                  <a:pt x="11446" y="9520"/>
                  <a:pt x="11572" y="9539"/>
                  <a:pt x="11698" y="9539"/>
                </a:cubicBezTo>
                <a:cubicBezTo>
                  <a:pt x="11896" y="9539"/>
                  <a:pt x="12076" y="9503"/>
                  <a:pt x="12255" y="9412"/>
                </a:cubicBezTo>
                <a:cubicBezTo>
                  <a:pt x="12543" y="9268"/>
                  <a:pt x="12759" y="9016"/>
                  <a:pt x="12867" y="8711"/>
                </a:cubicBezTo>
                <a:cubicBezTo>
                  <a:pt x="13066" y="8063"/>
                  <a:pt x="12723" y="7379"/>
                  <a:pt x="12076" y="7163"/>
                </a:cubicBezTo>
                <a:cubicBezTo>
                  <a:pt x="11956" y="7128"/>
                  <a:pt x="11834" y="7109"/>
                  <a:pt x="11712" y="7109"/>
                </a:cubicBezTo>
                <a:cubicBezTo>
                  <a:pt x="11522" y="7109"/>
                  <a:pt x="11334" y="7154"/>
                  <a:pt x="11158" y="7253"/>
                </a:cubicBezTo>
                <a:cubicBezTo>
                  <a:pt x="10978" y="7325"/>
                  <a:pt x="10834" y="7451"/>
                  <a:pt x="10726" y="7595"/>
                </a:cubicBezTo>
                <a:lnTo>
                  <a:pt x="9899" y="7325"/>
                </a:lnTo>
                <a:cubicBezTo>
                  <a:pt x="9952" y="7109"/>
                  <a:pt x="9971" y="6875"/>
                  <a:pt x="9971" y="6641"/>
                </a:cubicBezTo>
                <a:cubicBezTo>
                  <a:pt x="9971" y="6407"/>
                  <a:pt x="9952" y="6191"/>
                  <a:pt x="9899" y="5957"/>
                </a:cubicBezTo>
                <a:lnTo>
                  <a:pt x="10726" y="5688"/>
                </a:lnTo>
                <a:cubicBezTo>
                  <a:pt x="10834" y="5849"/>
                  <a:pt x="10978" y="5957"/>
                  <a:pt x="11158" y="6047"/>
                </a:cubicBezTo>
                <a:cubicBezTo>
                  <a:pt x="11320" y="6137"/>
                  <a:pt x="11518" y="6191"/>
                  <a:pt x="11698" y="6191"/>
                </a:cubicBezTo>
                <a:cubicBezTo>
                  <a:pt x="11824" y="6191"/>
                  <a:pt x="11950" y="6173"/>
                  <a:pt x="12076" y="6119"/>
                </a:cubicBezTo>
                <a:cubicBezTo>
                  <a:pt x="12723" y="5921"/>
                  <a:pt x="13066" y="5237"/>
                  <a:pt x="12867" y="4589"/>
                </a:cubicBezTo>
                <a:cubicBezTo>
                  <a:pt x="12759" y="4284"/>
                  <a:pt x="12543" y="4032"/>
                  <a:pt x="12255" y="3888"/>
                </a:cubicBezTo>
                <a:cubicBezTo>
                  <a:pt x="12081" y="3801"/>
                  <a:pt x="11894" y="3753"/>
                  <a:pt x="11701" y="3753"/>
                </a:cubicBezTo>
                <a:cubicBezTo>
                  <a:pt x="11575" y="3753"/>
                  <a:pt x="11447" y="3773"/>
                  <a:pt x="11320" y="3816"/>
                </a:cubicBezTo>
                <a:cubicBezTo>
                  <a:pt x="11014" y="3905"/>
                  <a:pt x="10762" y="4121"/>
                  <a:pt x="10619" y="4409"/>
                </a:cubicBezTo>
                <a:cubicBezTo>
                  <a:pt x="10528" y="4589"/>
                  <a:pt x="10492" y="4769"/>
                  <a:pt x="10492" y="4949"/>
                </a:cubicBezTo>
                <a:lnTo>
                  <a:pt x="9664" y="5220"/>
                </a:lnTo>
                <a:cubicBezTo>
                  <a:pt x="9467" y="4805"/>
                  <a:pt x="9196" y="4428"/>
                  <a:pt x="8855" y="4104"/>
                </a:cubicBezTo>
                <a:lnTo>
                  <a:pt x="9359" y="3401"/>
                </a:lnTo>
                <a:cubicBezTo>
                  <a:pt x="9484" y="3437"/>
                  <a:pt x="9611" y="3456"/>
                  <a:pt x="9719" y="3456"/>
                </a:cubicBezTo>
                <a:lnTo>
                  <a:pt x="9916" y="3456"/>
                </a:lnTo>
                <a:cubicBezTo>
                  <a:pt x="10240" y="3401"/>
                  <a:pt x="10528" y="3221"/>
                  <a:pt x="10708" y="2969"/>
                </a:cubicBezTo>
                <a:cubicBezTo>
                  <a:pt x="11104" y="2412"/>
                  <a:pt x="10978" y="1656"/>
                  <a:pt x="10439" y="1260"/>
                </a:cubicBezTo>
                <a:cubicBezTo>
                  <a:pt x="10225" y="1104"/>
                  <a:pt x="9977" y="1029"/>
                  <a:pt x="9732" y="1029"/>
                </a:cubicBezTo>
                <a:cubicBezTo>
                  <a:pt x="9357" y="1029"/>
                  <a:pt x="8986" y="1203"/>
                  <a:pt x="8747" y="1530"/>
                </a:cubicBezTo>
                <a:cubicBezTo>
                  <a:pt x="8423" y="1962"/>
                  <a:pt x="8440" y="2537"/>
                  <a:pt x="8728" y="2952"/>
                </a:cubicBezTo>
                <a:lnTo>
                  <a:pt x="8224" y="3653"/>
                </a:lnTo>
                <a:cubicBezTo>
                  <a:pt x="7828" y="3437"/>
                  <a:pt x="7396" y="3276"/>
                  <a:pt x="6929" y="3221"/>
                </a:cubicBezTo>
                <a:lnTo>
                  <a:pt x="6929" y="2357"/>
                </a:lnTo>
                <a:cubicBezTo>
                  <a:pt x="7396" y="2196"/>
                  <a:pt x="7739" y="1746"/>
                  <a:pt x="7739" y="1206"/>
                </a:cubicBezTo>
                <a:cubicBezTo>
                  <a:pt x="7739" y="541"/>
                  <a:pt x="7199" y="1"/>
                  <a:pt x="653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20"/>
          <p:cNvSpPr/>
          <p:nvPr/>
        </p:nvSpPr>
        <p:spPr>
          <a:xfrm>
            <a:off x="3987000" y="2796077"/>
            <a:ext cx="391807" cy="310129"/>
          </a:xfrm>
          <a:custGeom>
            <a:avLst/>
            <a:gdLst/>
            <a:ahLst/>
            <a:cxnLst/>
            <a:rect l="l" t="t" r="r" b="b"/>
            <a:pathLst>
              <a:path w="14506" h="11482" extrusionOk="0">
                <a:moveTo>
                  <a:pt x="13659" y="845"/>
                </a:moveTo>
                <a:lnTo>
                  <a:pt x="13659" y="2556"/>
                </a:lnTo>
                <a:lnTo>
                  <a:pt x="846" y="2556"/>
                </a:lnTo>
                <a:lnTo>
                  <a:pt x="846" y="845"/>
                </a:lnTo>
                <a:close/>
                <a:moveTo>
                  <a:pt x="3420" y="3401"/>
                </a:moveTo>
                <a:lnTo>
                  <a:pt x="3420" y="4247"/>
                </a:lnTo>
                <a:lnTo>
                  <a:pt x="846" y="4247"/>
                </a:lnTo>
                <a:lnTo>
                  <a:pt x="846" y="3401"/>
                </a:lnTo>
                <a:close/>
                <a:moveTo>
                  <a:pt x="8548" y="3401"/>
                </a:moveTo>
                <a:lnTo>
                  <a:pt x="8548" y="4247"/>
                </a:lnTo>
                <a:lnTo>
                  <a:pt x="5975" y="4247"/>
                </a:lnTo>
                <a:lnTo>
                  <a:pt x="5975" y="3401"/>
                </a:lnTo>
                <a:close/>
                <a:moveTo>
                  <a:pt x="13659" y="3401"/>
                </a:moveTo>
                <a:lnTo>
                  <a:pt x="13659" y="4247"/>
                </a:lnTo>
                <a:lnTo>
                  <a:pt x="11086" y="4247"/>
                </a:lnTo>
                <a:lnTo>
                  <a:pt x="11086" y="3401"/>
                </a:lnTo>
                <a:close/>
                <a:moveTo>
                  <a:pt x="2573" y="5111"/>
                </a:moveTo>
                <a:lnTo>
                  <a:pt x="2573" y="6803"/>
                </a:lnTo>
                <a:lnTo>
                  <a:pt x="1692" y="6803"/>
                </a:lnTo>
                <a:lnTo>
                  <a:pt x="1692" y="5111"/>
                </a:lnTo>
                <a:close/>
                <a:moveTo>
                  <a:pt x="7684" y="5111"/>
                </a:moveTo>
                <a:lnTo>
                  <a:pt x="7684" y="6803"/>
                </a:lnTo>
                <a:lnTo>
                  <a:pt x="6821" y="6803"/>
                </a:lnTo>
                <a:lnTo>
                  <a:pt x="6821" y="5111"/>
                </a:lnTo>
                <a:close/>
                <a:moveTo>
                  <a:pt x="12814" y="5111"/>
                </a:moveTo>
                <a:lnTo>
                  <a:pt x="12814" y="6803"/>
                </a:lnTo>
                <a:lnTo>
                  <a:pt x="11950" y="6803"/>
                </a:lnTo>
                <a:lnTo>
                  <a:pt x="11950" y="5111"/>
                </a:lnTo>
                <a:close/>
                <a:moveTo>
                  <a:pt x="1" y="0"/>
                </a:moveTo>
                <a:lnTo>
                  <a:pt x="1" y="5111"/>
                </a:lnTo>
                <a:lnTo>
                  <a:pt x="846" y="5111"/>
                </a:lnTo>
                <a:lnTo>
                  <a:pt x="846" y="7667"/>
                </a:lnTo>
                <a:lnTo>
                  <a:pt x="1710" y="7667"/>
                </a:lnTo>
                <a:lnTo>
                  <a:pt x="1710" y="8674"/>
                </a:lnTo>
                <a:lnTo>
                  <a:pt x="1" y="9519"/>
                </a:lnTo>
                <a:lnTo>
                  <a:pt x="1" y="11482"/>
                </a:lnTo>
                <a:lnTo>
                  <a:pt x="846" y="11482"/>
                </a:lnTo>
                <a:lnTo>
                  <a:pt x="846" y="10059"/>
                </a:lnTo>
                <a:lnTo>
                  <a:pt x="2141" y="9411"/>
                </a:lnTo>
                <a:lnTo>
                  <a:pt x="3420" y="10059"/>
                </a:lnTo>
                <a:lnTo>
                  <a:pt x="3420" y="11482"/>
                </a:lnTo>
                <a:lnTo>
                  <a:pt x="4265" y="11482"/>
                </a:lnTo>
                <a:lnTo>
                  <a:pt x="4265" y="9519"/>
                </a:lnTo>
                <a:lnTo>
                  <a:pt x="2556" y="8674"/>
                </a:lnTo>
                <a:lnTo>
                  <a:pt x="2556" y="7667"/>
                </a:lnTo>
                <a:lnTo>
                  <a:pt x="3420" y="7667"/>
                </a:lnTo>
                <a:lnTo>
                  <a:pt x="3420" y="5111"/>
                </a:lnTo>
                <a:lnTo>
                  <a:pt x="4265" y="5111"/>
                </a:lnTo>
                <a:lnTo>
                  <a:pt x="4265" y="3401"/>
                </a:lnTo>
                <a:lnTo>
                  <a:pt x="5112" y="3401"/>
                </a:lnTo>
                <a:lnTo>
                  <a:pt x="5112" y="5111"/>
                </a:lnTo>
                <a:lnTo>
                  <a:pt x="5975" y="5111"/>
                </a:lnTo>
                <a:lnTo>
                  <a:pt x="5975" y="7667"/>
                </a:lnTo>
                <a:lnTo>
                  <a:pt x="6839" y="7667"/>
                </a:lnTo>
                <a:lnTo>
                  <a:pt x="6839" y="8674"/>
                </a:lnTo>
                <a:lnTo>
                  <a:pt x="5112" y="9519"/>
                </a:lnTo>
                <a:lnTo>
                  <a:pt x="5112" y="11482"/>
                </a:lnTo>
                <a:lnTo>
                  <a:pt x="5975" y="11482"/>
                </a:lnTo>
                <a:lnTo>
                  <a:pt x="5975" y="10059"/>
                </a:lnTo>
                <a:lnTo>
                  <a:pt x="7252" y="9411"/>
                </a:lnTo>
                <a:lnTo>
                  <a:pt x="8548" y="10059"/>
                </a:lnTo>
                <a:lnTo>
                  <a:pt x="8548" y="11482"/>
                </a:lnTo>
                <a:lnTo>
                  <a:pt x="9395" y="11482"/>
                </a:lnTo>
                <a:lnTo>
                  <a:pt x="9395" y="9519"/>
                </a:lnTo>
                <a:lnTo>
                  <a:pt x="7684" y="8674"/>
                </a:lnTo>
                <a:lnTo>
                  <a:pt x="7684" y="7667"/>
                </a:lnTo>
                <a:lnTo>
                  <a:pt x="8531" y="7667"/>
                </a:lnTo>
                <a:lnTo>
                  <a:pt x="8531" y="5111"/>
                </a:lnTo>
                <a:lnTo>
                  <a:pt x="9395" y="5111"/>
                </a:lnTo>
                <a:lnTo>
                  <a:pt x="9395" y="3401"/>
                </a:lnTo>
                <a:lnTo>
                  <a:pt x="10240" y="3401"/>
                </a:lnTo>
                <a:lnTo>
                  <a:pt x="10240" y="5111"/>
                </a:lnTo>
                <a:lnTo>
                  <a:pt x="11086" y="5111"/>
                </a:lnTo>
                <a:lnTo>
                  <a:pt x="11086" y="7667"/>
                </a:lnTo>
                <a:lnTo>
                  <a:pt x="11950" y="7667"/>
                </a:lnTo>
                <a:lnTo>
                  <a:pt x="11950" y="8674"/>
                </a:lnTo>
                <a:lnTo>
                  <a:pt x="10240" y="9519"/>
                </a:lnTo>
                <a:lnTo>
                  <a:pt x="10240" y="11482"/>
                </a:lnTo>
                <a:lnTo>
                  <a:pt x="11086" y="11482"/>
                </a:lnTo>
                <a:lnTo>
                  <a:pt x="11086" y="10059"/>
                </a:lnTo>
                <a:lnTo>
                  <a:pt x="12382" y="9411"/>
                </a:lnTo>
                <a:lnTo>
                  <a:pt x="13659" y="10059"/>
                </a:lnTo>
                <a:lnTo>
                  <a:pt x="13659" y="11482"/>
                </a:lnTo>
                <a:lnTo>
                  <a:pt x="14506" y="11482"/>
                </a:lnTo>
                <a:lnTo>
                  <a:pt x="14506" y="9519"/>
                </a:lnTo>
                <a:lnTo>
                  <a:pt x="12795" y="8674"/>
                </a:lnTo>
                <a:lnTo>
                  <a:pt x="12795" y="7667"/>
                </a:lnTo>
                <a:lnTo>
                  <a:pt x="13659" y="7667"/>
                </a:lnTo>
                <a:lnTo>
                  <a:pt x="13659" y="5111"/>
                </a:lnTo>
                <a:lnTo>
                  <a:pt x="14506" y="5111"/>
                </a:lnTo>
                <a:lnTo>
                  <a:pt x="1450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1" name="Google Shape;2771;p120"/>
          <p:cNvGrpSpPr/>
          <p:nvPr/>
        </p:nvGrpSpPr>
        <p:grpSpPr>
          <a:xfrm>
            <a:off x="4821122" y="2796077"/>
            <a:ext cx="373332" cy="373332"/>
            <a:chOff x="4821122" y="2796077"/>
            <a:chExt cx="373332" cy="373332"/>
          </a:xfrm>
        </p:grpSpPr>
        <p:sp>
          <p:nvSpPr>
            <p:cNvPr id="2772" name="Google Shape;2772;p120"/>
            <p:cNvSpPr/>
            <p:nvPr/>
          </p:nvSpPr>
          <p:spPr>
            <a:xfrm>
              <a:off x="4821122" y="2796077"/>
              <a:ext cx="373332" cy="373332"/>
            </a:xfrm>
            <a:custGeom>
              <a:avLst/>
              <a:gdLst/>
              <a:ahLst/>
              <a:cxnLst/>
              <a:rect l="l" t="t" r="r" b="b"/>
              <a:pathLst>
                <a:path w="13822" h="13822" extrusionOk="0">
                  <a:moveTo>
                    <a:pt x="6911" y="809"/>
                  </a:moveTo>
                  <a:cubicBezTo>
                    <a:pt x="8027" y="809"/>
                    <a:pt x="8944" y="1728"/>
                    <a:pt x="8944" y="2844"/>
                  </a:cubicBezTo>
                  <a:cubicBezTo>
                    <a:pt x="8944" y="3977"/>
                    <a:pt x="8027" y="4876"/>
                    <a:pt x="6911" y="4876"/>
                  </a:cubicBezTo>
                  <a:cubicBezTo>
                    <a:pt x="5777" y="4876"/>
                    <a:pt x="4859" y="3977"/>
                    <a:pt x="4859" y="2844"/>
                  </a:cubicBezTo>
                  <a:cubicBezTo>
                    <a:pt x="4859" y="1728"/>
                    <a:pt x="5777" y="809"/>
                    <a:pt x="6911" y="809"/>
                  </a:cubicBezTo>
                  <a:close/>
                  <a:moveTo>
                    <a:pt x="7883" y="5524"/>
                  </a:moveTo>
                  <a:lnTo>
                    <a:pt x="7883" y="6659"/>
                  </a:lnTo>
                  <a:lnTo>
                    <a:pt x="5939" y="6659"/>
                  </a:lnTo>
                  <a:lnTo>
                    <a:pt x="5939" y="5524"/>
                  </a:lnTo>
                  <a:cubicBezTo>
                    <a:pt x="6244" y="5632"/>
                    <a:pt x="6568" y="5687"/>
                    <a:pt x="6911" y="5687"/>
                  </a:cubicBezTo>
                  <a:cubicBezTo>
                    <a:pt x="7252" y="5687"/>
                    <a:pt x="7576" y="5632"/>
                    <a:pt x="7883" y="5524"/>
                  </a:cubicBezTo>
                  <a:close/>
                  <a:moveTo>
                    <a:pt x="2033" y="11787"/>
                  </a:moveTo>
                  <a:lnTo>
                    <a:pt x="2033" y="13011"/>
                  </a:lnTo>
                  <a:lnTo>
                    <a:pt x="810" y="13011"/>
                  </a:lnTo>
                  <a:lnTo>
                    <a:pt x="810" y="11787"/>
                  </a:lnTo>
                  <a:close/>
                  <a:moveTo>
                    <a:pt x="5687" y="11787"/>
                  </a:moveTo>
                  <a:lnTo>
                    <a:pt x="5687" y="13011"/>
                  </a:lnTo>
                  <a:lnTo>
                    <a:pt x="4464" y="13011"/>
                  </a:lnTo>
                  <a:lnTo>
                    <a:pt x="4464" y="11787"/>
                  </a:lnTo>
                  <a:close/>
                  <a:moveTo>
                    <a:pt x="9340" y="11787"/>
                  </a:moveTo>
                  <a:lnTo>
                    <a:pt x="9340" y="13011"/>
                  </a:lnTo>
                  <a:lnTo>
                    <a:pt x="8116" y="13011"/>
                  </a:lnTo>
                  <a:lnTo>
                    <a:pt x="8116" y="11787"/>
                  </a:lnTo>
                  <a:close/>
                  <a:moveTo>
                    <a:pt x="13011" y="11787"/>
                  </a:moveTo>
                  <a:lnTo>
                    <a:pt x="13011" y="13011"/>
                  </a:lnTo>
                  <a:lnTo>
                    <a:pt x="11787" y="13011"/>
                  </a:lnTo>
                  <a:lnTo>
                    <a:pt x="11787" y="11787"/>
                  </a:lnTo>
                  <a:close/>
                  <a:moveTo>
                    <a:pt x="6911" y="0"/>
                  </a:moveTo>
                  <a:cubicBezTo>
                    <a:pt x="5327" y="0"/>
                    <a:pt x="4049" y="1277"/>
                    <a:pt x="4049" y="2844"/>
                  </a:cubicBezTo>
                  <a:cubicBezTo>
                    <a:pt x="4049" y="3743"/>
                    <a:pt x="4481" y="4552"/>
                    <a:pt x="5129" y="5075"/>
                  </a:cubicBezTo>
                  <a:lnTo>
                    <a:pt x="5129" y="7468"/>
                  </a:lnTo>
                  <a:lnTo>
                    <a:pt x="6496" y="7468"/>
                  </a:lnTo>
                  <a:lnTo>
                    <a:pt x="6496" y="8818"/>
                  </a:lnTo>
                  <a:lnTo>
                    <a:pt x="1008" y="8818"/>
                  </a:lnTo>
                  <a:lnTo>
                    <a:pt x="1008" y="10978"/>
                  </a:lnTo>
                  <a:lnTo>
                    <a:pt x="0" y="10978"/>
                  </a:lnTo>
                  <a:lnTo>
                    <a:pt x="0" y="13821"/>
                  </a:lnTo>
                  <a:lnTo>
                    <a:pt x="2844" y="13821"/>
                  </a:lnTo>
                  <a:lnTo>
                    <a:pt x="2844" y="10978"/>
                  </a:lnTo>
                  <a:lnTo>
                    <a:pt x="1817" y="10978"/>
                  </a:lnTo>
                  <a:lnTo>
                    <a:pt x="1817" y="9627"/>
                  </a:lnTo>
                  <a:lnTo>
                    <a:pt x="4680" y="9627"/>
                  </a:lnTo>
                  <a:lnTo>
                    <a:pt x="4680" y="10978"/>
                  </a:lnTo>
                  <a:lnTo>
                    <a:pt x="3653" y="10978"/>
                  </a:lnTo>
                  <a:lnTo>
                    <a:pt x="3653" y="13821"/>
                  </a:lnTo>
                  <a:lnTo>
                    <a:pt x="6496" y="13821"/>
                  </a:lnTo>
                  <a:lnTo>
                    <a:pt x="6496" y="10978"/>
                  </a:lnTo>
                  <a:lnTo>
                    <a:pt x="5489" y="10978"/>
                  </a:lnTo>
                  <a:lnTo>
                    <a:pt x="5489" y="9627"/>
                  </a:lnTo>
                  <a:lnTo>
                    <a:pt x="8332" y="9627"/>
                  </a:lnTo>
                  <a:lnTo>
                    <a:pt x="8332" y="10978"/>
                  </a:lnTo>
                  <a:lnTo>
                    <a:pt x="7307" y="10978"/>
                  </a:lnTo>
                  <a:lnTo>
                    <a:pt x="7307" y="13821"/>
                  </a:lnTo>
                  <a:lnTo>
                    <a:pt x="10150" y="13821"/>
                  </a:lnTo>
                  <a:lnTo>
                    <a:pt x="10150" y="10978"/>
                  </a:lnTo>
                  <a:lnTo>
                    <a:pt x="9143" y="10978"/>
                  </a:lnTo>
                  <a:lnTo>
                    <a:pt x="9143" y="9627"/>
                  </a:lnTo>
                  <a:lnTo>
                    <a:pt x="11986" y="9627"/>
                  </a:lnTo>
                  <a:lnTo>
                    <a:pt x="11986" y="10978"/>
                  </a:lnTo>
                  <a:lnTo>
                    <a:pt x="10978" y="10978"/>
                  </a:lnTo>
                  <a:lnTo>
                    <a:pt x="10978" y="13821"/>
                  </a:lnTo>
                  <a:lnTo>
                    <a:pt x="13822" y="13821"/>
                  </a:lnTo>
                  <a:lnTo>
                    <a:pt x="13822" y="10978"/>
                  </a:lnTo>
                  <a:lnTo>
                    <a:pt x="12795" y="10978"/>
                  </a:lnTo>
                  <a:lnTo>
                    <a:pt x="12795" y="8818"/>
                  </a:lnTo>
                  <a:lnTo>
                    <a:pt x="7307" y="8818"/>
                  </a:lnTo>
                  <a:lnTo>
                    <a:pt x="7307" y="7468"/>
                  </a:lnTo>
                  <a:lnTo>
                    <a:pt x="8692" y="7468"/>
                  </a:lnTo>
                  <a:lnTo>
                    <a:pt x="8692" y="5075"/>
                  </a:lnTo>
                  <a:cubicBezTo>
                    <a:pt x="9340" y="4552"/>
                    <a:pt x="9755" y="3743"/>
                    <a:pt x="9755" y="2844"/>
                  </a:cubicBezTo>
                  <a:cubicBezTo>
                    <a:pt x="9755" y="1277"/>
                    <a:pt x="8476" y="0"/>
                    <a:pt x="6911"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20"/>
            <p:cNvSpPr/>
            <p:nvPr/>
          </p:nvSpPr>
          <p:spPr>
            <a:xfrm>
              <a:off x="4869740" y="2862170"/>
              <a:ext cx="36464" cy="21878"/>
            </a:xfrm>
            <a:custGeom>
              <a:avLst/>
              <a:gdLst/>
              <a:ahLst/>
              <a:cxnLst/>
              <a:rect l="l" t="t" r="r" b="b"/>
              <a:pathLst>
                <a:path w="1350" h="810" extrusionOk="0">
                  <a:moveTo>
                    <a:pt x="0" y="1"/>
                  </a:moveTo>
                  <a:lnTo>
                    <a:pt x="0" y="810"/>
                  </a:lnTo>
                  <a:lnTo>
                    <a:pt x="1349" y="810"/>
                  </a:lnTo>
                  <a:lnTo>
                    <a:pt x="134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20"/>
            <p:cNvSpPr/>
            <p:nvPr/>
          </p:nvSpPr>
          <p:spPr>
            <a:xfrm>
              <a:off x="5109346" y="2862170"/>
              <a:ext cx="36518" cy="21878"/>
            </a:xfrm>
            <a:custGeom>
              <a:avLst/>
              <a:gdLst/>
              <a:ahLst/>
              <a:cxnLst/>
              <a:rect l="l" t="t" r="r" b="b"/>
              <a:pathLst>
                <a:path w="1352" h="810" extrusionOk="0">
                  <a:moveTo>
                    <a:pt x="1" y="1"/>
                  </a:moveTo>
                  <a:lnTo>
                    <a:pt x="1" y="810"/>
                  </a:lnTo>
                  <a:lnTo>
                    <a:pt x="1351" y="810"/>
                  </a:lnTo>
                  <a:lnTo>
                    <a:pt x="135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20"/>
            <p:cNvSpPr/>
            <p:nvPr/>
          </p:nvSpPr>
          <p:spPr>
            <a:xfrm>
              <a:off x="4882381" y="2912733"/>
              <a:ext cx="42271" cy="37436"/>
            </a:xfrm>
            <a:custGeom>
              <a:avLst/>
              <a:gdLst/>
              <a:ahLst/>
              <a:cxnLst/>
              <a:rect l="l" t="t" r="r" b="b"/>
              <a:pathLst>
                <a:path w="1565" h="1386" extrusionOk="0">
                  <a:moveTo>
                    <a:pt x="1169" y="0"/>
                  </a:moveTo>
                  <a:lnTo>
                    <a:pt x="0" y="684"/>
                  </a:lnTo>
                  <a:lnTo>
                    <a:pt x="396" y="1385"/>
                  </a:lnTo>
                  <a:lnTo>
                    <a:pt x="1565" y="701"/>
                  </a:lnTo>
                  <a:lnTo>
                    <a:pt x="116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120"/>
            <p:cNvSpPr/>
            <p:nvPr/>
          </p:nvSpPr>
          <p:spPr>
            <a:xfrm>
              <a:off x="5090412" y="2796077"/>
              <a:ext cx="42811" cy="37436"/>
            </a:xfrm>
            <a:custGeom>
              <a:avLst/>
              <a:gdLst/>
              <a:ahLst/>
              <a:cxnLst/>
              <a:rect l="l" t="t" r="r" b="b"/>
              <a:pathLst>
                <a:path w="1585" h="1386" extrusionOk="0">
                  <a:moveTo>
                    <a:pt x="1170" y="0"/>
                  </a:moveTo>
                  <a:lnTo>
                    <a:pt x="0" y="684"/>
                  </a:lnTo>
                  <a:lnTo>
                    <a:pt x="414" y="1385"/>
                  </a:lnTo>
                  <a:lnTo>
                    <a:pt x="1584" y="701"/>
                  </a:lnTo>
                  <a:lnTo>
                    <a:pt x="117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120"/>
            <p:cNvSpPr/>
            <p:nvPr/>
          </p:nvSpPr>
          <p:spPr>
            <a:xfrm>
              <a:off x="4882381" y="2796077"/>
              <a:ext cx="42271" cy="37436"/>
            </a:xfrm>
            <a:custGeom>
              <a:avLst/>
              <a:gdLst/>
              <a:ahLst/>
              <a:cxnLst/>
              <a:rect l="l" t="t" r="r" b="b"/>
              <a:pathLst>
                <a:path w="1565" h="1386" extrusionOk="0">
                  <a:moveTo>
                    <a:pt x="396" y="0"/>
                  </a:moveTo>
                  <a:lnTo>
                    <a:pt x="0" y="701"/>
                  </a:lnTo>
                  <a:lnTo>
                    <a:pt x="1169" y="1385"/>
                  </a:lnTo>
                  <a:lnTo>
                    <a:pt x="1565" y="684"/>
                  </a:lnTo>
                  <a:lnTo>
                    <a:pt x="39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20"/>
            <p:cNvSpPr/>
            <p:nvPr/>
          </p:nvSpPr>
          <p:spPr>
            <a:xfrm>
              <a:off x="5090412" y="2913192"/>
              <a:ext cx="42811" cy="36977"/>
            </a:xfrm>
            <a:custGeom>
              <a:avLst/>
              <a:gdLst/>
              <a:ahLst/>
              <a:cxnLst/>
              <a:rect l="l" t="t" r="r" b="b"/>
              <a:pathLst>
                <a:path w="1585" h="1369" extrusionOk="0">
                  <a:moveTo>
                    <a:pt x="414" y="1"/>
                  </a:moveTo>
                  <a:lnTo>
                    <a:pt x="0" y="684"/>
                  </a:lnTo>
                  <a:lnTo>
                    <a:pt x="1170" y="1368"/>
                  </a:lnTo>
                  <a:lnTo>
                    <a:pt x="1584" y="667"/>
                  </a:lnTo>
                  <a:lnTo>
                    <a:pt x="41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9" name="Google Shape;2779;p120"/>
          <p:cNvGrpSpPr/>
          <p:nvPr/>
        </p:nvGrpSpPr>
        <p:grpSpPr>
          <a:xfrm>
            <a:off x="4821122" y="2173874"/>
            <a:ext cx="386432" cy="317422"/>
            <a:chOff x="4821122" y="2173874"/>
            <a:chExt cx="386432" cy="317422"/>
          </a:xfrm>
        </p:grpSpPr>
        <p:sp>
          <p:nvSpPr>
            <p:cNvPr id="2780" name="Google Shape;2780;p120"/>
            <p:cNvSpPr/>
            <p:nvPr/>
          </p:nvSpPr>
          <p:spPr>
            <a:xfrm>
              <a:off x="4821122" y="2173874"/>
              <a:ext cx="386432" cy="317422"/>
            </a:xfrm>
            <a:custGeom>
              <a:avLst/>
              <a:gdLst/>
              <a:ahLst/>
              <a:cxnLst/>
              <a:rect l="l" t="t" r="r" b="b"/>
              <a:pathLst>
                <a:path w="14307" h="11752" extrusionOk="0">
                  <a:moveTo>
                    <a:pt x="12634" y="829"/>
                  </a:moveTo>
                  <a:lnTo>
                    <a:pt x="12634" y="9232"/>
                  </a:lnTo>
                  <a:lnTo>
                    <a:pt x="1673" y="9232"/>
                  </a:lnTo>
                  <a:lnTo>
                    <a:pt x="1673" y="829"/>
                  </a:lnTo>
                  <a:close/>
                  <a:moveTo>
                    <a:pt x="13479" y="10060"/>
                  </a:moveTo>
                  <a:lnTo>
                    <a:pt x="13479" y="10907"/>
                  </a:lnTo>
                  <a:lnTo>
                    <a:pt x="828" y="10907"/>
                  </a:lnTo>
                  <a:lnTo>
                    <a:pt x="828" y="10060"/>
                  </a:lnTo>
                  <a:close/>
                  <a:moveTo>
                    <a:pt x="828" y="1"/>
                  </a:moveTo>
                  <a:lnTo>
                    <a:pt x="828" y="9232"/>
                  </a:lnTo>
                  <a:lnTo>
                    <a:pt x="0" y="9232"/>
                  </a:lnTo>
                  <a:lnTo>
                    <a:pt x="0" y="11752"/>
                  </a:lnTo>
                  <a:lnTo>
                    <a:pt x="14307" y="11752"/>
                  </a:lnTo>
                  <a:lnTo>
                    <a:pt x="14307" y="9232"/>
                  </a:lnTo>
                  <a:lnTo>
                    <a:pt x="13479" y="9232"/>
                  </a:lnTo>
                  <a:lnTo>
                    <a:pt x="1347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120"/>
            <p:cNvSpPr/>
            <p:nvPr/>
          </p:nvSpPr>
          <p:spPr>
            <a:xfrm>
              <a:off x="4888674" y="2219062"/>
              <a:ext cx="250842" cy="181372"/>
            </a:xfrm>
            <a:custGeom>
              <a:avLst/>
              <a:gdLst/>
              <a:ahLst/>
              <a:cxnLst/>
              <a:rect l="l" t="t" r="r" b="b"/>
              <a:pathLst>
                <a:path w="9287" h="6715" extrusionOk="0">
                  <a:moveTo>
                    <a:pt x="8459" y="828"/>
                  </a:moveTo>
                  <a:lnTo>
                    <a:pt x="8459" y="5867"/>
                  </a:lnTo>
                  <a:lnTo>
                    <a:pt x="847" y="5867"/>
                  </a:lnTo>
                  <a:lnTo>
                    <a:pt x="847" y="828"/>
                  </a:lnTo>
                  <a:close/>
                  <a:moveTo>
                    <a:pt x="0" y="1"/>
                  </a:moveTo>
                  <a:lnTo>
                    <a:pt x="0" y="6714"/>
                  </a:lnTo>
                  <a:lnTo>
                    <a:pt x="9286" y="6714"/>
                  </a:lnTo>
                  <a:lnTo>
                    <a:pt x="928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120"/>
            <p:cNvSpPr/>
            <p:nvPr/>
          </p:nvSpPr>
          <p:spPr>
            <a:xfrm>
              <a:off x="4957685" y="2264304"/>
              <a:ext cx="68092" cy="90889"/>
            </a:xfrm>
            <a:custGeom>
              <a:avLst/>
              <a:gdLst/>
              <a:ahLst/>
              <a:cxnLst/>
              <a:rect l="l" t="t" r="r" b="b"/>
              <a:pathLst>
                <a:path w="2521" h="3365" extrusionOk="0">
                  <a:moveTo>
                    <a:pt x="1675" y="845"/>
                  </a:moveTo>
                  <a:lnTo>
                    <a:pt x="1675" y="1673"/>
                  </a:lnTo>
                  <a:lnTo>
                    <a:pt x="829" y="1673"/>
                  </a:lnTo>
                  <a:lnTo>
                    <a:pt x="829" y="845"/>
                  </a:lnTo>
                  <a:close/>
                  <a:moveTo>
                    <a:pt x="1" y="0"/>
                  </a:moveTo>
                  <a:lnTo>
                    <a:pt x="1" y="3365"/>
                  </a:lnTo>
                  <a:lnTo>
                    <a:pt x="829" y="3365"/>
                  </a:lnTo>
                  <a:lnTo>
                    <a:pt x="829" y="2520"/>
                  </a:lnTo>
                  <a:lnTo>
                    <a:pt x="1675" y="2520"/>
                  </a:lnTo>
                  <a:lnTo>
                    <a:pt x="1675" y="3365"/>
                  </a:lnTo>
                  <a:lnTo>
                    <a:pt x="2520" y="3365"/>
                  </a:lnTo>
                  <a:lnTo>
                    <a:pt x="252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20"/>
            <p:cNvSpPr/>
            <p:nvPr/>
          </p:nvSpPr>
          <p:spPr>
            <a:xfrm>
              <a:off x="5048114" y="2264304"/>
              <a:ext cx="22877" cy="90889"/>
            </a:xfrm>
            <a:custGeom>
              <a:avLst/>
              <a:gdLst/>
              <a:ahLst/>
              <a:cxnLst/>
              <a:rect l="l" t="t" r="r" b="b"/>
              <a:pathLst>
                <a:path w="847" h="3365" extrusionOk="0">
                  <a:moveTo>
                    <a:pt x="0" y="0"/>
                  </a:moveTo>
                  <a:lnTo>
                    <a:pt x="0" y="3365"/>
                  </a:lnTo>
                  <a:lnTo>
                    <a:pt x="847" y="3365"/>
                  </a:lnTo>
                  <a:lnTo>
                    <a:pt x="84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4" name="Google Shape;2784;p120"/>
          <p:cNvGrpSpPr/>
          <p:nvPr/>
        </p:nvGrpSpPr>
        <p:grpSpPr>
          <a:xfrm>
            <a:off x="4821122" y="1626057"/>
            <a:ext cx="329603" cy="373332"/>
            <a:chOff x="4821122" y="1626057"/>
            <a:chExt cx="329603" cy="373332"/>
          </a:xfrm>
        </p:grpSpPr>
        <p:sp>
          <p:nvSpPr>
            <p:cNvPr id="2785" name="Google Shape;2785;p120"/>
            <p:cNvSpPr/>
            <p:nvPr/>
          </p:nvSpPr>
          <p:spPr>
            <a:xfrm>
              <a:off x="4821122" y="1626057"/>
              <a:ext cx="329603" cy="373332"/>
            </a:xfrm>
            <a:custGeom>
              <a:avLst/>
              <a:gdLst/>
              <a:ahLst/>
              <a:cxnLst/>
              <a:rect l="l" t="t" r="r" b="b"/>
              <a:pathLst>
                <a:path w="12203" h="13822" extrusionOk="0">
                  <a:moveTo>
                    <a:pt x="9772" y="811"/>
                  </a:moveTo>
                  <a:lnTo>
                    <a:pt x="9772" y="10853"/>
                  </a:lnTo>
                  <a:lnTo>
                    <a:pt x="2429" y="10853"/>
                  </a:lnTo>
                  <a:lnTo>
                    <a:pt x="2429" y="811"/>
                  </a:lnTo>
                  <a:close/>
                  <a:moveTo>
                    <a:pt x="10582" y="11662"/>
                  </a:moveTo>
                  <a:lnTo>
                    <a:pt x="10582" y="13012"/>
                  </a:lnTo>
                  <a:lnTo>
                    <a:pt x="1620" y="13012"/>
                  </a:lnTo>
                  <a:lnTo>
                    <a:pt x="1620" y="11662"/>
                  </a:lnTo>
                  <a:close/>
                  <a:moveTo>
                    <a:pt x="810" y="0"/>
                  </a:moveTo>
                  <a:lnTo>
                    <a:pt x="810" y="811"/>
                  </a:lnTo>
                  <a:lnTo>
                    <a:pt x="1620" y="811"/>
                  </a:lnTo>
                  <a:lnTo>
                    <a:pt x="1620" y="10853"/>
                  </a:lnTo>
                  <a:lnTo>
                    <a:pt x="810" y="10853"/>
                  </a:lnTo>
                  <a:lnTo>
                    <a:pt x="810" y="13012"/>
                  </a:lnTo>
                  <a:lnTo>
                    <a:pt x="0" y="13012"/>
                  </a:lnTo>
                  <a:lnTo>
                    <a:pt x="0" y="13821"/>
                  </a:lnTo>
                  <a:lnTo>
                    <a:pt x="12202" y="13821"/>
                  </a:lnTo>
                  <a:lnTo>
                    <a:pt x="12202" y="13012"/>
                  </a:lnTo>
                  <a:lnTo>
                    <a:pt x="11391" y="13012"/>
                  </a:lnTo>
                  <a:lnTo>
                    <a:pt x="11391" y="10853"/>
                  </a:lnTo>
                  <a:lnTo>
                    <a:pt x="10582" y="10853"/>
                  </a:lnTo>
                  <a:lnTo>
                    <a:pt x="10582" y="811"/>
                  </a:lnTo>
                  <a:lnTo>
                    <a:pt x="11391" y="811"/>
                  </a:lnTo>
                  <a:lnTo>
                    <a:pt x="1139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120"/>
            <p:cNvSpPr/>
            <p:nvPr/>
          </p:nvSpPr>
          <p:spPr>
            <a:xfrm>
              <a:off x="4908608" y="1757299"/>
              <a:ext cx="154605" cy="117169"/>
            </a:xfrm>
            <a:custGeom>
              <a:avLst/>
              <a:gdLst/>
              <a:ahLst/>
              <a:cxnLst/>
              <a:rect l="l" t="t" r="r" b="b"/>
              <a:pathLst>
                <a:path w="5724" h="4338" extrusionOk="0">
                  <a:moveTo>
                    <a:pt x="3420" y="811"/>
                  </a:moveTo>
                  <a:cubicBezTo>
                    <a:pt x="4229" y="811"/>
                    <a:pt x="4913" y="1476"/>
                    <a:pt x="4913" y="2304"/>
                  </a:cubicBezTo>
                  <a:cubicBezTo>
                    <a:pt x="4913" y="2970"/>
                    <a:pt x="4356" y="3527"/>
                    <a:pt x="3689" y="3527"/>
                  </a:cubicBezTo>
                  <a:lnTo>
                    <a:pt x="3564" y="3527"/>
                  </a:lnTo>
                  <a:cubicBezTo>
                    <a:pt x="3149" y="3527"/>
                    <a:pt x="2790" y="3294"/>
                    <a:pt x="2610" y="2934"/>
                  </a:cubicBezTo>
                  <a:lnTo>
                    <a:pt x="2502" y="2718"/>
                  </a:lnTo>
                  <a:lnTo>
                    <a:pt x="1620" y="2718"/>
                  </a:lnTo>
                  <a:cubicBezTo>
                    <a:pt x="1170" y="2718"/>
                    <a:pt x="810" y="2340"/>
                    <a:pt x="810" y="1890"/>
                  </a:cubicBezTo>
                  <a:cubicBezTo>
                    <a:pt x="810" y="1296"/>
                    <a:pt x="1297" y="811"/>
                    <a:pt x="1890" y="811"/>
                  </a:cubicBezTo>
                  <a:close/>
                  <a:moveTo>
                    <a:pt x="1890" y="0"/>
                  </a:moveTo>
                  <a:cubicBezTo>
                    <a:pt x="846" y="0"/>
                    <a:pt x="1" y="847"/>
                    <a:pt x="1" y="1890"/>
                  </a:cubicBezTo>
                  <a:cubicBezTo>
                    <a:pt x="1" y="2790"/>
                    <a:pt x="721" y="3527"/>
                    <a:pt x="1620" y="3527"/>
                  </a:cubicBezTo>
                  <a:lnTo>
                    <a:pt x="2016" y="3527"/>
                  </a:lnTo>
                  <a:cubicBezTo>
                    <a:pt x="2358" y="4031"/>
                    <a:pt x="2934" y="4338"/>
                    <a:pt x="3564" y="4338"/>
                  </a:cubicBezTo>
                  <a:lnTo>
                    <a:pt x="3689" y="4338"/>
                  </a:lnTo>
                  <a:cubicBezTo>
                    <a:pt x="4805" y="4338"/>
                    <a:pt x="5724" y="3419"/>
                    <a:pt x="5724" y="2304"/>
                  </a:cubicBezTo>
                  <a:cubicBezTo>
                    <a:pt x="5724" y="1027"/>
                    <a:pt x="4680" y="0"/>
                    <a:pt x="3420"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120"/>
            <p:cNvSpPr/>
            <p:nvPr/>
          </p:nvSpPr>
          <p:spPr>
            <a:xfrm>
              <a:off x="4952823" y="1713543"/>
              <a:ext cx="21932" cy="21905"/>
            </a:xfrm>
            <a:custGeom>
              <a:avLst/>
              <a:gdLst/>
              <a:ahLst/>
              <a:cxnLst/>
              <a:rect l="l" t="t" r="r" b="b"/>
              <a:pathLst>
                <a:path w="812" h="811" extrusionOk="0">
                  <a:moveTo>
                    <a:pt x="1" y="0"/>
                  </a:moveTo>
                  <a:lnTo>
                    <a:pt x="1" y="811"/>
                  </a:lnTo>
                  <a:lnTo>
                    <a:pt x="811" y="811"/>
                  </a:lnTo>
                  <a:lnTo>
                    <a:pt x="8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120"/>
            <p:cNvSpPr/>
            <p:nvPr/>
          </p:nvSpPr>
          <p:spPr>
            <a:xfrm>
              <a:off x="4930972" y="1669787"/>
              <a:ext cx="21878" cy="21932"/>
            </a:xfrm>
            <a:custGeom>
              <a:avLst/>
              <a:gdLst/>
              <a:ahLst/>
              <a:cxnLst/>
              <a:rect l="l" t="t" r="r" b="b"/>
              <a:pathLst>
                <a:path w="810" h="812" extrusionOk="0">
                  <a:moveTo>
                    <a:pt x="1" y="1"/>
                  </a:moveTo>
                  <a:lnTo>
                    <a:pt x="1" y="811"/>
                  </a:lnTo>
                  <a:lnTo>
                    <a:pt x="810" y="811"/>
                  </a:lnTo>
                  <a:lnTo>
                    <a:pt x="81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20"/>
            <p:cNvSpPr/>
            <p:nvPr/>
          </p:nvSpPr>
          <p:spPr>
            <a:xfrm>
              <a:off x="4996579" y="1691692"/>
              <a:ext cx="21905" cy="21878"/>
            </a:xfrm>
            <a:custGeom>
              <a:avLst/>
              <a:gdLst/>
              <a:ahLst/>
              <a:cxnLst/>
              <a:rect l="l" t="t" r="r" b="b"/>
              <a:pathLst>
                <a:path w="811" h="810" extrusionOk="0">
                  <a:moveTo>
                    <a:pt x="0" y="0"/>
                  </a:moveTo>
                  <a:lnTo>
                    <a:pt x="0" y="809"/>
                  </a:lnTo>
                  <a:lnTo>
                    <a:pt x="811" y="809"/>
                  </a:lnTo>
                  <a:lnTo>
                    <a:pt x="8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0" name="Google Shape;2790;p120"/>
          <p:cNvSpPr/>
          <p:nvPr/>
        </p:nvSpPr>
        <p:spPr>
          <a:xfrm>
            <a:off x="5629964" y="1625841"/>
            <a:ext cx="385973" cy="386189"/>
          </a:xfrm>
          <a:custGeom>
            <a:avLst/>
            <a:gdLst/>
            <a:ahLst/>
            <a:cxnLst/>
            <a:rect l="l" t="t" r="r" b="b"/>
            <a:pathLst>
              <a:path w="14290" h="14298" extrusionOk="0">
                <a:moveTo>
                  <a:pt x="5669" y="836"/>
                </a:moveTo>
                <a:cubicBezTo>
                  <a:pt x="6065" y="836"/>
                  <a:pt x="6443" y="999"/>
                  <a:pt x="6748" y="1286"/>
                </a:cubicBezTo>
                <a:lnTo>
                  <a:pt x="7144" y="1682"/>
                </a:lnTo>
                <a:lnTo>
                  <a:pt x="7540" y="1286"/>
                </a:lnTo>
                <a:cubicBezTo>
                  <a:pt x="7838" y="989"/>
                  <a:pt x="8229" y="841"/>
                  <a:pt x="8618" y="841"/>
                </a:cubicBezTo>
                <a:cubicBezTo>
                  <a:pt x="9008" y="841"/>
                  <a:pt x="9395" y="989"/>
                  <a:pt x="9683" y="1286"/>
                </a:cubicBezTo>
                <a:cubicBezTo>
                  <a:pt x="9971" y="1574"/>
                  <a:pt x="10132" y="1952"/>
                  <a:pt x="10132" y="2348"/>
                </a:cubicBezTo>
                <a:cubicBezTo>
                  <a:pt x="10132" y="2762"/>
                  <a:pt x="9971" y="3139"/>
                  <a:pt x="9683" y="3427"/>
                </a:cubicBezTo>
                <a:lnTo>
                  <a:pt x="7144" y="5966"/>
                </a:lnTo>
                <a:lnTo>
                  <a:pt x="4608" y="3427"/>
                </a:lnTo>
                <a:cubicBezTo>
                  <a:pt x="4320" y="3139"/>
                  <a:pt x="4157" y="2762"/>
                  <a:pt x="4157" y="2348"/>
                </a:cubicBezTo>
                <a:cubicBezTo>
                  <a:pt x="4157" y="1952"/>
                  <a:pt x="4320" y="1574"/>
                  <a:pt x="4608" y="1286"/>
                </a:cubicBezTo>
                <a:cubicBezTo>
                  <a:pt x="4896" y="999"/>
                  <a:pt x="5291" y="836"/>
                  <a:pt x="5669" y="836"/>
                </a:cubicBezTo>
                <a:close/>
                <a:moveTo>
                  <a:pt x="1476" y="10789"/>
                </a:moveTo>
                <a:cubicBezTo>
                  <a:pt x="1817" y="10789"/>
                  <a:pt x="2105" y="11077"/>
                  <a:pt x="2105" y="11418"/>
                </a:cubicBezTo>
                <a:cubicBezTo>
                  <a:pt x="2105" y="11778"/>
                  <a:pt x="1817" y="12066"/>
                  <a:pt x="1476" y="12066"/>
                </a:cubicBezTo>
                <a:cubicBezTo>
                  <a:pt x="1116" y="12066"/>
                  <a:pt x="846" y="11778"/>
                  <a:pt x="846" y="11418"/>
                </a:cubicBezTo>
                <a:cubicBezTo>
                  <a:pt x="846" y="11077"/>
                  <a:pt x="1116" y="10789"/>
                  <a:pt x="1476" y="10789"/>
                </a:cubicBezTo>
                <a:close/>
                <a:moveTo>
                  <a:pt x="12814" y="10789"/>
                </a:moveTo>
                <a:cubicBezTo>
                  <a:pt x="13174" y="10789"/>
                  <a:pt x="13443" y="11077"/>
                  <a:pt x="13443" y="11418"/>
                </a:cubicBezTo>
                <a:cubicBezTo>
                  <a:pt x="13443" y="11778"/>
                  <a:pt x="13174" y="12066"/>
                  <a:pt x="12814" y="12066"/>
                </a:cubicBezTo>
                <a:cubicBezTo>
                  <a:pt x="12471" y="12066"/>
                  <a:pt x="12183" y="11778"/>
                  <a:pt x="12183" y="11418"/>
                </a:cubicBezTo>
                <a:cubicBezTo>
                  <a:pt x="12183" y="11077"/>
                  <a:pt x="12471" y="10789"/>
                  <a:pt x="12814" y="10789"/>
                </a:cubicBezTo>
                <a:close/>
                <a:moveTo>
                  <a:pt x="5255" y="12192"/>
                </a:moveTo>
                <a:cubicBezTo>
                  <a:pt x="5597" y="12192"/>
                  <a:pt x="5885" y="12462"/>
                  <a:pt x="5885" y="12821"/>
                </a:cubicBezTo>
                <a:cubicBezTo>
                  <a:pt x="5885" y="13164"/>
                  <a:pt x="5597" y="13452"/>
                  <a:pt x="5255" y="13452"/>
                </a:cubicBezTo>
                <a:cubicBezTo>
                  <a:pt x="4913" y="13452"/>
                  <a:pt x="4625" y="13164"/>
                  <a:pt x="4625" y="12821"/>
                </a:cubicBezTo>
                <a:cubicBezTo>
                  <a:pt x="4625" y="12462"/>
                  <a:pt x="4913" y="12192"/>
                  <a:pt x="5255" y="12192"/>
                </a:cubicBezTo>
                <a:close/>
                <a:moveTo>
                  <a:pt x="9035" y="12192"/>
                </a:moveTo>
                <a:cubicBezTo>
                  <a:pt x="9376" y="12192"/>
                  <a:pt x="9664" y="12462"/>
                  <a:pt x="9664" y="12821"/>
                </a:cubicBezTo>
                <a:cubicBezTo>
                  <a:pt x="9664" y="13164"/>
                  <a:pt x="9376" y="13452"/>
                  <a:pt x="9035" y="13452"/>
                </a:cubicBezTo>
                <a:cubicBezTo>
                  <a:pt x="8692" y="13452"/>
                  <a:pt x="8404" y="13164"/>
                  <a:pt x="8404" y="12821"/>
                </a:cubicBezTo>
                <a:cubicBezTo>
                  <a:pt x="8404" y="12462"/>
                  <a:pt x="8692" y="12192"/>
                  <a:pt x="9035" y="12192"/>
                </a:cubicBezTo>
                <a:close/>
                <a:moveTo>
                  <a:pt x="5665" y="1"/>
                </a:moveTo>
                <a:cubicBezTo>
                  <a:pt x="5064" y="1"/>
                  <a:pt x="4464" y="231"/>
                  <a:pt x="4013" y="692"/>
                </a:cubicBezTo>
                <a:cubicBezTo>
                  <a:pt x="3564" y="1142"/>
                  <a:pt x="3312" y="1718"/>
                  <a:pt x="3312" y="2348"/>
                </a:cubicBezTo>
                <a:cubicBezTo>
                  <a:pt x="3312" y="2978"/>
                  <a:pt x="3564" y="3571"/>
                  <a:pt x="4013" y="4022"/>
                </a:cubicBezTo>
                <a:lnTo>
                  <a:pt x="6731" y="6739"/>
                </a:lnTo>
                <a:lnTo>
                  <a:pt x="6731" y="8269"/>
                </a:lnTo>
                <a:lnTo>
                  <a:pt x="1062" y="8269"/>
                </a:lnTo>
                <a:lnTo>
                  <a:pt x="1062" y="10014"/>
                </a:lnTo>
                <a:cubicBezTo>
                  <a:pt x="450" y="10194"/>
                  <a:pt x="0" y="10753"/>
                  <a:pt x="0" y="11418"/>
                </a:cubicBezTo>
                <a:cubicBezTo>
                  <a:pt x="0" y="12228"/>
                  <a:pt x="666" y="12893"/>
                  <a:pt x="1476" y="12893"/>
                </a:cubicBezTo>
                <a:cubicBezTo>
                  <a:pt x="2285" y="12893"/>
                  <a:pt x="2952" y="12228"/>
                  <a:pt x="2952" y="11418"/>
                </a:cubicBezTo>
                <a:cubicBezTo>
                  <a:pt x="2952" y="10753"/>
                  <a:pt x="2501" y="10194"/>
                  <a:pt x="1889" y="10014"/>
                </a:cubicBezTo>
                <a:lnTo>
                  <a:pt x="1889" y="9114"/>
                </a:lnTo>
                <a:lnTo>
                  <a:pt x="4841" y="9114"/>
                </a:lnTo>
                <a:lnTo>
                  <a:pt x="4841" y="11400"/>
                </a:lnTo>
                <a:cubicBezTo>
                  <a:pt x="4229" y="11598"/>
                  <a:pt x="3780" y="12156"/>
                  <a:pt x="3780" y="12821"/>
                </a:cubicBezTo>
                <a:cubicBezTo>
                  <a:pt x="3780" y="13632"/>
                  <a:pt x="4445" y="14297"/>
                  <a:pt x="5255" y="14297"/>
                </a:cubicBezTo>
                <a:cubicBezTo>
                  <a:pt x="6065" y="14297"/>
                  <a:pt x="6731" y="13632"/>
                  <a:pt x="6731" y="12821"/>
                </a:cubicBezTo>
                <a:cubicBezTo>
                  <a:pt x="6731" y="12156"/>
                  <a:pt x="6281" y="11598"/>
                  <a:pt x="5669" y="11400"/>
                </a:cubicBezTo>
                <a:lnTo>
                  <a:pt x="5669" y="9114"/>
                </a:lnTo>
                <a:lnTo>
                  <a:pt x="8620" y="9114"/>
                </a:lnTo>
                <a:lnTo>
                  <a:pt x="8620" y="11400"/>
                </a:lnTo>
                <a:cubicBezTo>
                  <a:pt x="8008" y="11598"/>
                  <a:pt x="7559" y="12156"/>
                  <a:pt x="7559" y="12821"/>
                </a:cubicBezTo>
                <a:cubicBezTo>
                  <a:pt x="7559" y="13632"/>
                  <a:pt x="8224" y="14297"/>
                  <a:pt x="9035" y="14297"/>
                </a:cubicBezTo>
                <a:cubicBezTo>
                  <a:pt x="9844" y="14297"/>
                  <a:pt x="10510" y="13632"/>
                  <a:pt x="10510" y="12821"/>
                </a:cubicBezTo>
                <a:cubicBezTo>
                  <a:pt x="10510" y="12156"/>
                  <a:pt x="10060" y="11598"/>
                  <a:pt x="9448" y="11400"/>
                </a:cubicBezTo>
                <a:lnTo>
                  <a:pt x="9448" y="9114"/>
                </a:lnTo>
                <a:lnTo>
                  <a:pt x="12399" y="9114"/>
                </a:lnTo>
                <a:lnTo>
                  <a:pt x="12399" y="10014"/>
                </a:lnTo>
                <a:cubicBezTo>
                  <a:pt x="11787" y="10194"/>
                  <a:pt x="11338" y="10753"/>
                  <a:pt x="11338" y="11418"/>
                </a:cubicBezTo>
                <a:cubicBezTo>
                  <a:pt x="11338" y="12228"/>
                  <a:pt x="12003" y="12893"/>
                  <a:pt x="12814" y="12893"/>
                </a:cubicBezTo>
                <a:cubicBezTo>
                  <a:pt x="13623" y="12893"/>
                  <a:pt x="14290" y="12228"/>
                  <a:pt x="14290" y="11418"/>
                </a:cubicBezTo>
                <a:cubicBezTo>
                  <a:pt x="14290" y="10753"/>
                  <a:pt x="13839" y="10194"/>
                  <a:pt x="13227" y="10014"/>
                </a:cubicBezTo>
                <a:lnTo>
                  <a:pt x="13227" y="8269"/>
                </a:lnTo>
                <a:lnTo>
                  <a:pt x="7559" y="8269"/>
                </a:lnTo>
                <a:lnTo>
                  <a:pt x="7559" y="6739"/>
                </a:lnTo>
                <a:lnTo>
                  <a:pt x="10276" y="4022"/>
                </a:lnTo>
                <a:cubicBezTo>
                  <a:pt x="10726" y="3571"/>
                  <a:pt x="10978" y="2978"/>
                  <a:pt x="10978" y="2348"/>
                </a:cubicBezTo>
                <a:cubicBezTo>
                  <a:pt x="10978" y="1718"/>
                  <a:pt x="10726" y="1142"/>
                  <a:pt x="10276" y="692"/>
                </a:cubicBezTo>
                <a:cubicBezTo>
                  <a:pt x="9825" y="231"/>
                  <a:pt x="9226" y="1"/>
                  <a:pt x="8625" y="1"/>
                </a:cubicBezTo>
                <a:cubicBezTo>
                  <a:pt x="8100" y="1"/>
                  <a:pt x="7573" y="177"/>
                  <a:pt x="7144" y="531"/>
                </a:cubicBezTo>
                <a:cubicBezTo>
                  <a:pt x="6716" y="177"/>
                  <a:pt x="6190" y="1"/>
                  <a:pt x="5665"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1" name="Google Shape;2791;p120"/>
          <p:cNvGrpSpPr/>
          <p:nvPr/>
        </p:nvGrpSpPr>
        <p:grpSpPr>
          <a:xfrm>
            <a:off x="5629964" y="2173874"/>
            <a:ext cx="359719" cy="359233"/>
            <a:chOff x="5629964" y="2173874"/>
            <a:chExt cx="359719" cy="359233"/>
          </a:xfrm>
        </p:grpSpPr>
        <p:sp>
          <p:nvSpPr>
            <p:cNvPr id="2792" name="Google Shape;2792;p120"/>
            <p:cNvSpPr/>
            <p:nvPr/>
          </p:nvSpPr>
          <p:spPr>
            <a:xfrm>
              <a:off x="5629964" y="2173874"/>
              <a:ext cx="359719" cy="359233"/>
            </a:xfrm>
            <a:custGeom>
              <a:avLst/>
              <a:gdLst/>
              <a:ahLst/>
              <a:cxnLst/>
              <a:rect l="l" t="t" r="r" b="b"/>
              <a:pathLst>
                <a:path w="13318" h="13300" extrusionOk="0">
                  <a:moveTo>
                    <a:pt x="2897" y="774"/>
                  </a:moveTo>
                  <a:cubicBezTo>
                    <a:pt x="4049" y="774"/>
                    <a:pt x="5003" y="1710"/>
                    <a:pt x="5003" y="2880"/>
                  </a:cubicBezTo>
                  <a:cubicBezTo>
                    <a:pt x="5003" y="3096"/>
                    <a:pt x="4968" y="3293"/>
                    <a:pt x="4896" y="3492"/>
                  </a:cubicBezTo>
                  <a:lnTo>
                    <a:pt x="4068" y="3492"/>
                  </a:lnTo>
                  <a:lnTo>
                    <a:pt x="3437" y="2880"/>
                  </a:lnTo>
                  <a:lnTo>
                    <a:pt x="3996" y="2321"/>
                  </a:lnTo>
                  <a:lnTo>
                    <a:pt x="3437" y="1782"/>
                  </a:lnTo>
                  <a:lnTo>
                    <a:pt x="1781" y="3437"/>
                  </a:lnTo>
                  <a:lnTo>
                    <a:pt x="2340" y="3977"/>
                  </a:lnTo>
                  <a:lnTo>
                    <a:pt x="2897" y="3437"/>
                  </a:lnTo>
                  <a:lnTo>
                    <a:pt x="3509" y="4049"/>
                  </a:lnTo>
                  <a:lnTo>
                    <a:pt x="3509" y="4896"/>
                  </a:lnTo>
                  <a:cubicBezTo>
                    <a:pt x="3312" y="4949"/>
                    <a:pt x="3096" y="4985"/>
                    <a:pt x="2897" y="4985"/>
                  </a:cubicBezTo>
                  <a:cubicBezTo>
                    <a:pt x="1728" y="4985"/>
                    <a:pt x="774" y="4049"/>
                    <a:pt x="774" y="2880"/>
                  </a:cubicBezTo>
                  <a:cubicBezTo>
                    <a:pt x="774" y="1710"/>
                    <a:pt x="1728" y="774"/>
                    <a:pt x="2897" y="774"/>
                  </a:cubicBezTo>
                  <a:close/>
                  <a:moveTo>
                    <a:pt x="10420" y="774"/>
                  </a:moveTo>
                  <a:cubicBezTo>
                    <a:pt x="11590" y="774"/>
                    <a:pt x="12526" y="1710"/>
                    <a:pt x="12526" y="2880"/>
                  </a:cubicBezTo>
                  <a:cubicBezTo>
                    <a:pt x="12526" y="4049"/>
                    <a:pt x="11590" y="4985"/>
                    <a:pt x="10420" y="4985"/>
                  </a:cubicBezTo>
                  <a:cubicBezTo>
                    <a:pt x="10204" y="4985"/>
                    <a:pt x="10007" y="4949"/>
                    <a:pt x="9808" y="4896"/>
                  </a:cubicBezTo>
                  <a:lnTo>
                    <a:pt x="9808" y="4049"/>
                  </a:lnTo>
                  <a:lnTo>
                    <a:pt x="10420" y="3437"/>
                  </a:lnTo>
                  <a:lnTo>
                    <a:pt x="10978" y="3977"/>
                  </a:lnTo>
                  <a:lnTo>
                    <a:pt x="11535" y="3437"/>
                  </a:lnTo>
                  <a:lnTo>
                    <a:pt x="9880" y="1782"/>
                  </a:lnTo>
                  <a:lnTo>
                    <a:pt x="9323" y="2321"/>
                  </a:lnTo>
                  <a:lnTo>
                    <a:pt x="9880" y="2880"/>
                  </a:lnTo>
                  <a:lnTo>
                    <a:pt x="9251" y="3492"/>
                  </a:lnTo>
                  <a:lnTo>
                    <a:pt x="8404" y="3492"/>
                  </a:lnTo>
                  <a:cubicBezTo>
                    <a:pt x="8351" y="3293"/>
                    <a:pt x="8315" y="3096"/>
                    <a:pt x="8315" y="2880"/>
                  </a:cubicBezTo>
                  <a:cubicBezTo>
                    <a:pt x="8315" y="1710"/>
                    <a:pt x="9268" y="774"/>
                    <a:pt x="10420" y="774"/>
                  </a:cubicBezTo>
                  <a:close/>
                  <a:moveTo>
                    <a:pt x="9016" y="4284"/>
                  </a:moveTo>
                  <a:lnTo>
                    <a:pt x="9016" y="9016"/>
                  </a:lnTo>
                  <a:lnTo>
                    <a:pt x="4284" y="9016"/>
                  </a:lnTo>
                  <a:lnTo>
                    <a:pt x="4284" y="4284"/>
                  </a:lnTo>
                  <a:close/>
                  <a:moveTo>
                    <a:pt x="2897" y="8315"/>
                  </a:moveTo>
                  <a:cubicBezTo>
                    <a:pt x="3096" y="8315"/>
                    <a:pt x="3312" y="8332"/>
                    <a:pt x="3509" y="8404"/>
                  </a:cubicBezTo>
                  <a:lnTo>
                    <a:pt x="3509" y="9251"/>
                  </a:lnTo>
                  <a:lnTo>
                    <a:pt x="2897" y="9863"/>
                  </a:lnTo>
                  <a:lnTo>
                    <a:pt x="2340" y="9304"/>
                  </a:lnTo>
                  <a:lnTo>
                    <a:pt x="1781" y="9863"/>
                  </a:lnTo>
                  <a:lnTo>
                    <a:pt x="3437" y="11518"/>
                  </a:lnTo>
                  <a:lnTo>
                    <a:pt x="3996" y="10960"/>
                  </a:lnTo>
                  <a:lnTo>
                    <a:pt x="3437" y="10420"/>
                  </a:lnTo>
                  <a:lnTo>
                    <a:pt x="4068" y="9791"/>
                  </a:lnTo>
                  <a:lnTo>
                    <a:pt x="4896" y="9791"/>
                  </a:lnTo>
                  <a:cubicBezTo>
                    <a:pt x="4968" y="9988"/>
                    <a:pt x="5003" y="10204"/>
                    <a:pt x="5003" y="10420"/>
                  </a:cubicBezTo>
                  <a:cubicBezTo>
                    <a:pt x="5003" y="11572"/>
                    <a:pt x="4049" y="12526"/>
                    <a:pt x="2897" y="12526"/>
                  </a:cubicBezTo>
                  <a:cubicBezTo>
                    <a:pt x="1728" y="12526"/>
                    <a:pt x="774" y="11572"/>
                    <a:pt x="774" y="10420"/>
                  </a:cubicBezTo>
                  <a:cubicBezTo>
                    <a:pt x="774" y="9844"/>
                    <a:pt x="1008" y="9323"/>
                    <a:pt x="1404" y="8927"/>
                  </a:cubicBezTo>
                  <a:cubicBezTo>
                    <a:pt x="1800" y="8531"/>
                    <a:pt x="2321" y="8315"/>
                    <a:pt x="2897" y="8315"/>
                  </a:cubicBezTo>
                  <a:close/>
                  <a:moveTo>
                    <a:pt x="10420" y="8315"/>
                  </a:moveTo>
                  <a:cubicBezTo>
                    <a:pt x="11590" y="8315"/>
                    <a:pt x="12526" y="9251"/>
                    <a:pt x="12526" y="10420"/>
                  </a:cubicBezTo>
                  <a:cubicBezTo>
                    <a:pt x="12526" y="11572"/>
                    <a:pt x="11590" y="12526"/>
                    <a:pt x="10420" y="12526"/>
                  </a:cubicBezTo>
                  <a:cubicBezTo>
                    <a:pt x="9268" y="12526"/>
                    <a:pt x="8315" y="11572"/>
                    <a:pt x="8315" y="10420"/>
                  </a:cubicBezTo>
                  <a:cubicBezTo>
                    <a:pt x="8315" y="10204"/>
                    <a:pt x="8351" y="9988"/>
                    <a:pt x="8404" y="9791"/>
                  </a:cubicBezTo>
                  <a:lnTo>
                    <a:pt x="9251" y="9791"/>
                  </a:lnTo>
                  <a:lnTo>
                    <a:pt x="9880" y="10420"/>
                  </a:lnTo>
                  <a:lnTo>
                    <a:pt x="9323" y="10960"/>
                  </a:lnTo>
                  <a:lnTo>
                    <a:pt x="9880" y="11518"/>
                  </a:lnTo>
                  <a:lnTo>
                    <a:pt x="11535" y="9863"/>
                  </a:lnTo>
                  <a:lnTo>
                    <a:pt x="10978" y="9304"/>
                  </a:lnTo>
                  <a:lnTo>
                    <a:pt x="10420" y="9863"/>
                  </a:lnTo>
                  <a:lnTo>
                    <a:pt x="9808" y="9251"/>
                  </a:lnTo>
                  <a:lnTo>
                    <a:pt x="9808" y="8404"/>
                  </a:lnTo>
                  <a:cubicBezTo>
                    <a:pt x="10007" y="8332"/>
                    <a:pt x="10204" y="8315"/>
                    <a:pt x="10420" y="8315"/>
                  </a:cubicBezTo>
                  <a:close/>
                  <a:moveTo>
                    <a:pt x="2897" y="1"/>
                  </a:moveTo>
                  <a:cubicBezTo>
                    <a:pt x="1296" y="1"/>
                    <a:pt x="0" y="1296"/>
                    <a:pt x="0" y="2880"/>
                  </a:cubicBezTo>
                  <a:cubicBezTo>
                    <a:pt x="0" y="4464"/>
                    <a:pt x="1296" y="5760"/>
                    <a:pt x="2897" y="5760"/>
                  </a:cubicBezTo>
                  <a:cubicBezTo>
                    <a:pt x="3096" y="5760"/>
                    <a:pt x="3312" y="5741"/>
                    <a:pt x="3509" y="5705"/>
                  </a:cubicBezTo>
                  <a:lnTo>
                    <a:pt x="3509" y="7595"/>
                  </a:lnTo>
                  <a:cubicBezTo>
                    <a:pt x="3312" y="7559"/>
                    <a:pt x="3096" y="7523"/>
                    <a:pt x="2897" y="7523"/>
                  </a:cubicBezTo>
                  <a:cubicBezTo>
                    <a:pt x="2124" y="7523"/>
                    <a:pt x="1385" y="7828"/>
                    <a:pt x="846" y="8368"/>
                  </a:cubicBezTo>
                  <a:cubicBezTo>
                    <a:pt x="306" y="8927"/>
                    <a:pt x="0" y="9647"/>
                    <a:pt x="0" y="10420"/>
                  </a:cubicBezTo>
                  <a:cubicBezTo>
                    <a:pt x="0" y="12004"/>
                    <a:pt x="1296" y="13299"/>
                    <a:pt x="2897" y="13299"/>
                  </a:cubicBezTo>
                  <a:cubicBezTo>
                    <a:pt x="4481" y="13299"/>
                    <a:pt x="5777" y="12004"/>
                    <a:pt x="5777" y="10420"/>
                  </a:cubicBezTo>
                  <a:cubicBezTo>
                    <a:pt x="5777" y="10204"/>
                    <a:pt x="5759" y="9988"/>
                    <a:pt x="5705" y="9791"/>
                  </a:cubicBezTo>
                  <a:lnTo>
                    <a:pt x="7595" y="9791"/>
                  </a:lnTo>
                  <a:cubicBezTo>
                    <a:pt x="7559" y="9988"/>
                    <a:pt x="7540" y="10204"/>
                    <a:pt x="7540" y="10420"/>
                  </a:cubicBezTo>
                  <a:cubicBezTo>
                    <a:pt x="7540" y="12004"/>
                    <a:pt x="8836" y="13299"/>
                    <a:pt x="10420" y="13299"/>
                  </a:cubicBezTo>
                  <a:cubicBezTo>
                    <a:pt x="12022" y="13299"/>
                    <a:pt x="13318" y="12004"/>
                    <a:pt x="13318" y="10420"/>
                  </a:cubicBezTo>
                  <a:cubicBezTo>
                    <a:pt x="13318" y="8819"/>
                    <a:pt x="12022" y="7523"/>
                    <a:pt x="10420" y="7523"/>
                  </a:cubicBezTo>
                  <a:cubicBezTo>
                    <a:pt x="10222" y="7523"/>
                    <a:pt x="10007" y="7559"/>
                    <a:pt x="9808" y="7595"/>
                  </a:cubicBezTo>
                  <a:lnTo>
                    <a:pt x="9808" y="5705"/>
                  </a:lnTo>
                  <a:cubicBezTo>
                    <a:pt x="10007" y="5741"/>
                    <a:pt x="10222" y="5760"/>
                    <a:pt x="10420" y="5760"/>
                  </a:cubicBezTo>
                  <a:cubicBezTo>
                    <a:pt x="12022" y="5760"/>
                    <a:pt x="13318" y="4464"/>
                    <a:pt x="13318" y="2880"/>
                  </a:cubicBezTo>
                  <a:cubicBezTo>
                    <a:pt x="13318" y="1296"/>
                    <a:pt x="12022" y="1"/>
                    <a:pt x="10420" y="1"/>
                  </a:cubicBezTo>
                  <a:cubicBezTo>
                    <a:pt x="8836" y="1"/>
                    <a:pt x="7540" y="1296"/>
                    <a:pt x="7540" y="2880"/>
                  </a:cubicBezTo>
                  <a:cubicBezTo>
                    <a:pt x="7540" y="3096"/>
                    <a:pt x="7559" y="3293"/>
                    <a:pt x="7595" y="3492"/>
                  </a:cubicBezTo>
                  <a:lnTo>
                    <a:pt x="5705" y="3492"/>
                  </a:lnTo>
                  <a:cubicBezTo>
                    <a:pt x="5759" y="3293"/>
                    <a:pt x="5777" y="3096"/>
                    <a:pt x="5777" y="2880"/>
                  </a:cubicBezTo>
                  <a:cubicBezTo>
                    <a:pt x="5777" y="1296"/>
                    <a:pt x="4481" y="1"/>
                    <a:pt x="289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20"/>
            <p:cNvSpPr/>
            <p:nvPr/>
          </p:nvSpPr>
          <p:spPr>
            <a:xfrm>
              <a:off x="5767040" y="2310437"/>
              <a:ext cx="85568" cy="86108"/>
            </a:xfrm>
            <a:custGeom>
              <a:avLst/>
              <a:gdLst/>
              <a:ahLst/>
              <a:cxnLst/>
              <a:rect l="l" t="t" r="r" b="b"/>
              <a:pathLst>
                <a:path w="3168" h="3188" extrusionOk="0">
                  <a:moveTo>
                    <a:pt x="1584" y="776"/>
                  </a:moveTo>
                  <a:cubicBezTo>
                    <a:pt x="2033" y="776"/>
                    <a:pt x="2393" y="1153"/>
                    <a:pt x="2393" y="1585"/>
                  </a:cubicBezTo>
                  <a:cubicBezTo>
                    <a:pt x="2393" y="2035"/>
                    <a:pt x="2033" y="2395"/>
                    <a:pt x="1584" y="2395"/>
                  </a:cubicBezTo>
                  <a:cubicBezTo>
                    <a:pt x="1134" y="2395"/>
                    <a:pt x="774" y="2035"/>
                    <a:pt x="774" y="1585"/>
                  </a:cubicBezTo>
                  <a:cubicBezTo>
                    <a:pt x="774" y="1153"/>
                    <a:pt x="1134" y="776"/>
                    <a:pt x="1584" y="776"/>
                  </a:cubicBezTo>
                  <a:close/>
                  <a:moveTo>
                    <a:pt x="1584" y="1"/>
                  </a:moveTo>
                  <a:cubicBezTo>
                    <a:pt x="702" y="1"/>
                    <a:pt x="0" y="721"/>
                    <a:pt x="0" y="1585"/>
                  </a:cubicBezTo>
                  <a:cubicBezTo>
                    <a:pt x="0" y="2467"/>
                    <a:pt x="702" y="3187"/>
                    <a:pt x="1584" y="3187"/>
                  </a:cubicBezTo>
                  <a:cubicBezTo>
                    <a:pt x="2465" y="3187"/>
                    <a:pt x="3168" y="2467"/>
                    <a:pt x="3168" y="1585"/>
                  </a:cubicBezTo>
                  <a:cubicBezTo>
                    <a:pt x="3168" y="721"/>
                    <a:pt x="2465" y="1"/>
                    <a:pt x="1584"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4" name="Google Shape;2794;p120"/>
          <p:cNvSpPr/>
          <p:nvPr/>
        </p:nvSpPr>
        <p:spPr>
          <a:xfrm>
            <a:off x="5629964" y="2796104"/>
            <a:ext cx="310156" cy="373305"/>
          </a:xfrm>
          <a:custGeom>
            <a:avLst/>
            <a:gdLst/>
            <a:ahLst/>
            <a:cxnLst/>
            <a:rect l="l" t="t" r="r" b="b"/>
            <a:pathLst>
              <a:path w="11483" h="13821" extrusionOk="0">
                <a:moveTo>
                  <a:pt x="3237" y="805"/>
                </a:moveTo>
                <a:cubicBezTo>
                  <a:pt x="3497" y="805"/>
                  <a:pt x="3776" y="862"/>
                  <a:pt x="4013" y="988"/>
                </a:cubicBezTo>
                <a:lnTo>
                  <a:pt x="4013" y="2032"/>
                </a:lnTo>
                <a:lnTo>
                  <a:pt x="1529" y="2032"/>
                </a:lnTo>
                <a:cubicBezTo>
                  <a:pt x="1692" y="1780"/>
                  <a:pt x="1872" y="1547"/>
                  <a:pt x="2088" y="1312"/>
                </a:cubicBezTo>
                <a:cubicBezTo>
                  <a:pt x="2376" y="1024"/>
                  <a:pt x="2736" y="844"/>
                  <a:pt x="3132" y="808"/>
                </a:cubicBezTo>
                <a:cubicBezTo>
                  <a:pt x="3167" y="806"/>
                  <a:pt x="3202" y="805"/>
                  <a:pt x="3237" y="805"/>
                </a:cubicBezTo>
                <a:close/>
                <a:moveTo>
                  <a:pt x="5594" y="805"/>
                </a:moveTo>
                <a:cubicBezTo>
                  <a:pt x="5631" y="805"/>
                  <a:pt x="5668" y="806"/>
                  <a:pt x="5705" y="808"/>
                </a:cubicBezTo>
                <a:cubicBezTo>
                  <a:pt x="6101" y="844"/>
                  <a:pt x="6460" y="1024"/>
                  <a:pt x="6748" y="1312"/>
                </a:cubicBezTo>
                <a:cubicBezTo>
                  <a:pt x="6964" y="1547"/>
                  <a:pt x="7144" y="1780"/>
                  <a:pt x="7307" y="2032"/>
                </a:cubicBezTo>
                <a:lnTo>
                  <a:pt x="4824" y="2032"/>
                </a:lnTo>
                <a:lnTo>
                  <a:pt x="4824" y="988"/>
                </a:lnTo>
                <a:cubicBezTo>
                  <a:pt x="5060" y="862"/>
                  <a:pt x="5326" y="805"/>
                  <a:pt x="5594" y="805"/>
                </a:cubicBezTo>
                <a:close/>
                <a:moveTo>
                  <a:pt x="4013" y="2843"/>
                </a:moveTo>
                <a:lnTo>
                  <a:pt x="4013" y="4084"/>
                </a:lnTo>
                <a:lnTo>
                  <a:pt x="828" y="4084"/>
                </a:lnTo>
                <a:cubicBezTo>
                  <a:pt x="864" y="3652"/>
                  <a:pt x="954" y="3238"/>
                  <a:pt x="1116" y="2843"/>
                </a:cubicBezTo>
                <a:close/>
                <a:moveTo>
                  <a:pt x="7720" y="2843"/>
                </a:moveTo>
                <a:cubicBezTo>
                  <a:pt x="7864" y="3238"/>
                  <a:pt x="7972" y="3652"/>
                  <a:pt x="8008" y="4084"/>
                </a:cubicBezTo>
                <a:lnTo>
                  <a:pt x="4824" y="4084"/>
                </a:lnTo>
                <a:lnTo>
                  <a:pt x="4824" y="2843"/>
                </a:lnTo>
                <a:close/>
                <a:moveTo>
                  <a:pt x="4013" y="4894"/>
                </a:moveTo>
                <a:lnTo>
                  <a:pt x="4013" y="6118"/>
                </a:lnTo>
                <a:lnTo>
                  <a:pt x="1116" y="6118"/>
                </a:lnTo>
                <a:cubicBezTo>
                  <a:pt x="954" y="5722"/>
                  <a:pt x="864" y="5307"/>
                  <a:pt x="828" y="4894"/>
                </a:cubicBezTo>
                <a:close/>
                <a:moveTo>
                  <a:pt x="8008" y="4894"/>
                </a:moveTo>
                <a:cubicBezTo>
                  <a:pt x="7972" y="5307"/>
                  <a:pt x="7864" y="5722"/>
                  <a:pt x="7720" y="6118"/>
                </a:cubicBezTo>
                <a:lnTo>
                  <a:pt x="4824" y="6118"/>
                </a:lnTo>
                <a:lnTo>
                  <a:pt x="4824" y="4894"/>
                </a:lnTo>
                <a:close/>
                <a:moveTo>
                  <a:pt x="4013" y="6927"/>
                </a:moveTo>
                <a:lnTo>
                  <a:pt x="4013" y="7989"/>
                </a:lnTo>
                <a:cubicBezTo>
                  <a:pt x="3778" y="8099"/>
                  <a:pt x="3502" y="8154"/>
                  <a:pt x="3244" y="8154"/>
                </a:cubicBezTo>
                <a:cubicBezTo>
                  <a:pt x="3206" y="8154"/>
                  <a:pt x="3169" y="8153"/>
                  <a:pt x="3132" y="8151"/>
                </a:cubicBezTo>
                <a:cubicBezTo>
                  <a:pt x="2736" y="8115"/>
                  <a:pt x="2376" y="7935"/>
                  <a:pt x="2088" y="7647"/>
                </a:cubicBezTo>
                <a:cubicBezTo>
                  <a:pt x="1872" y="7414"/>
                  <a:pt x="1692" y="7179"/>
                  <a:pt x="1529" y="6927"/>
                </a:cubicBezTo>
                <a:close/>
                <a:moveTo>
                  <a:pt x="7307" y="6927"/>
                </a:moveTo>
                <a:cubicBezTo>
                  <a:pt x="7144" y="7179"/>
                  <a:pt x="6964" y="7414"/>
                  <a:pt x="6748" y="7647"/>
                </a:cubicBezTo>
                <a:cubicBezTo>
                  <a:pt x="6460" y="7935"/>
                  <a:pt x="6101" y="8115"/>
                  <a:pt x="5705" y="8151"/>
                </a:cubicBezTo>
                <a:cubicBezTo>
                  <a:pt x="5666" y="8153"/>
                  <a:pt x="5627" y="8154"/>
                  <a:pt x="5588" y="8154"/>
                </a:cubicBezTo>
                <a:cubicBezTo>
                  <a:pt x="5322" y="8154"/>
                  <a:pt x="5058" y="8099"/>
                  <a:pt x="4824" y="7989"/>
                </a:cubicBezTo>
                <a:lnTo>
                  <a:pt x="4824" y="6927"/>
                </a:lnTo>
                <a:close/>
                <a:moveTo>
                  <a:pt x="9863" y="11390"/>
                </a:moveTo>
                <a:lnTo>
                  <a:pt x="9863" y="13010"/>
                </a:lnTo>
                <a:lnTo>
                  <a:pt x="9323" y="13010"/>
                </a:lnTo>
                <a:cubicBezTo>
                  <a:pt x="8872" y="13010"/>
                  <a:pt x="8512" y="12650"/>
                  <a:pt x="8512" y="12201"/>
                </a:cubicBezTo>
                <a:cubicBezTo>
                  <a:pt x="8512" y="11750"/>
                  <a:pt x="8872" y="11390"/>
                  <a:pt x="9323" y="11390"/>
                </a:cubicBezTo>
                <a:close/>
                <a:moveTo>
                  <a:pt x="3279" y="0"/>
                </a:moveTo>
                <a:cubicBezTo>
                  <a:pt x="2626" y="0"/>
                  <a:pt x="1981" y="256"/>
                  <a:pt x="1493" y="755"/>
                </a:cubicBezTo>
                <a:cubicBezTo>
                  <a:pt x="540" y="1763"/>
                  <a:pt x="0" y="3094"/>
                  <a:pt x="0" y="4479"/>
                </a:cubicBezTo>
                <a:cubicBezTo>
                  <a:pt x="0" y="5883"/>
                  <a:pt x="540" y="7198"/>
                  <a:pt x="1493" y="8205"/>
                </a:cubicBezTo>
                <a:cubicBezTo>
                  <a:pt x="1980" y="8709"/>
                  <a:pt x="2628" y="8961"/>
                  <a:pt x="3276" y="8961"/>
                </a:cubicBezTo>
                <a:cubicBezTo>
                  <a:pt x="3528" y="8961"/>
                  <a:pt x="3761" y="8925"/>
                  <a:pt x="4013" y="8853"/>
                </a:cubicBezTo>
                <a:lnTo>
                  <a:pt x="4013" y="10581"/>
                </a:lnTo>
                <a:cubicBezTo>
                  <a:pt x="4013" y="11697"/>
                  <a:pt x="4913" y="12614"/>
                  <a:pt x="6047" y="12614"/>
                </a:cubicBezTo>
                <a:lnTo>
                  <a:pt x="7739" y="12614"/>
                </a:lnTo>
                <a:cubicBezTo>
                  <a:pt x="7919" y="13298"/>
                  <a:pt x="8567" y="13820"/>
                  <a:pt x="9323" y="13820"/>
                </a:cubicBezTo>
                <a:lnTo>
                  <a:pt x="11482" y="13820"/>
                </a:lnTo>
                <a:lnTo>
                  <a:pt x="11482" y="13010"/>
                </a:lnTo>
                <a:lnTo>
                  <a:pt x="10672" y="13010"/>
                </a:lnTo>
                <a:lnTo>
                  <a:pt x="10672" y="11390"/>
                </a:lnTo>
                <a:lnTo>
                  <a:pt x="11482" y="11390"/>
                </a:lnTo>
                <a:lnTo>
                  <a:pt x="11482" y="10581"/>
                </a:lnTo>
                <a:lnTo>
                  <a:pt x="9323" y="10581"/>
                </a:lnTo>
                <a:cubicBezTo>
                  <a:pt x="8567" y="10581"/>
                  <a:pt x="7919" y="11102"/>
                  <a:pt x="7739" y="11805"/>
                </a:cubicBezTo>
                <a:lnTo>
                  <a:pt x="6047" y="11805"/>
                </a:lnTo>
                <a:cubicBezTo>
                  <a:pt x="5363" y="11805"/>
                  <a:pt x="4824" y="11246"/>
                  <a:pt x="4824" y="10581"/>
                </a:cubicBezTo>
                <a:lnTo>
                  <a:pt x="4824" y="8853"/>
                </a:lnTo>
                <a:cubicBezTo>
                  <a:pt x="5063" y="8926"/>
                  <a:pt x="5308" y="8963"/>
                  <a:pt x="5551" y="8963"/>
                </a:cubicBezTo>
                <a:cubicBezTo>
                  <a:pt x="6202" y="8963"/>
                  <a:pt x="6840" y="8703"/>
                  <a:pt x="7324" y="8205"/>
                </a:cubicBezTo>
                <a:cubicBezTo>
                  <a:pt x="8296" y="7198"/>
                  <a:pt x="8836" y="5883"/>
                  <a:pt x="8836" y="4479"/>
                </a:cubicBezTo>
                <a:cubicBezTo>
                  <a:pt x="8836" y="3094"/>
                  <a:pt x="8296" y="1763"/>
                  <a:pt x="7324" y="755"/>
                </a:cubicBezTo>
                <a:cubicBezTo>
                  <a:pt x="6848" y="256"/>
                  <a:pt x="6208" y="0"/>
                  <a:pt x="5552" y="0"/>
                </a:cubicBezTo>
                <a:cubicBezTo>
                  <a:pt x="5167" y="0"/>
                  <a:pt x="4776" y="89"/>
                  <a:pt x="4409" y="268"/>
                </a:cubicBezTo>
                <a:cubicBezTo>
                  <a:pt x="4049" y="89"/>
                  <a:pt x="3662" y="0"/>
                  <a:pt x="327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5" name="Google Shape;2795;p120"/>
          <p:cNvGrpSpPr/>
          <p:nvPr/>
        </p:nvGrpSpPr>
        <p:grpSpPr>
          <a:xfrm>
            <a:off x="6439265" y="2796077"/>
            <a:ext cx="384028" cy="341704"/>
            <a:chOff x="6439265" y="2796077"/>
            <a:chExt cx="384028" cy="341704"/>
          </a:xfrm>
        </p:grpSpPr>
        <p:sp>
          <p:nvSpPr>
            <p:cNvPr id="2796" name="Google Shape;2796;p120"/>
            <p:cNvSpPr/>
            <p:nvPr/>
          </p:nvSpPr>
          <p:spPr>
            <a:xfrm>
              <a:off x="6574909" y="2918567"/>
              <a:ext cx="112794" cy="97236"/>
            </a:xfrm>
            <a:custGeom>
              <a:avLst/>
              <a:gdLst/>
              <a:ahLst/>
              <a:cxnLst/>
              <a:rect l="l" t="t" r="r" b="b"/>
              <a:pathLst>
                <a:path w="4176" h="3600" extrusionOk="0">
                  <a:moveTo>
                    <a:pt x="2645" y="828"/>
                  </a:moveTo>
                  <a:lnTo>
                    <a:pt x="3204" y="1800"/>
                  </a:lnTo>
                  <a:lnTo>
                    <a:pt x="2645" y="2753"/>
                  </a:lnTo>
                  <a:lnTo>
                    <a:pt x="1530" y="2753"/>
                  </a:lnTo>
                  <a:lnTo>
                    <a:pt x="972" y="1800"/>
                  </a:lnTo>
                  <a:lnTo>
                    <a:pt x="1530" y="828"/>
                  </a:lnTo>
                  <a:close/>
                  <a:moveTo>
                    <a:pt x="1044" y="0"/>
                  </a:moveTo>
                  <a:lnTo>
                    <a:pt x="1" y="1800"/>
                  </a:lnTo>
                  <a:lnTo>
                    <a:pt x="1044" y="3599"/>
                  </a:lnTo>
                  <a:lnTo>
                    <a:pt x="3132" y="3599"/>
                  </a:lnTo>
                  <a:lnTo>
                    <a:pt x="4176" y="1800"/>
                  </a:lnTo>
                  <a:lnTo>
                    <a:pt x="313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120"/>
            <p:cNvSpPr/>
            <p:nvPr/>
          </p:nvSpPr>
          <p:spPr>
            <a:xfrm>
              <a:off x="6439265" y="2796077"/>
              <a:ext cx="384028" cy="341704"/>
            </a:xfrm>
            <a:custGeom>
              <a:avLst/>
              <a:gdLst/>
              <a:ahLst/>
              <a:cxnLst/>
              <a:rect l="l" t="t" r="r" b="b"/>
              <a:pathLst>
                <a:path w="14218" h="12651" extrusionOk="0">
                  <a:moveTo>
                    <a:pt x="4176" y="828"/>
                  </a:moveTo>
                  <a:cubicBezTo>
                    <a:pt x="4320" y="828"/>
                    <a:pt x="4464" y="900"/>
                    <a:pt x="4536" y="1044"/>
                  </a:cubicBezTo>
                  <a:cubicBezTo>
                    <a:pt x="4591" y="1133"/>
                    <a:pt x="4608" y="1260"/>
                    <a:pt x="4572" y="1368"/>
                  </a:cubicBezTo>
                  <a:cubicBezTo>
                    <a:pt x="4555" y="1476"/>
                    <a:pt x="4483" y="1565"/>
                    <a:pt x="4392" y="1620"/>
                  </a:cubicBezTo>
                  <a:cubicBezTo>
                    <a:pt x="4322" y="1654"/>
                    <a:pt x="4252" y="1674"/>
                    <a:pt x="4182" y="1674"/>
                  </a:cubicBezTo>
                  <a:cubicBezTo>
                    <a:pt x="4144" y="1674"/>
                    <a:pt x="4106" y="1668"/>
                    <a:pt x="4068" y="1656"/>
                  </a:cubicBezTo>
                  <a:cubicBezTo>
                    <a:pt x="3960" y="1620"/>
                    <a:pt x="3871" y="1548"/>
                    <a:pt x="3816" y="1457"/>
                  </a:cubicBezTo>
                  <a:cubicBezTo>
                    <a:pt x="3763" y="1368"/>
                    <a:pt x="3744" y="1260"/>
                    <a:pt x="3780" y="1152"/>
                  </a:cubicBezTo>
                  <a:cubicBezTo>
                    <a:pt x="3799" y="1044"/>
                    <a:pt x="3871" y="953"/>
                    <a:pt x="3960" y="881"/>
                  </a:cubicBezTo>
                  <a:cubicBezTo>
                    <a:pt x="4032" y="845"/>
                    <a:pt x="4104" y="828"/>
                    <a:pt x="4176" y="828"/>
                  </a:cubicBezTo>
                  <a:close/>
                  <a:moveTo>
                    <a:pt x="10043" y="828"/>
                  </a:moveTo>
                  <a:cubicBezTo>
                    <a:pt x="10115" y="828"/>
                    <a:pt x="10187" y="845"/>
                    <a:pt x="10241" y="881"/>
                  </a:cubicBezTo>
                  <a:cubicBezTo>
                    <a:pt x="10349" y="953"/>
                    <a:pt x="10421" y="1044"/>
                    <a:pt x="10439" y="1152"/>
                  </a:cubicBezTo>
                  <a:cubicBezTo>
                    <a:pt x="10475" y="1241"/>
                    <a:pt x="10457" y="1368"/>
                    <a:pt x="10403" y="1457"/>
                  </a:cubicBezTo>
                  <a:cubicBezTo>
                    <a:pt x="10349" y="1548"/>
                    <a:pt x="10259" y="1620"/>
                    <a:pt x="10151" y="1656"/>
                  </a:cubicBezTo>
                  <a:cubicBezTo>
                    <a:pt x="10113" y="1668"/>
                    <a:pt x="10075" y="1674"/>
                    <a:pt x="10037" y="1674"/>
                  </a:cubicBezTo>
                  <a:cubicBezTo>
                    <a:pt x="9967" y="1674"/>
                    <a:pt x="9897" y="1654"/>
                    <a:pt x="9827" y="1620"/>
                  </a:cubicBezTo>
                  <a:cubicBezTo>
                    <a:pt x="9738" y="1565"/>
                    <a:pt x="9666" y="1476"/>
                    <a:pt x="9630" y="1368"/>
                  </a:cubicBezTo>
                  <a:cubicBezTo>
                    <a:pt x="9611" y="1260"/>
                    <a:pt x="9630" y="1133"/>
                    <a:pt x="9683" y="1044"/>
                  </a:cubicBezTo>
                  <a:cubicBezTo>
                    <a:pt x="9755" y="900"/>
                    <a:pt x="9899" y="828"/>
                    <a:pt x="10043" y="828"/>
                  </a:cubicBezTo>
                  <a:close/>
                  <a:moveTo>
                    <a:pt x="1243" y="5903"/>
                  </a:moveTo>
                  <a:cubicBezTo>
                    <a:pt x="1477" y="5903"/>
                    <a:pt x="1656" y="6100"/>
                    <a:pt x="1656" y="6335"/>
                  </a:cubicBezTo>
                  <a:cubicBezTo>
                    <a:pt x="1656" y="6551"/>
                    <a:pt x="1477" y="6748"/>
                    <a:pt x="1243" y="6748"/>
                  </a:cubicBezTo>
                  <a:cubicBezTo>
                    <a:pt x="1009" y="6748"/>
                    <a:pt x="829" y="6551"/>
                    <a:pt x="829" y="6335"/>
                  </a:cubicBezTo>
                  <a:cubicBezTo>
                    <a:pt x="829" y="6100"/>
                    <a:pt x="1009" y="5903"/>
                    <a:pt x="1243" y="5903"/>
                  </a:cubicBezTo>
                  <a:close/>
                  <a:moveTo>
                    <a:pt x="12977" y="5903"/>
                  </a:moveTo>
                  <a:cubicBezTo>
                    <a:pt x="13210" y="5903"/>
                    <a:pt x="13390" y="6100"/>
                    <a:pt x="13390" y="6335"/>
                  </a:cubicBezTo>
                  <a:cubicBezTo>
                    <a:pt x="13390" y="6551"/>
                    <a:pt x="13210" y="6748"/>
                    <a:pt x="12977" y="6748"/>
                  </a:cubicBezTo>
                  <a:cubicBezTo>
                    <a:pt x="12742" y="6748"/>
                    <a:pt x="12562" y="6551"/>
                    <a:pt x="12562" y="6335"/>
                  </a:cubicBezTo>
                  <a:cubicBezTo>
                    <a:pt x="12562" y="6100"/>
                    <a:pt x="12742" y="5903"/>
                    <a:pt x="12977" y="5903"/>
                  </a:cubicBezTo>
                  <a:close/>
                  <a:moveTo>
                    <a:pt x="8622" y="3689"/>
                  </a:moveTo>
                  <a:lnTo>
                    <a:pt x="10151" y="6335"/>
                  </a:lnTo>
                  <a:lnTo>
                    <a:pt x="8622" y="8962"/>
                  </a:lnTo>
                  <a:lnTo>
                    <a:pt x="5580" y="8962"/>
                  </a:lnTo>
                  <a:lnTo>
                    <a:pt x="4068" y="6335"/>
                  </a:lnTo>
                  <a:lnTo>
                    <a:pt x="5580" y="3689"/>
                  </a:lnTo>
                  <a:close/>
                  <a:moveTo>
                    <a:pt x="4176" y="10995"/>
                  </a:moveTo>
                  <a:cubicBezTo>
                    <a:pt x="4248" y="10995"/>
                    <a:pt x="4320" y="11014"/>
                    <a:pt x="4392" y="11050"/>
                  </a:cubicBezTo>
                  <a:cubicBezTo>
                    <a:pt x="4483" y="11103"/>
                    <a:pt x="4555" y="11194"/>
                    <a:pt x="4572" y="11302"/>
                  </a:cubicBezTo>
                  <a:cubicBezTo>
                    <a:pt x="4608" y="11410"/>
                    <a:pt x="4591" y="11518"/>
                    <a:pt x="4536" y="11607"/>
                  </a:cubicBezTo>
                  <a:cubicBezTo>
                    <a:pt x="4464" y="11751"/>
                    <a:pt x="4328" y="11824"/>
                    <a:pt x="4181" y="11824"/>
                  </a:cubicBezTo>
                  <a:cubicBezTo>
                    <a:pt x="4108" y="11824"/>
                    <a:pt x="4032" y="11806"/>
                    <a:pt x="3960" y="11770"/>
                  </a:cubicBezTo>
                  <a:cubicBezTo>
                    <a:pt x="3871" y="11715"/>
                    <a:pt x="3799" y="11626"/>
                    <a:pt x="3780" y="11518"/>
                  </a:cubicBezTo>
                  <a:cubicBezTo>
                    <a:pt x="3744" y="11410"/>
                    <a:pt x="3763" y="11302"/>
                    <a:pt x="3816" y="11194"/>
                  </a:cubicBezTo>
                  <a:cubicBezTo>
                    <a:pt x="3871" y="11103"/>
                    <a:pt x="3960" y="11031"/>
                    <a:pt x="4068" y="10995"/>
                  </a:cubicBezTo>
                  <a:close/>
                  <a:moveTo>
                    <a:pt x="10151" y="10995"/>
                  </a:moveTo>
                  <a:cubicBezTo>
                    <a:pt x="10259" y="11031"/>
                    <a:pt x="10349" y="11103"/>
                    <a:pt x="10403" y="11194"/>
                  </a:cubicBezTo>
                  <a:cubicBezTo>
                    <a:pt x="10457" y="11302"/>
                    <a:pt x="10475" y="11410"/>
                    <a:pt x="10439" y="11518"/>
                  </a:cubicBezTo>
                  <a:cubicBezTo>
                    <a:pt x="10421" y="11626"/>
                    <a:pt x="10349" y="11715"/>
                    <a:pt x="10241" y="11770"/>
                  </a:cubicBezTo>
                  <a:cubicBezTo>
                    <a:pt x="10175" y="11806"/>
                    <a:pt x="10104" y="11824"/>
                    <a:pt x="10033" y="11824"/>
                  </a:cubicBezTo>
                  <a:cubicBezTo>
                    <a:pt x="9891" y="11824"/>
                    <a:pt x="9755" y="11751"/>
                    <a:pt x="9683" y="11607"/>
                  </a:cubicBezTo>
                  <a:cubicBezTo>
                    <a:pt x="9630" y="11518"/>
                    <a:pt x="9611" y="11410"/>
                    <a:pt x="9630" y="11302"/>
                  </a:cubicBezTo>
                  <a:cubicBezTo>
                    <a:pt x="9666" y="11194"/>
                    <a:pt x="9738" y="11103"/>
                    <a:pt x="9827" y="11050"/>
                  </a:cubicBezTo>
                  <a:cubicBezTo>
                    <a:pt x="9899" y="11014"/>
                    <a:pt x="9971" y="10995"/>
                    <a:pt x="10043" y="10995"/>
                  </a:cubicBezTo>
                  <a:close/>
                  <a:moveTo>
                    <a:pt x="4181" y="1"/>
                  </a:moveTo>
                  <a:cubicBezTo>
                    <a:pt x="3960" y="1"/>
                    <a:pt x="3741" y="52"/>
                    <a:pt x="3547" y="161"/>
                  </a:cubicBezTo>
                  <a:cubicBezTo>
                    <a:pt x="3259" y="341"/>
                    <a:pt x="3060" y="612"/>
                    <a:pt x="2971" y="936"/>
                  </a:cubicBezTo>
                  <a:cubicBezTo>
                    <a:pt x="2880" y="1241"/>
                    <a:pt x="2935" y="1584"/>
                    <a:pt x="3096" y="1872"/>
                  </a:cubicBezTo>
                  <a:cubicBezTo>
                    <a:pt x="3331" y="2285"/>
                    <a:pt x="3744" y="2501"/>
                    <a:pt x="4176" y="2501"/>
                  </a:cubicBezTo>
                  <a:cubicBezTo>
                    <a:pt x="4248" y="2501"/>
                    <a:pt x="4339" y="2501"/>
                    <a:pt x="4411" y="2484"/>
                  </a:cubicBezTo>
                  <a:lnTo>
                    <a:pt x="4860" y="3275"/>
                  </a:lnTo>
                  <a:lnTo>
                    <a:pt x="3348" y="5920"/>
                  </a:lnTo>
                  <a:lnTo>
                    <a:pt x="2431" y="5920"/>
                  </a:lnTo>
                  <a:cubicBezTo>
                    <a:pt x="2251" y="5435"/>
                    <a:pt x="1783" y="5075"/>
                    <a:pt x="1243" y="5075"/>
                  </a:cubicBezTo>
                  <a:cubicBezTo>
                    <a:pt x="559" y="5075"/>
                    <a:pt x="1" y="5632"/>
                    <a:pt x="1" y="6335"/>
                  </a:cubicBezTo>
                  <a:cubicBezTo>
                    <a:pt x="1" y="7019"/>
                    <a:pt x="559" y="7576"/>
                    <a:pt x="1243" y="7576"/>
                  </a:cubicBezTo>
                  <a:cubicBezTo>
                    <a:pt x="1783" y="7576"/>
                    <a:pt x="2251" y="7235"/>
                    <a:pt x="2431" y="6748"/>
                  </a:cubicBezTo>
                  <a:lnTo>
                    <a:pt x="3348" y="6748"/>
                  </a:lnTo>
                  <a:lnTo>
                    <a:pt x="4860" y="9375"/>
                  </a:lnTo>
                  <a:lnTo>
                    <a:pt x="4411" y="10167"/>
                  </a:lnTo>
                  <a:cubicBezTo>
                    <a:pt x="4340" y="10155"/>
                    <a:pt x="4268" y="10149"/>
                    <a:pt x="4196" y="10149"/>
                  </a:cubicBezTo>
                  <a:cubicBezTo>
                    <a:pt x="3760" y="10149"/>
                    <a:pt x="3329" y="10377"/>
                    <a:pt x="3096" y="10779"/>
                  </a:cubicBezTo>
                  <a:cubicBezTo>
                    <a:pt x="2935" y="11067"/>
                    <a:pt x="2880" y="11410"/>
                    <a:pt x="2971" y="11734"/>
                  </a:cubicBezTo>
                  <a:cubicBezTo>
                    <a:pt x="3060" y="12058"/>
                    <a:pt x="3259" y="12327"/>
                    <a:pt x="3547" y="12490"/>
                  </a:cubicBezTo>
                  <a:cubicBezTo>
                    <a:pt x="3744" y="12598"/>
                    <a:pt x="3960" y="12651"/>
                    <a:pt x="4176" y="12651"/>
                  </a:cubicBezTo>
                  <a:cubicBezTo>
                    <a:pt x="4284" y="12651"/>
                    <a:pt x="4392" y="12651"/>
                    <a:pt x="4500" y="12615"/>
                  </a:cubicBezTo>
                  <a:cubicBezTo>
                    <a:pt x="4824" y="12526"/>
                    <a:pt x="5095" y="12327"/>
                    <a:pt x="5256" y="12039"/>
                  </a:cubicBezTo>
                  <a:cubicBezTo>
                    <a:pt x="5526" y="11554"/>
                    <a:pt x="5454" y="10978"/>
                    <a:pt x="5131" y="10599"/>
                  </a:cubicBezTo>
                  <a:lnTo>
                    <a:pt x="5580" y="9790"/>
                  </a:lnTo>
                  <a:lnTo>
                    <a:pt x="8622" y="9790"/>
                  </a:lnTo>
                  <a:lnTo>
                    <a:pt x="9090" y="10599"/>
                  </a:lnTo>
                  <a:cubicBezTo>
                    <a:pt x="8747" y="10978"/>
                    <a:pt x="8694" y="11554"/>
                    <a:pt x="8963" y="12039"/>
                  </a:cubicBezTo>
                  <a:cubicBezTo>
                    <a:pt x="9126" y="12327"/>
                    <a:pt x="9395" y="12526"/>
                    <a:pt x="9719" y="12615"/>
                  </a:cubicBezTo>
                  <a:cubicBezTo>
                    <a:pt x="9827" y="12651"/>
                    <a:pt x="9935" y="12651"/>
                    <a:pt x="10043" y="12651"/>
                  </a:cubicBezTo>
                  <a:cubicBezTo>
                    <a:pt x="10259" y="12651"/>
                    <a:pt x="10475" y="12598"/>
                    <a:pt x="10673" y="12490"/>
                  </a:cubicBezTo>
                  <a:cubicBezTo>
                    <a:pt x="10961" y="12327"/>
                    <a:pt x="11159" y="12058"/>
                    <a:pt x="11249" y="11734"/>
                  </a:cubicBezTo>
                  <a:cubicBezTo>
                    <a:pt x="11339" y="11410"/>
                    <a:pt x="11285" y="11067"/>
                    <a:pt x="11123" y="10779"/>
                  </a:cubicBezTo>
                  <a:cubicBezTo>
                    <a:pt x="10891" y="10377"/>
                    <a:pt x="10460" y="10149"/>
                    <a:pt x="10024" y="10149"/>
                  </a:cubicBezTo>
                  <a:cubicBezTo>
                    <a:pt x="9952" y="10149"/>
                    <a:pt x="9881" y="10155"/>
                    <a:pt x="9810" y="10167"/>
                  </a:cubicBezTo>
                  <a:lnTo>
                    <a:pt x="9359" y="9375"/>
                  </a:lnTo>
                  <a:lnTo>
                    <a:pt x="10871" y="6748"/>
                  </a:lnTo>
                  <a:lnTo>
                    <a:pt x="11789" y="6748"/>
                  </a:lnTo>
                  <a:cubicBezTo>
                    <a:pt x="11969" y="7235"/>
                    <a:pt x="12437" y="7576"/>
                    <a:pt x="12977" y="7576"/>
                  </a:cubicBezTo>
                  <a:cubicBezTo>
                    <a:pt x="13661" y="7576"/>
                    <a:pt x="14218" y="7019"/>
                    <a:pt x="14218" y="6335"/>
                  </a:cubicBezTo>
                  <a:cubicBezTo>
                    <a:pt x="14218" y="5632"/>
                    <a:pt x="13661" y="5075"/>
                    <a:pt x="12977" y="5075"/>
                  </a:cubicBezTo>
                  <a:cubicBezTo>
                    <a:pt x="12437" y="5075"/>
                    <a:pt x="11969" y="5435"/>
                    <a:pt x="11789" y="5920"/>
                  </a:cubicBezTo>
                  <a:lnTo>
                    <a:pt x="10871" y="5920"/>
                  </a:lnTo>
                  <a:lnTo>
                    <a:pt x="9359" y="3275"/>
                  </a:lnTo>
                  <a:lnTo>
                    <a:pt x="9810" y="2484"/>
                  </a:lnTo>
                  <a:cubicBezTo>
                    <a:pt x="9882" y="2501"/>
                    <a:pt x="9971" y="2501"/>
                    <a:pt x="10043" y="2501"/>
                  </a:cubicBezTo>
                  <a:cubicBezTo>
                    <a:pt x="10475" y="2501"/>
                    <a:pt x="10889" y="2285"/>
                    <a:pt x="11123" y="1872"/>
                  </a:cubicBezTo>
                  <a:cubicBezTo>
                    <a:pt x="11285" y="1584"/>
                    <a:pt x="11339" y="1241"/>
                    <a:pt x="11249" y="936"/>
                  </a:cubicBezTo>
                  <a:cubicBezTo>
                    <a:pt x="11159" y="612"/>
                    <a:pt x="10961" y="341"/>
                    <a:pt x="10673" y="161"/>
                  </a:cubicBezTo>
                  <a:cubicBezTo>
                    <a:pt x="10479" y="52"/>
                    <a:pt x="10260" y="1"/>
                    <a:pt x="10038" y="1"/>
                  </a:cubicBezTo>
                  <a:cubicBezTo>
                    <a:pt x="9931" y="1"/>
                    <a:pt x="9824" y="13"/>
                    <a:pt x="9719" y="36"/>
                  </a:cubicBezTo>
                  <a:cubicBezTo>
                    <a:pt x="9395" y="125"/>
                    <a:pt x="9126" y="341"/>
                    <a:pt x="8963" y="629"/>
                  </a:cubicBezTo>
                  <a:cubicBezTo>
                    <a:pt x="8694" y="1097"/>
                    <a:pt x="8747" y="1673"/>
                    <a:pt x="9090" y="2069"/>
                  </a:cubicBezTo>
                  <a:lnTo>
                    <a:pt x="8622" y="2861"/>
                  </a:lnTo>
                  <a:lnTo>
                    <a:pt x="5580" y="2861"/>
                  </a:lnTo>
                  <a:lnTo>
                    <a:pt x="5131" y="2069"/>
                  </a:lnTo>
                  <a:cubicBezTo>
                    <a:pt x="5454" y="1673"/>
                    <a:pt x="5526" y="1097"/>
                    <a:pt x="5256" y="629"/>
                  </a:cubicBezTo>
                  <a:cubicBezTo>
                    <a:pt x="5095" y="341"/>
                    <a:pt x="4824" y="125"/>
                    <a:pt x="4500" y="36"/>
                  </a:cubicBezTo>
                  <a:cubicBezTo>
                    <a:pt x="4395" y="13"/>
                    <a:pt x="4288" y="1"/>
                    <a:pt x="418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8" name="Google Shape;2798;p120"/>
          <p:cNvGrpSpPr/>
          <p:nvPr/>
        </p:nvGrpSpPr>
        <p:grpSpPr>
          <a:xfrm>
            <a:off x="6439265" y="2173874"/>
            <a:ext cx="360719" cy="360719"/>
            <a:chOff x="6439265" y="2173874"/>
            <a:chExt cx="360719" cy="360719"/>
          </a:xfrm>
        </p:grpSpPr>
        <p:sp>
          <p:nvSpPr>
            <p:cNvPr id="2799" name="Google Shape;2799;p120"/>
            <p:cNvSpPr/>
            <p:nvPr/>
          </p:nvSpPr>
          <p:spPr>
            <a:xfrm>
              <a:off x="6439265" y="2173874"/>
              <a:ext cx="360719" cy="360719"/>
            </a:xfrm>
            <a:custGeom>
              <a:avLst/>
              <a:gdLst/>
              <a:ahLst/>
              <a:cxnLst/>
              <a:rect l="l" t="t" r="r" b="b"/>
              <a:pathLst>
                <a:path w="13355" h="13355" extrusionOk="0">
                  <a:moveTo>
                    <a:pt x="12581" y="1566"/>
                  </a:moveTo>
                  <a:lnTo>
                    <a:pt x="12581" y="2088"/>
                  </a:lnTo>
                  <a:cubicBezTo>
                    <a:pt x="12581" y="2520"/>
                    <a:pt x="12221" y="2861"/>
                    <a:pt x="11789" y="2861"/>
                  </a:cubicBezTo>
                  <a:cubicBezTo>
                    <a:pt x="11357" y="2861"/>
                    <a:pt x="11015" y="2520"/>
                    <a:pt x="11015" y="2088"/>
                  </a:cubicBezTo>
                  <a:lnTo>
                    <a:pt x="11015" y="1566"/>
                  </a:lnTo>
                  <a:close/>
                  <a:moveTo>
                    <a:pt x="5652" y="2160"/>
                  </a:moveTo>
                  <a:cubicBezTo>
                    <a:pt x="7578" y="2160"/>
                    <a:pt x="9162" y="3744"/>
                    <a:pt x="9162" y="5669"/>
                  </a:cubicBezTo>
                  <a:cubicBezTo>
                    <a:pt x="9162" y="6605"/>
                    <a:pt x="8802" y="7468"/>
                    <a:pt x="8154" y="8135"/>
                  </a:cubicBezTo>
                  <a:lnTo>
                    <a:pt x="8046" y="8243"/>
                  </a:lnTo>
                  <a:lnTo>
                    <a:pt x="8046" y="12579"/>
                  </a:lnTo>
                  <a:lnTo>
                    <a:pt x="3240" y="12579"/>
                  </a:lnTo>
                  <a:lnTo>
                    <a:pt x="3240" y="10528"/>
                  </a:lnTo>
                  <a:lnTo>
                    <a:pt x="2143" y="10528"/>
                  </a:lnTo>
                  <a:lnTo>
                    <a:pt x="2143" y="8620"/>
                  </a:lnTo>
                  <a:lnTo>
                    <a:pt x="1099" y="8243"/>
                  </a:lnTo>
                  <a:lnTo>
                    <a:pt x="2143" y="6227"/>
                  </a:lnTo>
                  <a:lnTo>
                    <a:pt x="2143" y="5669"/>
                  </a:lnTo>
                  <a:cubicBezTo>
                    <a:pt x="2143" y="3744"/>
                    <a:pt x="3708" y="2160"/>
                    <a:pt x="5652" y="2160"/>
                  </a:cubicBezTo>
                  <a:close/>
                  <a:moveTo>
                    <a:pt x="10223" y="1"/>
                  </a:moveTo>
                  <a:lnTo>
                    <a:pt x="10223" y="2088"/>
                  </a:lnTo>
                  <a:cubicBezTo>
                    <a:pt x="10223" y="2808"/>
                    <a:pt x="10727" y="3420"/>
                    <a:pt x="11411" y="3600"/>
                  </a:cubicBezTo>
                  <a:lnTo>
                    <a:pt x="11411" y="9052"/>
                  </a:lnTo>
                  <a:cubicBezTo>
                    <a:pt x="11411" y="9700"/>
                    <a:pt x="10871" y="10223"/>
                    <a:pt x="10223" y="10223"/>
                  </a:cubicBezTo>
                  <a:lnTo>
                    <a:pt x="8819" y="10223"/>
                  </a:lnTo>
                  <a:lnTo>
                    <a:pt x="8819" y="8548"/>
                  </a:lnTo>
                  <a:cubicBezTo>
                    <a:pt x="9539" y="7775"/>
                    <a:pt x="9935" y="6749"/>
                    <a:pt x="9935" y="5669"/>
                  </a:cubicBezTo>
                  <a:cubicBezTo>
                    <a:pt x="9935" y="3312"/>
                    <a:pt x="8010" y="1386"/>
                    <a:pt x="5652" y="1386"/>
                  </a:cubicBezTo>
                  <a:cubicBezTo>
                    <a:pt x="3276" y="1386"/>
                    <a:pt x="1351" y="3312"/>
                    <a:pt x="1351" y="5669"/>
                  </a:cubicBezTo>
                  <a:lnTo>
                    <a:pt x="1351" y="6047"/>
                  </a:lnTo>
                  <a:lnTo>
                    <a:pt x="1" y="8675"/>
                  </a:lnTo>
                  <a:lnTo>
                    <a:pt x="1351" y="9160"/>
                  </a:lnTo>
                  <a:lnTo>
                    <a:pt x="1351" y="11320"/>
                  </a:lnTo>
                  <a:lnTo>
                    <a:pt x="2467" y="11320"/>
                  </a:lnTo>
                  <a:lnTo>
                    <a:pt x="2467" y="13354"/>
                  </a:lnTo>
                  <a:lnTo>
                    <a:pt x="8819" y="13354"/>
                  </a:lnTo>
                  <a:lnTo>
                    <a:pt x="8819" y="11014"/>
                  </a:lnTo>
                  <a:lnTo>
                    <a:pt x="10223" y="11014"/>
                  </a:lnTo>
                  <a:cubicBezTo>
                    <a:pt x="11303" y="11014"/>
                    <a:pt x="12185" y="10132"/>
                    <a:pt x="12185" y="9052"/>
                  </a:cubicBezTo>
                  <a:lnTo>
                    <a:pt x="12185" y="3600"/>
                  </a:lnTo>
                  <a:cubicBezTo>
                    <a:pt x="12869" y="3420"/>
                    <a:pt x="13354" y="2808"/>
                    <a:pt x="13354" y="2088"/>
                  </a:cubicBezTo>
                  <a:lnTo>
                    <a:pt x="13354" y="1"/>
                  </a:lnTo>
                  <a:lnTo>
                    <a:pt x="12581" y="1"/>
                  </a:lnTo>
                  <a:lnTo>
                    <a:pt x="12581" y="774"/>
                  </a:lnTo>
                  <a:lnTo>
                    <a:pt x="11015" y="774"/>
                  </a:lnTo>
                  <a:lnTo>
                    <a:pt x="1101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20"/>
            <p:cNvSpPr/>
            <p:nvPr/>
          </p:nvSpPr>
          <p:spPr>
            <a:xfrm>
              <a:off x="6518026" y="2271569"/>
              <a:ext cx="147313" cy="111362"/>
            </a:xfrm>
            <a:custGeom>
              <a:avLst/>
              <a:gdLst/>
              <a:ahLst/>
              <a:cxnLst/>
              <a:rect l="l" t="t" r="r" b="b"/>
              <a:pathLst>
                <a:path w="5454" h="4123" extrusionOk="0">
                  <a:moveTo>
                    <a:pt x="3258" y="775"/>
                  </a:moveTo>
                  <a:cubicBezTo>
                    <a:pt x="4031" y="775"/>
                    <a:pt x="4662" y="1404"/>
                    <a:pt x="4662" y="2196"/>
                  </a:cubicBezTo>
                  <a:cubicBezTo>
                    <a:pt x="4662" y="2826"/>
                    <a:pt x="4158" y="3348"/>
                    <a:pt x="3510" y="3348"/>
                  </a:cubicBezTo>
                  <a:lnTo>
                    <a:pt x="3402" y="3348"/>
                  </a:lnTo>
                  <a:cubicBezTo>
                    <a:pt x="3024" y="3348"/>
                    <a:pt x="2664" y="3132"/>
                    <a:pt x="2502" y="2790"/>
                  </a:cubicBezTo>
                  <a:lnTo>
                    <a:pt x="2394" y="2574"/>
                  </a:lnTo>
                  <a:lnTo>
                    <a:pt x="1548" y="2574"/>
                  </a:lnTo>
                  <a:cubicBezTo>
                    <a:pt x="1135" y="2574"/>
                    <a:pt x="792" y="2232"/>
                    <a:pt x="792" y="1800"/>
                  </a:cubicBezTo>
                  <a:cubicBezTo>
                    <a:pt x="792" y="1243"/>
                    <a:pt x="1243" y="775"/>
                    <a:pt x="1819" y="775"/>
                  </a:cubicBezTo>
                  <a:close/>
                  <a:moveTo>
                    <a:pt x="1819" y="0"/>
                  </a:moveTo>
                  <a:cubicBezTo>
                    <a:pt x="811" y="0"/>
                    <a:pt x="0" y="811"/>
                    <a:pt x="0" y="1800"/>
                  </a:cubicBezTo>
                  <a:cubicBezTo>
                    <a:pt x="0" y="2664"/>
                    <a:pt x="703" y="3348"/>
                    <a:pt x="1548" y="3348"/>
                  </a:cubicBezTo>
                  <a:lnTo>
                    <a:pt x="1927" y="3348"/>
                  </a:lnTo>
                  <a:cubicBezTo>
                    <a:pt x="2251" y="3834"/>
                    <a:pt x="2808" y="4122"/>
                    <a:pt x="3402" y="4122"/>
                  </a:cubicBezTo>
                  <a:lnTo>
                    <a:pt x="3510" y="4122"/>
                  </a:lnTo>
                  <a:cubicBezTo>
                    <a:pt x="4590" y="4122"/>
                    <a:pt x="5454" y="3258"/>
                    <a:pt x="5454" y="2196"/>
                  </a:cubicBezTo>
                  <a:cubicBezTo>
                    <a:pt x="5454" y="972"/>
                    <a:pt x="4463" y="0"/>
                    <a:pt x="325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120"/>
          <p:cNvGrpSpPr/>
          <p:nvPr/>
        </p:nvGrpSpPr>
        <p:grpSpPr>
          <a:xfrm>
            <a:off x="6439265" y="1626057"/>
            <a:ext cx="373359" cy="373332"/>
            <a:chOff x="6439265" y="1626057"/>
            <a:chExt cx="373359" cy="373332"/>
          </a:xfrm>
        </p:grpSpPr>
        <p:sp>
          <p:nvSpPr>
            <p:cNvPr id="2802" name="Google Shape;2802;p120"/>
            <p:cNvSpPr/>
            <p:nvPr/>
          </p:nvSpPr>
          <p:spPr>
            <a:xfrm>
              <a:off x="6439265" y="1626057"/>
              <a:ext cx="373359" cy="373332"/>
            </a:xfrm>
            <a:custGeom>
              <a:avLst/>
              <a:gdLst/>
              <a:ahLst/>
              <a:cxnLst/>
              <a:rect l="l" t="t" r="r" b="b"/>
              <a:pathLst>
                <a:path w="13823" h="13822" extrusionOk="0">
                  <a:moveTo>
                    <a:pt x="6911" y="883"/>
                  </a:moveTo>
                  <a:lnTo>
                    <a:pt x="13013" y="3671"/>
                  </a:lnTo>
                  <a:lnTo>
                    <a:pt x="13013" y="4571"/>
                  </a:lnTo>
                  <a:lnTo>
                    <a:pt x="6911" y="1782"/>
                  </a:lnTo>
                  <a:lnTo>
                    <a:pt x="811" y="4571"/>
                  </a:lnTo>
                  <a:lnTo>
                    <a:pt x="811" y="3671"/>
                  </a:lnTo>
                  <a:lnTo>
                    <a:pt x="6911" y="883"/>
                  </a:lnTo>
                  <a:close/>
                  <a:moveTo>
                    <a:pt x="6498" y="2862"/>
                  </a:moveTo>
                  <a:lnTo>
                    <a:pt x="6498" y="5723"/>
                  </a:lnTo>
                  <a:lnTo>
                    <a:pt x="5688" y="5723"/>
                  </a:lnTo>
                  <a:lnTo>
                    <a:pt x="5688" y="3222"/>
                  </a:lnTo>
                  <a:lnTo>
                    <a:pt x="6498" y="2862"/>
                  </a:lnTo>
                  <a:close/>
                  <a:moveTo>
                    <a:pt x="7307" y="2862"/>
                  </a:moveTo>
                  <a:lnTo>
                    <a:pt x="8118" y="3222"/>
                  </a:lnTo>
                  <a:lnTo>
                    <a:pt x="8118" y="5723"/>
                  </a:lnTo>
                  <a:lnTo>
                    <a:pt x="7307" y="5723"/>
                  </a:lnTo>
                  <a:lnTo>
                    <a:pt x="7307" y="2862"/>
                  </a:lnTo>
                  <a:close/>
                  <a:moveTo>
                    <a:pt x="4879" y="3599"/>
                  </a:moveTo>
                  <a:lnTo>
                    <a:pt x="4879" y="5723"/>
                  </a:lnTo>
                  <a:lnTo>
                    <a:pt x="4068" y="5723"/>
                  </a:lnTo>
                  <a:lnTo>
                    <a:pt x="4068" y="6533"/>
                  </a:lnTo>
                  <a:lnTo>
                    <a:pt x="811" y="6533"/>
                  </a:lnTo>
                  <a:lnTo>
                    <a:pt x="811" y="5454"/>
                  </a:lnTo>
                  <a:lnTo>
                    <a:pt x="4879" y="3599"/>
                  </a:lnTo>
                  <a:close/>
                  <a:moveTo>
                    <a:pt x="8927" y="3599"/>
                  </a:moveTo>
                  <a:lnTo>
                    <a:pt x="13013" y="5454"/>
                  </a:lnTo>
                  <a:lnTo>
                    <a:pt x="13013" y="6533"/>
                  </a:lnTo>
                  <a:lnTo>
                    <a:pt x="9738" y="6533"/>
                  </a:lnTo>
                  <a:lnTo>
                    <a:pt x="9738" y="5723"/>
                  </a:lnTo>
                  <a:lnTo>
                    <a:pt x="8927" y="5723"/>
                  </a:lnTo>
                  <a:lnTo>
                    <a:pt x="8927" y="3599"/>
                  </a:lnTo>
                  <a:close/>
                  <a:moveTo>
                    <a:pt x="4068" y="7343"/>
                  </a:moveTo>
                  <a:lnTo>
                    <a:pt x="4068" y="8153"/>
                  </a:lnTo>
                  <a:lnTo>
                    <a:pt x="811" y="8153"/>
                  </a:lnTo>
                  <a:lnTo>
                    <a:pt x="811" y="7343"/>
                  </a:lnTo>
                  <a:close/>
                  <a:moveTo>
                    <a:pt x="13013" y="7343"/>
                  </a:moveTo>
                  <a:lnTo>
                    <a:pt x="13013" y="8153"/>
                  </a:lnTo>
                  <a:lnTo>
                    <a:pt x="9738" y="8153"/>
                  </a:lnTo>
                  <a:lnTo>
                    <a:pt x="9738" y="7343"/>
                  </a:lnTo>
                  <a:close/>
                  <a:moveTo>
                    <a:pt x="4068" y="8962"/>
                  </a:moveTo>
                  <a:lnTo>
                    <a:pt x="4068" y="9773"/>
                  </a:lnTo>
                  <a:lnTo>
                    <a:pt x="811" y="9773"/>
                  </a:lnTo>
                  <a:lnTo>
                    <a:pt x="811" y="8962"/>
                  </a:lnTo>
                  <a:close/>
                  <a:moveTo>
                    <a:pt x="13013" y="8962"/>
                  </a:moveTo>
                  <a:lnTo>
                    <a:pt x="13013" y="9773"/>
                  </a:lnTo>
                  <a:lnTo>
                    <a:pt x="9738" y="9773"/>
                  </a:lnTo>
                  <a:lnTo>
                    <a:pt x="9738" y="8962"/>
                  </a:lnTo>
                  <a:close/>
                  <a:moveTo>
                    <a:pt x="8927" y="6533"/>
                  </a:moveTo>
                  <a:lnTo>
                    <a:pt x="8927" y="10582"/>
                  </a:lnTo>
                  <a:lnTo>
                    <a:pt x="4879" y="10582"/>
                  </a:lnTo>
                  <a:lnTo>
                    <a:pt x="4879" y="6533"/>
                  </a:lnTo>
                  <a:close/>
                  <a:moveTo>
                    <a:pt x="4068" y="10582"/>
                  </a:moveTo>
                  <a:lnTo>
                    <a:pt x="4068" y="11392"/>
                  </a:lnTo>
                  <a:lnTo>
                    <a:pt x="4879" y="11392"/>
                  </a:lnTo>
                  <a:lnTo>
                    <a:pt x="4879" y="13012"/>
                  </a:lnTo>
                  <a:lnTo>
                    <a:pt x="811" y="13012"/>
                  </a:lnTo>
                  <a:lnTo>
                    <a:pt x="811" y="10582"/>
                  </a:lnTo>
                  <a:close/>
                  <a:moveTo>
                    <a:pt x="6498" y="11392"/>
                  </a:moveTo>
                  <a:lnTo>
                    <a:pt x="6498" y="13012"/>
                  </a:lnTo>
                  <a:lnTo>
                    <a:pt x="5688" y="13012"/>
                  </a:lnTo>
                  <a:lnTo>
                    <a:pt x="5688" y="11392"/>
                  </a:lnTo>
                  <a:close/>
                  <a:moveTo>
                    <a:pt x="8118" y="11392"/>
                  </a:moveTo>
                  <a:lnTo>
                    <a:pt x="8118" y="13012"/>
                  </a:lnTo>
                  <a:lnTo>
                    <a:pt x="7307" y="13012"/>
                  </a:lnTo>
                  <a:lnTo>
                    <a:pt x="7307" y="11392"/>
                  </a:lnTo>
                  <a:close/>
                  <a:moveTo>
                    <a:pt x="13013" y="10582"/>
                  </a:moveTo>
                  <a:lnTo>
                    <a:pt x="13013" y="13012"/>
                  </a:lnTo>
                  <a:lnTo>
                    <a:pt x="8927" y="13012"/>
                  </a:lnTo>
                  <a:lnTo>
                    <a:pt x="8927" y="11392"/>
                  </a:lnTo>
                  <a:lnTo>
                    <a:pt x="9738" y="11392"/>
                  </a:lnTo>
                  <a:lnTo>
                    <a:pt x="9738" y="10582"/>
                  </a:lnTo>
                  <a:close/>
                  <a:moveTo>
                    <a:pt x="6911" y="0"/>
                  </a:moveTo>
                  <a:lnTo>
                    <a:pt x="1" y="3150"/>
                  </a:lnTo>
                  <a:lnTo>
                    <a:pt x="1" y="13821"/>
                  </a:lnTo>
                  <a:lnTo>
                    <a:pt x="13822" y="13821"/>
                  </a:lnTo>
                  <a:lnTo>
                    <a:pt x="13822" y="3150"/>
                  </a:lnTo>
                  <a:lnTo>
                    <a:pt x="69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20"/>
            <p:cNvSpPr/>
            <p:nvPr/>
          </p:nvSpPr>
          <p:spPr>
            <a:xfrm>
              <a:off x="6592870" y="1824365"/>
              <a:ext cx="65661" cy="65661"/>
            </a:xfrm>
            <a:custGeom>
              <a:avLst/>
              <a:gdLst/>
              <a:ahLst/>
              <a:cxnLst/>
              <a:rect l="l" t="t" r="r" b="b"/>
              <a:pathLst>
                <a:path w="2431" h="2431" extrusionOk="0">
                  <a:moveTo>
                    <a:pt x="1620" y="811"/>
                  </a:moveTo>
                  <a:lnTo>
                    <a:pt x="1620" y="1620"/>
                  </a:lnTo>
                  <a:lnTo>
                    <a:pt x="811" y="1620"/>
                  </a:lnTo>
                  <a:lnTo>
                    <a:pt x="811" y="811"/>
                  </a:lnTo>
                  <a:close/>
                  <a:moveTo>
                    <a:pt x="1" y="1"/>
                  </a:moveTo>
                  <a:lnTo>
                    <a:pt x="1" y="2431"/>
                  </a:lnTo>
                  <a:lnTo>
                    <a:pt x="2431" y="2431"/>
                  </a:lnTo>
                  <a:lnTo>
                    <a:pt x="243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4" name="Google Shape;2804;p120"/>
          <p:cNvSpPr/>
          <p:nvPr/>
        </p:nvSpPr>
        <p:spPr>
          <a:xfrm>
            <a:off x="7235465" y="1626057"/>
            <a:ext cx="373845" cy="373332"/>
          </a:xfrm>
          <a:custGeom>
            <a:avLst/>
            <a:gdLst/>
            <a:ahLst/>
            <a:cxnLst/>
            <a:rect l="l" t="t" r="r" b="b"/>
            <a:pathLst>
              <a:path w="13841" h="13822" extrusionOk="0">
                <a:moveTo>
                  <a:pt x="11627" y="1764"/>
                </a:moveTo>
                <a:lnTo>
                  <a:pt x="10818" y="2574"/>
                </a:lnTo>
                <a:lnTo>
                  <a:pt x="6210" y="2574"/>
                </a:lnTo>
                <a:cubicBezTo>
                  <a:pt x="6228" y="2448"/>
                  <a:pt x="6246" y="2304"/>
                  <a:pt x="6246" y="2178"/>
                </a:cubicBezTo>
                <a:cubicBezTo>
                  <a:pt x="6246" y="2034"/>
                  <a:pt x="6228" y="1890"/>
                  <a:pt x="6210" y="1764"/>
                </a:cubicBezTo>
                <a:close/>
                <a:moveTo>
                  <a:pt x="4068" y="811"/>
                </a:moveTo>
                <a:cubicBezTo>
                  <a:pt x="4824" y="811"/>
                  <a:pt x="5436" y="1422"/>
                  <a:pt x="5436" y="2178"/>
                </a:cubicBezTo>
                <a:cubicBezTo>
                  <a:pt x="5436" y="2915"/>
                  <a:pt x="4824" y="3527"/>
                  <a:pt x="4068" y="3527"/>
                </a:cubicBezTo>
                <a:cubicBezTo>
                  <a:pt x="3331" y="3527"/>
                  <a:pt x="2719" y="2915"/>
                  <a:pt x="2719" y="2178"/>
                </a:cubicBezTo>
                <a:cubicBezTo>
                  <a:pt x="2719" y="1422"/>
                  <a:pt x="3331" y="811"/>
                  <a:pt x="4068" y="811"/>
                </a:cubicBezTo>
                <a:close/>
                <a:moveTo>
                  <a:pt x="12221" y="2322"/>
                </a:moveTo>
                <a:lnTo>
                  <a:pt x="12221" y="4194"/>
                </a:lnTo>
                <a:lnTo>
                  <a:pt x="11393" y="4194"/>
                </a:lnTo>
                <a:lnTo>
                  <a:pt x="11393" y="3150"/>
                </a:lnTo>
                <a:lnTo>
                  <a:pt x="12221" y="2322"/>
                </a:lnTo>
                <a:close/>
                <a:moveTo>
                  <a:pt x="4627" y="4266"/>
                </a:moveTo>
                <a:lnTo>
                  <a:pt x="4627" y="7397"/>
                </a:lnTo>
                <a:cubicBezTo>
                  <a:pt x="4447" y="7361"/>
                  <a:pt x="4267" y="7343"/>
                  <a:pt x="4068" y="7343"/>
                </a:cubicBezTo>
                <a:cubicBezTo>
                  <a:pt x="3888" y="7343"/>
                  <a:pt x="3708" y="7361"/>
                  <a:pt x="3528" y="7397"/>
                </a:cubicBezTo>
                <a:lnTo>
                  <a:pt x="3528" y="4266"/>
                </a:lnTo>
                <a:cubicBezTo>
                  <a:pt x="3691" y="4319"/>
                  <a:pt x="3888" y="4338"/>
                  <a:pt x="4068" y="4338"/>
                </a:cubicBezTo>
                <a:cubicBezTo>
                  <a:pt x="4267" y="4338"/>
                  <a:pt x="4447" y="4319"/>
                  <a:pt x="4627" y="4266"/>
                </a:cubicBezTo>
                <a:close/>
                <a:moveTo>
                  <a:pt x="4068" y="8153"/>
                </a:moveTo>
                <a:cubicBezTo>
                  <a:pt x="4968" y="8153"/>
                  <a:pt x="5707" y="8873"/>
                  <a:pt x="5707" y="9773"/>
                </a:cubicBezTo>
                <a:lnTo>
                  <a:pt x="2448" y="9773"/>
                </a:lnTo>
                <a:cubicBezTo>
                  <a:pt x="2448" y="8873"/>
                  <a:pt x="3187" y="8153"/>
                  <a:pt x="4068" y="8153"/>
                </a:cubicBezTo>
                <a:close/>
                <a:moveTo>
                  <a:pt x="5707" y="10582"/>
                </a:moveTo>
                <a:lnTo>
                  <a:pt x="5707" y="11392"/>
                </a:lnTo>
                <a:lnTo>
                  <a:pt x="2448" y="11392"/>
                </a:lnTo>
                <a:lnTo>
                  <a:pt x="2448" y="10582"/>
                </a:lnTo>
                <a:close/>
                <a:moveTo>
                  <a:pt x="6516" y="12202"/>
                </a:moveTo>
                <a:lnTo>
                  <a:pt x="6516" y="13012"/>
                </a:lnTo>
                <a:lnTo>
                  <a:pt x="1639" y="13012"/>
                </a:lnTo>
                <a:lnTo>
                  <a:pt x="1639" y="12202"/>
                </a:lnTo>
                <a:close/>
                <a:moveTo>
                  <a:pt x="4068" y="0"/>
                </a:moveTo>
                <a:cubicBezTo>
                  <a:pt x="2880" y="0"/>
                  <a:pt x="1909" y="972"/>
                  <a:pt x="1909" y="2178"/>
                </a:cubicBezTo>
                <a:cubicBezTo>
                  <a:pt x="1909" y="2843"/>
                  <a:pt x="2215" y="3455"/>
                  <a:pt x="2719" y="3870"/>
                </a:cubicBezTo>
                <a:lnTo>
                  <a:pt x="2719" y="7757"/>
                </a:lnTo>
                <a:cubicBezTo>
                  <a:pt x="2053" y="8189"/>
                  <a:pt x="1639" y="8945"/>
                  <a:pt x="1639" y="9773"/>
                </a:cubicBezTo>
                <a:lnTo>
                  <a:pt x="1639" y="11392"/>
                </a:lnTo>
                <a:lnTo>
                  <a:pt x="829" y="11392"/>
                </a:lnTo>
                <a:lnTo>
                  <a:pt x="829" y="13012"/>
                </a:lnTo>
                <a:lnTo>
                  <a:pt x="1" y="13012"/>
                </a:lnTo>
                <a:lnTo>
                  <a:pt x="1" y="13821"/>
                </a:lnTo>
                <a:lnTo>
                  <a:pt x="8135" y="13821"/>
                </a:lnTo>
                <a:lnTo>
                  <a:pt x="8135" y="13012"/>
                </a:lnTo>
                <a:lnTo>
                  <a:pt x="7326" y="13012"/>
                </a:lnTo>
                <a:lnTo>
                  <a:pt x="7326" y="11392"/>
                </a:lnTo>
                <a:lnTo>
                  <a:pt x="6516" y="11392"/>
                </a:lnTo>
                <a:lnTo>
                  <a:pt x="6516" y="9773"/>
                </a:lnTo>
                <a:cubicBezTo>
                  <a:pt x="6516" y="8945"/>
                  <a:pt x="6084" y="8189"/>
                  <a:pt x="5436" y="7757"/>
                </a:cubicBezTo>
                <a:lnTo>
                  <a:pt x="5436" y="3870"/>
                </a:lnTo>
                <a:cubicBezTo>
                  <a:pt x="5599" y="3726"/>
                  <a:pt x="5760" y="3563"/>
                  <a:pt x="5868" y="3383"/>
                </a:cubicBezTo>
                <a:lnTo>
                  <a:pt x="10583" y="3383"/>
                </a:lnTo>
                <a:lnTo>
                  <a:pt x="10583" y="5003"/>
                </a:lnTo>
                <a:lnTo>
                  <a:pt x="11393" y="5003"/>
                </a:lnTo>
                <a:lnTo>
                  <a:pt x="11393" y="5975"/>
                </a:lnTo>
                <a:lnTo>
                  <a:pt x="9774" y="6785"/>
                </a:lnTo>
                <a:lnTo>
                  <a:pt x="9774" y="8657"/>
                </a:lnTo>
                <a:lnTo>
                  <a:pt x="10583" y="8657"/>
                </a:lnTo>
                <a:lnTo>
                  <a:pt x="10583" y="7289"/>
                </a:lnTo>
                <a:lnTo>
                  <a:pt x="11807" y="6677"/>
                </a:lnTo>
                <a:lnTo>
                  <a:pt x="13030" y="7289"/>
                </a:lnTo>
                <a:lnTo>
                  <a:pt x="13030" y="8657"/>
                </a:lnTo>
                <a:lnTo>
                  <a:pt x="13841" y="8657"/>
                </a:lnTo>
                <a:lnTo>
                  <a:pt x="13841" y="6785"/>
                </a:lnTo>
                <a:lnTo>
                  <a:pt x="12203" y="5975"/>
                </a:lnTo>
                <a:lnTo>
                  <a:pt x="12203" y="5003"/>
                </a:lnTo>
                <a:lnTo>
                  <a:pt x="13030" y="5003"/>
                </a:lnTo>
                <a:lnTo>
                  <a:pt x="13030" y="955"/>
                </a:lnTo>
                <a:lnTo>
                  <a:pt x="5868" y="955"/>
                </a:lnTo>
                <a:cubicBezTo>
                  <a:pt x="5491" y="379"/>
                  <a:pt x="4824" y="0"/>
                  <a:pt x="406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05" name="Google Shape;2805;p120"/>
          <p:cNvGrpSpPr/>
          <p:nvPr/>
        </p:nvGrpSpPr>
        <p:grpSpPr>
          <a:xfrm>
            <a:off x="7235465" y="2173874"/>
            <a:ext cx="359746" cy="359233"/>
            <a:chOff x="7235465" y="2173874"/>
            <a:chExt cx="359746" cy="359233"/>
          </a:xfrm>
        </p:grpSpPr>
        <p:sp>
          <p:nvSpPr>
            <p:cNvPr id="2806" name="Google Shape;2806;p120"/>
            <p:cNvSpPr/>
            <p:nvPr/>
          </p:nvSpPr>
          <p:spPr>
            <a:xfrm>
              <a:off x="7235465" y="2173874"/>
              <a:ext cx="359746" cy="359233"/>
            </a:xfrm>
            <a:custGeom>
              <a:avLst/>
              <a:gdLst/>
              <a:ahLst/>
              <a:cxnLst/>
              <a:rect l="l" t="t" r="r" b="b"/>
              <a:pathLst>
                <a:path w="13319" h="13300" extrusionOk="0">
                  <a:moveTo>
                    <a:pt x="6660" y="846"/>
                  </a:moveTo>
                  <a:lnTo>
                    <a:pt x="12545" y="3528"/>
                  </a:lnTo>
                  <a:lnTo>
                    <a:pt x="12545" y="4392"/>
                  </a:lnTo>
                  <a:lnTo>
                    <a:pt x="6660" y="1710"/>
                  </a:lnTo>
                  <a:lnTo>
                    <a:pt x="793" y="4392"/>
                  </a:lnTo>
                  <a:lnTo>
                    <a:pt x="793" y="3528"/>
                  </a:lnTo>
                  <a:lnTo>
                    <a:pt x="6660" y="846"/>
                  </a:lnTo>
                  <a:close/>
                  <a:moveTo>
                    <a:pt x="6660" y="2556"/>
                  </a:moveTo>
                  <a:lnTo>
                    <a:pt x="12545" y="5256"/>
                  </a:lnTo>
                  <a:lnTo>
                    <a:pt x="12545" y="12526"/>
                  </a:lnTo>
                  <a:lnTo>
                    <a:pt x="793" y="12526"/>
                  </a:lnTo>
                  <a:lnTo>
                    <a:pt x="793" y="5256"/>
                  </a:lnTo>
                  <a:lnTo>
                    <a:pt x="6660" y="2556"/>
                  </a:lnTo>
                  <a:close/>
                  <a:moveTo>
                    <a:pt x="6660" y="1"/>
                  </a:moveTo>
                  <a:lnTo>
                    <a:pt x="1" y="3024"/>
                  </a:lnTo>
                  <a:lnTo>
                    <a:pt x="1" y="13299"/>
                  </a:lnTo>
                  <a:lnTo>
                    <a:pt x="13318" y="13299"/>
                  </a:lnTo>
                  <a:lnTo>
                    <a:pt x="13318" y="3024"/>
                  </a:lnTo>
                  <a:lnTo>
                    <a:pt x="666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120"/>
            <p:cNvSpPr/>
            <p:nvPr/>
          </p:nvSpPr>
          <p:spPr>
            <a:xfrm>
              <a:off x="7320574" y="2315299"/>
              <a:ext cx="189583" cy="168731"/>
            </a:xfrm>
            <a:custGeom>
              <a:avLst/>
              <a:gdLst/>
              <a:ahLst/>
              <a:cxnLst/>
              <a:rect l="l" t="t" r="r" b="b"/>
              <a:pathLst>
                <a:path w="7019" h="6247" extrusionOk="0">
                  <a:moveTo>
                    <a:pt x="6244" y="775"/>
                  </a:moveTo>
                  <a:lnTo>
                    <a:pt x="6244" y="5472"/>
                  </a:lnTo>
                  <a:lnTo>
                    <a:pt x="773" y="5472"/>
                  </a:lnTo>
                  <a:lnTo>
                    <a:pt x="773" y="775"/>
                  </a:lnTo>
                  <a:close/>
                  <a:moveTo>
                    <a:pt x="0" y="1"/>
                  </a:moveTo>
                  <a:lnTo>
                    <a:pt x="0" y="6246"/>
                  </a:lnTo>
                  <a:lnTo>
                    <a:pt x="7019" y="6246"/>
                  </a:lnTo>
                  <a:lnTo>
                    <a:pt x="701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120"/>
            <p:cNvSpPr/>
            <p:nvPr/>
          </p:nvSpPr>
          <p:spPr>
            <a:xfrm>
              <a:off x="7362844" y="2357623"/>
              <a:ext cx="63203" cy="84082"/>
            </a:xfrm>
            <a:custGeom>
              <a:avLst/>
              <a:gdLst/>
              <a:ahLst/>
              <a:cxnLst/>
              <a:rect l="l" t="t" r="r" b="b"/>
              <a:pathLst>
                <a:path w="2340" h="3113" extrusionOk="0">
                  <a:moveTo>
                    <a:pt x="1566" y="773"/>
                  </a:moveTo>
                  <a:lnTo>
                    <a:pt x="1566" y="1565"/>
                  </a:lnTo>
                  <a:lnTo>
                    <a:pt x="775" y="1565"/>
                  </a:lnTo>
                  <a:lnTo>
                    <a:pt x="775" y="773"/>
                  </a:lnTo>
                  <a:close/>
                  <a:moveTo>
                    <a:pt x="0" y="0"/>
                  </a:moveTo>
                  <a:lnTo>
                    <a:pt x="0" y="3113"/>
                  </a:lnTo>
                  <a:lnTo>
                    <a:pt x="775" y="3113"/>
                  </a:lnTo>
                  <a:lnTo>
                    <a:pt x="775" y="2340"/>
                  </a:lnTo>
                  <a:lnTo>
                    <a:pt x="1566" y="2340"/>
                  </a:lnTo>
                  <a:lnTo>
                    <a:pt x="1566" y="3113"/>
                  </a:lnTo>
                  <a:lnTo>
                    <a:pt x="2340" y="3113"/>
                  </a:lnTo>
                  <a:lnTo>
                    <a:pt x="234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120"/>
            <p:cNvSpPr/>
            <p:nvPr/>
          </p:nvSpPr>
          <p:spPr>
            <a:xfrm>
              <a:off x="7446954" y="2357623"/>
              <a:ext cx="21392" cy="84082"/>
            </a:xfrm>
            <a:custGeom>
              <a:avLst/>
              <a:gdLst/>
              <a:ahLst/>
              <a:cxnLst/>
              <a:rect l="l" t="t" r="r" b="b"/>
              <a:pathLst>
                <a:path w="792" h="3113" extrusionOk="0">
                  <a:moveTo>
                    <a:pt x="0" y="0"/>
                  </a:moveTo>
                  <a:lnTo>
                    <a:pt x="0" y="3113"/>
                  </a:lnTo>
                  <a:lnTo>
                    <a:pt x="792" y="3113"/>
                  </a:lnTo>
                  <a:lnTo>
                    <a:pt x="79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0" name="Google Shape;2810;p120"/>
          <p:cNvGrpSpPr/>
          <p:nvPr/>
        </p:nvGrpSpPr>
        <p:grpSpPr>
          <a:xfrm>
            <a:off x="7235465" y="2796077"/>
            <a:ext cx="373845" cy="373332"/>
            <a:chOff x="7235465" y="2796077"/>
            <a:chExt cx="373845" cy="373332"/>
          </a:xfrm>
        </p:grpSpPr>
        <p:sp>
          <p:nvSpPr>
            <p:cNvPr id="2811" name="Google Shape;2811;p120"/>
            <p:cNvSpPr/>
            <p:nvPr/>
          </p:nvSpPr>
          <p:spPr>
            <a:xfrm>
              <a:off x="7235465" y="2796077"/>
              <a:ext cx="373845" cy="373332"/>
            </a:xfrm>
            <a:custGeom>
              <a:avLst/>
              <a:gdLst/>
              <a:ahLst/>
              <a:cxnLst/>
              <a:rect l="l" t="t" r="r" b="b"/>
              <a:pathLst>
                <a:path w="13841" h="13822" extrusionOk="0">
                  <a:moveTo>
                    <a:pt x="13030" y="809"/>
                  </a:moveTo>
                  <a:lnTo>
                    <a:pt x="13030" y="13011"/>
                  </a:lnTo>
                  <a:lnTo>
                    <a:pt x="829" y="13011"/>
                  </a:lnTo>
                  <a:lnTo>
                    <a:pt x="829" y="809"/>
                  </a:lnTo>
                  <a:close/>
                  <a:moveTo>
                    <a:pt x="1" y="0"/>
                  </a:moveTo>
                  <a:lnTo>
                    <a:pt x="1" y="13821"/>
                  </a:lnTo>
                  <a:lnTo>
                    <a:pt x="13841" y="13821"/>
                  </a:lnTo>
                  <a:lnTo>
                    <a:pt x="1384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120"/>
            <p:cNvSpPr/>
            <p:nvPr/>
          </p:nvSpPr>
          <p:spPr>
            <a:xfrm>
              <a:off x="7279735" y="2839806"/>
              <a:ext cx="285847" cy="285847"/>
            </a:xfrm>
            <a:custGeom>
              <a:avLst/>
              <a:gdLst/>
              <a:ahLst/>
              <a:cxnLst/>
              <a:rect l="l" t="t" r="r" b="b"/>
              <a:pathLst>
                <a:path w="10583" h="10583" extrusionOk="0">
                  <a:moveTo>
                    <a:pt x="4877" y="810"/>
                  </a:moveTo>
                  <a:lnTo>
                    <a:pt x="4877" y="2430"/>
                  </a:lnTo>
                  <a:lnTo>
                    <a:pt x="4068" y="2430"/>
                  </a:lnTo>
                  <a:lnTo>
                    <a:pt x="4068" y="810"/>
                  </a:lnTo>
                  <a:close/>
                  <a:moveTo>
                    <a:pt x="6496" y="810"/>
                  </a:moveTo>
                  <a:lnTo>
                    <a:pt x="6496" y="2430"/>
                  </a:lnTo>
                  <a:lnTo>
                    <a:pt x="5687" y="2430"/>
                  </a:lnTo>
                  <a:lnTo>
                    <a:pt x="5687" y="810"/>
                  </a:lnTo>
                  <a:close/>
                  <a:moveTo>
                    <a:pt x="3257" y="810"/>
                  </a:moveTo>
                  <a:lnTo>
                    <a:pt x="3257" y="2430"/>
                  </a:lnTo>
                  <a:lnTo>
                    <a:pt x="1620" y="2430"/>
                  </a:lnTo>
                  <a:lnTo>
                    <a:pt x="1620" y="3257"/>
                  </a:lnTo>
                  <a:lnTo>
                    <a:pt x="809" y="3257"/>
                  </a:lnTo>
                  <a:lnTo>
                    <a:pt x="809" y="810"/>
                  </a:lnTo>
                  <a:close/>
                  <a:moveTo>
                    <a:pt x="9772" y="810"/>
                  </a:moveTo>
                  <a:lnTo>
                    <a:pt x="9772" y="3257"/>
                  </a:lnTo>
                  <a:lnTo>
                    <a:pt x="8963" y="3257"/>
                  </a:lnTo>
                  <a:lnTo>
                    <a:pt x="8963" y="2430"/>
                  </a:lnTo>
                  <a:lnTo>
                    <a:pt x="7307" y="2430"/>
                  </a:lnTo>
                  <a:lnTo>
                    <a:pt x="7307" y="810"/>
                  </a:lnTo>
                  <a:close/>
                  <a:moveTo>
                    <a:pt x="1620" y="4085"/>
                  </a:moveTo>
                  <a:lnTo>
                    <a:pt x="1620" y="4896"/>
                  </a:lnTo>
                  <a:lnTo>
                    <a:pt x="809" y="4896"/>
                  </a:lnTo>
                  <a:lnTo>
                    <a:pt x="809" y="4085"/>
                  </a:lnTo>
                  <a:close/>
                  <a:moveTo>
                    <a:pt x="9772" y="4085"/>
                  </a:moveTo>
                  <a:lnTo>
                    <a:pt x="9772" y="4896"/>
                  </a:lnTo>
                  <a:lnTo>
                    <a:pt x="8963" y="4896"/>
                  </a:lnTo>
                  <a:lnTo>
                    <a:pt x="8963" y="4085"/>
                  </a:lnTo>
                  <a:close/>
                  <a:moveTo>
                    <a:pt x="1620" y="5705"/>
                  </a:moveTo>
                  <a:lnTo>
                    <a:pt x="1620" y="6515"/>
                  </a:lnTo>
                  <a:lnTo>
                    <a:pt x="809" y="6515"/>
                  </a:lnTo>
                  <a:lnTo>
                    <a:pt x="809" y="5705"/>
                  </a:lnTo>
                  <a:close/>
                  <a:moveTo>
                    <a:pt x="9772" y="5705"/>
                  </a:moveTo>
                  <a:lnTo>
                    <a:pt x="9772" y="6515"/>
                  </a:lnTo>
                  <a:lnTo>
                    <a:pt x="8963" y="6515"/>
                  </a:lnTo>
                  <a:lnTo>
                    <a:pt x="8963" y="5705"/>
                  </a:lnTo>
                  <a:close/>
                  <a:moveTo>
                    <a:pt x="8152" y="3240"/>
                  </a:moveTo>
                  <a:lnTo>
                    <a:pt x="8152" y="7343"/>
                  </a:lnTo>
                  <a:lnTo>
                    <a:pt x="2429" y="7343"/>
                  </a:lnTo>
                  <a:lnTo>
                    <a:pt x="2429" y="3240"/>
                  </a:lnTo>
                  <a:close/>
                  <a:moveTo>
                    <a:pt x="1620" y="7325"/>
                  </a:moveTo>
                  <a:lnTo>
                    <a:pt x="1620" y="8152"/>
                  </a:lnTo>
                  <a:lnTo>
                    <a:pt x="3257" y="8152"/>
                  </a:lnTo>
                  <a:lnTo>
                    <a:pt x="3257" y="9772"/>
                  </a:lnTo>
                  <a:lnTo>
                    <a:pt x="809" y="9772"/>
                  </a:lnTo>
                  <a:lnTo>
                    <a:pt x="809" y="7325"/>
                  </a:lnTo>
                  <a:close/>
                  <a:moveTo>
                    <a:pt x="4877" y="8152"/>
                  </a:moveTo>
                  <a:lnTo>
                    <a:pt x="4877" y="9772"/>
                  </a:lnTo>
                  <a:lnTo>
                    <a:pt x="4068" y="9772"/>
                  </a:lnTo>
                  <a:lnTo>
                    <a:pt x="4068" y="8152"/>
                  </a:lnTo>
                  <a:close/>
                  <a:moveTo>
                    <a:pt x="6496" y="8152"/>
                  </a:moveTo>
                  <a:lnTo>
                    <a:pt x="6496" y="9772"/>
                  </a:lnTo>
                  <a:lnTo>
                    <a:pt x="5687" y="9772"/>
                  </a:lnTo>
                  <a:lnTo>
                    <a:pt x="5687" y="8152"/>
                  </a:lnTo>
                  <a:close/>
                  <a:moveTo>
                    <a:pt x="9772" y="7325"/>
                  </a:moveTo>
                  <a:lnTo>
                    <a:pt x="9772" y="9772"/>
                  </a:lnTo>
                  <a:lnTo>
                    <a:pt x="7307" y="9772"/>
                  </a:lnTo>
                  <a:lnTo>
                    <a:pt x="7307" y="8152"/>
                  </a:lnTo>
                  <a:lnTo>
                    <a:pt x="8963" y="8152"/>
                  </a:lnTo>
                  <a:lnTo>
                    <a:pt x="8963" y="7325"/>
                  </a:lnTo>
                  <a:close/>
                  <a:moveTo>
                    <a:pt x="0" y="1"/>
                  </a:moveTo>
                  <a:lnTo>
                    <a:pt x="0" y="10583"/>
                  </a:lnTo>
                  <a:lnTo>
                    <a:pt x="10582" y="10583"/>
                  </a:lnTo>
                  <a:lnTo>
                    <a:pt x="10582"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20"/>
            <p:cNvSpPr/>
            <p:nvPr/>
          </p:nvSpPr>
          <p:spPr>
            <a:xfrm>
              <a:off x="7367220" y="2949169"/>
              <a:ext cx="110849" cy="67093"/>
            </a:xfrm>
            <a:custGeom>
              <a:avLst/>
              <a:gdLst/>
              <a:ahLst/>
              <a:cxnLst/>
              <a:rect l="l" t="t" r="r" b="b"/>
              <a:pathLst>
                <a:path w="4104" h="2484" extrusionOk="0">
                  <a:moveTo>
                    <a:pt x="3293" y="811"/>
                  </a:moveTo>
                  <a:lnTo>
                    <a:pt x="3293" y="1675"/>
                  </a:lnTo>
                  <a:lnTo>
                    <a:pt x="810" y="1675"/>
                  </a:lnTo>
                  <a:lnTo>
                    <a:pt x="810" y="811"/>
                  </a:lnTo>
                  <a:close/>
                  <a:moveTo>
                    <a:pt x="1" y="0"/>
                  </a:moveTo>
                  <a:lnTo>
                    <a:pt x="1" y="2484"/>
                  </a:lnTo>
                  <a:lnTo>
                    <a:pt x="4104" y="2484"/>
                  </a:lnTo>
                  <a:lnTo>
                    <a:pt x="410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4" name="Google Shape;2814;p120"/>
          <p:cNvGrpSpPr/>
          <p:nvPr/>
        </p:nvGrpSpPr>
        <p:grpSpPr>
          <a:xfrm>
            <a:off x="8032179" y="2796077"/>
            <a:ext cx="373818" cy="373332"/>
            <a:chOff x="8032179" y="2796077"/>
            <a:chExt cx="373818" cy="373332"/>
          </a:xfrm>
        </p:grpSpPr>
        <p:sp>
          <p:nvSpPr>
            <p:cNvPr id="2815" name="Google Shape;2815;p120"/>
            <p:cNvSpPr/>
            <p:nvPr/>
          </p:nvSpPr>
          <p:spPr>
            <a:xfrm>
              <a:off x="8032179" y="2796077"/>
              <a:ext cx="373818" cy="373332"/>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120"/>
            <p:cNvSpPr/>
            <p:nvPr/>
          </p:nvSpPr>
          <p:spPr>
            <a:xfrm>
              <a:off x="8114830" y="2933611"/>
              <a:ext cx="208517" cy="184262"/>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7" name="Google Shape;2817;p120"/>
          <p:cNvGrpSpPr/>
          <p:nvPr/>
        </p:nvGrpSpPr>
        <p:grpSpPr>
          <a:xfrm>
            <a:off x="8032179" y="2173874"/>
            <a:ext cx="398614" cy="351454"/>
            <a:chOff x="8032179" y="2173874"/>
            <a:chExt cx="398614" cy="351454"/>
          </a:xfrm>
        </p:grpSpPr>
        <p:sp>
          <p:nvSpPr>
            <p:cNvPr id="2818" name="Google Shape;2818;p120"/>
            <p:cNvSpPr/>
            <p:nvPr/>
          </p:nvSpPr>
          <p:spPr>
            <a:xfrm>
              <a:off x="8032179" y="2173874"/>
              <a:ext cx="398614" cy="351454"/>
            </a:xfrm>
            <a:custGeom>
              <a:avLst/>
              <a:gdLst/>
              <a:ahLst/>
              <a:cxnLst/>
              <a:rect l="l" t="t" r="r" b="b"/>
              <a:pathLst>
                <a:path w="14758" h="13012" extrusionOk="0">
                  <a:moveTo>
                    <a:pt x="10439" y="865"/>
                  </a:moveTo>
                  <a:lnTo>
                    <a:pt x="10439" y="1728"/>
                  </a:lnTo>
                  <a:lnTo>
                    <a:pt x="4337" y="1728"/>
                  </a:lnTo>
                  <a:lnTo>
                    <a:pt x="4337" y="865"/>
                  </a:lnTo>
                  <a:close/>
                  <a:moveTo>
                    <a:pt x="1297" y="2609"/>
                  </a:moveTo>
                  <a:cubicBezTo>
                    <a:pt x="1548" y="2609"/>
                    <a:pt x="1746" y="2808"/>
                    <a:pt x="1746" y="3041"/>
                  </a:cubicBezTo>
                  <a:cubicBezTo>
                    <a:pt x="1746" y="3276"/>
                    <a:pt x="1548" y="3473"/>
                    <a:pt x="1297" y="3473"/>
                  </a:cubicBezTo>
                  <a:cubicBezTo>
                    <a:pt x="1062" y="3473"/>
                    <a:pt x="865" y="3276"/>
                    <a:pt x="865" y="3041"/>
                  </a:cubicBezTo>
                  <a:cubicBezTo>
                    <a:pt x="865" y="2808"/>
                    <a:pt x="1062" y="2609"/>
                    <a:pt x="1297" y="2609"/>
                  </a:cubicBezTo>
                  <a:close/>
                  <a:moveTo>
                    <a:pt x="13462" y="2609"/>
                  </a:moveTo>
                  <a:cubicBezTo>
                    <a:pt x="13695" y="2609"/>
                    <a:pt x="13894" y="2808"/>
                    <a:pt x="13894" y="3041"/>
                  </a:cubicBezTo>
                  <a:cubicBezTo>
                    <a:pt x="13894" y="3276"/>
                    <a:pt x="13695" y="3473"/>
                    <a:pt x="13462" y="3473"/>
                  </a:cubicBezTo>
                  <a:cubicBezTo>
                    <a:pt x="13227" y="3473"/>
                    <a:pt x="13030" y="3276"/>
                    <a:pt x="13030" y="3041"/>
                  </a:cubicBezTo>
                  <a:cubicBezTo>
                    <a:pt x="13030" y="2808"/>
                    <a:pt x="13227" y="2609"/>
                    <a:pt x="13462" y="2609"/>
                  </a:cubicBezTo>
                  <a:close/>
                  <a:moveTo>
                    <a:pt x="1297" y="6065"/>
                  </a:moveTo>
                  <a:cubicBezTo>
                    <a:pt x="1548" y="6065"/>
                    <a:pt x="1746" y="6263"/>
                    <a:pt x="1746" y="6497"/>
                  </a:cubicBezTo>
                  <a:cubicBezTo>
                    <a:pt x="1746" y="6731"/>
                    <a:pt x="1548" y="6929"/>
                    <a:pt x="1297" y="6929"/>
                  </a:cubicBezTo>
                  <a:cubicBezTo>
                    <a:pt x="1062" y="6929"/>
                    <a:pt x="865" y="6731"/>
                    <a:pt x="865" y="6497"/>
                  </a:cubicBezTo>
                  <a:cubicBezTo>
                    <a:pt x="865" y="6263"/>
                    <a:pt x="1062" y="6065"/>
                    <a:pt x="1297" y="6065"/>
                  </a:cubicBezTo>
                  <a:close/>
                  <a:moveTo>
                    <a:pt x="13462" y="6065"/>
                  </a:moveTo>
                  <a:cubicBezTo>
                    <a:pt x="13695" y="6065"/>
                    <a:pt x="13894" y="6263"/>
                    <a:pt x="13894" y="6497"/>
                  </a:cubicBezTo>
                  <a:cubicBezTo>
                    <a:pt x="13894" y="6731"/>
                    <a:pt x="13695" y="6929"/>
                    <a:pt x="13462" y="6929"/>
                  </a:cubicBezTo>
                  <a:cubicBezTo>
                    <a:pt x="13227" y="6929"/>
                    <a:pt x="13030" y="6731"/>
                    <a:pt x="13030" y="6497"/>
                  </a:cubicBezTo>
                  <a:cubicBezTo>
                    <a:pt x="13030" y="6263"/>
                    <a:pt x="13227" y="6065"/>
                    <a:pt x="13462" y="6065"/>
                  </a:cubicBezTo>
                  <a:close/>
                  <a:moveTo>
                    <a:pt x="1297" y="9520"/>
                  </a:moveTo>
                  <a:cubicBezTo>
                    <a:pt x="1548" y="9520"/>
                    <a:pt x="1746" y="9719"/>
                    <a:pt x="1746" y="9952"/>
                  </a:cubicBezTo>
                  <a:cubicBezTo>
                    <a:pt x="1746" y="10204"/>
                    <a:pt x="1548" y="10384"/>
                    <a:pt x="1297" y="10384"/>
                  </a:cubicBezTo>
                  <a:cubicBezTo>
                    <a:pt x="1062" y="10384"/>
                    <a:pt x="865" y="10204"/>
                    <a:pt x="865" y="9952"/>
                  </a:cubicBezTo>
                  <a:cubicBezTo>
                    <a:pt x="865" y="9719"/>
                    <a:pt x="1062" y="9520"/>
                    <a:pt x="1297" y="9520"/>
                  </a:cubicBezTo>
                  <a:close/>
                  <a:moveTo>
                    <a:pt x="13462" y="9520"/>
                  </a:moveTo>
                  <a:cubicBezTo>
                    <a:pt x="13695" y="9520"/>
                    <a:pt x="13894" y="9719"/>
                    <a:pt x="13894" y="9952"/>
                  </a:cubicBezTo>
                  <a:cubicBezTo>
                    <a:pt x="13894" y="10204"/>
                    <a:pt x="13695" y="10384"/>
                    <a:pt x="13462" y="10384"/>
                  </a:cubicBezTo>
                  <a:cubicBezTo>
                    <a:pt x="13227" y="10384"/>
                    <a:pt x="13030" y="10204"/>
                    <a:pt x="13030" y="9952"/>
                  </a:cubicBezTo>
                  <a:cubicBezTo>
                    <a:pt x="13030" y="9719"/>
                    <a:pt x="13227" y="9520"/>
                    <a:pt x="13462" y="9520"/>
                  </a:cubicBezTo>
                  <a:close/>
                  <a:moveTo>
                    <a:pt x="10439" y="2592"/>
                  </a:moveTo>
                  <a:lnTo>
                    <a:pt x="10439" y="10420"/>
                  </a:lnTo>
                  <a:lnTo>
                    <a:pt x="4337" y="10420"/>
                  </a:lnTo>
                  <a:lnTo>
                    <a:pt x="4337" y="2592"/>
                  </a:lnTo>
                  <a:close/>
                  <a:moveTo>
                    <a:pt x="10439" y="11284"/>
                  </a:moveTo>
                  <a:lnTo>
                    <a:pt x="10439" y="12148"/>
                  </a:lnTo>
                  <a:lnTo>
                    <a:pt x="4337" y="12148"/>
                  </a:lnTo>
                  <a:lnTo>
                    <a:pt x="4337" y="11284"/>
                  </a:lnTo>
                  <a:close/>
                  <a:moveTo>
                    <a:pt x="3473" y="1"/>
                  </a:moveTo>
                  <a:lnTo>
                    <a:pt x="3473" y="2609"/>
                  </a:lnTo>
                  <a:lnTo>
                    <a:pt x="2520" y="2609"/>
                  </a:lnTo>
                  <a:cubicBezTo>
                    <a:pt x="2340" y="2106"/>
                    <a:pt x="1872" y="1746"/>
                    <a:pt x="1297" y="1746"/>
                  </a:cubicBezTo>
                  <a:cubicBezTo>
                    <a:pt x="594" y="1746"/>
                    <a:pt x="1" y="2321"/>
                    <a:pt x="1" y="3041"/>
                  </a:cubicBezTo>
                  <a:cubicBezTo>
                    <a:pt x="1" y="3761"/>
                    <a:pt x="594" y="4337"/>
                    <a:pt x="1297" y="4337"/>
                  </a:cubicBezTo>
                  <a:cubicBezTo>
                    <a:pt x="1872" y="4337"/>
                    <a:pt x="2340" y="3977"/>
                    <a:pt x="2520" y="3473"/>
                  </a:cubicBezTo>
                  <a:lnTo>
                    <a:pt x="3473" y="3473"/>
                  </a:lnTo>
                  <a:lnTo>
                    <a:pt x="3473" y="6065"/>
                  </a:lnTo>
                  <a:lnTo>
                    <a:pt x="2520" y="6065"/>
                  </a:lnTo>
                  <a:cubicBezTo>
                    <a:pt x="2340" y="5561"/>
                    <a:pt x="1872" y="5201"/>
                    <a:pt x="1297" y="5201"/>
                  </a:cubicBezTo>
                  <a:cubicBezTo>
                    <a:pt x="594" y="5201"/>
                    <a:pt x="1" y="5796"/>
                    <a:pt x="1" y="6497"/>
                  </a:cubicBezTo>
                  <a:cubicBezTo>
                    <a:pt x="1" y="7217"/>
                    <a:pt x="594" y="7792"/>
                    <a:pt x="1297" y="7792"/>
                  </a:cubicBezTo>
                  <a:cubicBezTo>
                    <a:pt x="1872" y="7792"/>
                    <a:pt x="2340" y="7432"/>
                    <a:pt x="2520" y="6929"/>
                  </a:cubicBezTo>
                  <a:lnTo>
                    <a:pt x="3473" y="6929"/>
                  </a:lnTo>
                  <a:lnTo>
                    <a:pt x="3473" y="9520"/>
                  </a:lnTo>
                  <a:lnTo>
                    <a:pt x="2520" y="9520"/>
                  </a:lnTo>
                  <a:cubicBezTo>
                    <a:pt x="2340" y="9016"/>
                    <a:pt x="1872" y="8656"/>
                    <a:pt x="1297" y="8656"/>
                  </a:cubicBezTo>
                  <a:cubicBezTo>
                    <a:pt x="594" y="8656"/>
                    <a:pt x="1" y="9251"/>
                    <a:pt x="1" y="9952"/>
                  </a:cubicBezTo>
                  <a:cubicBezTo>
                    <a:pt x="1" y="10672"/>
                    <a:pt x="594" y="11266"/>
                    <a:pt x="1297" y="11266"/>
                  </a:cubicBezTo>
                  <a:cubicBezTo>
                    <a:pt x="1872" y="11266"/>
                    <a:pt x="2340" y="10888"/>
                    <a:pt x="2520" y="10384"/>
                  </a:cubicBezTo>
                  <a:lnTo>
                    <a:pt x="3473" y="10384"/>
                  </a:lnTo>
                  <a:lnTo>
                    <a:pt x="3473" y="13011"/>
                  </a:lnTo>
                  <a:lnTo>
                    <a:pt x="11303" y="13011"/>
                  </a:lnTo>
                  <a:lnTo>
                    <a:pt x="11303" y="10384"/>
                  </a:lnTo>
                  <a:lnTo>
                    <a:pt x="12238" y="10384"/>
                  </a:lnTo>
                  <a:cubicBezTo>
                    <a:pt x="12418" y="10888"/>
                    <a:pt x="12886" y="11266"/>
                    <a:pt x="13462" y="11266"/>
                  </a:cubicBezTo>
                  <a:cubicBezTo>
                    <a:pt x="14182" y="11266"/>
                    <a:pt x="14758" y="10672"/>
                    <a:pt x="14758" y="9952"/>
                  </a:cubicBezTo>
                  <a:cubicBezTo>
                    <a:pt x="14758" y="9251"/>
                    <a:pt x="14182" y="8656"/>
                    <a:pt x="13462" y="8656"/>
                  </a:cubicBezTo>
                  <a:cubicBezTo>
                    <a:pt x="12886" y="8656"/>
                    <a:pt x="12418" y="9016"/>
                    <a:pt x="12238" y="9520"/>
                  </a:cubicBezTo>
                  <a:lnTo>
                    <a:pt x="11303" y="9520"/>
                  </a:lnTo>
                  <a:lnTo>
                    <a:pt x="11303" y="6929"/>
                  </a:lnTo>
                  <a:lnTo>
                    <a:pt x="12238" y="6929"/>
                  </a:lnTo>
                  <a:cubicBezTo>
                    <a:pt x="12418" y="7432"/>
                    <a:pt x="12886" y="7792"/>
                    <a:pt x="13462" y="7792"/>
                  </a:cubicBezTo>
                  <a:cubicBezTo>
                    <a:pt x="14182" y="7792"/>
                    <a:pt x="14758" y="7217"/>
                    <a:pt x="14758" y="6497"/>
                  </a:cubicBezTo>
                  <a:cubicBezTo>
                    <a:pt x="14758" y="5796"/>
                    <a:pt x="14182" y="5201"/>
                    <a:pt x="13462" y="5201"/>
                  </a:cubicBezTo>
                  <a:cubicBezTo>
                    <a:pt x="12886" y="5201"/>
                    <a:pt x="12418" y="5561"/>
                    <a:pt x="12238" y="6065"/>
                  </a:cubicBezTo>
                  <a:lnTo>
                    <a:pt x="11303" y="6065"/>
                  </a:lnTo>
                  <a:lnTo>
                    <a:pt x="11303" y="3473"/>
                  </a:lnTo>
                  <a:lnTo>
                    <a:pt x="12238" y="3473"/>
                  </a:lnTo>
                  <a:cubicBezTo>
                    <a:pt x="12418" y="3977"/>
                    <a:pt x="12886" y="4337"/>
                    <a:pt x="13462" y="4337"/>
                  </a:cubicBezTo>
                  <a:cubicBezTo>
                    <a:pt x="14182" y="4337"/>
                    <a:pt x="14758" y="3761"/>
                    <a:pt x="14758" y="3041"/>
                  </a:cubicBezTo>
                  <a:cubicBezTo>
                    <a:pt x="14758" y="2321"/>
                    <a:pt x="14182" y="1746"/>
                    <a:pt x="13462" y="1746"/>
                  </a:cubicBezTo>
                  <a:cubicBezTo>
                    <a:pt x="12886" y="1746"/>
                    <a:pt x="12418" y="2106"/>
                    <a:pt x="12238" y="2609"/>
                  </a:cubicBezTo>
                  <a:lnTo>
                    <a:pt x="11303" y="2609"/>
                  </a:lnTo>
                  <a:lnTo>
                    <a:pt x="1130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120"/>
            <p:cNvSpPr/>
            <p:nvPr/>
          </p:nvSpPr>
          <p:spPr>
            <a:xfrm>
              <a:off x="8173144" y="2302685"/>
              <a:ext cx="70037" cy="93347"/>
            </a:xfrm>
            <a:custGeom>
              <a:avLst/>
              <a:gdLst/>
              <a:ahLst/>
              <a:cxnLst/>
              <a:rect l="l" t="t" r="r" b="b"/>
              <a:pathLst>
                <a:path w="2593" h="3456" extrusionOk="0">
                  <a:moveTo>
                    <a:pt x="1728" y="864"/>
                  </a:moveTo>
                  <a:lnTo>
                    <a:pt x="1728" y="1728"/>
                  </a:lnTo>
                  <a:lnTo>
                    <a:pt x="865" y="1728"/>
                  </a:lnTo>
                  <a:lnTo>
                    <a:pt x="865" y="864"/>
                  </a:lnTo>
                  <a:close/>
                  <a:moveTo>
                    <a:pt x="1" y="0"/>
                  </a:moveTo>
                  <a:lnTo>
                    <a:pt x="1" y="3455"/>
                  </a:lnTo>
                  <a:lnTo>
                    <a:pt x="865" y="3455"/>
                  </a:lnTo>
                  <a:lnTo>
                    <a:pt x="865" y="2591"/>
                  </a:lnTo>
                  <a:lnTo>
                    <a:pt x="1728" y="2591"/>
                  </a:lnTo>
                  <a:lnTo>
                    <a:pt x="1728" y="3455"/>
                  </a:lnTo>
                  <a:lnTo>
                    <a:pt x="2592" y="3455"/>
                  </a:lnTo>
                  <a:lnTo>
                    <a:pt x="259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120"/>
            <p:cNvSpPr/>
            <p:nvPr/>
          </p:nvSpPr>
          <p:spPr>
            <a:xfrm>
              <a:off x="8266491" y="2302685"/>
              <a:ext cx="23337" cy="93347"/>
            </a:xfrm>
            <a:custGeom>
              <a:avLst/>
              <a:gdLst/>
              <a:ahLst/>
              <a:cxnLst/>
              <a:rect l="l" t="t" r="r" b="b"/>
              <a:pathLst>
                <a:path w="864" h="3456" extrusionOk="0">
                  <a:moveTo>
                    <a:pt x="0" y="0"/>
                  </a:moveTo>
                  <a:lnTo>
                    <a:pt x="0" y="3455"/>
                  </a:lnTo>
                  <a:lnTo>
                    <a:pt x="864" y="3455"/>
                  </a:lnTo>
                  <a:lnTo>
                    <a:pt x="86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1" name="Google Shape;2821;p120"/>
          <p:cNvGrpSpPr/>
          <p:nvPr/>
        </p:nvGrpSpPr>
        <p:grpSpPr>
          <a:xfrm>
            <a:off x="8032179" y="1626057"/>
            <a:ext cx="375304" cy="263969"/>
            <a:chOff x="8032179" y="1626057"/>
            <a:chExt cx="375304" cy="263969"/>
          </a:xfrm>
        </p:grpSpPr>
        <p:sp>
          <p:nvSpPr>
            <p:cNvPr id="2822" name="Google Shape;2822;p120"/>
            <p:cNvSpPr/>
            <p:nvPr/>
          </p:nvSpPr>
          <p:spPr>
            <a:xfrm>
              <a:off x="8032179" y="1626057"/>
              <a:ext cx="375304" cy="263969"/>
            </a:xfrm>
            <a:custGeom>
              <a:avLst/>
              <a:gdLst/>
              <a:ahLst/>
              <a:cxnLst/>
              <a:rect l="l" t="t" r="r" b="b"/>
              <a:pathLst>
                <a:path w="13895" h="9773" extrusionOk="0">
                  <a:moveTo>
                    <a:pt x="6947" y="811"/>
                  </a:moveTo>
                  <a:cubicBezTo>
                    <a:pt x="9808" y="811"/>
                    <a:pt x="12292" y="4014"/>
                    <a:pt x="12922" y="4878"/>
                  </a:cubicBezTo>
                  <a:cubicBezTo>
                    <a:pt x="12292" y="5759"/>
                    <a:pt x="9808" y="8962"/>
                    <a:pt x="6947" y="8962"/>
                  </a:cubicBezTo>
                  <a:cubicBezTo>
                    <a:pt x="4085" y="8962"/>
                    <a:pt x="1620" y="5759"/>
                    <a:pt x="990" y="4878"/>
                  </a:cubicBezTo>
                  <a:cubicBezTo>
                    <a:pt x="1602" y="4014"/>
                    <a:pt x="4085" y="811"/>
                    <a:pt x="6947" y="811"/>
                  </a:cubicBezTo>
                  <a:close/>
                  <a:moveTo>
                    <a:pt x="6947" y="0"/>
                  </a:moveTo>
                  <a:cubicBezTo>
                    <a:pt x="6065" y="0"/>
                    <a:pt x="5148" y="252"/>
                    <a:pt x="4248" y="739"/>
                  </a:cubicBezTo>
                  <a:cubicBezTo>
                    <a:pt x="3528" y="1134"/>
                    <a:pt x="2808" y="1674"/>
                    <a:pt x="2106" y="2358"/>
                  </a:cubicBezTo>
                  <a:cubicBezTo>
                    <a:pt x="918" y="3491"/>
                    <a:pt x="181" y="4607"/>
                    <a:pt x="145" y="4662"/>
                  </a:cubicBezTo>
                  <a:lnTo>
                    <a:pt x="1" y="4878"/>
                  </a:lnTo>
                  <a:lnTo>
                    <a:pt x="145" y="5111"/>
                  </a:lnTo>
                  <a:cubicBezTo>
                    <a:pt x="181" y="5147"/>
                    <a:pt x="918" y="6281"/>
                    <a:pt x="2106" y="7415"/>
                  </a:cubicBezTo>
                  <a:cubicBezTo>
                    <a:pt x="2808" y="8098"/>
                    <a:pt x="3528" y="8638"/>
                    <a:pt x="4248" y="9017"/>
                  </a:cubicBezTo>
                  <a:cubicBezTo>
                    <a:pt x="5148" y="9521"/>
                    <a:pt x="6065" y="9773"/>
                    <a:pt x="6947" y="9773"/>
                  </a:cubicBezTo>
                  <a:cubicBezTo>
                    <a:pt x="7829" y="9773"/>
                    <a:pt x="8747" y="9521"/>
                    <a:pt x="9664" y="9017"/>
                  </a:cubicBezTo>
                  <a:cubicBezTo>
                    <a:pt x="10367" y="8638"/>
                    <a:pt x="11087" y="8098"/>
                    <a:pt x="11806" y="7415"/>
                  </a:cubicBezTo>
                  <a:cubicBezTo>
                    <a:pt x="12994" y="6281"/>
                    <a:pt x="13714" y="5147"/>
                    <a:pt x="13750" y="5111"/>
                  </a:cubicBezTo>
                  <a:lnTo>
                    <a:pt x="13894" y="4878"/>
                  </a:lnTo>
                  <a:lnTo>
                    <a:pt x="13750" y="4662"/>
                  </a:lnTo>
                  <a:cubicBezTo>
                    <a:pt x="13714" y="4607"/>
                    <a:pt x="12994" y="3491"/>
                    <a:pt x="11806" y="2358"/>
                  </a:cubicBezTo>
                  <a:cubicBezTo>
                    <a:pt x="11087" y="1674"/>
                    <a:pt x="10367" y="1134"/>
                    <a:pt x="9664" y="739"/>
                  </a:cubicBezTo>
                  <a:cubicBezTo>
                    <a:pt x="8747" y="252"/>
                    <a:pt x="7829" y="0"/>
                    <a:pt x="694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120"/>
            <p:cNvSpPr/>
            <p:nvPr/>
          </p:nvSpPr>
          <p:spPr>
            <a:xfrm>
              <a:off x="8131819" y="1669787"/>
              <a:ext cx="175997" cy="175997"/>
            </a:xfrm>
            <a:custGeom>
              <a:avLst/>
              <a:gdLst/>
              <a:ahLst/>
              <a:cxnLst/>
              <a:rect l="l" t="t" r="r" b="b"/>
              <a:pathLst>
                <a:path w="6516" h="6516" extrusionOk="0">
                  <a:moveTo>
                    <a:pt x="2862" y="847"/>
                  </a:moveTo>
                  <a:lnTo>
                    <a:pt x="2862" y="1836"/>
                  </a:lnTo>
                  <a:cubicBezTo>
                    <a:pt x="2611" y="1891"/>
                    <a:pt x="2395" y="2016"/>
                    <a:pt x="2215" y="2196"/>
                  </a:cubicBezTo>
                  <a:lnTo>
                    <a:pt x="1368" y="1711"/>
                  </a:lnTo>
                  <a:cubicBezTo>
                    <a:pt x="1747" y="1260"/>
                    <a:pt x="2268" y="955"/>
                    <a:pt x="2862" y="847"/>
                  </a:cubicBezTo>
                  <a:close/>
                  <a:moveTo>
                    <a:pt x="3672" y="847"/>
                  </a:moveTo>
                  <a:cubicBezTo>
                    <a:pt x="4266" y="955"/>
                    <a:pt x="4770" y="1260"/>
                    <a:pt x="5147" y="1711"/>
                  </a:cubicBezTo>
                  <a:lnTo>
                    <a:pt x="4302" y="2196"/>
                  </a:lnTo>
                  <a:cubicBezTo>
                    <a:pt x="4122" y="2016"/>
                    <a:pt x="3906" y="1891"/>
                    <a:pt x="3672" y="1836"/>
                  </a:cubicBezTo>
                  <a:lnTo>
                    <a:pt x="3672" y="847"/>
                  </a:lnTo>
                  <a:close/>
                  <a:moveTo>
                    <a:pt x="3258" y="2592"/>
                  </a:moveTo>
                  <a:cubicBezTo>
                    <a:pt x="3636" y="2592"/>
                    <a:pt x="3942" y="2899"/>
                    <a:pt x="3942" y="3259"/>
                  </a:cubicBezTo>
                  <a:cubicBezTo>
                    <a:pt x="3942" y="3636"/>
                    <a:pt x="3636" y="3943"/>
                    <a:pt x="3258" y="3943"/>
                  </a:cubicBezTo>
                  <a:cubicBezTo>
                    <a:pt x="2880" y="3943"/>
                    <a:pt x="2575" y="3636"/>
                    <a:pt x="2575" y="3259"/>
                  </a:cubicBezTo>
                  <a:cubicBezTo>
                    <a:pt x="2575" y="2899"/>
                    <a:pt x="2880" y="2592"/>
                    <a:pt x="3258" y="2592"/>
                  </a:cubicBezTo>
                  <a:close/>
                  <a:moveTo>
                    <a:pt x="972" y="2412"/>
                  </a:moveTo>
                  <a:lnTo>
                    <a:pt x="1819" y="2899"/>
                  </a:lnTo>
                  <a:cubicBezTo>
                    <a:pt x="1783" y="3024"/>
                    <a:pt x="1764" y="3132"/>
                    <a:pt x="1764" y="3259"/>
                  </a:cubicBezTo>
                  <a:cubicBezTo>
                    <a:pt x="1764" y="3384"/>
                    <a:pt x="1783" y="3511"/>
                    <a:pt x="1819" y="3636"/>
                  </a:cubicBezTo>
                  <a:lnTo>
                    <a:pt x="972" y="4123"/>
                  </a:lnTo>
                  <a:cubicBezTo>
                    <a:pt x="864" y="3852"/>
                    <a:pt x="811" y="3564"/>
                    <a:pt x="811" y="3259"/>
                  </a:cubicBezTo>
                  <a:cubicBezTo>
                    <a:pt x="811" y="2971"/>
                    <a:pt x="864" y="2683"/>
                    <a:pt x="972" y="2412"/>
                  </a:cubicBezTo>
                  <a:close/>
                  <a:moveTo>
                    <a:pt x="5562" y="2412"/>
                  </a:moveTo>
                  <a:cubicBezTo>
                    <a:pt x="5651" y="2683"/>
                    <a:pt x="5706" y="2971"/>
                    <a:pt x="5706" y="3259"/>
                  </a:cubicBezTo>
                  <a:cubicBezTo>
                    <a:pt x="5706" y="3564"/>
                    <a:pt x="5651" y="3852"/>
                    <a:pt x="5562" y="4123"/>
                  </a:cubicBezTo>
                  <a:lnTo>
                    <a:pt x="4715" y="3636"/>
                  </a:lnTo>
                  <a:cubicBezTo>
                    <a:pt x="4734" y="3511"/>
                    <a:pt x="4751" y="3384"/>
                    <a:pt x="4751" y="3259"/>
                  </a:cubicBezTo>
                  <a:cubicBezTo>
                    <a:pt x="4751" y="3132"/>
                    <a:pt x="4734" y="3024"/>
                    <a:pt x="4715" y="2899"/>
                  </a:cubicBezTo>
                  <a:lnTo>
                    <a:pt x="5562" y="2412"/>
                  </a:lnTo>
                  <a:close/>
                  <a:moveTo>
                    <a:pt x="2215" y="4339"/>
                  </a:moveTo>
                  <a:cubicBezTo>
                    <a:pt x="2395" y="4500"/>
                    <a:pt x="2611" y="4626"/>
                    <a:pt x="2862" y="4698"/>
                  </a:cubicBezTo>
                  <a:lnTo>
                    <a:pt x="2862" y="5670"/>
                  </a:lnTo>
                  <a:cubicBezTo>
                    <a:pt x="2268" y="5580"/>
                    <a:pt x="1747" y="5274"/>
                    <a:pt x="1368" y="4824"/>
                  </a:cubicBezTo>
                  <a:lnTo>
                    <a:pt x="2215" y="4339"/>
                  </a:lnTo>
                  <a:close/>
                  <a:moveTo>
                    <a:pt x="4302" y="4339"/>
                  </a:moveTo>
                  <a:lnTo>
                    <a:pt x="5147" y="4824"/>
                  </a:lnTo>
                  <a:cubicBezTo>
                    <a:pt x="4770" y="5274"/>
                    <a:pt x="4266" y="5580"/>
                    <a:pt x="3672" y="5670"/>
                  </a:cubicBezTo>
                  <a:lnTo>
                    <a:pt x="3672" y="4698"/>
                  </a:lnTo>
                  <a:cubicBezTo>
                    <a:pt x="3906" y="4626"/>
                    <a:pt x="4122" y="4500"/>
                    <a:pt x="4302" y="4339"/>
                  </a:cubicBezTo>
                  <a:close/>
                  <a:moveTo>
                    <a:pt x="3258" y="1"/>
                  </a:moveTo>
                  <a:cubicBezTo>
                    <a:pt x="1459" y="1"/>
                    <a:pt x="0" y="1459"/>
                    <a:pt x="0" y="3259"/>
                  </a:cubicBezTo>
                  <a:cubicBezTo>
                    <a:pt x="0" y="5058"/>
                    <a:pt x="1459" y="6515"/>
                    <a:pt x="3258" y="6515"/>
                  </a:cubicBezTo>
                  <a:cubicBezTo>
                    <a:pt x="5058" y="6515"/>
                    <a:pt x="6515" y="5058"/>
                    <a:pt x="6515" y="3259"/>
                  </a:cubicBezTo>
                  <a:cubicBezTo>
                    <a:pt x="6515" y="1459"/>
                    <a:pt x="5058" y="1"/>
                    <a:pt x="3258"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4" name="Google Shape;2824;p120"/>
          <p:cNvGrpSpPr/>
          <p:nvPr/>
        </p:nvGrpSpPr>
        <p:grpSpPr>
          <a:xfrm>
            <a:off x="8032179" y="3393430"/>
            <a:ext cx="277096" cy="398641"/>
            <a:chOff x="8032179" y="3393430"/>
            <a:chExt cx="277096" cy="398641"/>
          </a:xfrm>
        </p:grpSpPr>
        <p:sp>
          <p:nvSpPr>
            <p:cNvPr id="2825" name="Google Shape;2825;p120"/>
            <p:cNvSpPr/>
            <p:nvPr/>
          </p:nvSpPr>
          <p:spPr>
            <a:xfrm>
              <a:off x="8032179" y="3596167"/>
              <a:ext cx="277096" cy="195904"/>
            </a:xfrm>
            <a:custGeom>
              <a:avLst/>
              <a:gdLst/>
              <a:ahLst/>
              <a:cxnLst/>
              <a:rect l="l" t="t" r="r" b="b"/>
              <a:pathLst>
                <a:path w="10259" h="7253" extrusionOk="0">
                  <a:moveTo>
                    <a:pt x="9395" y="864"/>
                  </a:moveTo>
                  <a:lnTo>
                    <a:pt x="9395" y="2016"/>
                  </a:lnTo>
                  <a:lnTo>
                    <a:pt x="865" y="2016"/>
                  </a:lnTo>
                  <a:lnTo>
                    <a:pt x="865" y="864"/>
                  </a:lnTo>
                  <a:close/>
                  <a:moveTo>
                    <a:pt x="8747" y="2880"/>
                  </a:moveTo>
                  <a:lnTo>
                    <a:pt x="6425" y="5039"/>
                  </a:lnTo>
                  <a:lnTo>
                    <a:pt x="6425" y="6388"/>
                  </a:lnTo>
                  <a:lnTo>
                    <a:pt x="3833" y="6388"/>
                  </a:lnTo>
                  <a:lnTo>
                    <a:pt x="3833" y="5039"/>
                  </a:lnTo>
                  <a:lnTo>
                    <a:pt x="1530" y="2880"/>
                  </a:lnTo>
                  <a:close/>
                  <a:moveTo>
                    <a:pt x="1" y="0"/>
                  </a:moveTo>
                  <a:lnTo>
                    <a:pt x="1" y="2628"/>
                  </a:lnTo>
                  <a:lnTo>
                    <a:pt x="2969" y="5416"/>
                  </a:lnTo>
                  <a:lnTo>
                    <a:pt x="2969" y="7252"/>
                  </a:lnTo>
                  <a:lnTo>
                    <a:pt x="7289" y="7252"/>
                  </a:lnTo>
                  <a:lnTo>
                    <a:pt x="7289" y="5416"/>
                  </a:lnTo>
                  <a:lnTo>
                    <a:pt x="10259" y="2628"/>
                  </a:lnTo>
                  <a:lnTo>
                    <a:pt x="1025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120"/>
            <p:cNvSpPr/>
            <p:nvPr/>
          </p:nvSpPr>
          <p:spPr>
            <a:xfrm>
              <a:off x="8133764" y="3393430"/>
              <a:ext cx="77789" cy="77816"/>
            </a:xfrm>
            <a:custGeom>
              <a:avLst/>
              <a:gdLst/>
              <a:ahLst/>
              <a:cxnLst/>
              <a:rect l="l" t="t" r="r" b="b"/>
              <a:pathLst>
                <a:path w="2880" h="2881" extrusionOk="0">
                  <a:moveTo>
                    <a:pt x="2016" y="865"/>
                  </a:moveTo>
                  <a:lnTo>
                    <a:pt x="2016" y="2017"/>
                  </a:lnTo>
                  <a:lnTo>
                    <a:pt x="864" y="2017"/>
                  </a:lnTo>
                  <a:lnTo>
                    <a:pt x="864" y="865"/>
                  </a:lnTo>
                  <a:close/>
                  <a:moveTo>
                    <a:pt x="0" y="1"/>
                  </a:moveTo>
                  <a:lnTo>
                    <a:pt x="0" y="2880"/>
                  </a:lnTo>
                  <a:lnTo>
                    <a:pt x="2880" y="2880"/>
                  </a:lnTo>
                  <a:lnTo>
                    <a:pt x="288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120"/>
            <p:cNvSpPr/>
            <p:nvPr/>
          </p:nvSpPr>
          <p:spPr>
            <a:xfrm>
              <a:off x="8032179" y="3471218"/>
              <a:ext cx="78275" cy="77789"/>
            </a:xfrm>
            <a:custGeom>
              <a:avLst/>
              <a:gdLst/>
              <a:ahLst/>
              <a:cxnLst/>
              <a:rect l="l" t="t" r="r" b="b"/>
              <a:pathLst>
                <a:path w="2898" h="2880" extrusionOk="0">
                  <a:moveTo>
                    <a:pt x="2034" y="864"/>
                  </a:moveTo>
                  <a:lnTo>
                    <a:pt x="2034" y="2016"/>
                  </a:lnTo>
                  <a:lnTo>
                    <a:pt x="865" y="2016"/>
                  </a:lnTo>
                  <a:lnTo>
                    <a:pt x="865" y="864"/>
                  </a:lnTo>
                  <a:close/>
                  <a:moveTo>
                    <a:pt x="1" y="0"/>
                  </a:moveTo>
                  <a:lnTo>
                    <a:pt x="1" y="2880"/>
                  </a:lnTo>
                  <a:lnTo>
                    <a:pt x="2898" y="2880"/>
                  </a:lnTo>
                  <a:lnTo>
                    <a:pt x="289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120"/>
            <p:cNvSpPr/>
            <p:nvPr/>
          </p:nvSpPr>
          <p:spPr>
            <a:xfrm>
              <a:off x="8188189" y="3494555"/>
              <a:ext cx="77816" cy="78302"/>
            </a:xfrm>
            <a:custGeom>
              <a:avLst/>
              <a:gdLst/>
              <a:ahLst/>
              <a:cxnLst/>
              <a:rect l="l" t="t" r="r" b="b"/>
              <a:pathLst>
                <a:path w="2881" h="2899" extrusionOk="0">
                  <a:moveTo>
                    <a:pt x="2017" y="864"/>
                  </a:moveTo>
                  <a:lnTo>
                    <a:pt x="2017" y="2016"/>
                  </a:lnTo>
                  <a:lnTo>
                    <a:pt x="865" y="2016"/>
                  </a:lnTo>
                  <a:lnTo>
                    <a:pt x="865" y="864"/>
                  </a:lnTo>
                  <a:close/>
                  <a:moveTo>
                    <a:pt x="1" y="0"/>
                  </a:moveTo>
                  <a:lnTo>
                    <a:pt x="1" y="2898"/>
                  </a:lnTo>
                  <a:lnTo>
                    <a:pt x="2880" y="2898"/>
                  </a:lnTo>
                  <a:lnTo>
                    <a:pt x="288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9" name="Google Shape;2829;p120"/>
          <p:cNvGrpSpPr/>
          <p:nvPr/>
        </p:nvGrpSpPr>
        <p:grpSpPr>
          <a:xfrm>
            <a:off x="7235465" y="3393430"/>
            <a:ext cx="349563" cy="349563"/>
            <a:chOff x="7235465" y="3393430"/>
            <a:chExt cx="349563" cy="349563"/>
          </a:xfrm>
        </p:grpSpPr>
        <p:sp>
          <p:nvSpPr>
            <p:cNvPr id="2830" name="Google Shape;2830;p120"/>
            <p:cNvSpPr/>
            <p:nvPr/>
          </p:nvSpPr>
          <p:spPr>
            <a:xfrm>
              <a:off x="7235465" y="3393430"/>
              <a:ext cx="349563" cy="349563"/>
            </a:xfrm>
            <a:custGeom>
              <a:avLst/>
              <a:gdLst/>
              <a:ahLst/>
              <a:cxnLst/>
              <a:rect l="l" t="t" r="r" b="b"/>
              <a:pathLst>
                <a:path w="12942" h="12942" extrusionOk="0">
                  <a:moveTo>
                    <a:pt x="1585" y="3708"/>
                  </a:moveTo>
                  <a:cubicBezTo>
                    <a:pt x="1549" y="3960"/>
                    <a:pt x="1531" y="4212"/>
                    <a:pt x="1531" y="4483"/>
                  </a:cubicBezTo>
                  <a:cubicBezTo>
                    <a:pt x="1531" y="4735"/>
                    <a:pt x="1549" y="4987"/>
                    <a:pt x="1585" y="5239"/>
                  </a:cubicBezTo>
                  <a:lnTo>
                    <a:pt x="776" y="5239"/>
                  </a:lnTo>
                  <a:lnTo>
                    <a:pt x="776" y="3708"/>
                  </a:lnTo>
                  <a:close/>
                  <a:moveTo>
                    <a:pt x="12185" y="3708"/>
                  </a:moveTo>
                  <a:lnTo>
                    <a:pt x="12185" y="5239"/>
                  </a:lnTo>
                  <a:lnTo>
                    <a:pt x="11357" y="5239"/>
                  </a:lnTo>
                  <a:cubicBezTo>
                    <a:pt x="11393" y="4987"/>
                    <a:pt x="11429" y="4735"/>
                    <a:pt x="11429" y="4483"/>
                  </a:cubicBezTo>
                  <a:cubicBezTo>
                    <a:pt x="11429" y="4212"/>
                    <a:pt x="11393" y="3960"/>
                    <a:pt x="11357" y="3708"/>
                  </a:cubicBezTo>
                  <a:close/>
                  <a:moveTo>
                    <a:pt x="6948" y="757"/>
                  </a:moveTo>
                  <a:cubicBezTo>
                    <a:pt x="8999" y="757"/>
                    <a:pt x="10674" y="2431"/>
                    <a:pt x="10674" y="4483"/>
                  </a:cubicBezTo>
                  <a:cubicBezTo>
                    <a:pt x="10674" y="6516"/>
                    <a:pt x="8999" y="8190"/>
                    <a:pt x="6948" y="8190"/>
                  </a:cubicBezTo>
                  <a:lnTo>
                    <a:pt x="5994" y="8190"/>
                  </a:lnTo>
                  <a:cubicBezTo>
                    <a:pt x="3943" y="8190"/>
                    <a:pt x="2287" y="6516"/>
                    <a:pt x="2287" y="4483"/>
                  </a:cubicBezTo>
                  <a:cubicBezTo>
                    <a:pt x="2287" y="2431"/>
                    <a:pt x="3943" y="757"/>
                    <a:pt x="5994" y="757"/>
                  </a:cubicBezTo>
                  <a:close/>
                  <a:moveTo>
                    <a:pt x="7236" y="8946"/>
                  </a:moveTo>
                  <a:lnTo>
                    <a:pt x="7236" y="9702"/>
                  </a:lnTo>
                  <a:lnTo>
                    <a:pt x="5724" y="9702"/>
                  </a:lnTo>
                  <a:lnTo>
                    <a:pt x="5724" y="8946"/>
                  </a:lnTo>
                  <a:close/>
                  <a:moveTo>
                    <a:pt x="10763" y="10458"/>
                  </a:moveTo>
                  <a:lnTo>
                    <a:pt x="11285" y="12185"/>
                  </a:lnTo>
                  <a:lnTo>
                    <a:pt x="1657" y="12185"/>
                  </a:lnTo>
                  <a:lnTo>
                    <a:pt x="2179" y="10458"/>
                  </a:lnTo>
                  <a:close/>
                  <a:moveTo>
                    <a:pt x="1" y="1"/>
                  </a:moveTo>
                  <a:lnTo>
                    <a:pt x="1" y="5994"/>
                  </a:lnTo>
                  <a:lnTo>
                    <a:pt x="1783" y="5994"/>
                  </a:lnTo>
                  <a:cubicBezTo>
                    <a:pt x="2304" y="7398"/>
                    <a:pt x="3492" y="8478"/>
                    <a:pt x="4951" y="8819"/>
                  </a:cubicBezTo>
                  <a:lnTo>
                    <a:pt x="4951" y="9702"/>
                  </a:lnTo>
                  <a:lnTo>
                    <a:pt x="1621" y="9702"/>
                  </a:lnTo>
                  <a:lnTo>
                    <a:pt x="632" y="12941"/>
                  </a:lnTo>
                  <a:lnTo>
                    <a:pt x="12310" y="12941"/>
                  </a:lnTo>
                  <a:lnTo>
                    <a:pt x="11321" y="9702"/>
                  </a:lnTo>
                  <a:lnTo>
                    <a:pt x="7991" y="9702"/>
                  </a:lnTo>
                  <a:lnTo>
                    <a:pt x="7991" y="8819"/>
                  </a:lnTo>
                  <a:cubicBezTo>
                    <a:pt x="9467" y="8478"/>
                    <a:pt x="10655" y="7398"/>
                    <a:pt x="11159" y="5994"/>
                  </a:cubicBezTo>
                  <a:lnTo>
                    <a:pt x="12941" y="5994"/>
                  </a:lnTo>
                  <a:lnTo>
                    <a:pt x="12941" y="1"/>
                  </a:lnTo>
                  <a:lnTo>
                    <a:pt x="12185" y="1"/>
                  </a:lnTo>
                  <a:lnTo>
                    <a:pt x="12185" y="2952"/>
                  </a:lnTo>
                  <a:lnTo>
                    <a:pt x="11159" y="2952"/>
                  </a:lnTo>
                  <a:cubicBezTo>
                    <a:pt x="10530" y="1243"/>
                    <a:pt x="8891" y="1"/>
                    <a:pt x="6948" y="1"/>
                  </a:cubicBezTo>
                  <a:lnTo>
                    <a:pt x="5994" y="1"/>
                  </a:lnTo>
                  <a:cubicBezTo>
                    <a:pt x="4068" y="1"/>
                    <a:pt x="2412" y="1243"/>
                    <a:pt x="1783" y="2952"/>
                  </a:cubicBezTo>
                  <a:lnTo>
                    <a:pt x="776" y="2952"/>
                  </a:lnTo>
                  <a:lnTo>
                    <a:pt x="77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120"/>
            <p:cNvSpPr/>
            <p:nvPr/>
          </p:nvSpPr>
          <p:spPr>
            <a:xfrm>
              <a:off x="7317657" y="3434269"/>
              <a:ext cx="185694" cy="159980"/>
            </a:xfrm>
            <a:custGeom>
              <a:avLst/>
              <a:gdLst/>
              <a:ahLst/>
              <a:cxnLst/>
              <a:rect l="l" t="t" r="r" b="b"/>
              <a:pathLst>
                <a:path w="6875" h="5923" extrusionOk="0">
                  <a:moveTo>
                    <a:pt x="3905" y="757"/>
                  </a:moveTo>
                  <a:cubicBezTo>
                    <a:pt x="5128" y="757"/>
                    <a:pt x="6100" y="1747"/>
                    <a:pt x="6100" y="2971"/>
                  </a:cubicBezTo>
                  <a:cubicBezTo>
                    <a:pt x="6100" y="4176"/>
                    <a:pt x="5128" y="5166"/>
                    <a:pt x="3905" y="5166"/>
                  </a:cubicBezTo>
                  <a:lnTo>
                    <a:pt x="2951" y="5166"/>
                  </a:lnTo>
                  <a:cubicBezTo>
                    <a:pt x="1745" y="5166"/>
                    <a:pt x="756" y="4176"/>
                    <a:pt x="756" y="2971"/>
                  </a:cubicBezTo>
                  <a:cubicBezTo>
                    <a:pt x="756" y="1747"/>
                    <a:pt x="1745" y="757"/>
                    <a:pt x="2951" y="757"/>
                  </a:cubicBezTo>
                  <a:close/>
                  <a:moveTo>
                    <a:pt x="2951" y="1"/>
                  </a:moveTo>
                  <a:cubicBezTo>
                    <a:pt x="1332" y="1"/>
                    <a:pt x="0" y="1332"/>
                    <a:pt x="0" y="2971"/>
                  </a:cubicBezTo>
                  <a:cubicBezTo>
                    <a:pt x="0" y="4590"/>
                    <a:pt x="1332" y="5922"/>
                    <a:pt x="2951" y="5922"/>
                  </a:cubicBezTo>
                  <a:lnTo>
                    <a:pt x="3905" y="5922"/>
                  </a:lnTo>
                  <a:cubicBezTo>
                    <a:pt x="5543" y="5922"/>
                    <a:pt x="6875" y="4590"/>
                    <a:pt x="6875" y="2971"/>
                  </a:cubicBezTo>
                  <a:cubicBezTo>
                    <a:pt x="6875" y="1332"/>
                    <a:pt x="5543" y="1"/>
                    <a:pt x="3905"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120"/>
            <p:cNvSpPr/>
            <p:nvPr/>
          </p:nvSpPr>
          <p:spPr>
            <a:xfrm>
              <a:off x="7434313" y="3504279"/>
              <a:ext cx="20447" cy="20420"/>
            </a:xfrm>
            <a:custGeom>
              <a:avLst/>
              <a:gdLst/>
              <a:ahLst/>
              <a:cxnLst/>
              <a:rect l="l" t="t" r="r" b="b"/>
              <a:pathLst>
                <a:path w="757" h="756" extrusionOk="0">
                  <a:moveTo>
                    <a:pt x="0" y="0"/>
                  </a:moveTo>
                  <a:lnTo>
                    <a:pt x="0" y="756"/>
                  </a:lnTo>
                  <a:lnTo>
                    <a:pt x="756" y="756"/>
                  </a:lnTo>
                  <a:lnTo>
                    <a:pt x="75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120"/>
            <p:cNvSpPr/>
            <p:nvPr/>
          </p:nvSpPr>
          <p:spPr>
            <a:xfrm>
              <a:off x="7366248" y="3504279"/>
              <a:ext cx="20447" cy="20420"/>
            </a:xfrm>
            <a:custGeom>
              <a:avLst/>
              <a:gdLst/>
              <a:ahLst/>
              <a:cxnLst/>
              <a:rect l="l" t="t" r="r" b="b"/>
              <a:pathLst>
                <a:path w="757" h="756" extrusionOk="0">
                  <a:moveTo>
                    <a:pt x="1" y="0"/>
                  </a:moveTo>
                  <a:lnTo>
                    <a:pt x="1" y="756"/>
                  </a:lnTo>
                  <a:lnTo>
                    <a:pt x="757" y="756"/>
                  </a:lnTo>
                  <a:lnTo>
                    <a:pt x="75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4" name="Google Shape;2834;p120"/>
          <p:cNvGrpSpPr/>
          <p:nvPr/>
        </p:nvGrpSpPr>
        <p:grpSpPr>
          <a:xfrm>
            <a:off x="6439265" y="3393430"/>
            <a:ext cx="373359" cy="422923"/>
            <a:chOff x="6439265" y="3393430"/>
            <a:chExt cx="373359" cy="422923"/>
          </a:xfrm>
        </p:grpSpPr>
        <p:sp>
          <p:nvSpPr>
            <p:cNvPr id="2835" name="Google Shape;2835;p120"/>
            <p:cNvSpPr/>
            <p:nvPr/>
          </p:nvSpPr>
          <p:spPr>
            <a:xfrm>
              <a:off x="6554948" y="3477836"/>
              <a:ext cx="146367" cy="135347"/>
            </a:xfrm>
            <a:custGeom>
              <a:avLst/>
              <a:gdLst/>
              <a:ahLst/>
              <a:cxnLst/>
              <a:rect l="l" t="t" r="r" b="b"/>
              <a:pathLst>
                <a:path w="5419" h="5011" extrusionOk="0">
                  <a:moveTo>
                    <a:pt x="3556" y="912"/>
                  </a:moveTo>
                  <a:cubicBezTo>
                    <a:pt x="3754" y="912"/>
                    <a:pt x="3952" y="989"/>
                    <a:pt x="4104" y="1142"/>
                  </a:cubicBezTo>
                  <a:cubicBezTo>
                    <a:pt x="4411" y="1447"/>
                    <a:pt x="4411" y="1934"/>
                    <a:pt x="4104" y="2239"/>
                  </a:cubicBezTo>
                  <a:lnTo>
                    <a:pt x="2628" y="3715"/>
                  </a:lnTo>
                  <a:lnTo>
                    <a:pt x="1135" y="2239"/>
                  </a:lnTo>
                  <a:cubicBezTo>
                    <a:pt x="991" y="2095"/>
                    <a:pt x="919" y="1898"/>
                    <a:pt x="919" y="1682"/>
                  </a:cubicBezTo>
                  <a:cubicBezTo>
                    <a:pt x="919" y="1483"/>
                    <a:pt x="991" y="1286"/>
                    <a:pt x="1135" y="1142"/>
                  </a:cubicBezTo>
                  <a:cubicBezTo>
                    <a:pt x="1297" y="998"/>
                    <a:pt x="1477" y="926"/>
                    <a:pt x="1675" y="926"/>
                  </a:cubicBezTo>
                  <a:cubicBezTo>
                    <a:pt x="1873" y="926"/>
                    <a:pt x="2071" y="998"/>
                    <a:pt x="2233" y="1142"/>
                  </a:cubicBezTo>
                  <a:lnTo>
                    <a:pt x="2628" y="1538"/>
                  </a:lnTo>
                  <a:lnTo>
                    <a:pt x="3007" y="1142"/>
                  </a:lnTo>
                  <a:cubicBezTo>
                    <a:pt x="3160" y="989"/>
                    <a:pt x="3358" y="912"/>
                    <a:pt x="3556" y="912"/>
                  </a:cubicBezTo>
                  <a:close/>
                  <a:moveTo>
                    <a:pt x="1688" y="0"/>
                  </a:moveTo>
                  <a:cubicBezTo>
                    <a:pt x="1252" y="0"/>
                    <a:pt x="817" y="165"/>
                    <a:pt x="488" y="494"/>
                  </a:cubicBezTo>
                  <a:cubicBezTo>
                    <a:pt x="164" y="818"/>
                    <a:pt x="1" y="1231"/>
                    <a:pt x="1" y="1682"/>
                  </a:cubicBezTo>
                  <a:cubicBezTo>
                    <a:pt x="1" y="2131"/>
                    <a:pt x="164" y="2563"/>
                    <a:pt x="488" y="2887"/>
                  </a:cubicBezTo>
                  <a:lnTo>
                    <a:pt x="2628" y="5010"/>
                  </a:lnTo>
                  <a:lnTo>
                    <a:pt x="4752" y="2887"/>
                  </a:lnTo>
                  <a:cubicBezTo>
                    <a:pt x="5419" y="2222"/>
                    <a:pt x="5419" y="1159"/>
                    <a:pt x="4752" y="494"/>
                  </a:cubicBezTo>
                  <a:cubicBezTo>
                    <a:pt x="4423" y="165"/>
                    <a:pt x="3988" y="0"/>
                    <a:pt x="3555" y="0"/>
                  </a:cubicBezTo>
                  <a:cubicBezTo>
                    <a:pt x="3230" y="0"/>
                    <a:pt x="2906" y="93"/>
                    <a:pt x="2628" y="278"/>
                  </a:cubicBezTo>
                  <a:cubicBezTo>
                    <a:pt x="2343" y="93"/>
                    <a:pt x="2015" y="0"/>
                    <a:pt x="168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120"/>
            <p:cNvSpPr/>
            <p:nvPr/>
          </p:nvSpPr>
          <p:spPr>
            <a:xfrm>
              <a:off x="6439265" y="3393430"/>
              <a:ext cx="373359" cy="422923"/>
            </a:xfrm>
            <a:custGeom>
              <a:avLst/>
              <a:gdLst/>
              <a:ahLst/>
              <a:cxnLst/>
              <a:rect l="l" t="t" r="r" b="b"/>
              <a:pathLst>
                <a:path w="13823" h="15658" extrusionOk="0">
                  <a:moveTo>
                    <a:pt x="2448" y="4932"/>
                  </a:moveTo>
                  <a:lnTo>
                    <a:pt x="2448" y="6156"/>
                  </a:lnTo>
                  <a:lnTo>
                    <a:pt x="1531" y="6156"/>
                  </a:lnTo>
                  <a:lnTo>
                    <a:pt x="1531" y="4932"/>
                  </a:lnTo>
                  <a:close/>
                  <a:moveTo>
                    <a:pt x="12293" y="4932"/>
                  </a:moveTo>
                  <a:lnTo>
                    <a:pt x="12293" y="6156"/>
                  </a:lnTo>
                  <a:lnTo>
                    <a:pt x="11357" y="6156"/>
                  </a:lnTo>
                  <a:lnTo>
                    <a:pt x="11357" y="4932"/>
                  </a:lnTo>
                  <a:close/>
                  <a:moveTo>
                    <a:pt x="6911" y="919"/>
                  </a:moveTo>
                  <a:cubicBezTo>
                    <a:pt x="8855" y="919"/>
                    <a:pt x="10457" y="2503"/>
                    <a:pt x="10457" y="4464"/>
                  </a:cubicBezTo>
                  <a:lnTo>
                    <a:pt x="10457" y="6606"/>
                  </a:lnTo>
                  <a:cubicBezTo>
                    <a:pt x="10457" y="8567"/>
                    <a:pt x="8855" y="10151"/>
                    <a:pt x="6911" y="10151"/>
                  </a:cubicBezTo>
                  <a:cubicBezTo>
                    <a:pt x="4951" y="10151"/>
                    <a:pt x="3367" y="8567"/>
                    <a:pt x="3367" y="6606"/>
                  </a:cubicBezTo>
                  <a:lnTo>
                    <a:pt x="3367" y="4464"/>
                  </a:lnTo>
                  <a:cubicBezTo>
                    <a:pt x="3367" y="2503"/>
                    <a:pt x="4951" y="919"/>
                    <a:pt x="6911" y="919"/>
                  </a:cubicBezTo>
                  <a:close/>
                  <a:moveTo>
                    <a:pt x="9611" y="10151"/>
                  </a:moveTo>
                  <a:cubicBezTo>
                    <a:pt x="10007" y="10170"/>
                    <a:pt x="10403" y="10259"/>
                    <a:pt x="10763" y="10403"/>
                  </a:cubicBezTo>
                  <a:lnTo>
                    <a:pt x="10763" y="12598"/>
                  </a:lnTo>
                  <a:lnTo>
                    <a:pt x="3060" y="12598"/>
                  </a:lnTo>
                  <a:lnTo>
                    <a:pt x="3060" y="10403"/>
                  </a:lnTo>
                  <a:cubicBezTo>
                    <a:pt x="3403" y="10259"/>
                    <a:pt x="3799" y="10170"/>
                    <a:pt x="4195" y="10151"/>
                  </a:cubicBezTo>
                  <a:cubicBezTo>
                    <a:pt x="4951" y="10727"/>
                    <a:pt x="5886" y="11069"/>
                    <a:pt x="6911" y="11069"/>
                  </a:cubicBezTo>
                  <a:cubicBezTo>
                    <a:pt x="7919" y="11069"/>
                    <a:pt x="8855" y="10727"/>
                    <a:pt x="9611" y="10151"/>
                  </a:cubicBezTo>
                  <a:close/>
                  <a:moveTo>
                    <a:pt x="2143" y="10979"/>
                  </a:moveTo>
                  <a:lnTo>
                    <a:pt x="2143" y="14741"/>
                  </a:lnTo>
                  <a:lnTo>
                    <a:pt x="919" y="14741"/>
                  </a:lnTo>
                  <a:lnTo>
                    <a:pt x="919" y="13606"/>
                  </a:lnTo>
                  <a:cubicBezTo>
                    <a:pt x="919" y="12545"/>
                    <a:pt x="1387" y="11609"/>
                    <a:pt x="2143" y="10979"/>
                  </a:cubicBezTo>
                  <a:close/>
                  <a:moveTo>
                    <a:pt x="10763" y="13517"/>
                  </a:moveTo>
                  <a:lnTo>
                    <a:pt x="10763" y="14741"/>
                  </a:lnTo>
                  <a:lnTo>
                    <a:pt x="3060" y="14741"/>
                  </a:lnTo>
                  <a:lnTo>
                    <a:pt x="3060" y="13517"/>
                  </a:lnTo>
                  <a:close/>
                  <a:moveTo>
                    <a:pt x="11662" y="10979"/>
                  </a:moveTo>
                  <a:cubicBezTo>
                    <a:pt x="12418" y="11609"/>
                    <a:pt x="12905" y="12545"/>
                    <a:pt x="12905" y="13606"/>
                  </a:cubicBezTo>
                  <a:lnTo>
                    <a:pt x="12905" y="14741"/>
                  </a:lnTo>
                  <a:lnTo>
                    <a:pt x="11662" y="14741"/>
                  </a:lnTo>
                  <a:lnTo>
                    <a:pt x="11662" y="10979"/>
                  </a:lnTo>
                  <a:close/>
                  <a:moveTo>
                    <a:pt x="6911" y="1"/>
                  </a:moveTo>
                  <a:cubicBezTo>
                    <a:pt x="4591" y="1"/>
                    <a:pt x="2700" y="1765"/>
                    <a:pt x="2467" y="4015"/>
                  </a:cubicBezTo>
                  <a:lnTo>
                    <a:pt x="613" y="4015"/>
                  </a:lnTo>
                  <a:lnTo>
                    <a:pt x="613" y="7074"/>
                  </a:lnTo>
                  <a:lnTo>
                    <a:pt x="2467" y="7074"/>
                  </a:lnTo>
                  <a:cubicBezTo>
                    <a:pt x="2556" y="7919"/>
                    <a:pt x="2880" y="8694"/>
                    <a:pt x="3384" y="9342"/>
                  </a:cubicBezTo>
                  <a:cubicBezTo>
                    <a:pt x="2592" y="9522"/>
                    <a:pt x="1855" y="9935"/>
                    <a:pt x="1261" y="10511"/>
                  </a:cubicBezTo>
                  <a:cubicBezTo>
                    <a:pt x="451" y="11339"/>
                    <a:pt x="1" y="12437"/>
                    <a:pt x="1" y="13606"/>
                  </a:cubicBezTo>
                  <a:lnTo>
                    <a:pt x="1" y="15658"/>
                  </a:lnTo>
                  <a:lnTo>
                    <a:pt x="13822" y="15658"/>
                  </a:lnTo>
                  <a:lnTo>
                    <a:pt x="13822" y="13606"/>
                  </a:lnTo>
                  <a:cubicBezTo>
                    <a:pt x="13822" y="12437"/>
                    <a:pt x="13354" y="11339"/>
                    <a:pt x="12545" y="10511"/>
                  </a:cubicBezTo>
                  <a:cubicBezTo>
                    <a:pt x="11950" y="9935"/>
                    <a:pt x="11213" y="9522"/>
                    <a:pt x="10421" y="9342"/>
                  </a:cubicBezTo>
                  <a:cubicBezTo>
                    <a:pt x="10925" y="8694"/>
                    <a:pt x="11249" y="7919"/>
                    <a:pt x="11339" y="7074"/>
                  </a:cubicBezTo>
                  <a:lnTo>
                    <a:pt x="13210" y="7074"/>
                  </a:lnTo>
                  <a:lnTo>
                    <a:pt x="13210" y="4015"/>
                  </a:lnTo>
                  <a:lnTo>
                    <a:pt x="11339" y="4015"/>
                  </a:lnTo>
                  <a:cubicBezTo>
                    <a:pt x="11105" y="1765"/>
                    <a:pt x="9215" y="1"/>
                    <a:pt x="691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7" name="Google Shape;2837;p120"/>
          <p:cNvGrpSpPr/>
          <p:nvPr/>
        </p:nvGrpSpPr>
        <p:grpSpPr>
          <a:xfrm>
            <a:off x="6439265" y="4016145"/>
            <a:ext cx="387458" cy="341704"/>
            <a:chOff x="6439265" y="4016145"/>
            <a:chExt cx="387458" cy="341704"/>
          </a:xfrm>
        </p:grpSpPr>
        <p:sp>
          <p:nvSpPr>
            <p:cNvPr id="2838" name="Google Shape;2838;p120"/>
            <p:cNvSpPr/>
            <p:nvPr/>
          </p:nvSpPr>
          <p:spPr>
            <a:xfrm>
              <a:off x="6439265" y="4016145"/>
              <a:ext cx="387458" cy="341704"/>
            </a:xfrm>
            <a:custGeom>
              <a:avLst/>
              <a:gdLst/>
              <a:ahLst/>
              <a:cxnLst/>
              <a:rect l="l" t="t" r="r" b="b"/>
              <a:pathLst>
                <a:path w="14345" h="12651" extrusionOk="0">
                  <a:moveTo>
                    <a:pt x="13498" y="828"/>
                  </a:moveTo>
                  <a:lnTo>
                    <a:pt x="13498" y="8458"/>
                  </a:lnTo>
                  <a:lnTo>
                    <a:pt x="829" y="8458"/>
                  </a:lnTo>
                  <a:lnTo>
                    <a:pt x="829" y="828"/>
                  </a:lnTo>
                  <a:close/>
                  <a:moveTo>
                    <a:pt x="13498" y="9286"/>
                  </a:moveTo>
                  <a:lnTo>
                    <a:pt x="13498" y="10131"/>
                  </a:lnTo>
                  <a:lnTo>
                    <a:pt x="829" y="10131"/>
                  </a:lnTo>
                  <a:lnTo>
                    <a:pt x="829" y="9286"/>
                  </a:lnTo>
                  <a:close/>
                  <a:moveTo>
                    <a:pt x="8567" y="10978"/>
                  </a:moveTo>
                  <a:lnTo>
                    <a:pt x="8567" y="11823"/>
                  </a:lnTo>
                  <a:lnTo>
                    <a:pt x="5760" y="11823"/>
                  </a:lnTo>
                  <a:lnTo>
                    <a:pt x="5760" y="10978"/>
                  </a:lnTo>
                  <a:close/>
                  <a:moveTo>
                    <a:pt x="1" y="0"/>
                  </a:moveTo>
                  <a:lnTo>
                    <a:pt x="1" y="10978"/>
                  </a:lnTo>
                  <a:lnTo>
                    <a:pt x="4932" y="10978"/>
                  </a:lnTo>
                  <a:lnTo>
                    <a:pt x="4932" y="11823"/>
                  </a:lnTo>
                  <a:lnTo>
                    <a:pt x="3799" y="11823"/>
                  </a:lnTo>
                  <a:lnTo>
                    <a:pt x="3799" y="12651"/>
                  </a:lnTo>
                  <a:lnTo>
                    <a:pt x="10529" y="12651"/>
                  </a:lnTo>
                  <a:lnTo>
                    <a:pt x="10529" y="11823"/>
                  </a:lnTo>
                  <a:lnTo>
                    <a:pt x="9414" y="11823"/>
                  </a:lnTo>
                  <a:lnTo>
                    <a:pt x="9414" y="10978"/>
                  </a:lnTo>
                  <a:lnTo>
                    <a:pt x="14345" y="10978"/>
                  </a:lnTo>
                  <a:lnTo>
                    <a:pt x="14345"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120"/>
            <p:cNvSpPr/>
            <p:nvPr/>
          </p:nvSpPr>
          <p:spPr>
            <a:xfrm>
              <a:off x="6560323" y="4061333"/>
              <a:ext cx="144882" cy="160412"/>
            </a:xfrm>
            <a:custGeom>
              <a:avLst/>
              <a:gdLst/>
              <a:ahLst/>
              <a:cxnLst/>
              <a:rect l="l" t="t" r="r" b="b"/>
              <a:pathLst>
                <a:path w="5364" h="5939" extrusionOk="0">
                  <a:moveTo>
                    <a:pt x="3924" y="1692"/>
                  </a:moveTo>
                  <a:cubicBezTo>
                    <a:pt x="3636" y="2034"/>
                    <a:pt x="3257" y="2304"/>
                    <a:pt x="2808" y="2484"/>
                  </a:cubicBezTo>
                  <a:lnTo>
                    <a:pt x="2681" y="2520"/>
                  </a:lnTo>
                  <a:lnTo>
                    <a:pt x="2573" y="2484"/>
                  </a:lnTo>
                  <a:cubicBezTo>
                    <a:pt x="2124" y="2304"/>
                    <a:pt x="1746" y="2034"/>
                    <a:pt x="1458" y="1692"/>
                  </a:cubicBezTo>
                  <a:close/>
                  <a:moveTo>
                    <a:pt x="2681" y="3419"/>
                  </a:moveTo>
                  <a:lnTo>
                    <a:pt x="2808" y="3455"/>
                  </a:lnTo>
                  <a:cubicBezTo>
                    <a:pt x="3257" y="3635"/>
                    <a:pt x="3636" y="3906"/>
                    <a:pt x="3924" y="4247"/>
                  </a:cubicBezTo>
                  <a:lnTo>
                    <a:pt x="1458" y="4247"/>
                  </a:lnTo>
                  <a:cubicBezTo>
                    <a:pt x="1746" y="3906"/>
                    <a:pt x="2124" y="3635"/>
                    <a:pt x="2573" y="3455"/>
                  </a:cubicBezTo>
                  <a:lnTo>
                    <a:pt x="2681" y="3419"/>
                  </a:lnTo>
                  <a:close/>
                  <a:moveTo>
                    <a:pt x="1" y="0"/>
                  </a:moveTo>
                  <a:cubicBezTo>
                    <a:pt x="1" y="720"/>
                    <a:pt x="217" y="1404"/>
                    <a:pt x="630" y="1980"/>
                  </a:cubicBezTo>
                  <a:cubicBezTo>
                    <a:pt x="900" y="2394"/>
                    <a:pt x="1260" y="2718"/>
                    <a:pt x="1674" y="2970"/>
                  </a:cubicBezTo>
                  <a:cubicBezTo>
                    <a:pt x="1260" y="3222"/>
                    <a:pt x="900" y="3546"/>
                    <a:pt x="630" y="3959"/>
                  </a:cubicBezTo>
                  <a:cubicBezTo>
                    <a:pt x="217" y="4535"/>
                    <a:pt x="1" y="5219"/>
                    <a:pt x="1" y="5939"/>
                  </a:cubicBezTo>
                  <a:lnTo>
                    <a:pt x="846" y="5939"/>
                  </a:lnTo>
                  <a:cubicBezTo>
                    <a:pt x="846" y="5651"/>
                    <a:pt x="900" y="5363"/>
                    <a:pt x="990" y="5094"/>
                  </a:cubicBezTo>
                  <a:lnTo>
                    <a:pt x="4392" y="5094"/>
                  </a:lnTo>
                  <a:cubicBezTo>
                    <a:pt x="4481" y="5363"/>
                    <a:pt x="4536" y="5651"/>
                    <a:pt x="4536" y="5939"/>
                  </a:cubicBezTo>
                  <a:lnTo>
                    <a:pt x="5364" y="5939"/>
                  </a:lnTo>
                  <a:cubicBezTo>
                    <a:pt x="5364" y="5219"/>
                    <a:pt x="5148" y="4535"/>
                    <a:pt x="4752" y="3959"/>
                  </a:cubicBezTo>
                  <a:cubicBezTo>
                    <a:pt x="4464" y="3546"/>
                    <a:pt x="4121" y="3222"/>
                    <a:pt x="3708" y="2970"/>
                  </a:cubicBezTo>
                  <a:cubicBezTo>
                    <a:pt x="4121" y="2718"/>
                    <a:pt x="4464" y="2394"/>
                    <a:pt x="4752" y="1980"/>
                  </a:cubicBezTo>
                  <a:cubicBezTo>
                    <a:pt x="5148" y="1404"/>
                    <a:pt x="5364" y="720"/>
                    <a:pt x="5364" y="0"/>
                  </a:cubicBezTo>
                  <a:lnTo>
                    <a:pt x="4536" y="0"/>
                  </a:lnTo>
                  <a:cubicBezTo>
                    <a:pt x="4536" y="288"/>
                    <a:pt x="4481" y="576"/>
                    <a:pt x="4392" y="847"/>
                  </a:cubicBezTo>
                  <a:lnTo>
                    <a:pt x="990" y="847"/>
                  </a:lnTo>
                  <a:cubicBezTo>
                    <a:pt x="900" y="576"/>
                    <a:pt x="846" y="288"/>
                    <a:pt x="84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0" name="Google Shape;2840;p120"/>
          <p:cNvGrpSpPr/>
          <p:nvPr/>
        </p:nvGrpSpPr>
        <p:grpSpPr>
          <a:xfrm>
            <a:off x="7235465" y="4016145"/>
            <a:ext cx="373845" cy="329576"/>
            <a:chOff x="7235465" y="4016145"/>
            <a:chExt cx="373845" cy="329576"/>
          </a:xfrm>
        </p:grpSpPr>
        <p:sp>
          <p:nvSpPr>
            <p:cNvPr id="2841" name="Google Shape;2841;p120"/>
            <p:cNvSpPr/>
            <p:nvPr/>
          </p:nvSpPr>
          <p:spPr>
            <a:xfrm>
              <a:off x="7235465" y="4016145"/>
              <a:ext cx="373845" cy="329576"/>
            </a:xfrm>
            <a:custGeom>
              <a:avLst/>
              <a:gdLst/>
              <a:ahLst/>
              <a:cxnLst/>
              <a:rect l="l" t="t" r="r" b="b"/>
              <a:pathLst>
                <a:path w="13841" h="12202" extrusionOk="0">
                  <a:moveTo>
                    <a:pt x="13030" y="809"/>
                  </a:moveTo>
                  <a:lnTo>
                    <a:pt x="13030" y="8134"/>
                  </a:lnTo>
                  <a:lnTo>
                    <a:pt x="829" y="8134"/>
                  </a:lnTo>
                  <a:lnTo>
                    <a:pt x="829" y="809"/>
                  </a:lnTo>
                  <a:close/>
                  <a:moveTo>
                    <a:pt x="13030" y="8944"/>
                  </a:moveTo>
                  <a:lnTo>
                    <a:pt x="13030" y="9771"/>
                  </a:lnTo>
                  <a:lnTo>
                    <a:pt x="829" y="9771"/>
                  </a:lnTo>
                  <a:lnTo>
                    <a:pt x="829" y="8944"/>
                  </a:lnTo>
                  <a:close/>
                  <a:moveTo>
                    <a:pt x="8279" y="10582"/>
                  </a:moveTo>
                  <a:lnTo>
                    <a:pt x="8279" y="11391"/>
                  </a:lnTo>
                  <a:lnTo>
                    <a:pt x="5580" y="11391"/>
                  </a:lnTo>
                  <a:lnTo>
                    <a:pt x="5580" y="10582"/>
                  </a:lnTo>
                  <a:close/>
                  <a:moveTo>
                    <a:pt x="1" y="0"/>
                  </a:moveTo>
                  <a:lnTo>
                    <a:pt x="1" y="10582"/>
                  </a:lnTo>
                  <a:lnTo>
                    <a:pt x="4752" y="10582"/>
                  </a:lnTo>
                  <a:lnTo>
                    <a:pt x="4752" y="11391"/>
                  </a:lnTo>
                  <a:lnTo>
                    <a:pt x="3672" y="11391"/>
                  </a:lnTo>
                  <a:lnTo>
                    <a:pt x="3672" y="12202"/>
                  </a:lnTo>
                  <a:lnTo>
                    <a:pt x="10170" y="12202"/>
                  </a:lnTo>
                  <a:lnTo>
                    <a:pt x="10170" y="11391"/>
                  </a:lnTo>
                  <a:lnTo>
                    <a:pt x="9090" y="11391"/>
                  </a:lnTo>
                  <a:lnTo>
                    <a:pt x="9090" y="10582"/>
                  </a:lnTo>
                  <a:lnTo>
                    <a:pt x="13841" y="10582"/>
                  </a:lnTo>
                  <a:lnTo>
                    <a:pt x="13841"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120"/>
            <p:cNvSpPr/>
            <p:nvPr/>
          </p:nvSpPr>
          <p:spPr>
            <a:xfrm>
              <a:off x="7345828" y="4059874"/>
              <a:ext cx="21878" cy="66147"/>
            </a:xfrm>
            <a:custGeom>
              <a:avLst/>
              <a:gdLst/>
              <a:ahLst/>
              <a:cxnLst/>
              <a:rect l="l" t="t" r="r" b="b"/>
              <a:pathLst>
                <a:path w="810" h="2449" extrusionOk="0">
                  <a:moveTo>
                    <a:pt x="1" y="1"/>
                  </a:moveTo>
                  <a:lnTo>
                    <a:pt x="1" y="2448"/>
                  </a:lnTo>
                  <a:lnTo>
                    <a:pt x="810" y="2448"/>
                  </a:lnTo>
                  <a:lnTo>
                    <a:pt x="81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120"/>
            <p:cNvSpPr/>
            <p:nvPr/>
          </p:nvSpPr>
          <p:spPr>
            <a:xfrm>
              <a:off x="7477070" y="4059874"/>
              <a:ext cx="21878" cy="66147"/>
            </a:xfrm>
            <a:custGeom>
              <a:avLst/>
              <a:gdLst/>
              <a:ahLst/>
              <a:cxnLst/>
              <a:rect l="l" t="t" r="r" b="b"/>
              <a:pathLst>
                <a:path w="810" h="2449" extrusionOk="0">
                  <a:moveTo>
                    <a:pt x="1" y="1"/>
                  </a:moveTo>
                  <a:lnTo>
                    <a:pt x="1" y="2448"/>
                  </a:lnTo>
                  <a:lnTo>
                    <a:pt x="810" y="2448"/>
                  </a:lnTo>
                  <a:lnTo>
                    <a:pt x="81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120"/>
            <p:cNvSpPr/>
            <p:nvPr/>
          </p:nvSpPr>
          <p:spPr>
            <a:xfrm>
              <a:off x="7520826" y="4059874"/>
              <a:ext cx="21878" cy="66147"/>
            </a:xfrm>
            <a:custGeom>
              <a:avLst/>
              <a:gdLst/>
              <a:ahLst/>
              <a:cxnLst/>
              <a:rect l="l" t="t" r="r" b="b"/>
              <a:pathLst>
                <a:path w="810" h="2449" extrusionOk="0">
                  <a:moveTo>
                    <a:pt x="1" y="1"/>
                  </a:moveTo>
                  <a:lnTo>
                    <a:pt x="1" y="2448"/>
                  </a:lnTo>
                  <a:lnTo>
                    <a:pt x="810" y="2448"/>
                  </a:lnTo>
                  <a:lnTo>
                    <a:pt x="810"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120"/>
            <p:cNvSpPr/>
            <p:nvPr/>
          </p:nvSpPr>
          <p:spPr>
            <a:xfrm>
              <a:off x="7302099" y="4059874"/>
              <a:ext cx="21878" cy="66147"/>
            </a:xfrm>
            <a:custGeom>
              <a:avLst/>
              <a:gdLst/>
              <a:ahLst/>
              <a:cxnLst/>
              <a:rect l="l" t="t" r="r" b="b"/>
              <a:pathLst>
                <a:path w="810" h="2449" extrusionOk="0">
                  <a:moveTo>
                    <a:pt x="0" y="1"/>
                  </a:moveTo>
                  <a:lnTo>
                    <a:pt x="0" y="2448"/>
                  </a:lnTo>
                  <a:lnTo>
                    <a:pt x="809" y="2448"/>
                  </a:lnTo>
                  <a:lnTo>
                    <a:pt x="80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120"/>
            <p:cNvSpPr/>
            <p:nvPr/>
          </p:nvSpPr>
          <p:spPr>
            <a:xfrm>
              <a:off x="7389584" y="4147846"/>
              <a:ext cx="21878" cy="66120"/>
            </a:xfrm>
            <a:custGeom>
              <a:avLst/>
              <a:gdLst/>
              <a:ahLst/>
              <a:cxnLst/>
              <a:rect l="l" t="t" r="r" b="b"/>
              <a:pathLst>
                <a:path w="810" h="2448" extrusionOk="0">
                  <a:moveTo>
                    <a:pt x="1" y="0"/>
                  </a:moveTo>
                  <a:lnTo>
                    <a:pt x="1" y="2448"/>
                  </a:lnTo>
                  <a:lnTo>
                    <a:pt x="810" y="2448"/>
                  </a:lnTo>
                  <a:lnTo>
                    <a:pt x="81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120"/>
            <p:cNvSpPr/>
            <p:nvPr/>
          </p:nvSpPr>
          <p:spPr>
            <a:xfrm>
              <a:off x="7520826" y="4147846"/>
              <a:ext cx="21878" cy="66120"/>
            </a:xfrm>
            <a:custGeom>
              <a:avLst/>
              <a:gdLst/>
              <a:ahLst/>
              <a:cxnLst/>
              <a:rect l="l" t="t" r="r" b="b"/>
              <a:pathLst>
                <a:path w="810" h="2448" extrusionOk="0">
                  <a:moveTo>
                    <a:pt x="1" y="0"/>
                  </a:moveTo>
                  <a:lnTo>
                    <a:pt x="1" y="2448"/>
                  </a:lnTo>
                  <a:lnTo>
                    <a:pt x="810" y="2448"/>
                  </a:lnTo>
                  <a:lnTo>
                    <a:pt x="81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120"/>
            <p:cNvSpPr/>
            <p:nvPr/>
          </p:nvSpPr>
          <p:spPr>
            <a:xfrm>
              <a:off x="7389584" y="4059874"/>
              <a:ext cx="65634" cy="66147"/>
            </a:xfrm>
            <a:custGeom>
              <a:avLst/>
              <a:gdLst/>
              <a:ahLst/>
              <a:cxnLst/>
              <a:rect l="l" t="t" r="r" b="b"/>
              <a:pathLst>
                <a:path w="2430" h="2449" extrusionOk="0">
                  <a:moveTo>
                    <a:pt x="1620" y="810"/>
                  </a:moveTo>
                  <a:lnTo>
                    <a:pt x="1620" y="1638"/>
                  </a:lnTo>
                  <a:lnTo>
                    <a:pt x="810" y="1638"/>
                  </a:lnTo>
                  <a:lnTo>
                    <a:pt x="810" y="810"/>
                  </a:lnTo>
                  <a:close/>
                  <a:moveTo>
                    <a:pt x="1" y="1"/>
                  </a:moveTo>
                  <a:lnTo>
                    <a:pt x="1" y="2448"/>
                  </a:lnTo>
                  <a:lnTo>
                    <a:pt x="2429" y="2448"/>
                  </a:lnTo>
                  <a:lnTo>
                    <a:pt x="242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120"/>
            <p:cNvSpPr/>
            <p:nvPr/>
          </p:nvSpPr>
          <p:spPr>
            <a:xfrm>
              <a:off x="7433341" y="4147846"/>
              <a:ext cx="65607" cy="66120"/>
            </a:xfrm>
            <a:custGeom>
              <a:avLst/>
              <a:gdLst/>
              <a:ahLst/>
              <a:cxnLst/>
              <a:rect l="l" t="t" r="r" b="b"/>
              <a:pathLst>
                <a:path w="2429" h="2448" extrusionOk="0">
                  <a:moveTo>
                    <a:pt x="1620" y="811"/>
                  </a:moveTo>
                  <a:lnTo>
                    <a:pt x="1620" y="1639"/>
                  </a:lnTo>
                  <a:lnTo>
                    <a:pt x="809" y="1639"/>
                  </a:lnTo>
                  <a:lnTo>
                    <a:pt x="809" y="811"/>
                  </a:lnTo>
                  <a:close/>
                  <a:moveTo>
                    <a:pt x="0" y="0"/>
                  </a:moveTo>
                  <a:lnTo>
                    <a:pt x="0" y="2448"/>
                  </a:lnTo>
                  <a:lnTo>
                    <a:pt x="2429" y="2448"/>
                  </a:lnTo>
                  <a:lnTo>
                    <a:pt x="242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120"/>
            <p:cNvSpPr/>
            <p:nvPr/>
          </p:nvSpPr>
          <p:spPr>
            <a:xfrm>
              <a:off x="7302099" y="4147846"/>
              <a:ext cx="65607" cy="66120"/>
            </a:xfrm>
            <a:custGeom>
              <a:avLst/>
              <a:gdLst/>
              <a:ahLst/>
              <a:cxnLst/>
              <a:rect l="l" t="t" r="r" b="b"/>
              <a:pathLst>
                <a:path w="2429" h="2448" extrusionOk="0">
                  <a:moveTo>
                    <a:pt x="1620" y="811"/>
                  </a:moveTo>
                  <a:lnTo>
                    <a:pt x="1620" y="1639"/>
                  </a:lnTo>
                  <a:lnTo>
                    <a:pt x="809" y="1639"/>
                  </a:lnTo>
                  <a:lnTo>
                    <a:pt x="809" y="811"/>
                  </a:lnTo>
                  <a:close/>
                  <a:moveTo>
                    <a:pt x="0" y="0"/>
                  </a:moveTo>
                  <a:lnTo>
                    <a:pt x="0" y="2448"/>
                  </a:lnTo>
                  <a:lnTo>
                    <a:pt x="2429" y="2448"/>
                  </a:lnTo>
                  <a:lnTo>
                    <a:pt x="242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120"/>
          <p:cNvSpPr/>
          <p:nvPr/>
        </p:nvSpPr>
        <p:spPr>
          <a:xfrm>
            <a:off x="8032179" y="4016145"/>
            <a:ext cx="280985" cy="398100"/>
          </a:xfrm>
          <a:custGeom>
            <a:avLst/>
            <a:gdLst/>
            <a:ahLst/>
            <a:cxnLst/>
            <a:rect l="l" t="t" r="r" b="b"/>
            <a:pathLst>
              <a:path w="10403" h="14739" extrusionOk="0">
                <a:moveTo>
                  <a:pt x="2034" y="864"/>
                </a:moveTo>
                <a:lnTo>
                  <a:pt x="2034" y="2016"/>
                </a:lnTo>
                <a:lnTo>
                  <a:pt x="882" y="2016"/>
                </a:lnTo>
                <a:lnTo>
                  <a:pt x="882" y="864"/>
                </a:lnTo>
                <a:close/>
                <a:moveTo>
                  <a:pt x="5777" y="864"/>
                </a:moveTo>
                <a:lnTo>
                  <a:pt x="5777" y="2016"/>
                </a:lnTo>
                <a:lnTo>
                  <a:pt x="4625" y="2016"/>
                </a:lnTo>
                <a:lnTo>
                  <a:pt x="4625" y="864"/>
                </a:lnTo>
                <a:close/>
                <a:moveTo>
                  <a:pt x="9539" y="864"/>
                </a:moveTo>
                <a:lnTo>
                  <a:pt x="9539" y="2016"/>
                </a:lnTo>
                <a:lnTo>
                  <a:pt x="8387" y="2016"/>
                </a:lnTo>
                <a:lnTo>
                  <a:pt x="8387" y="864"/>
                </a:lnTo>
                <a:close/>
                <a:moveTo>
                  <a:pt x="9539" y="6928"/>
                </a:moveTo>
                <a:lnTo>
                  <a:pt x="9539" y="8080"/>
                </a:lnTo>
                <a:lnTo>
                  <a:pt x="865" y="8080"/>
                </a:lnTo>
                <a:lnTo>
                  <a:pt x="865" y="6928"/>
                </a:lnTo>
                <a:close/>
                <a:moveTo>
                  <a:pt x="8603" y="8944"/>
                </a:moveTo>
                <a:lnTo>
                  <a:pt x="7865" y="13875"/>
                </a:lnTo>
                <a:lnTo>
                  <a:pt x="2538" y="13875"/>
                </a:lnTo>
                <a:lnTo>
                  <a:pt x="1800" y="8944"/>
                </a:lnTo>
                <a:close/>
                <a:moveTo>
                  <a:pt x="18" y="0"/>
                </a:moveTo>
                <a:lnTo>
                  <a:pt x="18" y="2880"/>
                </a:lnTo>
                <a:lnTo>
                  <a:pt x="1026" y="2880"/>
                </a:lnTo>
                <a:lnTo>
                  <a:pt x="1026" y="4499"/>
                </a:lnTo>
                <a:lnTo>
                  <a:pt x="3041" y="5092"/>
                </a:lnTo>
                <a:lnTo>
                  <a:pt x="3041" y="6064"/>
                </a:lnTo>
                <a:lnTo>
                  <a:pt x="1" y="6064"/>
                </a:lnTo>
                <a:lnTo>
                  <a:pt x="1" y="8944"/>
                </a:lnTo>
                <a:lnTo>
                  <a:pt x="937" y="8944"/>
                </a:lnTo>
                <a:lnTo>
                  <a:pt x="1800" y="14738"/>
                </a:lnTo>
                <a:lnTo>
                  <a:pt x="8620" y="14738"/>
                </a:lnTo>
                <a:lnTo>
                  <a:pt x="9484" y="8944"/>
                </a:lnTo>
                <a:lnTo>
                  <a:pt x="10403" y="8944"/>
                </a:lnTo>
                <a:lnTo>
                  <a:pt x="10403" y="6064"/>
                </a:lnTo>
                <a:lnTo>
                  <a:pt x="7361" y="6064"/>
                </a:lnTo>
                <a:lnTo>
                  <a:pt x="7361" y="5092"/>
                </a:lnTo>
                <a:lnTo>
                  <a:pt x="9395" y="4499"/>
                </a:lnTo>
                <a:lnTo>
                  <a:pt x="9395" y="2880"/>
                </a:lnTo>
                <a:lnTo>
                  <a:pt x="10403" y="2880"/>
                </a:lnTo>
                <a:lnTo>
                  <a:pt x="10403" y="0"/>
                </a:lnTo>
                <a:lnTo>
                  <a:pt x="7523" y="0"/>
                </a:lnTo>
                <a:lnTo>
                  <a:pt x="7523" y="2880"/>
                </a:lnTo>
                <a:lnTo>
                  <a:pt x="8531" y="2880"/>
                </a:lnTo>
                <a:lnTo>
                  <a:pt x="8531" y="3851"/>
                </a:lnTo>
                <a:lnTo>
                  <a:pt x="6497" y="4444"/>
                </a:lnTo>
                <a:lnTo>
                  <a:pt x="6497" y="6064"/>
                </a:lnTo>
                <a:lnTo>
                  <a:pt x="5633" y="6064"/>
                </a:lnTo>
                <a:lnTo>
                  <a:pt x="5633" y="2880"/>
                </a:lnTo>
                <a:lnTo>
                  <a:pt x="6641" y="2880"/>
                </a:lnTo>
                <a:lnTo>
                  <a:pt x="6641" y="0"/>
                </a:lnTo>
                <a:lnTo>
                  <a:pt x="3761" y="0"/>
                </a:lnTo>
                <a:lnTo>
                  <a:pt x="3761" y="2880"/>
                </a:lnTo>
                <a:lnTo>
                  <a:pt x="4769" y="2880"/>
                </a:lnTo>
                <a:lnTo>
                  <a:pt x="4769" y="6064"/>
                </a:lnTo>
                <a:lnTo>
                  <a:pt x="3905" y="6064"/>
                </a:lnTo>
                <a:lnTo>
                  <a:pt x="3905" y="4444"/>
                </a:lnTo>
                <a:lnTo>
                  <a:pt x="1890" y="3851"/>
                </a:lnTo>
                <a:lnTo>
                  <a:pt x="1890" y="2880"/>
                </a:lnTo>
                <a:lnTo>
                  <a:pt x="2898" y="2880"/>
                </a:lnTo>
                <a:lnTo>
                  <a:pt x="289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2" name="Google Shape;2852;p120"/>
          <p:cNvGrpSpPr/>
          <p:nvPr/>
        </p:nvGrpSpPr>
        <p:grpSpPr>
          <a:xfrm>
            <a:off x="5629964" y="3393430"/>
            <a:ext cx="398100" cy="398641"/>
            <a:chOff x="5629964" y="3393430"/>
            <a:chExt cx="398100" cy="398641"/>
          </a:xfrm>
        </p:grpSpPr>
        <p:sp>
          <p:nvSpPr>
            <p:cNvPr id="2853" name="Google Shape;2853;p120"/>
            <p:cNvSpPr/>
            <p:nvPr/>
          </p:nvSpPr>
          <p:spPr>
            <a:xfrm>
              <a:off x="5726201" y="3531478"/>
              <a:ext cx="206140" cy="205681"/>
            </a:xfrm>
            <a:custGeom>
              <a:avLst/>
              <a:gdLst/>
              <a:ahLst/>
              <a:cxnLst/>
              <a:rect l="l" t="t" r="r" b="b"/>
              <a:pathLst>
                <a:path w="7632" h="7615" extrusionOk="0">
                  <a:moveTo>
                    <a:pt x="3816" y="2592"/>
                  </a:moveTo>
                  <a:cubicBezTo>
                    <a:pt x="4212" y="2592"/>
                    <a:pt x="4536" y="2916"/>
                    <a:pt x="4536" y="3312"/>
                  </a:cubicBezTo>
                  <a:cubicBezTo>
                    <a:pt x="4536" y="3708"/>
                    <a:pt x="4212" y="4032"/>
                    <a:pt x="3816" y="4032"/>
                  </a:cubicBezTo>
                  <a:cubicBezTo>
                    <a:pt x="3420" y="4032"/>
                    <a:pt x="3096" y="3708"/>
                    <a:pt x="3096" y="3312"/>
                  </a:cubicBezTo>
                  <a:cubicBezTo>
                    <a:pt x="3096" y="2916"/>
                    <a:pt x="3420" y="2592"/>
                    <a:pt x="3816" y="2592"/>
                  </a:cubicBezTo>
                  <a:close/>
                  <a:moveTo>
                    <a:pt x="3816" y="865"/>
                  </a:moveTo>
                  <a:cubicBezTo>
                    <a:pt x="5436" y="865"/>
                    <a:pt x="6767" y="2179"/>
                    <a:pt x="6767" y="3816"/>
                  </a:cubicBezTo>
                  <a:cubicBezTo>
                    <a:pt x="6767" y="4591"/>
                    <a:pt x="6444" y="5311"/>
                    <a:pt x="5940" y="5850"/>
                  </a:cubicBezTo>
                  <a:cubicBezTo>
                    <a:pt x="5849" y="5239"/>
                    <a:pt x="5489" y="4699"/>
                    <a:pt x="4985" y="4375"/>
                  </a:cubicBezTo>
                  <a:cubicBezTo>
                    <a:pt x="5237" y="4104"/>
                    <a:pt x="5400" y="3727"/>
                    <a:pt x="5400" y="3312"/>
                  </a:cubicBezTo>
                  <a:cubicBezTo>
                    <a:pt x="5400" y="2431"/>
                    <a:pt x="4680" y="1729"/>
                    <a:pt x="3816" y="1729"/>
                  </a:cubicBezTo>
                  <a:cubicBezTo>
                    <a:pt x="2933" y="1729"/>
                    <a:pt x="2232" y="2431"/>
                    <a:pt x="2232" y="3312"/>
                  </a:cubicBezTo>
                  <a:cubicBezTo>
                    <a:pt x="2232" y="3727"/>
                    <a:pt x="2376" y="4104"/>
                    <a:pt x="2646" y="4375"/>
                  </a:cubicBezTo>
                  <a:cubicBezTo>
                    <a:pt x="2142" y="4699"/>
                    <a:pt x="1782" y="5239"/>
                    <a:pt x="1674" y="5850"/>
                  </a:cubicBezTo>
                  <a:cubicBezTo>
                    <a:pt x="1170" y="5311"/>
                    <a:pt x="865" y="4591"/>
                    <a:pt x="865" y="3816"/>
                  </a:cubicBezTo>
                  <a:cubicBezTo>
                    <a:pt x="865" y="2179"/>
                    <a:pt x="2178" y="865"/>
                    <a:pt x="3816" y="865"/>
                  </a:cubicBezTo>
                  <a:close/>
                  <a:moveTo>
                    <a:pt x="3816" y="4896"/>
                  </a:moveTo>
                  <a:cubicBezTo>
                    <a:pt x="4536" y="4896"/>
                    <a:pt x="5112" y="5472"/>
                    <a:pt x="5112" y="6192"/>
                  </a:cubicBezTo>
                  <a:lnTo>
                    <a:pt x="5112" y="6462"/>
                  </a:lnTo>
                  <a:cubicBezTo>
                    <a:pt x="4716" y="6642"/>
                    <a:pt x="4284" y="6750"/>
                    <a:pt x="3816" y="6750"/>
                  </a:cubicBezTo>
                  <a:cubicBezTo>
                    <a:pt x="3348" y="6750"/>
                    <a:pt x="2897" y="6642"/>
                    <a:pt x="2520" y="6462"/>
                  </a:cubicBezTo>
                  <a:lnTo>
                    <a:pt x="2520" y="6192"/>
                  </a:lnTo>
                  <a:cubicBezTo>
                    <a:pt x="2520" y="5472"/>
                    <a:pt x="3096" y="4896"/>
                    <a:pt x="3816" y="4896"/>
                  </a:cubicBezTo>
                  <a:close/>
                  <a:moveTo>
                    <a:pt x="3816" y="1"/>
                  </a:moveTo>
                  <a:cubicBezTo>
                    <a:pt x="1710" y="1"/>
                    <a:pt x="1" y="1711"/>
                    <a:pt x="1" y="3816"/>
                  </a:cubicBezTo>
                  <a:cubicBezTo>
                    <a:pt x="1" y="5904"/>
                    <a:pt x="1710" y="7614"/>
                    <a:pt x="3816" y="7614"/>
                  </a:cubicBezTo>
                  <a:cubicBezTo>
                    <a:pt x="5921" y="7614"/>
                    <a:pt x="7631" y="5904"/>
                    <a:pt x="7631" y="3816"/>
                  </a:cubicBezTo>
                  <a:cubicBezTo>
                    <a:pt x="7631" y="1711"/>
                    <a:pt x="5921" y="1"/>
                    <a:pt x="381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120"/>
            <p:cNvSpPr/>
            <p:nvPr/>
          </p:nvSpPr>
          <p:spPr>
            <a:xfrm>
              <a:off x="5629964" y="3393430"/>
              <a:ext cx="398100" cy="398641"/>
            </a:xfrm>
            <a:custGeom>
              <a:avLst/>
              <a:gdLst/>
              <a:ahLst/>
              <a:cxnLst/>
              <a:rect l="l" t="t" r="r" b="b"/>
              <a:pathLst>
                <a:path w="14739" h="14759" extrusionOk="0">
                  <a:moveTo>
                    <a:pt x="7379" y="955"/>
                  </a:moveTo>
                  <a:lnTo>
                    <a:pt x="13875" y="3924"/>
                  </a:lnTo>
                  <a:lnTo>
                    <a:pt x="13875" y="4879"/>
                  </a:lnTo>
                  <a:lnTo>
                    <a:pt x="7379" y="1909"/>
                  </a:lnTo>
                  <a:lnTo>
                    <a:pt x="864" y="4879"/>
                  </a:lnTo>
                  <a:lnTo>
                    <a:pt x="864" y="3924"/>
                  </a:lnTo>
                  <a:lnTo>
                    <a:pt x="7379" y="955"/>
                  </a:lnTo>
                  <a:close/>
                  <a:moveTo>
                    <a:pt x="7379" y="2844"/>
                  </a:moveTo>
                  <a:lnTo>
                    <a:pt x="13875" y="5832"/>
                  </a:lnTo>
                  <a:lnTo>
                    <a:pt x="13875" y="13894"/>
                  </a:lnTo>
                  <a:lnTo>
                    <a:pt x="864" y="13894"/>
                  </a:lnTo>
                  <a:lnTo>
                    <a:pt x="864" y="5832"/>
                  </a:lnTo>
                  <a:lnTo>
                    <a:pt x="7379" y="2844"/>
                  </a:lnTo>
                  <a:close/>
                  <a:moveTo>
                    <a:pt x="7379" y="1"/>
                  </a:moveTo>
                  <a:lnTo>
                    <a:pt x="0" y="3367"/>
                  </a:lnTo>
                  <a:lnTo>
                    <a:pt x="0" y="14758"/>
                  </a:lnTo>
                  <a:lnTo>
                    <a:pt x="14739" y="14758"/>
                  </a:lnTo>
                  <a:lnTo>
                    <a:pt x="14739" y="3367"/>
                  </a:lnTo>
                  <a:lnTo>
                    <a:pt x="737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120"/>
          <p:cNvGrpSpPr/>
          <p:nvPr/>
        </p:nvGrpSpPr>
        <p:grpSpPr>
          <a:xfrm>
            <a:off x="4821122" y="3393430"/>
            <a:ext cx="395696" cy="349563"/>
            <a:chOff x="4821122" y="3393430"/>
            <a:chExt cx="395696" cy="349563"/>
          </a:xfrm>
        </p:grpSpPr>
        <p:sp>
          <p:nvSpPr>
            <p:cNvPr id="2856" name="Google Shape;2856;p120"/>
            <p:cNvSpPr/>
            <p:nvPr/>
          </p:nvSpPr>
          <p:spPr>
            <a:xfrm>
              <a:off x="4972270" y="3580609"/>
              <a:ext cx="92887" cy="69524"/>
            </a:xfrm>
            <a:custGeom>
              <a:avLst/>
              <a:gdLst/>
              <a:ahLst/>
              <a:cxnLst/>
              <a:rect l="l" t="t" r="r" b="b"/>
              <a:pathLst>
                <a:path w="3439" h="2574" extrusionOk="0">
                  <a:moveTo>
                    <a:pt x="2575" y="845"/>
                  </a:moveTo>
                  <a:lnTo>
                    <a:pt x="2575" y="1709"/>
                  </a:lnTo>
                  <a:lnTo>
                    <a:pt x="864" y="1709"/>
                  </a:lnTo>
                  <a:lnTo>
                    <a:pt x="864" y="845"/>
                  </a:lnTo>
                  <a:close/>
                  <a:moveTo>
                    <a:pt x="1" y="0"/>
                  </a:moveTo>
                  <a:lnTo>
                    <a:pt x="1" y="2573"/>
                  </a:lnTo>
                  <a:lnTo>
                    <a:pt x="3439" y="2573"/>
                  </a:lnTo>
                  <a:lnTo>
                    <a:pt x="3439"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120"/>
            <p:cNvSpPr/>
            <p:nvPr/>
          </p:nvSpPr>
          <p:spPr>
            <a:xfrm>
              <a:off x="4925138" y="3441075"/>
              <a:ext cx="187152" cy="116224"/>
            </a:xfrm>
            <a:custGeom>
              <a:avLst/>
              <a:gdLst/>
              <a:ahLst/>
              <a:cxnLst/>
              <a:rect l="l" t="t" r="r" b="b"/>
              <a:pathLst>
                <a:path w="6929" h="4303" extrusionOk="0">
                  <a:moveTo>
                    <a:pt x="6065" y="864"/>
                  </a:moveTo>
                  <a:lnTo>
                    <a:pt x="6065" y="3439"/>
                  </a:lnTo>
                  <a:lnTo>
                    <a:pt x="865" y="3439"/>
                  </a:lnTo>
                  <a:lnTo>
                    <a:pt x="865" y="864"/>
                  </a:lnTo>
                  <a:close/>
                  <a:moveTo>
                    <a:pt x="1" y="1"/>
                  </a:moveTo>
                  <a:lnTo>
                    <a:pt x="1" y="4302"/>
                  </a:lnTo>
                  <a:lnTo>
                    <a:pt x="6929" y="4302"/>
                  </a:lnTo>
                  <a:lnTo>
                    <a:pt x="692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120"/>
            <p:cNvSpPr/>
            <p:nvPr/>
          </p:nvSpPr>
          <p:spPr>
            <a:xfrm>
              <a:off x="4821122" y="3393430"/>
              <a:ext cx="395696" cy="349563"/>
            </a:xfrm>
            <a:custGeom>
              <a:avLst/>
              <a:gdLst/>
              <a:ahLst/>
              <a:cxnLst/>
              <a:rect l="l" t="t" r="r" b="b"/>
              <a:pathLst>
                <a:path w="14650" h="12942" extrusionOk="0">
                  <a:moveTo>
                    <a:pt x="2141" y="1153"/>
                  </a:moveTo>
                  <a:lnTo>
                    <a:pt x="2141" y="6048"/>
                  </a:lnTo>
                  <a:lnTo>
                    <a:pt x="846" y="6048"/>
                  </a:lnTo>
                  <a:lnTo>
                    <a:pt x="846" y="1837"/>
                  </a:lnTo>
                  <a:lnTo>
                    <a:pt x="2141" y="1153"/>
                  </a:lnTo>
                  <a:close/>
                  <a:moveTo>
                    <a:pt x="12490" y="1153"/>
                  </a:moveTo>
                  <a:lnTo>
                    <a:pt x="13786" y="1837"/>
                  </a:lnTo>
                  <a:lnTo>
                    <a:pt x="13786" y="6048"/>
                  </a:lnTo>
                  <a:lnTo>
                    <a:pt x="12490" y="6048"/>
                  </a:lnTo>
                  <a:lnTo>
                    <a:pt x="12490" y="1153"/>
                  </a:lnTo>
                  <a:close/>
                  <a:moveTo>
                    <a:pt x="11626" y="865"/>
                  </a:moveTo>
                  <a:lnTo>
                    <a:pt x="11626" y="6408"/>
                  </a:lnTo>
                  <a:lnTo>
                    <a:pt x="10582" y="10350"/>
                  </a:lnTo>
                  <a:lnTo>
                    <a:pt x="4049" y="10350"/>
                  </a:lnTo>
                  <a:lnTo>
                    <a:pt x="3005" y="6408"/>
                  </a:lnTo>
                  <a:lnTo>
                    <a:pt x="3005" y="865"/>
                  </a:lnTo>
                  <a:close/>
                  <a:moveTo>
                    <a:pt x="9467" y="11213"/>
                  </a:moveTo>
                  <a:lnTo>
                    <a:pt x="9179" y="12077"/>
                  </a:lnTo>
                  <a:lnTo>
                    <a:pt x="5453" y="12077"/>
                  </a:lnTo>
                  <a:lnTo>
                    <a:pt x="5165" y="11213"/>
                  </a:lnTo>
                  <a:close/>
                  <a:moveTo>
                    <a:pt x="2465" y="1"/>
                  </a:moveTo>
                  <a:lnTo>
                    <a:pt x="0" y="1315"/>
                  </a:lnTo>
                  <a:lnTo>
                    <a:pt x="0" y="6894"/>
                  </a:lnTo>
                  <a:lnTo>
                    <a:pt x="2232" y="6894"/>
                  </a:lnTo>
                  <a:lnTo>
                    <a:pt x="3384" y="11213"/>
                  </a:lnTo>
                  <a:lnTo>
                    <a:pt x="4265" y="11213"/>
                  </a:lnTo>
                  <a:lnTo>
                    <a:pt x="4841" y="12941"/>
                  </a:lnTo>
                  <a:lnTo>
                    <a:pt x="9791" y="12941"/>
                  </a:lnTo>
                  <a:lnTo>
                    <a:pt x="10366" y="11213"/>
                  </a:lnTo>
                  <a:lnTo>
                    <a:pt x="11247" y="11213"/>
                  </a:lnTo>
                  <a:lnTo>
                    <a:pt x="12399" y="6894"/>
                  </a:lnTo>
                  <a:lnTo>
                    <a:pt x="14650" y="6894"/>
                  </a:lnTo>
                  <a:lnTo>
                    <a:pt x="14650" y="1315"/>
                  </a:lnTo>
                  <a:lnTo>
                    <a:pt x="12166"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120"/>
            <p:cNvSpPr/>
            <p:nvPr/>
          </p:nvSpPr>
          <p:spPr>
            <a:xfrm>
              <a:off x="4971811" y="3487749"/>
              <a:ext cx="93806" cy="22877"/>
            </a:xfrm>
            <a:custGeom>
              <a:avLst/>
              <a:gdLst/>
              <a:ahLst/>
              <a:cxnLst/>
              <a:rect l="l" t="t" r="r" b="b"/>
              <a:pathLst>
                <a:path w="3473" h="847" extrusionOk="0">
                  <a:moveTo>
                    <a:pt x="0" y="0"/>
                  </a:moveTo>
                  <a:lnTo>
                    <a:pt x="0" y="847"/>
                  </a:lnTo>
                  <a:lnTo>
                    <a:pt x="3473" y="847"/>
                  </a:lnTo>
                  <a:lnTo>
                    <a:pt x="347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0" name="Google Shape;2860;p120"/>
          <p:cNvGrpSpPr/>
          <p:nvPr/>
        </p:nvGrpSpPr>
        <p:grpSpPr>
          <a:xfrm>
            <a:off x="5626534" y="4015902"/>
            <a:ext cx="404961" cy="398343"/>
            <a:chOff x="5626534" y="4015902"/>
            <a:chExt cx="404961" cy="398343"/>
          </a:xfrm>
        </p:grpSpPr>
        <p:sp>
          <p:nvSpPr>
            <p:cNvPr id="2861" name="Google Shape;2861;p120"/>
            <p:cNvSpPr/>
            <p:nvPr/>
          </p:nvSpPr>
          <p:spPr>
            <a:xfrm>
              <a:off x="5626534" y="4015902"/>
              <a:ext cx="404961" cy="398343"/>
            </a:xfrm>
            <a:custGeom>
              <a:avLst/>
              <a:gdLst/>
              <a:ahLst/>
              <a:cxnLst/>
              <a:rect l="l" t="t" r="r" b="b"/>
              <a:pathLst>
                <a:path w="14993" h="14748" extrusionOk="0">
                  <a:moveTo>
                    <a:pt x="9654" y="867"/>
                  </a:moveTo>
                  <a:cubicBezTo>
                    <a:pt x="9839" y="867"/>
                    <a:pt x="10012" y="894"/>
                    <a:pt x="10169" y="962"/>
                  </a:cubicBezTo>
                  <a:cubicBezTo>
                    <a:pt x="10565" y="1125"/>
                    <a:pt x="10853" y="1574"/>
                    <a:pt x="11159" y="2042"/>
                  </a:cubicBezTo>
                  <a:cubicBezTo>
                    <a:pt x="11375" y="2366"/>
                    <a:pt x="11609" y="2709"/>
                    <a:pt x="11878" y="2996"/>
                  </a:cubicBezTo>
                  <a:cubicBezTo>
                    <a:pt x="12149" y="3266"/>
                    <a:pt x="12490" y="3482"/>
                    <a:pt x="12797" y="3680"/>
                  </a:cubicBezTo>
                  <a:cubicBezTo>
                    <a:pt x="13282" y="3986"/>
                    <a:pt x="13750" y="4292"/>
                    <a:pt x="13930" y="4705"/>
                  </a:cubicBezTo>
                  <a:cubicBezTo>
                    <a:pt x="14093" y="5137"/>
                    <a:pt x="13985" y="5677"/>
                    <a:pt x="13858" y="6236"/>
                  </a:cubicBezTo>
                  <a:cubicBezTo>
                    <a:pt x="13786" y="6613"/>
                    <a:pt x="13697" y="6992"/>
                    <a:pt x="13697" y="7369"/>
                  </a:cubicBezTo>
                  <a:cubicBezTo>
                    <a:pt x="13697" y="7765"/>
                    <a:pt x="13786" y="8161"/>
                    <a:pt x="13858" y="8557"/>
                  </a:cubicBezTo>
                  <a:cubicBezTo>
                    <a:pt x="13985" y="9115"/>
                    <a:pt x="14093" y="9636"/>
                    <a:pt x="13930" y="10032"/>
                  </a:cubicBezTo>
                  <a:cubicBezTo>
                    <a:pt x="13750" y="10428"/>
                    <a:pt x="13301" y="10735"/>
                    <a:pt x="12833" y="11040"/>
                  </a:cubicBezTo>
                  <a:cubicBezTo>
                    <a:pt x="12509" y="11256"/>
                    <a:pt x="12166" y="11472"/>
                    <a:pt x="11878" y="11760"/>
                  </a:cubicBezTo>
                  <a:cubicBezTo>
                    <a:pt x="11609" y="12031"/>
                    <a:pt x="11393" y="12355"/>
                    <a:pt x="11195" y="12679"/>
                  </a:cubicBezTo>
                  <a:cubicBezTo>
                    <a:pt x="10889" y="13164"/>
                    <a:pt x="10583" y="13614"/>
                    <a:pt x="10169" y="13794"/>
                  </a:cubicBezTo>
                  <a:cubicBezTo>
                    <a:pt x="10012" y="13860"/>
                    <a:pt x="9841" y="13885"/>
                    <a:pt x="9660" y="13885"/>
                  </a:cubicBezTo>
                  <a:cubicBezTo>
                    <a:pt x="9343" y="13885"/>
                    <a:pt x="8995" y="13808"/>
                    <a:pt x="8639" y="13740"/>
                  </a:cubicBezTo>
                  <a:cubicBezTo>
                    <a:pt x="8262" y="13650"/>
                    <a:pt x="7883" y="13560"/>
                    <a:pt x="7506" y="13560"/>
                  </a:cubicBezTo>
                  <a:cubicBezTo>
                    <a:pt x="7110" y="13560"/>
                    <a:pt x="6714" y="13650"/>
                    <a:pt x="6318" y="13740"/>
                  </a:cubicBezTo>
                  <a:cubicBezTo>
                    <a:pt x="5976" y="13808"/>
                    <a:pt x="5634" y="13876"/>
                    <a:pt x="5329" y="13876"/>
                  </a:cubicBezTo>
                  <a:cubicBezTo>
                    <a:pt x="5152" y="13876"/>
                    <a:pt x="4988" y="13853"/>
                    <a:pt x="4843" y="13794"/>
                  </a:cubicBezTo>
                  <a:cubicBezTo>
                    <a:pt x="4447" y="13632"/>
                    <a:pt x="4140" y="13182"/>
                    <a:pt x="3835" y="12696"/>
                  </a:cubicBezTo>
                  <a:cubicBezTo>
                    <a:pt x="3619" y="12372"/>
                    <a:pt x="3403" y="12031"/>
                    <a:pt x="3115" y="11760"/>
                  </a:cubicBezTo>
                  <a:cubicBezTo>
                    <a:pt x="2863" y="11491"/>
                    <a:pt x="2520" y="11275"/>
                    <a:pt x="2196" y="11059"/>
                  </a:cubicBezTo>
                  <a:cubicBezTo>
                    <a:pt x="1711" y="10752"/>
                    <a:pt x="1261" y="10464"/>
                    <a:pt x="1081" y="10032"/>
                  </a:cubicBezTo>
                  <a:cubicBezTo>
                    <a:pt x="901" y="9600"/>
                    <a:pt x="1027" y="9079"/>
                    <a:pt x="1135" y="8503"/>
                  </a:cubicBezTo>
                  <a:cubicBezTo>
                    <a:pt x="1225" y="8143"/>
                    <a:pt x="1315" y="7748"/>
                    <a:pt x="1315" y="7369"/>
                  </a:cubicBezTo>
                  <a:cubicBezTo>
                    <a:pt x="1315" y="6973"/>
                    <a:pt x="1225" y="6577"/>
                    <a:pt x="1135" y="6200"/>
                  </a:cubicBezTo>
                  <a:cubicBezTo>
                    <a:pt x="1027" y="5641"/>
                    <a:pt x="919" y="5120"/>
                    <a:pt x="1081" y="4705"/>
                  </a:cubicBezTo>
                  <a:cubicBezTo>
                    <a:pt x="1243" y="4310"/>
                    <a:pt x="1692" y="4022"/>
                    <a:pt x="2179" y="3716"/>
                  </a:cubicBezTo>
                  <a:cubicBezTo>
                    <a:pt x="2503" y="3500"/>
                    <a:pt x="2844" y="3266"/>
                    <a:pt x="3115" y="2996"/>
                  </a:cubicBezTo>
                  <a:cubicBezTo>
                    <a:pt x="3384" y="2726"/>
                    <a:pt x="3600" y="2402"/>
                    <a:pt x="3816" y="2078"/>
                  </a:cubicBezTo>
                  <a:cubicBezTo>
                    <a:pt x="4123" y="1593"/>
                    <a:pt x="4411" y="1125"/>
                    <a:pt x="4843" y="962"/>
                  </a:cubicBezTo>
                  <a:cubicBezTo>
                    <a:pt x="5007" y="894"/>
                    <a:pt x="5184" y="867"/>
                    <a:pt x="5372" y="867"/>
                  </a:cubicBezTo>
                  <a:cubicBezTo>
                    <a:pt x="5678" y="867"/>
                    <a:pt x="6014" y="938"/>
                    <a:pt x="6372" y="1017"/>
                  </a:cubicBezTo>
                  <a:cubicBezTo>
                    <a:pt x="6731" y="1089"/>
                    <a:pt x="7127" y="1178"/>
                    <a:pt x="7506" y="1178"/>
                  </a:cubicBezTo>
                  <a:cubicBezTo>
                    <a:pt x="7902" y="1178"/>
                    <a:pt x="8298" y="1089"/>
                    <a:pt x="8675" y="1017"/>
                  </a:cubicBezTo>
                  <a:cubicBezTo>
                    <a:pt x="9021" y="938"/>
                    <a:pt x="9353" y="867"/>
                    <a:pt x="9654" y="867"/>
                  </a:cubicBezTo>
                  <a:close/>
                  <a:moveTo>
                    <a:pt x="5357" y="1"/>
                  </a:moveTo>
                  <a:cubicBezTo>
                    <a:pt x="5074" y="1"/>
                    <a:pt x="4792" y="42"/>
                    <a:pt x="4519" y="153"/>
                  </a:cubicBezTo>
                  <a:cubicBezTo>
                    <a:pt x="3835" y="441"/>
                    <a:pt x="3439" y="1053"/>
                    <a:pt x="3079" y="1610"/>
                  </a:cubicBezTo>
                  <a:cubicBezTo>
                    <a:pt x="2899" y="1898"/>
                    <a:pt x="2719" y="2186"/>
                    <a:pt x="2503" y="2385"/>
                  </a:cubicBezTo>
                  <a:cubicBezTo>
                    <a:pt x="2287" y="2601"/>
                    <a:pt x="1999" y="2781"/>
                    <a:pt x="1692" y="2978"/>
                  </a:cubicBezTo>
                  <a:cubicBezTo>
                    <a:pt x="1135" y="3356"/>
                    <a:pt x="559" y="3734"/>
                    <a:pt x="289" y="4381"/>
                  </a:cubicBezTo>
                  <a:cubicBezTo>
                    <a:pt x="20" y="5029"/>
                    <a:pt x="163" y="5713"/>
                    <a:pt x="289" y="6380"/>
                  </a:cubicBezTo>
                  <a:cubicBezTo>
                    <a:pt x="379" y="6740"/>
                    <a:pt x="451" y="7064"/>
                    <a:pt x="451" y="7369"/>
                  </a:cubicBezTo>
                  <a:cubicBezTo>
                    <a:pt x="451" y="7657"/>
                    <a:pt x="379" y="7981"/>
                    <a:pt x="307" y="8323"/>
                  </a:cubicBezTo>
                  <a:cubicBezTo>
                    <a:pt x="163" y="8971"/>
                    <a:pt x="1" y="9691"/>
                    <a:pt x="289" y="10356"/>
                  </a:cubicBezTo>
                  <a:cubicBezTo>
                    <a:pt x="559" y="11040"/>
                    <a:pt x="1189" y="11436"/>
                    <a:pt x="1728" y="11796"/>
                  </a:cubicBezTo>
                  <a:cubicBezTo>
                    <a:pt x="2035" y="11976"/>
                    <a:pt x="2304" y="12156"/>
                    <a:pt x="2503" y="12372"/>
                  </a:cubicBezTo>
                  <a:cubicBezTo>
                    <a:pt x="2719" y="12588"/>
                    <a:pt x="2916" y="12876"/>
                    <a:pt x="3115" y="13182"/>
                  </a:cubicBezTo>
                  <a:cubicBezTo>
                    <a:pt x="3492" y="13740"/>
                    <a:pt x="3871" y="14316"/>
                    <a:pt x="4519" y="14586"/>
                  </a:cubicBezTo>
                  <a:cubicBezTo>
                    <a:pt x="4788" y="14698"/>
                    <a:pt x="5064" y="14739"/>
                    <a:pt x="5341" y="14739"/>
                  </a:cubicBezTo>
                  <a:cubicBezTo>
                    <a:pt x="5730" y="14739"/>
                    <a:pt x="6120" y="14659"/>
                    <a:pt x="6498" y="14586"/>
                  </a:cubicBezTo>
                  <a:cubicBezTo>
                    <a:pt x="6858" y="14495"/>
                    <a:pt x="7199" y="14423"/>
                    <a:pt x="7506" y="14423"/>
                  </a:cubicBezTo>
                  <a:cubicBezTo>
                    <a:pt x="7794" y="14423"/>
                    <a:pt x="8118" y="14495"/>
                    <a:pt x="8459" y="14586"/>
                  </a:cubicBezTo>
                  <a:cubicBezTo>
                    <a:pt x="8838" y="14658"/>
                    <a:pt x="9234" y="14747"/>
                    <a:pt x="9647" y="14747"/>
                  </a:cubicBezTo>
                  <a:cubicBezTo>
                    <a:pt x="9935" y="14747"/>
                    <a:pt x="10223" y="14711"/>
                    <a:pt x="10493" y="14586"/>
                  </a:cubicBezTo>
                  <a:cubicBezTo>
                    <a:pt x="11177" y="14316"/>
                    <a:pt x="11573" y="13686"/>
                    <a:pt x="11914" y="13146"/>
                  </a:cubicBezTo>
                  <a:cubicBezTo>
                    <a:pt x="12113" y="12840"/>
                    <a:pt x="12293" y="12571"/>
                    <a:pt x="12490" y="12372"/>
                  </a:cubicBezTo>
                  <a:cubicBezTo>
                    <a:pt x="12706" y="12156"/>
                    <a:pt x="12994" y="11959"/>
                    <a:pt x="13301" y="11760"/>
                  </a:cubicBezTo>
                  <a:cubicBezTo>
                    <a:pt x="13877" y="11400"/>
                    <a:pt x="14453" y="11004"/>
                    <a:pt x="14722" y="10356"/>
                  </a:cubicBezTo>
                  <a:cubicBezTo>
                    <a:pt x="14993" y="9708"/>
                    <a:pt x="14849" y="9025"/>
                    <a:pt x="14705" y="8377"/>
                  </a:cubicBezTo>
                  <a:cubicBezTo>
                    <a:pt x="14633" y="8017"/>
                    <a:pt x="14561" y="7676"/>
                    <a:pt x="14561" y="7369"/>
                  </a:cubicBezTo>
                  <a:cubicBezTo>
                    <a:pt x="14561" y="7081"/>
                    <a:pt x="14633" y="6757"/>
                    <a:pt x="14705" y="6416"/>
                  </a:cubicBezTo>
                  <a:cubicBezTo>
                    <a:pt x="14849" y="5785"/>
                    <a:pt x="14993" y="5065"/>
                    <a:pt x="14722" y="4381"/>
                  </a:cubicBezTo>
                  <a:cubicBezTo>
                    <a:pt x="14434" y="3716"/>
                    <a:pt x="13822" y="3302"/>
                    <a:pt x="13265" y="2960"/>
                  </a:cubicBezTo>
                  <a:cubicBezTo>
                    <a:pt x="12977" y="2762"/>
                    <a:pt x="12689" y="2582"/>
                    <a:pt x="12490" y="2385"/>
                  </a:cubicBezTo>
                  <a:cubicBezTo>
                    <a:pt x="12274" y="2169"/>
                    <a:pt x="12094" y="1881"/>
                    <a:pt x="11897" y="1574"/>
                  </a:cubicBezTo>
                  <a:cubicBezTo>
                    <a:pt x="11519" y="1017"/>
                    <a:pt x="11141" y="422"/>
                    <a:pt x="10493" y="153"/>
                  </a:cubicBezTo>
                  <a:cubicBezTo>
                    <a:pt x="10227" y="42"/>
                    <a:pt x="9955" y="1"/>
                    <a:pt x="9681" y="1"/>
                  </a:cubicBezTo>
                  <a:cubicBezTo>
                    <a:pt x="9287" y="1"/>
                    <a:pt x="8888" y="85"/>
                    <a:pt x="8495" y="170"/>
                  </a:cubicBezTo>
                  <a:cubicBezTo>
                    <a:pt x="8154" y="242"/>
                    <a:pt x="7811" y="314"/>
                    <a:pt x="7506" y="314"/>
                  </a:cubicBezTo>
                  <a:cubicBezTo>
                    <a:pt x="7218" y="314"/>
                    <a:pt x="6894" y="242"/>
                    <a:pt x="6551" y="170"/>
                  </a:cubicBezTo>
                  <a:cubicBezTo>
                    <a:pt x="6170" y="85"/>
                    <a:pt x="5763" y="1"/>
                    <a:pt x="535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120"/>
            <p:cNvSpPr/>
            <p:nvPr/>
          </p:nvSpPr>
          <p:spPr>
            <a:xfrm>
              <a:off x="5867166" y="4154193"/>
              <a:ext cx="57396" cy="121545"/>
            </a:xfrm>
            <a:custGeom>
              <a:avLst/>
              <a:gdLst/>
              <a:ahLst/>
              <a:cxnLst/>
              <a:rect l="l" t="t" r="r" b="b"/>
              <a:pathLst>
                <a:path w="2125" h="4500" extrusionOk="0">
                  <a:moveTo>
                    <a:pt x="738" y="0"/>
                  </a:moveTo>
                  <a:lnTo>
                    <a:pt x="1" y="449"/>
                  </a:lnTo>
                  <a:lnTo>
                    <a:pt x="1098" y="2249"/>
                  </a:lnTo>
                  <a:lnTo>
                    <a:pt x="1" y="4049"/>
                  </a:lnTo>
                  <a:lnTo>
                    <a:pt x="738" y="4499"/>
                  </a:lnTo>
                  <a:lnTo>
                    <a:pt x="2124" y="2249"/>
                  </a:lnTo>
                  <a:lnTo>
                    <a:pt x="738"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120"/>
            <p:cNvSpPr/>
            <p:nvPr/>
          </p:nvSpPr>
          <p:spPr>
            <a:xfrm>
              <a:off x="5733979" y="4154193"/>
              <a:ext cx="57396" cy="121545"/>
            </a:xfrm>
            <a:custGeom>
              <a:avLst/>
              <a:gdLst/>
              <a:ahLst/>
              <a:cxnLst/>
              <a:rect l="l" t="t" r="r" b="b"/>
              <a:pathLst>
                <a:path w="2125" h="4500" extrusionOk="0">
                  <a:moveTo>
                    <a:pt x="1386" y="0"/>
                  </a:moveTo>
                  <a:lnTo>
                    <a:pt x="1" y="2249"/>
                  </a:lnTo>
                  <a:lnTo>
                    <a:pt x="1386" y="4499"/>
                  </a:lnTo>
                  <a:lnTo>
                    <a:pt x="2124" y="4049"/>
                  </a:lnTo>
                  <a:lnTo>
                    <a:pt x="1009" y="2249"/>
                  </a:lnTo>
                  <a:lnTo>
                    <a:pt x="2124" y="449"/>
                  </a:lnTo>
                  <a:lnTo>
                    <a:pt x="138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120"/>
            <p:cNvSpPr/>
            <p:nvPr/>
          </p:nvSpPr>
          <p:spPr>
            <a:xfrm>
              <a:off x="5817602" y="4160028"/>
              <a:ext cx="23337" cy="110336"/>
            </a:xfrm>
            <a:custGeom>
              <a:avLst/>
              <a:gdLst/>
              <a:ahLst/>
              <a:cxnLst/>
              <a:rect l="l" t="t" r="r" b="b"/>
              <a:pathLst>
                <a:path w="864" h="4085" extrusionOk="0">
                  <a:moveTo>
                    <a:pt x="0" y="0"/>
                  </a:moveTo>
                  <a:lnTo>
                    <a:pt x="0" y="4084"/>
                  </a:lnTo>
                  <a:lnTo>
                    <a:pt x="864" y="4084"/>
                  </a:lnTo>
                  <a:lnTo>
                    <a:pt x="864"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120"/>
            <p:cNvSpPr/>
            <p:nvPr/>
          </p:nvSpPr>
          <p:spPr>
            <a:xfrm>
              <a:off x="5685388" y="4071030"/>
              <a:ext cx="287765" cy="287792"/>
            </a:xfrm>
            <a:custGeom>
              <a:avLst/>
              <a:gdLst/>
              <a:ahLst/>
              <a:cxnLst/>
              <a:rect l="l" t="t" r="r" b="b"/>
              <a:pathLst>
                <a:path w="10654" h="10655" extrusionOk="0">
                  <a:moveTo>
                    <a:pt x="5327" y="865"/>
                  </a:moveTo>
                  <a:cubicBezTo>
                    <a:pt x="7792" y="865"/>
                    <a:pt x="9790" y="2863"/>
                    <a:pt x="9790" y="5328"/>
                  </a:cubicBezTo>
                  <a:cubicBezTo>
                    <a:pt x="9790" y="7794"/>
                    <a:pt x="7792" y="9791"/>
                    <a:pt x="5327" y="9791"/>
                  </a:cubicBezTo>
                  <a:cubicBezTo>
                    <a:pt x="2861" y="9791"/>
                    <a:pt x="864" y="7794"/>
                    <a:pt x="864" y="5328"/>
                  </a:cubicBezTo>
                  <a:cubicBezTo>
                    <a:pt x="864" y="2863"/>
                    <a:pt x="2861" y="865"/>
                    <a:pt x="5327" y="865"/>
                  </a:cubicBezTo>
                  <a:close/>
                  <a:moveTo>
                    <a:pt x="5327" y="1"/>
                  </a:moveTo>
                  <a:cubicBezTo>
                    <a:pt x="2376" y="1"/>
                    <a:pt x="0" y="2395"/>
                    <a:pt x="0" y="5328"/>
                  </a:cubicBezTo>
                  <a:cubicBezTo>
                    <a:pt x="0" y="8279"/>
                    <a:pt x="2376" y="10655"/>
                    <a:pt x="5327" y="10655"/>
                  </a:cubicBezTo>
                  <a:cubicBezTo>
                    <a:pt x="8260" y="10655"/>
                    <a:pt x="10654" y="8279"/>
                    <a:pt x="10654" y="5328"/>
                  </a:cubicBezTo>
                  <a:cubicBezTo>
                    <a:pt x="10654" y="2395"/>
                    <a:pt x="8260" y="1"/>
                    <a:pt x="532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6" name="Google Shape;2866;p120"/>
          <p:cNvGrpSpPr/>
          <p:nvPr/>
        </p:nvGrpSpPr>
        <p:grpSpPr>
          <a:xfrm>
            <a:off x="4821122" y="4016145"/>
            <a:ext cx="348537" cy="420951"/>
            <a:chOff x="4821122" y="4016145"/>
            <a:chExt cx="348537" cy="420951"/>
          </a:xfrm>
        </p:grpSpPr>
        <p:sp>
          <p:nvSpPr>
            <p:cNvPr id="2867" name="Google Shape;2867;p120"/>
            <p:cNvSpPr/>
            <p:nvPr/>
          </p:nvSpPr>
          <p:spPr>
            <a:xfrm>
              <a:off x="4821122" y="4016145"/>
              <a:ext cx="348537" cy="420951"/>
            </a:xfrm>
            <a:custGeom>
              <a:avLst/>
              <a:gdLst/>
              <a:ahLst/>
              <a:cxnLst/>
              <a:rect l="l" t="t" r="r" b="b"/>
              <a:pathLst>
                <a:path w="12904" h="15585" extrusionOk="0">
                  <a:moveTo>
                    <a:pt x="5345" y="900"/>
                  </a:moveTo>
                  <a:lnTo>
                    <a:pt x="6767" y="3383"/>
                  </a:lnTo>
                  <a:lnTo>
                    <a:pt x="5345" y="5867"/>
                  </a:lnTo>
                  <a:lnTo>
                    <a:pt x="2484" y="5867"/>
                  </a:lnTo>
                  <a:lnTo>
                    <a:pt x="1044" y="3383"/>
                  </a:lnTo>
                  <a:lnTo>
                    <a:pt x="2484" y="900"/>
                  </a:lnTo>
                  <a:close/>
                  <a:moveTo>
                    <a:pt x="10420" y="3833"/>
                  </a:moveTo>
                  <a:lnTo>
                    <a:pt x="11859" y="6316"/>
                  </a:lnTo>
                  <a:lnTo>
                    <a:pt x="10420" y="8800"/>
                  </a:lnTo>
                  <a:lnTo>
                    <a:pt x="7559" y="8800"/>
                  </a:lnTo>
                  <a:lnTo>
                    <a:pt x="6137" y="6335"/>
                  </a:lnTo>
                  <a:lnTo>
                    <a:pt x="6137" y="6316"/>
                  </a:lnTo>
                  <a:lnTo>
                    <a:pt x="7559" y="3833"/>
                  </a:lnTo>
                  <a:close/>
                  <a:moveTo>
                    <a:pt x="5345" y="6767"/>
                  </a:moveTo>
                  <a:lnTo>
                    <a:pt x="6767" y="9250"/>
                  </a:lnTo>
                  <a:lnTo>
                    <a:pt x="5345" y="11734"/>
                  </a:lnTo>
                  <a:lnTo>
                    <a:pt x="2484" y="11734"/>
                  </a:lnTo>
                  <a:lnTo>
                    <a:pt x="1044" y="9250"/>
                  </a:lnTo>
                  <a:lnTo>
                    <a:pt x="2484" y="6767"/>
                  </a:lnTo>
                  <a:close/>
                  <a:moveTo>
                    <a:pt x="10420" y="9718"/>
                  </a:moveTo>
                  <a:lnTo>
                    <a:pt x="11859" y="12183"/>
                  </a:lnTo>
                  <a:lnTo>
                    <a:pt x="10420" y="14666"/>
                  </a:lnTo>
                  <a:lnTo>
                    <a:pt x="7559" y="14666"/>
                  </a:lnTo>
                  <a:lnTo>
                    <a:pt x="6137" y="12183"/>
                  </a:lnTo>
                  <a:lnTo>
                    <a:pt x="6191" y="12094"/>
                  </a:lnTo>
                  <a:lnTo>
                    <a:pt x="7559" y="9718"/>
                  </a:lnTo>
                  <a:close/>
                  <a:moveTo>
                    <a:pt x="1944" y="0"/>
                  </a:moveTo>
                  <a:lnTo>
                    <a:pt x="0" y="3383"/>
                  </a:lnTo>
                  <a:lnTo>
                    <a:pt x="1692" y="6316"/>
                  </a:lnTo>
                  <a:lnTo>
                    <a:pt x="0" y="9250"/>
                  </a:lnTo>
                  <a:lnTo>
                    <a:pt x="1944" y="12651"/>
                  </a:lnTo>
                  <a:lnTo>
                    <a:pt x="5345" y="12651"/>
                  </a:lnTo>
                  <a:lnTo>
                    <a:pt x="7036" y="15585"/>
                  </a:lnTo>
                  <a:lnTo>
                    <a:pt x="10960" y="15585"/>
                  </a:lnTo>
                  <a:lnTo>
                    <a:pt x="12903" y="12183"/>
                  </a:lnTo>
                  <a:lnTo>
                    <a:pt x="11212" y="9250"/>
                  </a:lnTo>
                  <a:lnTo>
                    <a:pt x="12903" y="6316"/>
                  </a:lnTo>
                  <a:lnTo>
                    <a:pt x="10960" y="2933"/>
                  </a:lnTo>
                  <a:lnTo>
                    <a:pt x="7559" y="2933"/>
                  </a:lnTo>
                  <a:lnTo>
                    <a:pt x="586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120"/>
            <p:cNvSpPr/>
            <p:nvPr/>
          </p:nvSpPr>
          <p:spPr>
            <a:xfrm>
              <a:off x="5021861" y="4144470"/>
              <a:ext cx="84595" cy="84595"/>
            </a:xfrm>
            <a:custGeom>
              <a:avLst/>
              <a:gdLst/>
              <a:ahLst/>
              <a:cxnLst/>
              <a:rect l="l" t="t" r="r" b="b"/>
              <a:pathLst>
                <a:path w="3132" h="3132" extrusionOk="0">
                  <a:moveTo>
                    <a:pt x="1567" y="917"/>
                  </a:moveTo>
                  <a:cubicBezTo>
                    <a:pt x="1927" y="917"/>
                    <a:pt x="2215" y="1205"/>
                    <a:pt x="2215" y="1565"/>
                  </a:cubicBezTo>
                  <a:cubicBezTo>
                    <a:pt x="2215" y="1925"/>
                    <a:pt x="1927" y="2213"/>
                    <a:pt x="1567" y="2213"/>
                  </a:cubicBezTo>
                  <a:cubicBezTo>
                    <a:pt x="1207" y="2213"/>
                    <a:pt x="919" y="1925"/>
                    <a:pt x="919" y="1565"/>
                  </a:cubicBezTo>
                  <a:cubicBezTo>
                    <a:pt x="919" y="1205"/>
                    <a:pt x="1207" y="917"/>
                    <a:pt x="1567" y="917"/>
                  </a:cubicBezTo>
                  <a:close/>
                  <a:moveTo>
                    <a:pt x="1567" y="0"/>
                  </a:moveTo>
                  <a:cubicBezTo>
                    <a:pt x="703" y="0"/>
                    <a:pt x="0" y="701"/>
                    <a:pt x="0" y="1565"/>
                  </a:cubicBezTo>
                  <a:cubicBezTo>
                    <a:pt x="0" y="2429"/>
                    <a:pt x="703" y="3132"/>
                    <a:pt x="1567" y="3132"/>
                  </a:cubicBezTo>
                  <a:cubicBezTo>
                    <a:pt x="2430" y="3132"/>
                    <a:pt x="3132" y="2429"/>
                    <a:pt x="3132" y="1565"/>
                  </a:cubicBezTo>
                  <a:cubicBezTo>
                    <a:pt x="3132" y="701"/>
                    <a:pt x="2430" y="0"/>
                    <a:pt x="1567"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120"/>
            <p:cNvSpPr/>
            <p:nvPr/>
          </p:nvSpPr>
          <p:spPr>
            <a:xfrm>
              <a:off x="4884299" y="4065222"/>
              <a:ext cx="84622" cy="84595"/>
            </a:xfrm>
            <a:custGeom>
              <a:avLst/>
              <a:gdLst/>
              <a:ahLst/>
              <a:cxnLst/>
              <a:rect l="l" t="t" r="r" b="b"/>
              <a:pathLst>
                <a:path w="3133" h="3132" extrusionOk="0">
                  <a:moveTo>
                    <a:pt x="1566" y="919"/>
                  </a:moveTo>
                  <a:cubicBezTo>
                    <a:pt x="1926" y="919"/>
                    <a:pt x="2214" y="1206"/>
                    <a:pt x="2214" y="1566"/>
                  </a:cubicBezTo>
                  <a:cubicBezTo>
                    <a:pt x="2214" y="1926"/>
                    <a:pt x="1926" y="2214"/>
                    <a:pt x="1566" y="2214"/>
                  </a:cubicBezTo>
                  <a:cubicBezTo>
                    <a:pt x="1206" y="2214"/>
                    <a:pt x="918" y="1926"/>
                    <a:pt x="918" y="1566"/>
                  </a:cubicBezTo>
                  <a:cubicBezTo>
                    <a:pt x="918" y="1206"/>
                    <a:pt x="1206" y="919"/>
                    <a:pt x="1566" y="919"/>
                  </a:cubicBezTo>
                  <a:close/>
                  <a:moveTo>
                    <a:pt x="1566" y="0"/>
                  </a:moveTo>
                  <a:cubicBezTo>
                    <a:pt x="702" y="0"/>
                    <a:pt x="1" y="703"/>
                    <a:pt x="1" y="1566"/>
                  </a:cubicBezTo>
                  <a:cubicBezTo>
                    <a:pt x="1" y="2430"/>
                    <a:pt x="702" y="3131"/>
                    <a:pt x="1566" y="3131"/>
                  </a:cubicBezTo>
                  <a:cubicBezTo>
                    <a:pt x="2430" y="3131"/>
                    <a:pt x="3132" y="2430"/>
                    <a:pt x="3132" y="1566"/>
                  </a:cubicBezTo>
                  <a:cubicBezTo>
                    <a:pt x="3132" y="703"/>
                    <a:pt x="2430" y="0"/>
                    <a:pt x="1566"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120"/>
            <p:cNvSpPr/>
            <p:nvPr/>
          </p:nvSpPr>
          <p:spPr>
            <a:xfrm>
              <a:off x="5021861" y="4302910"/>
              <a:ext cx="84595" cy="84622"/>
            </a:xfrm>
            <a:custGeom>
              <a:avLst/>
              <a:gdLst/>
              <a:ahLst/>
              <a:cxnLst/>
              <a:rect l="l" t="t" r="r" b="b"/>
              <a:pathLst>
                <a:path w="3132" h="3133" extrusionOk="0">
                  <a:moveTo>
                    <a:pt x="1567" y="918"/>
                  </a:moveTo>
                  <a:cubicBezTo>
                    <a:pt x="1927" y="918"/>
                    <a:pt x="2215" y="1206"/>
                    <a:pt x="2215" y="1566"/>
                  </a:cubicBezTo>
                  <a:cubicBezTo>
                    <a:pt x="2215" y="1926"/>
                    <a:pt x="1927" y="2214"/>
                    <a:pt x="1567" y="2214"/>
                  </a:cubicBezTo>
                  <a:cubicBezTo>
                    <a:pt x="1207" y="2214"/>
                    <a:pt x="919" y="1926"/>
                    <a:pt x="919" y="1566"/>
                  </a:cubicBezTo>
                  <a:cubicBezTo>
                    <a:pt x="919" y="1206"/>
                    <a:pt x="1207" y="918"/>
                    <a:pt x="1567" y="918"/>
                  </a:cubicBezTo>
                  <a:close/>
                  <a:moveTo>
                    <a:pt x="1567" y="1"/>
                  </a:moveTo>
                  <a:cubicBezTo>
                    <a:pt x="703" y="1"/>
                    <a:pt x="0" y="702"/>
                    <a:pt x="0" y="1566"/>
                  </a:cubicBezTo>
                  <a:cubicBezTo>
                    <a:pt x="0" y="2430"/>
                    <a:pt x="703" y="3132"/>
                    <a:pt x="1567" y="3132"/>
                  </a:cubicBezTo>
                  <a:cubicBezTo>
                    <a:pt x="2430" y="3132"/>
                    <a:pt x="3132" y="2430"/>
                    <a:pt x="3132" y="1566"/>
                  </a:cubicBezTo>
                  <a:cubicBezTo>
                    <a:pt x="3132" y="702"/>
                    <a:pt x="2430" y="1"/>
                    <a:pt x="1567"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120"/>
            <p:cNvSpPr/>
            <p:nvPr/>
          </p:nvSpPr>
          <p:spPr>
            <a:xfrm>
              <a:off x="4884299" y="4223663"/>
              <a:ext cx="84622" cy="84622"/>
            </a:xfrm>
            <a:custGeom>
              <a:avLst/>
              <a:gdLst/>
              <a:ahLst/>
              <a:cxnLst/>
              <a:rect l="l" t="t" r="r" b="b"/>
              <a:pathLst>
                <a:path w="3133" h="3133" extrusionOk="0">
                  <a:moveTo>
                    <a:pt x="1566" y="919"/>
                  </a:moveTo>
                  <a:cubicBezTo>
                    <a:pt x="1926" y="919"/>
                    <a:pt x="2214" y="1207"/>
                    <a:pt x="2214" y="1567"/>
                  </a:cubicBezTo>
                  <a:cubicBezTo>
                    <a:pt x="2214" y="1927"/>
                    <a:pt x="1926" y="2215"/>
                    <a:pt x="1566" y="2215"/>
                  </a:cubicBezTo>
                  <a:cubicBezTo>
                    <a:pt x="1206" y="2215"/>
                    <a:pt x="918" y="1927"/>
                    <a:pt x="918" y="1567"/>
                  </a:cubicBezTo>
                  <a:cubicBezTo>
                    <a:pt x="918" y="1207"/>
                    <a:pt x="1206" y="919"/>
                    <a:pt x="1566" y="919"/>
                  </a:cubicBezTo>
                  <a:close/>
                  <a:moveTo>
                    <a:pt x="1566" y="1"/>
                  </a:moveTo>
                  <a:cubicBezTo>
                    <a:pt x="702" y="1"/>
                    <a:pt x="1" y="703"/>
                    <a:pt x="1" y="1567"/>
                  </a:cubicBezTo>
                  <a:cubicBezTo>
                    <a:pt x="1" y="2431"/>
                    <a:pt x="702" y="3132"/>
                    <a:pt x="1566" y="3132"/>
                  </a:cubicBezTo>
                  <a:cubicBezTo>
                    <a:pt x="2430" y="3132"/>
                    <a:pt x="3132" y="2431"/>
                    <a:pt x="3132" y="1567"/>
                  </a:cubicBezTo>
                  <a:cubicBezTo>
                    <a:pt x="3132" y="703"/>
                    <a:pt x="2430" y="1"/>
                    <a:pt x="156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2" name="Google Shape;2872;p120"/>
          <p:cNvGrpSpPr/>
          <p:nvPr/>
        </p:nvGrpSpPr>
        <p:grpSpPr>
          <a:xfrm>
            <a:off x="3987000" y="4016145"/>
            <a:ext cx="352913" cy="399586"/>
            <a:chOff x="3987000" y="4016145"/>
            <a:chExt cx="352913" cy="399586"/>
          </a:xfrm>
        </p:grpSpPr>
        <p:sp>
          <p:nvSpPr>
            <p:cNvPr id="2873" name="Google Shape;2873;p120"/>
            <p:cNvSpPr/>
            <p:nvPr/>
          </p:nvSpPr>
          <p:spPr>
            <a:xfrm>
              <a:off x="3987000" y="4016145"/>
              <a:ext cx="352913" cy="399586"/>
            </a:xfrm>
            <a:custGeom>
              <a:avLst/>
              <a:gdLst/>
              <a:ahLst/>
              <a:cxnLst/>
              <a:rect l="l" t="t" r="r" b="b"/>
              <a:pathLst>
                <a:path w="13066" h="14794" extrusionOk="0">
                  <a:moveTo>
                    <a:pt x="8135" y="4787"/>
                  </a:moveTo>
                  <a:lnTo>
                    <a:pt x="8135" y="5668"/>
                  </a:lnTo>
                  <a:lnTo>
                    <a:pt x="4949" y="5668"/>
                  </a:lnTo>
                  <a:lnTo>
                    <a:pt x="4949" y="4787"/>
                  </a:lnTo>
                  <a:close/>
                  <a:moveTo>
                    <a:pt x="6964" y="881"/>
                  </a:moveTo>
                  <a:cubicBezTo>
                    <a:pt x="8620" y="1097"/>
                    <a:pt x="9880" y="2501"/>
                    <a:pt x="9880" y="4211"/>
                  </a:cubicBezTo>
                  <a:lnTo>
                    <a:pt x="9880" y="6244"/>
                  </a:lnTo>
                  <a:cubicBezTo>
                    <a:pt x="9880" y="8080"/>
                    <a:pt x="8387" y="9591"/>
                    <a:pt x="6533" y="9591"/>
                  </a:cubicBezTo>
                  <a:cubicBezTo>
                    <a:pt x="4680" y="9591"/>
                    <a:pt x="3185" y="8080"/>
                    <a:pt x="3185" y="6244"/>
                  </a:cubicBezTo>
                  <a:lnTo>
                    <a:pt x="3185" y="4211"/>
                  </a:lnTo>
                  <a:cubicBezTo>
                    <a:pt x="3185" y="2501"/>
                    <a:pt x="4464" y="1097"/>
                    <a:pt x="6101" y="881"/>
                  </a:cubicBezTo>
                  <a:lnTo>
                    <a:pt x="6101" y="3923"/>
                  </a:lnTo>
                  <a:lnTo>
                    <a:pt x="4068" y="3923"/>
                  </a:lnTo>
                  <a:lnTo>
                    <a:pt x="4068" y="6532"/>
                  </a:lnTo>
                  <a:lnTo>
                    <a:pt x="8999" y="6532"/>
                  </a:lnTo>
                  <a:lnTo>
                    <a:pt x="8999" y="3923"/>
                  </a:lnTo>
                  <a:lnTo>
                    <a:pt x="6964" y="3923"/>
                  </a:lnTo>
                  <a:lnTo>
                    <a:pt x="6964" y="881"/>
                  </a:lnTo>
                  <a:close/>
                  <a:moveTo>
                    <a:pt x="4589" y="9987"/>
                  </a:moveTo>
                  <a:lnTo>
                    <a:pt x="4589" y="9987"/>
                  </a:lnTo>
                  <a:cubicBezTo>
                    <a:pt x="5165" y="10294"/>
                    <a:pt x="5831" y="10455"/>
                    <a:pt x="6533" y="10455"/>
                  </a:cubicBezTo>
                  <a:cubicBezTo>
                    <a:pt x="7235" y="10455"/>
                    <a:pt x="7900" y="10294"/>
                    <a:pt x="8476" y="9987"/>
                  </a:cubicBezTo>
                  <a:lnTo>
                    <a:pt x="8476" y="9987"/>
                  </a:lnTo>
                  <a:cubicBezTo>
                    <a:pt x="8315" y="10906"/>
                    <a:pt x="7504" y="11626"/>
                    <a:pt x="6533" y="11626"/>
                  </a:cubicBezTo>
                  <a:cubicBezTo>
                    <a:pt x="5561" y="11626"/>
                    <a:pt x="4752" y="10906"/>
                    <a:pt x="4589" y="9987"/>
                  </a:cubicBezTo>
                  <a:close/>
                  <a:moveTo>
                    <a:pt x="9376" y="9627"/>
                  </a:moveTo>
                  <a:cubicBezTo>
                    <a:pt x="10978" y="9843"/>
                    <a:pt x="12202" y="11211"/>
                    <a:pt x="12202" y="12850"/>
                  </a:cubicBezTo>
                  <a:lnTo>
                    <a:pt x="12202" y="13929"/>
                  </a:lnTo>
                  <a:lnTo>
                    <a:pt x="864" y="13929"/>
                  </a:lnTo>
                  <a:lnTo>
                    <a:pt x="864" y="12850"/>
                  </a:lnTo>
                  <a:cubicBezTo>
                    <a:pt x="864" y="11211"/>
                    <a:pt x="2088" y="9843"/>
                    <a:pt x="3689" y="9627"/>
                  </a:cubicBezTo>
                  <a:lnTo>
                    <a:pt x="3689" y="9646"/>
                  </a:lnTo>
                  <a:cubicBezTo>
                    <a:pt x="3689" y="11211"/>
                    <a:pt x="4968" y="12490"/>
                    <a:pt x="6533" y="12490"/>
                  </a:cubicBezTo>
                  <a:cubicBezTo>
                    <a:pt x="8099" y="12490"/>
                    <a:pt x="9376" y="11211"/>
                    <a:pt x="9376" y="9646"/>
                  </a:cubicBezTo>
                  <a:lnTo>
                    <a:pt x="9376" y="9627"/>
                  </a:lnTo>
                  <a:close/>
                  <a:moveTo>
                    <a:pt x="6533" y="0"/>
                  </a:moveTo>
                  <a:cubicBezTo>
                    <a:pt x="4212" y="0"/>
                    <a:pt x="2321" y="1889"/>
                    <a:pt x="2321" y="4211"/>
                  </a:cubicBezTo>
                  <a:lnTo>
                    <a:pt x="2321" y="4787"/>
                  </a:lnTo>
                  <a:lnTo>
                    <a:pt x="1440" y="4787"/>
                  </a:lnTo>
                  <a:lnTo>
                    <a:pt x="1440" y="1728"/>
                  </a:lnTo>
                  <a:lnTo>
                    <a:pt x="576" y="1728"/>
                  </a:lnTo>
                  <a:lnTo>
                    <a:pt x="576" y="5651"/>
                  </a:lnTo>
                  <a:lnTo>
                    <a:pt x="2321" y="5651"/>
                  </a:lnTo>
                  <a:lnTo>
                    <a:pt x="2321" y="6244"/>
                  </a:lnTo>
                  <a:cubicBezTo>
                    <a:pt x="2321" y="7216"/>
                    <a:pt x="2645" y="8116"/>
                    <a:pt x="3204" y="8836"/>
                  </a:cubicBezTo>
                  <a:cubicBezTo>
                    <a:pt x="2448" y="8998"/>
                    <a:pt x="1764" y="9375"/>
                    <a:pt x="1206" y="9934"/>
                  </a:cubicBezTo>
                  <a:cubicBezTo>
                    <a:pt x="433" y="10726"/>
                    <a:pt x="1" y="11751"/>
                    <a:pt x="1" y="12850"/>
                  </a:cubicBezTo>
                  <a:lnTo>
                    <a:pt x="1" y="14793"/>
                  </a:lnTo>
                  <a:lnTo>
                    <a:pt x="13066" y="14793"/>
                  </a:lnTo>
                  <a:lnTo>
                    <a:pt x="13066" y="12850"/>
                  </a:lnTo>
                  <a:cubicBezTo>
                    <a:pt x="13066" y="11751"/>
                    <a:pt x="12634" y="10726"/>
                    <a:pt x="11860" y="9934"/>
                  </a:cubicBezTo>
                  <a:cubicBezTo>
                    <a:pt x="11302" y="9375"/>
                    <a:pt x="10618" y="8998"/>
                    <a:pt x="9863" y="8836"/>
                  </a:cubicBezTo>
                  <a:cubicBezTo>
                    <a:pt x="10420" y="8116"/>
                    <a:pt x="10762" y="7216"/>
                    <a:pt x="10762" y="6244"/>
                  </a:cubicBezTo>
                  <a:lnTo>
                    <a:pt x="10762" y="5651"/>
                  </a:lnTo>
                  <a:lnTo>
                    <a:pt x="12490" y="5651"/>
                  </a:lnTo>
                  <a:lnTo>
                    <a:pt x="12490" y="1728"/>
                  </a:lnTo>
                  <a:lnTo>
                    <a:pt x="11626" y="1728"/>
                  </a:lnTo>
                  <a:lnTo>
                    <a:pt x="11626" y="4787"/>
                  </a:lnTo>
                  <a:lnTo>
                    <a:pt x="10762" y="4787"/>
                  </a:lnTo>
                  <a:lnTo>
                    <a:pt x="10762" y="4211"/>
                  </a:lnTo>
                  <a:cubicBezTo>
                    <a:pt x="10762" y="1889"/>
                    <a:pt x="8855" y="0"/>
                    <a:pt x="6533"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120"/>
            <p:cNvSpPr/>
            <p:nvPr/>
          </p:nvSpPr>
          <p:spPr>
            <a:xfrm>
              <a:off x="4124535" y="4215884"/>
              <a:ext cx="78302" cy="23364"/>
            </a:xfrm>
            <a:custGeom>
              <a:avLst/>
              <a:gdLst/>
              <a:ahLst/>
              <a:cxnLst/>
              <a:rect l="l" t="t" r="r" b="b"/>
              <a:pathLst>
                <a:path w="2899" h="865" extrusionOk="0">
                  <a:moveTo>
                    <a:pt x="1" y="1"/>
                  </a:moveTo>
                  <a:lnTo>
                    <a:pt x="1" y="865"/>
                  </a:lnTo>
                  <a:lnTo>
                    <a:pt x="2899" y="865"/>
                  </a:lnTo>
                  <a:lnTo>
                    <a:pt x="289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 name="Google Shape;2875;p120"/>
          <p:cNvGrpSpPr/>
          <p:nvPr/>
        </p:nvGrpSpPr>
        <p:grpSpPr>
          <a:xfrm>
            <a:off x="3987000" y="3393430"/>
            <a:ext cx="359233" cy="398641"/>
            <a:chOff x="3987000" y="3393430"/>
            <a:chExt cx="359233" cy="398641"/>
          </a:xfrm>
        </p:grpSpPr>
        <p:sp>
          <p:nvSpPr>
            <p:cNvPr id="2876" name="Google Shape;2876;p120"/>
            <p:cNvSpPr/>
            <p:nvPr/>
          </p:nvSpPr>
          <p:spPr>
            <a:xfrm>
              <a:off x="3987000" y="3393430"/>
              <a:ext cx="359233" cy="398641"/>
            </a:xfrm>
            <a:custGeom>
              <a:avLst/>
              <a:gdLst/>
              <a:ahLst/>
              <a:cxnLst/>
              <a:rect l="l" t="t" r="r" b="b"/>
              <a:pathLst>
                <a:path w="13300" h="14759" extrusionOk="0">
                  <a:moveTo>
                    <a:pt x="6803" y="865"/>
                  </a:moveTo>
                  <a:cubicBezTo>
                    <a:pt x="8207" y="865"/>
                    <a:pt x="9448" y="1765"/>
                    <a:pt x="9935" y="3060"/>
                  </a:cubicBezTo>
                  <a:lnTo>
                    <a:pt x="3653" y="3060"/>
                  </a:lnTo>
                  <a:cubicBezTo>
                    <a:pt x="4140" y="1765"/>
                    <a:pt x="5381" y="865"/>
                    <a:pt x="6803" y="865"/>
                  </a:cubicBezTo>
                  <a:close/>
                  <a:moveTo>
                    <a:pt x="10996" y="3924"/>
                  </a:moveTo>
                  <a:lnTo>
                    <a:pt x="10996" y="6516"/>
                  </a:lnTo>
                  <a:lnTo>
                    <a:pt x="2592" y="6516"/>
                  </a:lnTo>
                  <a:lnTo>
                    <a:pt x="2592" y="3924"/>
                  </a:lnTo>
                  <a:close/>
                  <a:moveTo>
                    <a:pt x="9935" y="7379"/>
                  </a:moveTo>
                  <a:cubicBezTo>
                    <a:pt x="9448" y="8675"/>
                    <a:pt x="8207" y="9558"/>
                    <a:pt x="6803" y="9558"/>
                  </a:cubicBezTo>
                  <a:cubicBezTo>
                    <a:pt x="5381" y="9558"/>
                    <a:pt x="4140" y="8675"/>
                    <a:pt x="3653" y="7379"/>
                  </a:cubicBezTo>
                  <a:close/>
                  <a:moveTo>
                    <a:pt x="1728" y="5671"/>
                  </a:moveTo>
                  <a:lnTo>
                    <a:pt x="1728" y="7379"/>
                  </a:lnTo>
                  <a:lnTo>
                    <a:pt x="2753" y="7379"/>
                  </a:lnTo>
                  <a:cubicBezTo>
                    <a:pt x="2897" y="7902"/>
                    <a:pt x="3149" y="8387"/>
                    <a:pt x="3473" y="8802"/>
                  </a:cubicBezTo>
                  <a:cubicBezTo>
                    <a:pt x="2880" y="8946"/>
                    <a:pt x="2304" y="9215"/>
                    <a:pt x="1818" y="9611"/>
                  </a:cubicBezTo>
                  <a:cubicBezTo>
                    <a:pt x="1224" y="9215"/>
                    <a:pt x="864" y="8550"/>
                    <a:pt x="864" y="7847"/>
                  </a:cubicBezTo>
                  <a:lnTo>
                    <a:pt x="864" y="6696"/>
                  </a:lnTo>
                  <a:cubicBezTo>
                    <a:pt x="864" y="6192"/>
                    <a:pt x="1242" y="5760"/>
                    <a:pt x="1728" y="5671"/>
                  </a:cubicBezTo>
                  <a:close/>
                  <a:moveTo>
                    <a:pt x="4860" y="9954"/>
                  </a:moveTo>
                  <a:lnTo>
                    <a:pt x="4860" y="9954"/>
                  </a:lnTo>
                  <a:cubicBezTo>
                    <a:pt x="5436" y="10259"/>
                    <a:pt x="6101" y="10422"/>
                    <a:pt x="6803" y="10422"/>
                  </a:cubicBezTo>
                  <a:cubicBezTo>
                    <a:pt x="7487" y="10422"/>
                    <a:pt x="8152" y="10259"/>
                    <a:pt x="8728" y="9954"/>
                  </a:cubicBezTo>
                  <a:lnTo>
                    <a:pt x="8728" y="9954"/>
                  </a:lnTo>
                  <a:cubicBezTo>
                    <a:pt x="8567" y="10871"/>
                    <a:pt x="7756" y="11573"/>
                    <a:pt x="6803" y="11573"/>
                  </a:cubicBezTo>
                  <a:cubicBezTo>
                    <a:pt x="5831" y="11573"/>
                    <a:pt x="5021" y="10871"/>
                    <a:pt x="4860" y="9954"/>
                  </a:cubicBezTo>
                  <a:close/>
                  <a:moveTo>
                    <a:pt x="9628" y="9594"/>
                  </a:moveTo>
                  <a:cubicBezTo>
                    <a:pt x="11212" y="9810"/>
                    <a:pt x="12435" y="11177"/>
                    <a:pt x="12435" y="12814"/>
                  </a:cubicBezTo>
                  <a:lnTo>
                    <a:pt x="12435" y="13894"/>
                  </a:lnTo>
                  <a:lnTo>
                    <a:pt x="1152" y="13894"/>
                  </a:lnTo>
                  <a:lnTo>
                    <a:pt x="1152" y="12814"/>
                  </a:lnTo>
                  <a:cubicBezTo>
                    <a:pt x="1152" y="11177"/>
                    <a:pt x="2376" y="9810"/>
                    <a:pt x="3960" y="9594"/>
                  </a:cubicBezTo>
                  <a:lnTo>
                    <a:pt x="3960" y="9611"/>
                  </a:lnTo>
                  <a:cubicBezTo>
                    <a:pt x="3960" y="11177"/>
                    <a:pt x="5237" y="12437"/>
                    <a:pt x="6803" y="12437"/>
                  </a:cubicBezTo>
                  <a:cubicBezTo>
                    <a:pt x="8351" y="12437"/>
                    <a:pt x="9628" y="11177"/>
                    <a:pt x="9628" y="9611"/>
                  </a:cubicBezTo>
                  <a:lnTo>
                    <a:pt x="9628" y="9594"/>
                  </a:lnTo>
                  <a:close/>
                  <a:moveTo>
                    <a:pt x="6803" y="1"/>
                  </a:moveTo>
                  <a:cubicBezTo>
                    <a:pt x="4913" y="1"/>
                    <a:pt x="3257" y="1261"/>
                    <a:pt x="2753" y="3060"/>
                  </a:cubicBezTo>
                  <a:lnTo>
                    <a:pt x="1728" y="3060"/>
                  </a:lnTo>
                  <a:lnTo>
                    <a:pt x="1728" y="4788"/>
                  </a:lnTo>
                  <a:cubicBezTo>
                    <a:pt x="756" y="4896"/>
                    <a:pt x="1" y="5707"/>
                    <a:pt x="1" y="6696"/>
                  </a:cubicBezTo>
                  <a:lnTo>
                    <a:pt x="1" y="7847"/>
                  </a:lnTo>
                  <a:cubicBezTo>
                    <a:pt x="1" y="8406"/>
                    <a:pt x="162" y="8946"/>
                    <a:pt x="450" y="9431"/>
                  </a:cubicBezTo>
                  <a:cubicBezTo>
                    <a:pt x="648" y="9738"/>
                    <a:pt x="900" y="10007"/>
                    <a:pt x="1206" y="10223"/>
                  </a:cubicBezTo>
                  <a:cubicBezTo>
                    <a:pt x="612" y="10961"/>
                    <a:pt x="289" y="11861"/>
                    <a:pt x="289" y="12814"/>
                  </a:cubicBezTo>
                  <a:lnTo>
                    <a:pt x="289" y="14758"/>
                  </a:lnTo>
                  <a:lnTo>
                    <a:pt x="13299" y="14758"/>
                  </a:lnTo>
                  <a:lnTo>
                    <a:pt x="13299" y="12814"/>
                  </a:lnTo>
                  <a:cubicBezTo>
                    <a:pt x="13299" y="11717"/>
                    <a:pt x="12886" y="10691"/>
                    <a:pt x="12094" y="9918"/>
                  </a:cubicBezTo>
                  <a:cubicBezTo>
                    <a:pt x="11554" y="9359"/>
                    <a:pt x="10852" y="8982"/>
                    <a:pt x="10115" y="8802"/>
                  </a:cubicBezTo>
                  <a:cubicBezTo>
                    <a:pt x="10439" y="8387"/>
                    <a:pt x="10690" y="7902"/>
                    <a:pt x="10834" y="7379"/>
                  </a:cubicBezTo>
                  <a:lnTo>
                    <a:pt x="11860" y="7379"/>
                  </a:lnTo>
                  <a:lnTo>
                    <a:pt x="11860" y="3060"/>
                  </a:lnTo>
                  <a:lnTo>
                    <a:pt x="10834" y="3060"/>
                  </a:lnTo>
                  <a:cubicBezTo>
                    <a:pt x="10331" y="1261"/>
                    <a:pt x="8675" y="1"/>
                    <a:pt x="6803"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120"/>
            <p:cNvSpPr/>
            <p:nvPr/>
          </p:nvSpPr>
          <p:spPr>
            <a:xfrm>
              <a:off x="4080319" y="3522754"/>
              <a:ext cx="180346" cy="23337"/>
            </a:xfrm>
            <a:custGeom>
              <a:avLst/>
              <a:gdLst/>
              <a:ahLst/>
              <a:cxnLst/>
              <a:rect l="l" t="t" r="r" b="b"/>
              <a:pathLst>
                <a:path w="6677" h="864" extrusionOk="0">
                  <a:moveTo>
                    <a:pt x="1" y="0"/>
                  </a:moveTo>
                  <a:lnTo>
                    <a:pt x="1" y="864"/>
                  </a:lnTo>
                  <a:lnTo>
                    <a:pt x="6677" y="864"/>
                  </a:lnTo>
                  <a:lnTo>
                    <a:pt x="6677"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8" name="Google Shape;2878;p120"/>
          <p:cNvGrpSpPr/>
          <p:nvPr/>
        </p:nvGrpSpPr>
        <p:grpSpPr>
          <a:xfrm>
            <a:off x="3165517" y="3393430"/>
            <a:ext cx="398100" cy="398641"/>
            <a:chOff x="3165517" y="3393430"/>
            <a:chExt cx="398100" cy="398641"/>
          </a:xfrm>
        </p:grpSpPr>
        <p:sp>
          <p:nvSpPr>
            <p:cNvPr id="2879" name="Google Shape;2879;p120"/>
            <p:cNvSpPr/>
            <p:nvPr/>
          </p:nvSpPr>
          <p:spPr>
            <a:xfrm>
              <a:off x="3165517" y="3393430"/>
              <a:ext cx="398100" cy="398641"/>
            </a:xfrm>
            <a:custGeom>
              <a:avLst/>
              <a:gdLst/>
              <a:ahLst/>
              <a:cxnLst/>
              <a:rect l="l" t="t" r="r" b="b"/>
              <a:pathLst>
                <a:path w="14739" h="14759" extrusionOk="0">
                  <a:moveTo>
                    <a:pt x="1728" y="1729"/>
                  </a:moveTo>
                  <a:lnTo>
                    <a:pt x="1728" y="3744"/>
                  </a:lnTo>
                  <a:lnTo>
                    <a:pt x="864" y="3744"/>
                  </a:lnTo>
                  <a:lnTo>
                    <a:pt x="864" y="1729"/>
                  </a:lnTo>
                  <a:close/>
                  <a:moveTo>
                    <a:pt x="13875" y="1729"/>
                  </a:moveTo>
                  <a:lnTo>
                    <a:pt x="13875" y="3744"/>
                  </a:lnTo>
                  <a:lnTo>
                    <a:pt x="13011" y="3744"/>
                  </a:lnTo>
                  <a:lnTo>
                    <a:pt x="13011" y="1729"/>
                  </a:lnTo>
                  <a:close/>
                  <a:moveTo>
                    <a:pt x="12148" y="865"/>
                  </a:moveTo>
                  <a:lnTo>
                    <a:pt x="12148" y="4176"/>
                  </a:lnTo>
                  <a:cubicBezTo>
                    <a:pt x="12148" y="5383"/>
                    <a:pt x="11176" y="6354"/>
                    <a:pt x="9971" y="6354"/>
                  </a:cubicBezTo>
                  <a:cubicBezTo>
                    <a:pt x="8783" y="6354"/>
                    <a:pt x="7792" y="5383"/>
                    <a:pt x="7792" y="4176"/>
                  </a:cubicBezTo>
                  <a:lnTo>
                    <a:pt x="6929" y="4176"/>
                  </a:lnTo>
                  <a:cubicBezTo>
                    <a:pt x="6929" y="5383"/>
                    <a:pt x="5957" y="6354"/>
                    <a:pt x="4769" y="6354"/>
                  </a:cubicBezTo>
                  <a:cubicBezTo>
                    <a:pt x="3564" y="6354"/>
                    <a:pt x="2592" y="5383"/>
                    <a:pt x="2592" y="4176"/>
                  </a:cubicBezTo>
                  <a:lnTo>
                    <a:pt x="2592" y="865"/>
                  </a:lnTo>
                  <a:close/>
                  <a:moveTo>
                    <a:pt x="1728" y="1"/>
                  </a:moveTo>
                  <a:lnTo>
                    <a:pt x="1728" y="865"/>
                  </a:lnTo>
                  <a:lnTo>
                    <a:pt x="1" y="865"/>
                  </a:lnTo>
                  <a:lnTo>
                    <a:pt x="1" y="6516"/>
                  </a:lnTo>
                  <a:cubicBezTo>
                    <a:pt x="1" y="8675"/>
                    <a:pt x="1746" y="10422"/>
                    <a:pt x="3905" y="10422"/>
                  </a:cubicBezTo>
                  <a:cubicBezTo>
                    <a:pt x="5580" y="10422"/>
                    <a:pt x="6929" y="11789"/>
                    <a:pt x="6929" y="13462"/>
                  </a:cubicBezTo>
                  <a:lnTo>
                    <a:pt x="6929" y="14758"/>
                  </a:lnTo>
                  <a:lnTo>
                    <a:pt x="7792" y="14758"/>
                  </a:lnTo>
                  <a:lnTo>
                    <a:pt x="7792" y="13462"/>
                  </a:lnTo>
                  <a:cubicBezTo>
                    <a:pt x="7792" y="11321"/>
                    <a:pt x="6047" y="9558"/>
                    <a:pt x="3905" y="9558"/>
                  </a:cubicBezTo>
                  <a:cubicBezTo>
                    <a:pt x="2232" y="9558"/>
                    <a:pt x="864" y="8207"/>
                    <a:pt x="864" y="6516"/>
                  </a:cubicBezTo>
                  <a:lnTo>
                    <a:pt x="864" y="4608"/>
                  </a:lnTo>
                  <a:lnTo>
                    <a:pt x="1764" y="4608"/>
                  </a:lnTo>
                  <a:cubicBezTo>
                    <a:pt x="1962" y="6084"/>
                    <a:pt x="3240" y="7218"/>
                    <a:pt x="4769" y="7218"/>
                  </a:cubicBezTo>
                  <a:cubicBezTo>
                    <a:pt x="5867" y="7218"/>
                    <a:pt x="6839" y="6624"/>
                    <a:pt x="7360" y="5743"/>
                  </a:cubicBezTo>
                  <a:cubicBezTo>
                    <a:pt x="7900" y="6624"/>
                    <a:pt x="8872" y="7218"/>
                    <a:pt x="9971" y="7218"/>
                  </a:cubicBezTo>
                  <a:cubicBezTo>
                    <a:pt x="11500" y="7218"/>
                    <a:pt x="12778" y="6084"/>
                    <a:pt x="12975" y="4608"/>
                  </a:cubicBezTo>
                  <a:lnTo>
                    <a:pt x="14739" y="4608"/>
                  </a:lnTo>
                  <a:lnTo>
                    <a:pt x="14739" y="865"/>
                  </a:lnTo>
                  <a:lnTo>
                    <a:pt x="13011" y="865"/>
                  </a:lnTo>
                  <a:lnTo>
                    <a:pt x="1301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120"/>
            <p:cNvSpPr/>
            <p:nvPr/>
          </p:nvSpPr>
          <p:spPr>
            <a:xfrm>
              <a:off x="3258837" y="3440103"/>
              <a:ext cx="211461" cy="23364"/>
            </a:xfrm>
            <a:custGeom>
              <a:avLst/>
              <a:gdLst/>
              <a:ahLst/>
              <a:cxnLst/>
              <a:rect l="l" t="t" r="r" b="b"/>
              <a:pathLst>
                <a:path w="7829" h="865" extrusionOk="0">
                  <a:moveTo>
                    <a:pt x="1" y="1"/>
                  </a:moveTo>
                  <a:lnTo>
                    <a:pt x="1" y="864"/>
                  </a:lnTo>
                  <a:lnTo>
                    <a:pt x="7829" y="864"/>
                  </a:lnTo>
                  <a:lnTo>
                    <a:pt x="782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1" name="Google Shape;2881;p120"/>
          <p:cNvGrpSpPr/>
          <p:nvPr/>
        </p:nvGrpSpPr>
        <p:grpSpPr>
          <a:xfrm>
            <a:off x="3165517" y="4016145"/>
            <a:ext cx="371388" cy="371388"/>
            <a:chOff x="3165517" y="4016145"/>
            <a:chExt cx="371388" cy="371388"/>
          </a:xfrm>
        </p:grpSpPr>
        <p:sp>
          <p:nvSpPr>
            <p:cNvPr id="2882" name="Google Shape;2882;p120"/>
            <p:cNvSpPr/>
            <p:nvPr/>
          </p:nvSpPr>
          <p:spPr>
            <a:xfrm>
              <a:off x="3165517" y="4016145"/>
              <a:ext cx="371388" cy="371388"/>
            </a:xfrm>
            <a:custGeom>
              <a:avLst/>
              <a:gdLst/>
              <a:ahLst/>
              <a:cxnLst/>
              <a:rect l="l" t="t" r="r" b="b"/>
              <a:pathLst>
                <a:path w="13750" h="13750" extrusionOk="0">
                  <a:moveTo>
                    <a:pt x="11248" y="2501"/>
                  </a:moveTo>
                  <a:lnTo>
                    <a:pt x="11248" y="11230"/>
                  </a:lnTo>
                  <a:lnTo>
                    <a:pt x="2520" y="11230"/>
                  </a:lnTo>
                  <a:lnTo>
                    <a:pt x="2520" y="2501"/>
                  </a:lnTo>
                  <a:close/>
                  <a:moveTo>
                    <a:pt x="4049" y="0"/>
                  </a:moveTo>
                  <a:lnTo>
                    <a:pt x="4049" y="1709"/>
                  </a:lnTo>
                  <a:lnTo>
                    <a:pt x="1710" y="1709"/>
                  </a:lnTo>
                  <a:lnTo>
                    <a:pt x="1710" y="4049"/>
                  </a:lnTo>
                  <a:lnTo>
                    <a:pt x="1" y="4049"/>
                  </a:lnTo>
                  <a:lnTo>
                    <a:pt x="1" y="4859"/>
                  </a:lnTo>
                  <a:lnTo>
                    <a:pt x="1710" y="4859"/>
                  </a:lnTo>
                  <a:lnTo>
                    <a:pt x="1710" y="5668"/>
                  </a:lnTo>
                  <a:lnTo>
                    <a:pt x="1" y="5668"/>
                  </a:lnTo>
                  <a:lnTo>
                    <a:pt x="1" y="6460"/>
                  </a:lnTo>
                  <a:lnTo>
                    <a:pt x="1710" y="6460"/>
                  </a:lnTo>
                  <a:lnTo>
                    <a:pt x="1710" y="7271"/>
                  </a:lnTo>
                  <a:lnTo>
                    <a:pt x="1" y="7271"/>
                  </a:lnTo>
                  <a:lnTo>
                    <a:pt x="1" y="8080"/>
                  </a:lnTo>
                  <a:lnTo>
                    <a:pt x="1710" y="8080"/>
                  </a:lnTo>
                  <a:lnTo>
                    <a:pt x="1710" y="8890"/>
                  </a:lnTo>
                  <a:lnTo>
                    <a:pt x="1" y="8890"/>
                  </a:lnTo>
                  <a:lnTo>
                    <a:pt x="1" y="9699"/>
                  </a:lnTo>
                  <a:lnTo>
                    <a:pt x="1710" y="9699"/>
                  </a:lnTo>
                  <a:lnTo>
                    <a:pt x="1710" y="12039"/>
                  </a:lnTo>
                  <a:lnTo>
                    <a:pt x="4049" y="12039"/>
                  </a:lnTo>
                  <a:lnTo>
                    <a:pt x="4049" y="13749"/>
                  </a:lnTo>
                  <a:lnTo>
                    <a:pt x="4860" y="13749"/>
                  </a:lnTo>
                  <a:lnTo>
                    <a:pt x="4860" y="12039"/>
                  </a:lnTo>
                  <a:lnTo>
                    <a:pt x="5669" y="12039"/>
                  </a:lnTo>
                  <a:lnTo>
                    <a:pt x="5669" y="13749"/>
                  </a:lnTo>
                  <a:lnTo>
                    <a:pt x="6479" y="13749"/>
                  </a:lnTo>
                  <a:lnTo>
                    <a:pt x="6479" y="12039"/>
                  </a:lnTo>
                  <a:lnTo>
                    <a:pt x="7288" y="12039"/>
                  </a:lnTo>
                  <a:lnTo>
                    <a:pt x="7288" y="13749"/>
                  </a:lnTo>
                  <a:lnTo>
                    <a:pt x="8080" y="13749"/>
                  </a:lnTo>
                  <a:lnTo>
                    <a:pt x="8080" y="12039"/>
                  </a:lnTo>
                  <a:lnTo>
                    <a:pt x="8891" y="12039"/>
                  </a:lnTo>
                  <a:lnTo>
                    <a:pt x="8891" y="13749"/>
                  </a:lnTo>
                  <a:lnTo>
                    <a:pt x="9700" y="13749"/>
                  </a:lnTo>
                  <a:lnTo>
                    <a:pt x="9700" y="12039"/>
                  </a:lnTo>
                  <a:lnTo>
                    <a:pt x="12040" y="12039"/>
                  </a:lnTo>
                  <a:lnTo>
                    <a:pt x="12040" y="9699"/>
                  </a:lnTo>
                  <a:lnTo>
                    <a:pt x="13750" y="9699"/>
                  </a:lnTo>
                  <a:lnTo>
                    <a:pt x="13750" y="8890"/>
                  </a:lnTo>
                  <a:lnTo>
                    <a:pt x="12040" y="8890"/>
                  </a:lnTo>
                  <a:lnTo>
                    <a:pt x="12040" y="8080"/>
                  </a:lnTo>
                  <a:lnTo>
                    <a:pt x="13750" y="8080"/>
                  </a:lnTo>
                  <a:lnTo>
                    <a:pt x="13750" y="7271"/>
                  </a:lnTo>
                  <a:lnTo>
                    <a:pt x="12040" y="7271"/>
                  </a:lnTo>
                  <a:lnTo>
                    <a:pt x="12040" y="6460"/>
                  </a:lnTo>
                  <a:lnTo>
                    <a:pt x="13750" y="6460"/>
                  </a:lnTo>
                  <a:lnTo>
                    <a:pt x="13750" y="5668"/>
                  </a:lnTo>
                  <a:lnTo>
                    <a:pt x="12040" y="5668"/>
                  </a:lnTo>
                  <a:lnTo>
                    <a:pt x="12040" y="4859"/>
                  </a:lnTo>
                  <a:lnTo>
                    <a:pt x="13750" y="4859"/>
                  </a:lnTo>
                  <a:lnTo>
                    <a:pt x="13750" y="4049"/>
                  </a:lnTo>
                  <a:lnTo>
                    <a:pt x="12040" y="4049"/>
                  </a:lnTo>
                  <a:lnTo>
                    <a:pt x="12040" y="1709"/>
                  </a:lnTo>
                  <a:lnTo>
                    <a:pt x="9700" y="1709"/>
                  </a:lnTo>
                  <a:lnTo>
                    <a:pt x="9700" y="0"/>
                  </a:lnTo>
                  <a:lnTo>
                    <a:pt x="8891" y="0"/>
                  </a:lnTo>
                  <a:lnTo>
                    <a:pt x="8891" y="1709"/>
                  </a:lnTo>
                  <a:lnTo>
                    <a:pt x="8080" y="1709"/>
                  </a:lnTo>
                  <a:lnTo>
                    <a:pt x="8080" y="0"/>
                  </a:lnTo>
                  <a:lnTo>
                    <a:pt x="7288" y="0"/>
                  </a:lnTo>
                  <a:lnTo>
                    <a:pt x="7288" y="1709"/>
                  </a:lnTo>
                  <a:lnTo>
                    <a:pt x="6479" y="1709"/>
                  </a:lnTo>
                  <a:lnTo>
                    <a:pt x="6479" y="0"/>
                  </a:lnTo>
                  <a:lnTo>
                    <a:pt x="5669" y="0"/>
                  </a:lnTo>
                  <a:lnTo>
                    <a:pt x="5669" y="1709"/>
                  </a:lnTo>
                  <a:lnTo>
                    <a:pt x="4860" y="1709"/>
                  </a:lnTo>
                  <a:lnTo>
                    <a:pt x="486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120"/>
            <p:cNvSpPr/>
            <p:nvPr/>
          </p:nvSpPr>
          <p:spPr>
            <a:xfrm>
              <a:off x="3254948" y="4105575"/>
              <a:ext cx="192527" cy="192500"/>
            </a:xfrm>
            <a:custGeom>
              <a:avLst/>
              <a:gdLst/>
              <a:ahLst/>
              <a:cxnLst/>
              <a:rect l="l" t="t" r="r" b="b"/>
              <a:pathLst>
                <a:path w="7128" h="7127" extrusionOk="0">
                  <a:moveTo>
                    <a:pt x="3564" y="2429"/>
                  </a:moveTo>
                  <a:cubicBezTo>
                    <a:pt x="3941" y="2429"/>
                    <a:pt x="4229" y="2717"/>
                    <a:pt x="4229" y="3096"/>
                  </a:cubicBezTo>
                  <a:cubicBezTo>
                    <a:pt x="4229" y="3473"/>
                    <a:pt x="3941" y="3761"/>
                    <a:pt x="3564" y="3761"/>
                  </a:cubicBezTo>
                  <a:cubicBezTo>
                    <a:pt x="3186" y="3761"/>
                    <a:pt x="2898" y="3473"/>
                    <a:pt x="2898" y="3096"/>
                  </a:cubicBezTo>
                  <a:cubicBezTo>
                    <a:pt x="2898" y="2717"/>
                    <a:pt x="3186" y="2429"/>
                    <a:pt x="3564" y="2429"/>
                  </a:cubicBezTo>
                  <a:close/>
                  <a:moveTo>
                    <a:pt x="3564" y="810"/>
                  </a:moveTo>
                  <a:cubicBezTo>
                    <a:pt x="5076" y="810"/>
                    <a:pt x="6317" y="2052"/>
                    <a:pt x="6317" y="3564"/>
                  </a:cubicBezTo>
                  <a:cubicBezTo>
                    <a:pt x="6317" y="4301"/>
                    <a:pt x="6029" y="4967"/>
                    <a:pt x="5561" y="5453"/>
                  </a:cubicBezTo>
                  <a:cubicBezTo>
                    <a:pt x="5453" y="4895"/>
                    <a:pt x="5129" y="4392"/>
                    <a:pt x="4661" y="4085"/>
                  </a:cubicBezTo>
                  <a:cubicBezTo>
                    <a:pt x="4896" y="3833"/>
                    <a:pt x="5040" y="3473"/>
                    <a:pt x="5040" y="3096"/>
                  </a:cubicBezTo>
                  <a:cubicBezTo>
                    <a:pt x="5040" y="2285"/>
                    <a:pt x="4373" y="1620"/>
                    <a:pt x="3564" y="1620"/>
                  </a:cubicBezTo>
                  <a:cubicBezTo>
                    <a:pt x="2754" y="1620"/>
                    <a:pt x="2089" y="2285"/>
                    <a:pt x="2089" y="3096"/>
                  </a:cubicBezTo>
                  <a:cubicBezTo>
                    <a:pt x="2089" y="3473"/>
                    <a:pt x="2233" y="3833"/>
                    <a:pt x="2466" y="4085"/>
                  </a:cubicBezTo>
                  <a:cubicBezTo>
                    <a:pt x="1998" y="4392"/>
                    <a:pt x="1674" y="4895"/>
                    <a:pt x="1585" y="5453"/>
                  </a:cubicBezTo>
                  <a:cubicBezTo>
                    <a:pt x="1098" y="4967"/>
                    <a:pt x="810" y="4301"/>
                    <a:pt x="810" y="3564"/>
                  </a:cubicBezTo>
                  <a:cubicBezTo>
                    <a:pt x="810" y="2052"/>
                    <a:pt x="2053" y="810"/>
                    <a:pt x="3564" y="810"/>
                  </a:cubicBezTo>
                  <a:close/>
                  <a:moveTo>
                    <a:pt x="3564" y="4572"/>
                  </a:moveTo>
                  <a:cubicBezTo>
                    <a:pt x="4229" y="4572"/>
                    <a:pt x="4769" y="5111"/>
                    <a:pt x="4769" y="5795"/>
                  </a:cubicBezTo>
                  <a:lnTo>
                    <a:pt x="4769" y="6029"/>
                  </a:lnTo>
                  <a:cubicBezTo>
                    <a:pt x="4409" y="6208"/>
                    <a:pt x="3996" y="6316"/>
                    <a:pt x="3564" y="6316"/>
                  </a:cubicBezTo>
                  <a:cubicBezTo>
                    <a:pt x="3132" y="6316"/>
                    <a:pt x="2718" y="6208"/>
                    <a:pt x="2358" y="6029"/>
                  </a:cubicBezTo>
                  <a:lnTo>
                    <a:pt x="2358" y="5795"/>
                  </a:lnTo>
                  <a:cubicBezTo>
                    <a:pt x="2358" y="5111"/>
                    <a:pt x="2898" y="4572"/>
                    <a:pt x="3564" y="4572"/>
                  </a:cubicBezTo>
                  <a:close/>
                  <a:moveTo>
                    <a:pt x="3564" y="0"/>
                  </a:moveTo>
                  <a:cubicBezTo>
                    <a:pt x="1602" y="0"/>
                    <a:pt x="1" y="1601"/>
                    <a:pt x="1" y="3564"/>
                  </a:cubicBezTo>
                  <a:cubicBezTo>
                    <a:pt x="1" y="5525"/>
                    <a:pt x="1602" y="7127"/>
                    <a:pt x="3564" y="7127"/>
                  </a:cubicBezTo>
                  <a:cubicBezTo>
                    <a:pt x="5525" y="7127"/>
                    <a:pt x="7128" y="5525"/>
                    <a:pt x="7128" y="3564"/>
                  </a:cubicBezTo>
                  <a:cubicBezTo>
                    <a:pt x="7128" y="1601"/>
                    <a:pt x="5525" y="0"/>
                    <a:pt x="356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120"/>
          <p:cNvGrpSpPr/>
          <p:nvPr/>
        </p:nvGrpSpPr>
        <p:grpSpPr>
          <a:xfrm>
            <a:off x="2380985" y="4016145"/>
            <a:ext cx="387918" cy="341704"/>
            <a:chOff x="2380985" y="4016145"/>
            <a:chExt cx="387918" cy="341704"/>
          </a:xfrm>
        </p:grpSpPr>
        <p:sp>
          <p:nvSpPr>
            <p:cNvPr id="2885" name="Google Shape;2885;p120"/>
            <p:cNvSpPr/>
            <p:nvPr/>
          </p:nvSpPr>
          <p:spPr>
            <a:xfrm>
              <a:off x="2380985" y="4016145"/>
              <a:ext cx="387918" cy="341704"/>
            </a:xfrm>
            <a:custGeom>
              <a:avLst/>
              <a:gdLst/>
              <a:ahLst/>
              <a:cxnLst/>
              <a:rect l="l" t="t" r="r" b="b"/>
              <a:pathLst>
                <a:path w="14362" h="12651" extrusionOk="0">
                  <a:moveTo>
                    <a:pt x="13515" y="828"/>
                  </a:moveTo>
                  <a:lnTo>
                    <a:pt x="13515" y="8458"/>
                  </a:lnTo>
                  <a:lnTo>
                    <a:pt x="846" y="8458"/>
                  </a:lnTo>
                  <a:lnTo>
                    <a:pt x="846" y="828"/>
                  </a:lnTo>
                  <a:close/>
                  <a:moveTo>
                    <a:pt x="13515" y="9286"/>
                  </a:moveTo>
                  <a:lnTo>
                    <a:pt x="13515" y="10131"/>
                  </a:lnTo>
                  <a:lnTo>
                    <a:pt x="846" y="10131"/>
                  </a:lnTo>
                  <a:lnTo>
                    <a:pt x="846" y="9286"/>
                  </a:lnTo>
                  <a:close/>
                  <a:moveTo>
                    <a:pt x="8584" y="10978"/>
                  </a:moveTo>
                  <a:lnTo>
                    <a:pt x="8584" y="11823"/>
                  </a:lnTo>
                  <a:lnTo>
                    <a:pt x="5777" y="11823"/>
                  </a:lnTo>
                  <a:lnTo>
                    <a:pt x="5777" y="10978"/>
                  </a:lnTo>
                  <a:close/>
                  <a:moveTo>
                    <a:pt x="0" y="0"/>
                  </a:moveTo>
                  <a:lnTo>
                    <a:pt x="0" y="10978"/>
                  </a:lnTo>
                  <a:lnTo>
                    <a:pt x="4931" y="10978"/>
                  </a:lnTo>
                  <a:lnTo>
                    <a:pt x="4931" y="11823"/>
                  </a:lnTo>
                  <a:lnTo>
                    <a:pt x="3816" y="11823"/>
                  </a:lnTo>
                  <a:lnTo>
                    <a:pt x="3816" y="12651"/>
                  </a:lnTo>
                  <a:lnTo>
                    <a:pt x="10546" y="12651"/>
                  </a:lnTo>
                  <a:lnTo>
                    <a:pt x="10546" y="11823"/>
                  </a:lnTo>
                  <a:lnTo>
                    <a:pt x="9431" y="11823"/>
                  </a:lnTo>
                  <a:lnTo>
                    <a:pt x="9431" y="10978"/>
                  </a:lnTo>
                  <a:lnTo>
                    <a:pt x="14362" y="10978"/>
                  </a:lnTo>
                  <a:lnTo>
                    <a:pt x="1436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120"/>
            <p:cNvSpPr/>
            <p:nvPr/>
          </p:nvSpPr>
          <p:spPr>
            <a:xfrm>
              <a:off x="2478194" y="4069085"/>
              <a:ext cx="193500" cy="144882"/>
            </a:xfrm>
            <a:custGeom>
              <a:avLst/>
              <a:gdLst/>
              <a:ahLst/>
              <a:cxnLst/>
              <a:rect l="l" t="t" r="r" b="b"/>
              <a:pathLst>
                <a:path w="7164" h="5364" extrusionOk="0">
                  <a:moveTo>
                    <a:pt x="4301" y="829"/>
                  </a:moveTo>
                  <a:cubicBezTo>
                    <a:pt x="5417" y="829"/>
                    <a:pt x="6317" y="1747"/>
                    <a:pt x="6317" y="2863"/>
                  </a:cubicBezTo>
                  <a:cubicBezTo>
                    <a:pt x="6317" y="3780"/>
                    <a:pt x="5580" y="4536"/>
                    <a:pt x="4661" y="4536"/>
                  </a:cubicBezTo>
                  <a:lnTo>
                    <a:pt x="4500" y="4536"/>
                  </a:lnTo>
                  <a:cubicBezTo>
                    <a:pt x="3924" y="4536"/>
                    <a:pt x="3420" y="4212"/>
                    <a:pt x="3168" y="3708"/>
                  </a:cubicBezTo>
                  <a:lnTo>
                    <a:pt x="3060" y="3475"/>
                  </a:lnTo>
                  <a:lnTo>
                    <a:pt x="1998" y="3475"/>
                  </a:lnTo>
                  <a:cubicBezTo>
                    <a:pt x="1368" y="3475"/>
                    <a:pt x="846" y="2971"/>
                    <a:pt x="846" y="2341"/>
                  </a:cubicBezTo>
                  <a:cubicBezTo>
                    <a:pt x="846" y="1513"/>
                    <a:pt x="1512" y="829"/>
                    <a:pt x="2340" y="829"/>
                  </a:cubicBezTo>
                  <a:close/>
                  <a:moveTo>
                    <a:pt x="2340" y="1"/>
                  </a:moveTo>
                  <a:cubicBezTo>
                    <a:pt x="1045" y="1"/>
                    <a:pt x="1" y="1045"/>
                    <a:pt x="1" y="2341"/>
                  </a:cubicBezTo>
                  <a:cubicBezTo>
                    <a:pt x="1" y="3439"/>
                    <a:pt x="901" y="4320"/>
                    <a:pt x="1998" y="4320"/>
                  </a:cubicBezTo>
                  <a:lnTo>
                    <a:pt x="2556" y="4320"/>
                  </a:lnTo>
                  <a:cubicBezTo>
                    <a:pt x="2988" y="4968"/>
                    <a:pt x="3708" y="5364"/>
                    <a:pt x="4500" y="5364"/>
                  </a:cubicBezTo>
                  <a:lnTo>
                    <a:pt x="4661" y="5364"/>
                  </a:lnTo>
                  <a:cubicBezTo>
                    <a:pt x="6048" y="5364"/>
                    <a:pt x="7163" y="4248"/>
                    <a:pt x="7163" y="2863"/>
                  </a:cubicBezTo>
                  <a:cubicBezTo>
                    <a:pt x="7163" y="1279"/>
                    <a:pt x="5885" y="1"/>
                    <a:pt x="4301"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7" name="Google Shape;2887;p120"/>
          <p:cNvGrpSpPr/>
          <p:nvPr/>
        </p:nvGrpSpPr>
        <p:grpSpPr>
          <a:xfrm>
            <a:off x="2380985" y="3393430"/>
            <a:ext cx="250329" cy="398641"/>
            <a:chOff x="2380985" y="3393430"/>
            <a:chExt cx="250329" cy="398641"/>
          </a:xfrm>
        </p:grpSpPr>
        <p:sp>
          <p:nvSpPr>
            <p:cNvPr id="2888" name="Google Shape;2888;p120"/>
            <p:cNvSpPr/>
            <p:nvPr/>
          </p:nvSpPr>
          <p:spPr>
            <a:xfrm>
              <a:off x="2380985" y="3541201"/>
              <a:ext cx="250329" cy="250869"/>
            </a:xfrm>
            <a:custGeom>
              <a:avLst/>
              <a:gdLst/>
              <a:ahLst/>
              <a:cxnLst/>
              <a:rect l="l" t="t" r="r" b="b"/>
              <a:pathLst>
                <a:path w="9268" h="9288" extrusionOk="0">
                  <a:moveTo>
                    <a:pt x="4644" y="955"/>
                  </a:moveTo>
                  <a:lnTo>
                    <a:pt x="8404" y="2683"/>
                  </a:lnTo>
                  <a:lnTo>
                    <a:pt x="8404" y="3636"/>
                  </a:lnTo>
                  <a:lnTo>
                    <a:pt x="4644" y="1908"/>
                  </a:lnTo>
                  <a:lnTo>
                    <a:pt x="864" y="3636"/>
                  </a:lnTo>
                  <a:lnTo>
                    <a:pt x="864" y="2683"/>
                  </a:lnTo>
                  <a:lnTo>
                    <a:pt x="4644" y="955"/>
                  </a:lnTo>
                  <a:close/>
                  <a:moveTo>
                    <a:pt x="5507" y="5904"/>
                  </a:moveTo>
                  <a:lnTo>
                    <a:pt x="5507" y="8423"/>
                  </a:lnTo>
                  <a:lnTo>
                    <a:pt x="3761" y="8423"/>
                  </a:lnTo>
                  <a:lnTo>
                    <a:pt x="3761" y="5904"/>
                  </a:lnTo>
                  <a:close/>
                  <a:moveTo>
                    <a:pt x="4644" y="2863"/>
                  </a:moveTo>
                  <a:lnTo>
                    <a:pt x="8404" y="4572"/>
                  </a:lnTo>
                  <a:lnTo>
                    <a:pt x="8404" y="8423"/>
                  </a:lnTo>
                  <a:lnTo>
                    <a:pt x="6371" y="8423"/>
                  </a:lnTo>
                  <a:lnTo>
                    <a:pt x="6371" y="5040"/>
                  </a:lnTo>
                  <a:lnTo>
                    <a:pt x="2897" y="5040"/>
                  </a:lnTo>
                  <a:lnTo>
                    <a:pt x="2897" y="8423"/>
                  </a:lnTo>
                  <a:lnTo>
                    <a:pt x="864" y="8423"/>
                  </a:lnTo>
                  <a:lnTo>
                    <a:pt x="864" y="4572"/>
                  </a:lnTo>
                  <a:lnTo>
                    <a:pt x="4644" y="2863"/>
                  </a:lnTo>
                  <a:close/>
                  <a:moveTo>
                    <a:pt x="4644" y="1"/>
                  </a:moveTo>
                  <a:lnTo>
                    <a:pt x="0" y="2124"/>
                  </a:lnTo>
                  <a:lnTo>
                    <a:pt x="0" y="9287"/>
                  </a:lnTo>
                  <a:lnTo>
                    <a:pt x="9268" y="9287"/>
                  </a:lnTo>
                  <a:lnTo>
                    <a:pt x="9268" y="2124"/>
                  </a:lnTo>
                  <a:lnTo>
                    <a:pt x="464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120"/>
            <p:cNvSpPr/>
            <p:nvPr/>
          </p:nvSpPr>
          <p:spPr>
            <a:xfrm>
              <a:off x="2382930" y="3393430"/>
              <a:ext cx="246439" cy="67633"/>
            </a:xfrm>
            <a:custGeom>
              <a:avLst/>
              <a:gdLst/>
              <a:ahLst/>
              <a:cxnLst/>
              <a:rect l="l" t="t" r="r" b="b"/>
              <a:pathLst>
                <a:path w="9124" h="2504" extrusionOk="0">
                  <a:moveTo>
                    <a:pt x="4572" y="1"/>
                  </a:moveTo>
                  <a:cubicBezTo>
                    <a:pt x="2844" y="1"/>
                    <a:pt x="1224" y="668"/>
                    <a:pt x="0" y="1891"/>
                  </a:cubicBezTo>
                  <a:lnTo>
                    <a:pt x="612" y="2503"/>
                  </a:lnTo>
                  <a:cubicBezTo>
                    <a:pt x="1673" y="1441"/>
                    <a:pt x="3077" y="865"/>
                    <a:pt x="4572" y="865"/>
                  </a:cubicBezTo>
                  <a:cubicBezTo>
                    <a:pt x="6047" y="865"/>
                    <a:pt x="7451" y="1441"/>
                    <a:pt x="8512" y="2503"/>
                  </a:cubicBezTo>
                  <a:lnTo>
                    <a:pt x="9124" y="1891"/>
                  </a:lnTo>
                  <a:cubicBezTo>
                    <a:pt x="7900" y="668"/>
                    <a:pt x="6280" y="1"/>
                    <a:pt x="457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120"/>
            <p:cNvSpPr/>
            <p:nvPr/>
          </p:nvSpPr>
          <p:spPr>
            <a:xfrm>
              <a:off x="2415990" y="3440373"/>
              <a:ext cx="180346" cy="53723"/>
            </a:xfrm>
            <a:custGeom>
              <a:avLst/>
              <a:gdLst/>
              <a:ahLst/>
              <a:cxnLst/>
              <a:rect l="l" t="t" r="r" b="b"/>
              <a:pathLst>
                <a:path w="6677" h="1989" extrusionOk="0">
                  <a:moveTo>
                    <a:pt x="3338" y="0"/>
                  </a:moveTo>
                  <a:cubicBezTo>
                    <a:pt x="2128" y="0"/>
                    <a:pt x="918" y="459"/>
                    <a:pt x="0" y="1377"/>
                  </a:cubicBezTo>
                  <a:lnTo>
                    <a:pt x="612" y="1989"/>
                  </a:lnTo>
                  <a:cubicBezTo>
                    <a:pt x="1368" y="1233"/>
                    <a:pt x="2358" y="855"/>
                    <a:pt x="3345" y="855"/>
                  </a:cubicBezTo>
                  <a:cubicBezTo>
                    <a:pt x="4333" y="855"/>
                    <a:pt x="5318" y="1233"/>
                    <a:pt x="6064" y="1989"/>
                  </a:cubicBezTo>
                  <a:lnTo>
                    <a:pt x="6676" y="1377"/>
                  </a:lnTo>
                  <a:cubicBezTo>
                    <a:pt x="5758" y="459"/>
                    <a:pt x="4548" y="0"/>
                    <a:pt x="3338"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120"/>
            <p:cNvSpPr/>
            <p:nvPr/>
          </p:nvSpPr>
          <p:spPr>
            <a:xfrm>
              <a:off x="2449023" y="3486776"/>
              <a:ext cx="114252" cy="40380"/>
            </a:xfrm>
            <a:custGeom>
              <a:avLst/>
              <a:gdLst/>
              <a:ahLst/>
              <a:cxnLst/>
              <a:rect l="l" t="t" r="r" b="b"/>
              <a:pathLst>
                <a:path w="4230" h="1495" extrusionOk="0">
                  <a:moveTo>
                    <a:pt x="2125" y="0"/>
                  </a:moveTo>
                  <a:cubicBezTo>
                    <a:pt x="1314" y="0"/>
                    <a:pt x="558" y="324"/>
                    <a:pt x="1" y="883"/>
                  </a:cubicBezTo>
                  <a:lnTo>
                    <a:pt x="613" y="1495"/>
                  </a:lnTo>
                  <a:cubicBezTo>
                    <a:pt x="1009" y="1099"/>
                    <a:pt x="1549" y="864"/>
                    <a:pt x="2125" y="864"/>
                  </a:cubicBezTo>
                  <a:cubicBezTo>
                    <a:pt x="2682" y="864"/>
                    <a:pt x="3222" y="1099"/>
                    <a:pt x="3617" y="1495"/>
                  </a:cubicBezTo>
                  <a:lnTo>
                    <a:pt x="4229" y="883"/>
                  </a:lnTo>
                  <a:cubicBezTo>
                    <a:pt x="3672" y="324"/>
                    <a:pt x="2916" y="0"/>
                    <a:pt x="2125"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2" name="Google Shape;2892;p120"/>
          <p:cNvGrpSpPr/>
          <p:nvPr/>
        </p:nvGrpSpPr>
        <p:grpSpPr>
          <a:xfrm>
            <a:off x="1534681" y="3393430"/>
            <a:ext cx="350023" cy="396696"/>
            <a:chOff x="1534681" y="3393430"/>
            <a:chExt cx="350023" cy="396696"/>
          </a:xfrm>
        </p:grpSpPr>
        <p:sp>
          <p:nvSpPr>
            <p:cNvPr id="2893" name="Google Shape;2893;p120"/>
            <p:cNvSpPr/>
            <p:nvPr/>
          </p:nvSpPr>
          <p:spPr>
            <a:xfrm>
              <a:off x="1587188" y="3393430"/>
              <a:ext cx="245008" cy="67120"/>
            </a:xfrm>
            <a:custGeom>
              <a:avLst/>
              <a:gdLst/>
              <a:ahLst/>
              <a:cxnLst/>
              <a:rect l="l" t="t" r="r" b="b"/>
              <a:pathLst>
                <a:path w="9071" h="2485" extrusionOk="0">
                  <a:moveTo>
                    <a:pt x="4536" y="1"/>
                  </a:moveTo>
                  <a:cubicBezTo>
                    <a:pt x="2827" y="1"/>
                    <a:pt x="1207" y="668"/>
                    <a:pt x="1" y="1891"/>
                  </a:cubicBezTo>
                  <a:lnTo>
                    <a:pt x="612" y="2484"/>
                  </a:lnTo>
                  <a:cubicBezTo>
                    <a:pt x="1656" y="1441"/>
                    <a:pt x="3060" y="865"/>
                    <a:pt x="4536" y="865"/>
                  </a:cubicBezTo>
                  <a:cubicBezTo>
                    <a:pt x="6030" y="865"/>
                    <a:pt x="7415" y="1441"/>
                    <a:pt x="8478" y="2484"/>
                  </a:cubicBezTo>
                  <a:lnTo>
                    <a:pt x="9071" y="1891"/>
                  </a:lnTo>
                  <a:cubicBezTo>
                    <a:pt x="7866" y="668"/>
                    <a:pt x="6246" y="1"/>
                    <a:pt x="453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120"/>
            <p:cNvSpPr/>
            <p:nvPr/>
          </p:nvSpPr>
          <p:spPr>
            <a:xfrm>
              <a:off x="1620248" y="3439860"/>
              <a:ext cx="179400" cy="53750"/>
            </a:xfrm>
            <a:custGeom>
              <a:avLst/>
              <a:gdLst/>
              <a:ahLst/>
              <a:cxnLst/>
              <a:rect l="l" t="t" r="r" b="b"/>
              <a:pathLst>
                <a:path w="6642" h="1990" extrusionOk="0">
                  <a:moveTo>
                    <a:pt x="3315" y="1"/>
                  </a:moveTo>
                  <a:cubicBezTo>
                    <a:pt x="2111" y="1"/>
                    <a:pt x="909" y="460"/>
                    <a:pt x="0" y="1377"/>
                  </a:cubicBezTo>
                  <a:lnTo>
                    <a:pt x="595" y="1989"/>
                  </a:lnTo>
                  <a:cubicBezTo>
                    <a:pt x="1351" y="1243"/>
                    <a:pt x="2336" y="869"/>
                    <a:pt x="3319" y="869"/>
                  </a:cubicBezTo>
                  <a:cubicBezTo>
                    <a:pt x="4302" y="869"/>
                    <a:pt x="5283" y="1243"/>
                    <a:pt x="6030" y="1989"/>
                  </a:cubicBezTo>
                  <a:lnTo>
                    <a:pt x="6642" y="1377"/>
                  </a:lnTo>
                  <a:cubicBezTo>
                    <a:pt x="5724" y="460"/>
                    <a:pt x="4518" y="1"/>
                    <a:pt x="3315"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120"/>
            <p:cNvSpPr/>
            <p:nvPr/>
          </p:nvSpPr>
          <p:spPr>
            <a:xfrm>
              <a:off x="1652822" y="3486290"/>
              <a:ext cx="113766" cy="40353"/>
            </a:xfrm>
            <a:custGeom>
              <a:avLst/>
              <a:gdLst/>
              <a:ahLst/>
              <a:cxnLst/>
              <a:rect l="l" t="t" r="r" b="b"/>
              <a:pathLst>
                <a:path w="4212" h="1494" extrusionOk="0">
                  <a:moveTo>
                    <a:pt x="2106" y="1"/>
                  </a:moveTo>
                  <a:cubicBezTo>
                    <a:pt x="1314" y="1"/>
                    <a:pt x="558" y="325"/>
                    <a:pt x="1" y="882"/>
                  </a:cubicBezTo>
                  <a:lnTo>
                    <a:pt x="613" y="1494"/>
                  </a:lnTo>
                  <a:cubicBezTo>
                    <a:pt x="1009" y="1081"/>
                    <a:pt x="1548" y="865"/>
                    <a:pt x="2106" y="865"/>
                  </a:cubicBezTo>
                  <a:cubicBezTo>
                    <a:pt x="2682" y="865"/>
                    <a:pt x="3204" y="1081"/>
                    <a:pt x="3600" y="1494"/>
                  </a:cubicBezTo>
                  <a:lnTo>
                    <a:pt x="4212" y="882"/>
                  </a:lnTo>
                  <a:cubicBezTo>
                    <a:pt x="3653" y="325"/>
                    <a:pt x="2898" y="1"/>
                    <a:pt x="2106"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120"/>
            <p:cNvSpPr/>
            <p:nvPr/>
          </p:nvSpPr>
          <p:spPr>
            <a:xfrm>
              <a:off x="1534681" y="3549953"/>
              <a:ext cx="350023" cy="240173"/>
            </a:xfrm>
            <a:custGeom>
              <a:avLst/>
              <a:gdLst/>
              <a:ahLst/>
              <a:cxnLst/>
              <a:rect l="l" t="t" r="r" b="b"/>
              <a:pathLst>
                <a:path w="12959" h="8892" extrusionOk="0">
                  <a:moveTo>
                    <a:pt x="10494" y="847"/>
                  </a:moveTo>
                  <a:lnTo>
                    <a:pt x="11087" y="2863"/>
                  </a:lnTo>
                  <a:lnTo>
                    <a:pt x="1873" y="2863"/>
                  </a:lnTo>
                  <a:lnTo>
                    <a:pt x="2467" y="847"/>
                  </a:lnTo>
                  <a:close/>
                  <a:moveTo>
                    <a:pt x="11249" y="3727"/>
                  </a:moveTo>
                  <a:lnTo>
                    <a:pt x="11249" y="6300"/>
                  </a:lnTo>
                  <a:lnTo>
                    <a:pt x="1729" y="6300"/>
                  </a:lnTo>
                  <a:lnTo>
                    <a:pt x="1729" y="3727"/>
                  </a:lnTo>
                  <a:close/>
                  <a:moveTo>
                    <a:pt x="2592" y="7163"/>
                  </a:moveTo>
                  <a:lnTo>
                    <a:pt x="2592" y="8027"/>
                  </a:lnTo>
                  <a:lnTo>
                    <a:pt x="1729" y="8027"/>
                  </a:lnTo>
                  <a:lnTo>
                    <a:pt x="1729" y="7163"/>
                  </a:lnTo>
                  <a:close/>
                  <a:moveTo>
                    <a:pt x="11249" y="7163"/>
                  </a:moveTo>
                  <a:lnTo>
                    <a:pt x="11249" y="8027"/>
                  </a:lnTo>
                  <a:lnTo>
                    <a:pt x="10386" y="8027"/>
                  </a:lnTo>
                  <a:lnTo>
                    <a:pt x="10386" y="7163"/>
                  </a:lnTo>
                  <a:close/>
                  <a:moveTo>
                    <a:pt x="1837" y="1"/>
                  </a:moveTo>
                  <a:lnTo>
                    <a:pt x="973" y="2863"/>
                  </a:lnTo>
                  <a:lnTo>
                    <a:pt x="1" y="2863"/>
                  </a:lnTo>
                  <a:lnTo>
                    <a:pt x="1" y="3727"/>
                  </a:lnTo>
                  <a:lnTo>
                    <a:pt x="865" y="3727"/>
                  </a:lnTo>
                  <a:lnTo>
                    <a:pt x="865" y="8891"/>
                  </a:lnTo>
                  <a:lnTo>
                    <a:pt x="3439" y="8891"/>
                  </a:lnTo>
                  <a:lnTo>
                    <a:pt x="3439" y="7163"/>
                  </a:lnTo>
                  <a:lnTo>
                    <a:pt x="9522" y="7163"/>
                  </a:lnTo>
                  <a:lnTo>
                    <a:pt x="9522" y="8891"/>
                  </a:lnTo>
                  <a:lnTo>
                    <a:pt x="12095" y="8891"/>
                  </a:lnTo>
                  <a:lnTo>
                    <a:pt x="12095" y="3727"/>
                  </a:lnTo>
                  <a:lnTo>
                    <a:pt x="12958" y="3727"/>
                  </a:lnTo>
                  <a:lnTo>
                    <a:pt x="12958" y="2863"/>
                  </a:lnTo>
                  <a:lnTo>
                    <a:pt x="11987" y="2863"/>
                  </a:lnTo>
                  <a:lnTo>
                    <a:pt x="1112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120"/>
            <p:cNvSpPr/>
            <p:nvPr/>
          </p:nvSpPr>
          <p:spPr>
            <a:xfrm>
              <a:off x="1604691" y="3673929"/>
              <a:ext cx="46214" cy="23364"/>
            </a:xfrm>
            <a:custGeom>
              <a:avLst/>
              <a:gdLst/>
              <a:ahLst/>
              <a:cxnLst/>
              <a:rect l="l" t="t" r="r" b="b"/>
              <a:pathLst>
                <a:path w="1711" h="865" extrusionOk="0">
                  <a:moveTo>
                    <a:pt x="0" y="1"/>
                  </a:moveTo>
                  <a:lnTo>
                    <a:pt x="0" y="864"/>
                  </a:lnTo>
                  <a:lnTo>
                    <a:pt x="1711" y="864"/>
                  </a:lnTo>
                  <a:lnTo>
                    <a:pt x="1711"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120"/>
            <p:cNvSpPr/>
            <p:nvPr/>
          </p:nvSpPr>
          <p:spPr>
            <a:xfrm>
              <a:off x="1768506" y="3673929"/>
              <a:ext cx="46700" cy="23364"/>
            </a:xfrm>
            <a:custGeom>
              <a:avLst/>
              <a:gdLst/>
              <a:ahLst/>
              <a:cxnLst/>
              <a:rect l="l" t="t" r="r" b="b"/>
              <a:pathLst>
                <a:path w="1729" h="865" extrusionOk="0">
                  <a:moveTo>
                    <a:pt x="1" y="1"/>
                  </a:moveTo>
                  <a:lnTo>
                    <a:pt x="1" y="864"/>
                  </a:lnTo>
                  <a:lnTo>
                    <a:pt x="1729" y="864"/>
                  </a:lnTo>
                  <a:lnTo>
                    <a:pt x="1729"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9" name="Google Shape;2899;p120"/>
          <p:cNvGrpSpPr/>
          <p:nvPr/>
        </p:nvGrpSpPr>
        <p:grpSpPr>
          <a:xfrm>
            <a:off x="1534681" y="4016145"/>
            <a:ext cx="353453" cy="399586"/>
            <a:chOff x="1534681" y="4016145"/>
            <a:chExt cx="353453" cy="399586"/>
          </a:xfrm>
        </p:grpSpPr>
        <p:sp>
          <p:nvSpPr>
            <p:cNvPr id="2900" name="Google Shape;2900;p120"/>
            <p:cNvSpPr/>
            <p:nvPr/>
          </p:nvSpPr>
          <p:spPr>
            <a:xfrm>
              <a:off x="1534681" y="4016145"/>
              <a:ext cx="353453" cy="399586"/>
            </a:xfrm>
            <a:custGeom>
              <a:avLst/>
              <a:gdLst/>
              <a:ahLst/>
              <a:cxnLst/>
              <a:rect l="l" t="t" r="r" b="b"/>
              <a:pathLst>
                <a:path w="13086" h="14794" extrusionOk="0">
                  <a:moveTo>
                    <a:pt x="2412" y="864"/>
                  </a:moveTo>
                  <a:lnTo>
                    <a:pt x="2412" y="2177"/>
                  </a:lnTo>
                  <a:lnTo>
                    <a:pt x="1099" y="2177"/>
                  </a:lnTo>
                  <a:lnTo>
                    <a:pt x="1099" y="864"/>
                  </a:lnTo>
                  <a:close/>
                  <a:moveTo>
                    <a:pt x="7200" y="864"/>
                  </a:moveTo>
                  <a:lnTo>
                    <a:pt x="7200" y="2177"/>
                  </a:lnTo>
                  <a:lnTo>
                    <a:pt x="5886" y="2177"/>
                  </a:lnTo>
                  <a:lnTo>
                    <a:pt x="5886" y="864"/>
                  </a:lnTo>
                  <a:close/>
                  <a:moveTo>
                    <a:pt x="11987" y="864"/>
                  </a:moveTo>
                  <a:lnTo>
                    <a:pt x="11987" y="2177"/>
                  </a:lnTo>
                  <a:lnTo>
                    <a:pt x="10674" y="2177"/>
                  </a:lnTo>
                  <a:lnTo>
                    <a:pt x="10674" y="864"/>
                  </a:lnTo>
                  <a:close/>
                  <a:moveTo>
                    <a:pt x="12203" y="7847"/>
                  </a:moveTo>
                  <a:lnTo>
                    <a:pt x="12203" y="10455"/>
                  </a:lnTo>
                  <a:lnTo>
                    <a:pt x="865" y="10455"/>
                  </a:lnTo>
                  <a:lnTo>
                    <a:pt x="865" y="7847"/>
                  </a:lnTo>
                  <a:close/>
                  <a:moveTo>
                    <a:pt x="12203" y="11319"/>
                  </a:moveTo>
                  <a:lnTo>
                    <a:pt x="12203" y="13929"/>
                  </a:lnTo>
                  <a:lnTo>
                    <a:pt x="865" y="13929"/>
                  </a:lnTo>
                  <a:lnTo>
                    <a:pt x="865" y="11319"/>
                  </a:lnTo>
                  <a:close/>
                  <a:moveTo>
                    <a:pt x="236" y="0"/>
                  </a:moveTo>
                  <a:lnTo>
                    <a:pt x="236" y="3041"/>
                  </a:lnTo>
                  <a:lnTo>
                    <a:pt x="1315" y="3041"/>
                  </a:lnTo>
                  <a:lnTo>
                    <a:pt x="1315" y="5452"/>
                  </a:lnTo>
                  <a:lnTo>
                    <a:pt x="6102" y="5452"/>
                  </a:lnTo>
                  <a:lnTo>
                    <a:pt x="6102" y="6983"/>
                  </a:lnTo>
                  <a:lnTo>
                    <a:pt x="1" y="6983"/>
                  </a:lnTo>
                  <a:lnTo>
                    <a:pt x="1" y="14793"/>
                  </a:lnTo>
                  <a:lnTo>
                    <a:pt x="13085" y="14793"/>
                  </a:lnTo>
                  <a:lnTo>
                    <a:pt x="13085" y="6983"/>
                  </a:lnTo>
                  <a:lnTo>
                    <a:pt x="6966" y="6983"/>
                  </a:lnTo>
                  <a:lnTo>
                    <a:pt x="6966" y="5452"/>
                  </a:lnTo>
                  <a:lnTo>
                    <a:pt x="11771" y="5452"/>
                  </a:lnTo>
                  <a:lnTo>
                    <a:pt x="11771" y="3041"/>
                  </a:lnTo>
                  <a:lnTo>
                    <a:pt x="12850" y="3041"/>
                  </a:lnTo>
                  <a:lnTo>
                    <a:pt x="12850" y="0"/>
                  </a:lnTo>
                  <a:lnTo>
                    <a:pt x="9810" y="0"/>
                  </a:lnTo>
                  <a:lnTo>
                    <a:pt x="9810" y="3041"/>
                  </a:lnTo>
                  <a:lnTo>
                    <a:pt x="10890" y="3041"/>
                  </a:lnTo>
                  <a:lnTo>
                    <a:pt x="10890" y="4588"/>
                  </a:lnTo>
                  <a:lnTo>
                    <a:pt x="6966" y="4588"/>
                  </a:lnTo>
                  <a:lnTo>
                    <a:pt x="6966" y="3041"/>
                  </a:lnTo>
                  <a:lnTo>
                    <a:pt x="8063" y="3041"/>
                  </a:lnTo>
                  <a:lnTo>
                    <a:pt x="8063" y="0"/>
                  </a:lnTo>
                  <a:lnTo>
                    <a:pt x="5023" y="0"/>
                  </a:lnTo>
                  <a:lnTo>
                    <a:pt x="5023" y="3041"/>
                  </a:lnTo>
                  <a:lnTo>
                    <a:pt x="6102" y="3041"/>
                  </a:lnTo>
                  <a:lnTo>
                    <a:pt x="6102" y="4588"/>
                  </a:lnTo>
                  <a:lnTo>
                    <a:pt x="2179" y="4588"/>
                  </a:lnTo>
                  <a:lnTo>
                    <a:pt x="2179" y="3041"/>
                  </a:lnTo>
                  <a:lnTo>
                    <a:pt x="3276" y="3041"/>
                  </a:lnTo>
                  <a:lnTo>
                    <a:pt x="327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120"/>
            <p:cNvSpPr/>
            <p:nvPr/>
          </p:nvSpPr>
          <p:spPr>
            <a:xfrm>
              <a:off x="1817583" y="4251862"/>
              <a:ext cx="23364" cy="23364"/>
            </a:xfrm>
            <a:custGeom>
              <a:avLst/>
              <a:gdLst/>
              <a:ahLst/>
              <a:cxnLst/>
              <a:rect l="l" t="t" r="r" b="b"/>
              <a:pathLst>
                <a:path w="865" h="865" extrusionOk="0">
                  <a:moveTo>
                    <a:pt x="1" y="1"/>
                  </a:moveTo>
                  <a:lnTo>
                    <a:pt x="1"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120"/>
            <p:cNvSpPr/>
            <p:nvPr/>
          </p:nvSpPr>
          <p:spPr>
            <a:xfrm>
              <a:off x="1770451" y="4251862"/>
              <a:ext cx="23850" cy="23364"/>
            </a:xfrm>
            <a:custGeom>
              <a:avLst/>
              <a:gdLst/>
              <a:ahLst/>
              <a:cxnLst/>
              <a:rect l="l" t="t" r="r" b="b"/>
              <a:pathLst>
                <a:path w="883" h="865" extrusionOk="0">
                  <a:moveTo>
                    <a:pt x="1" y="1"/>
                  </a:moveTo>
                  <a:lnTo>
                    <a:pt x="1" y="864"/>
                  </a:lnTo>
                  <a:lnTo>
                    <a:pt x="882" y="864"/>
                  </a:lnTo>
                  <a:lnTo>
                    <a:pt x="882"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120"/>
            <p:cNvSpPr/>
            <p:nvPr/>
          </p:nvSpPr>
          <p:spPr>
            <a:xfrm>
              <a:off x="1723805" y="4251862"/>
              <a:ext cx="23364" cy="23364"/>
            </a:xfrm>
            <a:custGeom>
              <a:avLst/>
              <a:gdLst/>
              <a:ahLst/>
              <a:cxnLst/>
              <a:rect l="l" t="t" r="r" b="b"/>
              <a:pathLst>
                <a:path w="865" h="865" extrusionOk="0">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120"/>
            <p:cNvSpPr/>
            <p:nvPr/>
          </p:nvSpPr>
          <p:spPr>
            <a:xfrm>
              <a:off x="1817583" y="4345694"/>
              <a:ext cx="23364" cy="23364"/>
            </a:xfrm>
            <a:custGeom>
              <a:avLst/>
              <a:gdLst/>
              <a:ahLst/>
              <a:cxnLst/>
              <a:rect l="l" t="t" r="r" b="b"/>
              <a:pathLst>
                <a:path w="865" h="865" extrusionOk="0">
                  <a:moveTo>
                    <a:pt x="1" y="1"/>
                  </a:moveTo>
                  <a:lnTo>
                    <a:pt x="1"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120"/>
            <p:cNvSpPr/>
            <p:nvPr/>
          </p:nvSpPr>
          <p:spPr>
            <a:xfrm>
              <a:off x="1770451" y="4345694"/>
              <a:ext cx="23850" cy="23364"/>
            </a:xfrm>
            <a:custGeom>
              <a:avLst/>
              <a:gdLst/>
              <a:ahLst/>
              <a:cxnLst/>
              <a:rect l="l" t="t" r="r" b="b"/>
              <a:pathLst>
                <a:path w="883" h="865" extrusionOk="0">
                  <a:moveTo>
                    <a:pt x="1" y="1"/>
                  </a:moveTo>
                  <a:lnTo>
                    <a:pt x="1" y="864"/>
                  </a:lnTo>
                  <a:lnTo>
                    <a:pt x="882" y="864"/>
                  </a:lnTo>
                  <a:lnTo>
                    <a:pt x="882"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120"/>
            <p:cNvSpPr/>
            <p:nvPr/>
          </p:nvSpPr>
          <p:spPr>
            <a:xfrm>
              <a:off x="1723805" y="4345694"/>
              <a:ext cx="23364" cy="23364"/>
            </a:xfrm>
            <a:custGeom>
              <a:avLst/>
              <a:gdLst/>
              <a:ahLst/>
              <a:cxnLst/>
              <a:rect l="l" t="t" r="r" b="b"/>
              <a:pathLst>
                <a:path w="865" h="865" extrusionOk="0">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7" name="Google Shape;2907;p120"/>
          <p:cNvGrpSpPr/>
          <p:nvPr/>
        </p:nvGrpSpPr>
        <p:grpSpPr>
          <a:xfrm>
            <a:off x="713226" y="4016145"/>
            <a:ext cx="291654" cy="399586"/>
            <a:chOff x="713226" y="4016145"/>
            <a:chExt cx="291654" cy="399586"/>
          </a:xfrm>
        </p:grpSpPr>
        <p:sp>
          <p:nvSpPr>
            <p:cNvPr id="2908" name="Google Shape;2908;p120"/>
            <p:cNvSpPr/>
            <p:nvPr/>
          </p:nvSpPr>
          <p:spPr>
            <a:xfrm>
              <a:off x="759872" y="4251862"/>
              <a:ext cx="23877" cy="23364"/>
            </a:xfrm>
            <a:custGeom>
              <a:avLst/>
              <a:gdLst/>
              <a:ahLst/>
              <a:cxnLst/>
              <a:rect l="l" t="t" r="r" b="b"/>
              <a:pathLst>
                <a:path w="884" h="865" extrusionOk="0">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120"/>
            <p:cNvSpPr/>
            <p:nvPr/>
          </p:nvSpPr>
          <p:spPr>
            <a:xfrm>
              <a:off x="759872" y="4345694"/>
              <a:ext cx="23877" cy="23364"/>
            </a:xfrm>
            <a:custGeom>
              <a:avLst/>
              <a:gdLst/>
              <a:ahLst/>
              <a:cxnLst/>
              <a:rect l="l" t="t" r="r" b="b"/>
              <a:pathLst>
                <a:path w="884" h="865" extrusionOk="0">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120"/>
            <p:cNvSpPr/>
            <p:nvPr/>
          </p:nvSpPr>
          <p:spPr>
            <a:xfrm>
              <a:off x="934410" y="4251862"/>
              <a:ext cx="23337" cy="23364"/>
            </a:xfrm>
            <a:custGeom>
              <a:avLst/>
              <a:gdLst/>
              <a:ahLst/>
              <a:cxnLst/>
              <a:rect l="l" t="t" r="r" b="b"/>
              <a:pathLst>
                <a:path w="864" h="865" extrusionOk="0">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120"/>
            <p:cNvSpPr/>
            <p:nvPr/>
          </p:nvSpPr>
          <p:spPr>
            <a:xfrm>
              <a:off x="934410" y="4345694"/>
              <a:ext cx="23337" cy="23364"/>
            </a:xfrm>
            <a:custGeom>
              <a:avLst/>
              <a:gdLst/>
              <a:ahLst/>
              <a:cxnLst/>
              <a:rect l="l" t="t" r="r" b="b"/>
              <a:pathLst>
                <a:path w="864" h="865" extrusionOk="0">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120"/>
            <p:cNvSpPr/>
            <p:nvPr/>
          </p:nvSpPr>
          <p:spPr>
            <a:xfrm>
              <a:off x="713226" y="4016145"/>
              <a:ext cx="291654" cy="399586"/>
            </a:xfrm>
            <a:custGeom>
              <a:avLst/>
              <a:gdLst/>
              <a:ahLst/>
              <a:cxnLst/>
              <a:rect l="l" t="t" r="r" b="b"/>
              <a:pathLst>
                <a:path w="10798" h="14794" extrusionOk="0">
                  <a:moveTo>
                    <a:pt x="4302" y="864"/>
                  </a:moveTo>
                  <a:cubicBezTo>
                    <a:pt x="4895" y="864"/>
                    <a:pt x="5435" y="1188"/>
                    <a:pt x="5723" y="1709"/>
                  </a:cubicBezTo>
                  <a:lnTo>
                    <a:pt x="5867" y="1980"/>
                  </a:lnTo>
                  <a:lnTo>
                    <a:pt x="6173" y="1925"/>
                  </a:lnTo>
                  <a:cubicBezTo>
                    <a:pt x="6263" y="1908"/>
                    <a:pt x="6371" y="1908"/>
                    <a:pt x="6461" y="1908"/>
                  </a:cubicBezTo>
                  <a:cubicBezTo>
                    <a:pt x="7091" y="1908"/>
                    <a:pt x="7649" y="2249"/>
                    <a:pt x="7954" y="2808"/>
                  </a:cubicBezTo>
                  <a:lnTo>
                    <a:pt x="8062" y="3041"/>
                  </a:lnTo>
                  <a:lnTo>
                    <a:pt x="8818" y="3041"/>
                  </a:lnTo>
                  <a:cubicBezTo>
                    <a:pt x="9430" y="3041"/>
                    <a:pt x="9934" y="3527"/>
                    <a:pt x="9934" y="4139"/>
                  </a:cubicBezTo>
                  <a:cubicBezTo>
                    <a:pt x="9934" y="4751"/>
                    <a:pt x="9430" y="5255"/>
                    <a:pt x="8818" y="5255"/>
                  </a:cubicBezTo>
                  <a:lnTo>
                    <a:pt x="2250" y="5255"/>
                  </a:lnTo>
                  <a:cubicBezTo>
                    <a:pt x="1494" y="5255"/>
                    <a:pt x="864" y="4624"/>
                    <a:pt x="864" y="3869"/>
                  </a:cubicBezTo>
                  <a:cubicBezTo>
                    <a:pt x="864" y="3095"/>
                    <a:pt x="1494" y="2484"/>
                    <a:pt x="2250" y="2484"/>
                  </a:cubicBezTo>
                  <a:lnTo>
                    <a:pt x="2646" y="2484"/>
                  </a:lnTo>
                  <a:lnTo>
                    <a:pt x="2718" y="2124"/>
                  </a:lnTo>
                  <a:cubicBezTo>
                    <a:pt x="2879" y="1385"/>
                    <a:pt x="3546" y="864"/>
                    <a:pt x="4302" y="864"/>
                  </a:cubicBezTo>
                  <a:close/>
                  <a:moveTo>
                    <a:pt x="9934" y="7847"/>
                  </a:moveTo>
                  <a:lnTo>
                    <a:pt x="9934" y="10455"/>
                  </a:lnTo>
                  <a:lnTo>
                    <a:pt x="864" y="10455"/>
                  </a:lnTo>
                  <a:lnTo>
                    <a:pt x="864" y="7847"/>
                  </a:lnTo>
                  <a:close/>
                  <a:moveTo>
                    <a:pt x="9934" y="11319"/>
                  </a:moveTo>
                  <a:lnTo>
                    <a:pt x="9934" y="13929"/>
                  </a:lnTo>
                  <a:lnTo>
                    <a:pt x="864" y="13929"/>
                  </a:lnTo>
                  <a:lnTo>
                    <a:pt x="864" y="11319"/>
                  </a:lnTo>
                  <a:close/>
                  <a:moveTo>
                    <a:pt x="4302" y="0"/>
                  </a:moveTo>
                  <a:cubicBezTo>
                    <a:pt x="3726" y="0"/>
                    <a:pt x="3167" y="197"/>
                    <a:pt x="2735" y="557"/>
                  </a:cubicBezTo>
                  <a:cubicBezTo>
                    <a:pt x="2376" y="828"/>
                    <a:pt x="2124" y="1205"/>
                    <a:pt x="1962" y="1620"/>
                  </a:cubicBezTo>
                  <a:cubicBezTo>
                    <a:pt x="864" y="1764"/>
                    <a:pt x="0" y="2717"/>
                    <a:pt x="0" y="3869"/>
                  </a:cubicBezTo>
                  <a:cubicBezTo>
                    <a:pt x="0" y="5111"/>
                    <a:pt x="1008" y="6119"/>
                    <a:pt x="2250" y="6119"/>
                  </a:cubicBezTo>
                  <a:lnTo>
                    <a:pt x="4967" y="6119"/>
                  </a:lnTo>
                  <a:lnTo>
                    <a:pt x="4967" y="6983"/>
                  </a:lnTo>
                  <a:lnTo>
                    <a:pt x="0" y="6983"/>
                  </a:lnTo>
                  <a:lnTo>
                    <a:pt x="0" y="14793"/>
                  </a:lnTo>
                  <a:lnTo>
                    <a:pt x="10798" y="14793"/>
                  </a:lnTo>
                  <a:lnTo>
                    <a:pt x="10798" y="6983"/>
                  </a:lnTo>
                  <a:lnTo>
                    <a:pt x="5831" y="6983"/>
                  </a:lnTo>
                  <a:lnTo>
                    <a:pt x="5831" y="6119"/>
                  </a:lnTo>
                  <a:lnTo>
                    <a:pt x="8818" y="6119"/>
                  </a:lnTo>
                  <a:cubicBezTo>
                    <a:pt x="9898" y="6119"/>
                    <a:pt x="10798" y="5236"/>
                    <a:pt x="10798" y="4139"/>
                  </a:cubicBezTo>
                  <a:cubicBezTo>
                    <a:pt x="10798" y="3059"/>
                    <a:pt x="9898" y="2160"/>
                    <a:pt x="8818" y="2160"/>
                  </a:cubicBezTo>
                  <a:lnTo>
                    <a:pt x="8585" y="2160"/>
                  </a:lnTo>
                  <a:cubicBezTo>
                    <a:pt x="8117" y="1457"/>
                    <a:pt x="7325" y="1025"/>
                    <a:pt x="6461" y="1025"/>
                  </a:cubicBezTo>
                  <a:cubicBezTo>
                    <a:pt x="6407" y="1025"/>
                    <a:pt x="6371" y="1025"/>
                    <a:pt x="6317" y="1044"/>
                  </a:cubicBezTo>
                  <a:cubicBezTo>
                    <a:pt x="5867" y="377"/>
                    <a:pt x="5111" y="0"/>
                    <a:pt x="4302"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3" name="Google Shape;2913;p120"/>
          <p:cNvSpPr/>
          <p:nvPr/>
        </p:nvSpPr>
        <p:spPr>
          <a:xfrm>
            <a:off x="713226" y="3393430"/>
            <a:ext cx="396669" cy="396696"/>
          </a:xfrm>
          <a:custGeom>
            <a:avLst/>
            <a:gdLst/>
            <a:ahLst/>
            <a:cxnLst/>
            <a:rect l="l" t="t" r="r" b="b"/>
            <a:pathLst>
              <a:path w="14686" h="14687" extrusionOk="0">
                <a:moveTo>
                  <a:pt x="2591" y="865"/>
                </a:moveTo>
                <a:lnTo>
                  <a:pt x="2591" y="2592"/>
                </a:lnTo>
                <a:lnTo>
                  <a:pt x="864" y="2592"/>
                </a:lnTo>
                <a:lnTo>
                  <a:pt x="864" y="865"/>
                </a:lnTo>
                <a:close/>
                <a:moveTo>
                  <a:pt x="13821" y="865"/>
                </a:moveTo>
                <a:lnTo>
                  <a:pt x="13821" y="2592"/>
                </a:lnTo>
                <a:lnTo>
                  <a:pt x="12094" y="2592"/>
                </a:lnTo>
                <a:lnTo>
                  <a:pt x="12094" y="865"/>
                </a:lnTo>
                <a:close/>
                <a:moveTo>
                  <a:pt x="6119" y="3780"/>
                </a:moveTo>
                <a:cubicBezTo>
                  <a:pt x="6066" y="3924"/>
                  <a:pt x="6011" y="4068"/>
                  <a:pt x="5939" y="4248"/>
                </a:cubicBezTo>
                <a:cubicBezTo>
                  <a:pt x="5795" y="4680"/>
                  <a:pt x="5687" y="5184"/>
                  <a:pt x="5615" y="5743"/>
                </a:cubicBezTo>
                <a:lnTo>
                  <a:pt x="3923" y="5743"/>
                </a:lnTo>
                <a:cubicBezTo>
                  <a:pt x="4355" y="4824"/>
                  <a:pt x="5147" y="4104"/>
                  <a:pt x="6119" y="3780"/>
                </a:cubicBezTo>
                <a:close/>
                <a:moveTo>
                  <a:pt x="7343" y="3583"/>
                </a:moveTo>
                <a:cubicBezTo>
                  <a:pt x="7397" y="3583"/>
                  <a:pt x="7666" y="3744"/>
                  <a:pt x="7918" y="4519"/>
                </a:cubicBezTo>
                <a:cubicBezTo>
                  <a:pt x="8045" y="4879"/>
                  <a:pt x="8134" y="5292"/>
                  <a:pt x="8206" y="5743"/>
                </a:cubicBezTo>
                <a:lnTo>
                  <a:pt x="6479" y="5743"/>
                </a:lnTo>
                <a:cubicBezTo>
                  <a:pt x="6551" y="5292"/>
                  <a:pt x="6641" y="4879"/>
                  <a:pt x="6767" y="4519"/>
                </a:cubicBezTo>
                <a:cubicBezTo>
                  <a:pt x="7019" y="3744"/>
                  <a:pt x="7289" y="3583"/>
                  <a:pt x="7343" y="3583"/>
                </a:cubicBezTo>
                <a:close/>
                <a:moveTo>
                  <a:pt x="8566" y="3780"/>
                </a:moveTo>
                <a:lnTo>
                  <a:pt x="8566" y="3780"/>
                </a:lnTo>
                <a:cubicBezTo>
                  <a:pt x="9521" y="4104"/>
                  <a:pt x="10313" y="4824"/>
                  <a:pt x="10745" y="5743"/>
                </a:cubicBezTo>
                <a:lnTo>
                  <a:pt x="9070" y="5743"/>
                </a:lnTo>
                <a:cubicBezTo>
                  <a:pt x="8998" y="5184"/>
                  <a:pt x="8890" y="4680"/>
                  <a:pt x="8746" y="4248"/>
                </a:cubicBezTo>
                <a:cubicBezTo>
                  <a:pt x="8674" y="4068"/>
                  <a:pt x="8621" y="3924"/>
                  <a:pt x="8566" y="3780"/>
                </a:cubicBezTo>
                <a:close/>
                <a:moveTo>
                  <a:pt x="5526" y="6606"/>
                </a:moveTo>
                <a:cubicBezTo>
                  <a:pt x="5526" y="6858"/>
                  <a:pt x="5507" y="7092"/>
                  <a:pt x="5507" y="7343"/>
                </a:cubicBezTo>
                <a:cubicBezTo>
                  <a:pt x="5507" y="7595"/>
                  <a:pt x="5526" y="7847"/>
                  <a:pt x="5526" y="8082"/>
                </a:cubicBezTo>
                <a:lnTo>
                  <a:pt x="3654" y="8082"/>
                </a:lnTo>
                <a:cubicBezTo>
                  <a:pt x="3599" y="7847"/>
                  <a:pt x="3582" y="7595"/>
                  <a:pt x="3582" y="7343"/>
                </a:cubicBezTo>
                <a:cubicBezTo>
                  <a:pt x="3582" y="7092"/>
                  <a:pt x="3599" y="6840"/>
                  <a:pt x="3654" y="6606"/>
                </a:cubicBezTo>
                <a:close/>
                <a:moveTo>
                  <a:pt x="8297" y="6606"/>
                </a:moveTo>
                <a:cubicBezTo>
                  <a:pt x="8297" y="6840"/>
                  <a:pt x="8314" y="7092"/>
                  <a:pt x="8314" y="7343"/>
                </a:cubicBezTo>
                <a:cubicBezTo>
                  <a:pt x="8314" y="7595"/>
                  <a:pt x="8297" y="7847"/>
                  <a:pt x="8297" y="8082"/>
                </a:cubicBezTo>
                <a:lnTo>
                  <a:pt x="6389" y="8082"/>
                </a:lnTo>
                <a:cubicBezTo>
                  <a:pt x="6389" y="7847"/>
                  <a:pt x="6371" y="7595"/>
                  <a:pt x="6371" y="7343"/>
                </a:cubicBezTo>
                <a:cubicBezTo>
                  <a:pt x="6371" y="7092"/>
                  <a:pt x="6389" y="6840"/>
                  <a:pt x="6389" y="6606"/>
                </a:cubicBezTo>
                <a:close/>
                <a:moveTo>
                  <a:pt x="11033" y="6606"/>
                </a:moveTo>
                <a:cubicBezTo>
                  <a:pt x="11086" y="6840"/>
                  <a:pt x="11105" y="7092"/>
                  <a:pt x="11105" y="7343"/>
                </a:cubicBezTo>
                <a:cubicBezTo>
                  <a:pt x="11105" y="7595"/>
                  <a:pt x="11086" y="7847"/>
                  <a:pt x="11033" y="8082"/>
                </a:cubicBezTo>
                <a:lnTo>
                  <a:pt x="9142" y="8082"/>
                </a:lnTo>
                <a:cubicBezTo>
                  <a:pt x="9161" y="7847"/>
                  <a:pt x="9178" y="7595"/>
                  <a:pt x="9178" y="7343"/>
                </a:cubicBezTo>
                <a:cubicBezTo>
                  <a:pt x="9178" y="7092"/>
                  <a:pt x="9161" y="6858"/>
                  <a:pt x="9142" y="6606"/>
                </a:cubicBezTo>
                <a:close/>
                <a:moveTo>
                  <a:pt x="5615" y="8946"/>
                </a:moveTo>
                <a:cubicBezTo>
                  <a:pt x="5687" y="9503"/>
                  <a:pt x="5795" y="10007"/>
                  <a:pt x="5939" y="10439"/>
                </a:cubicBezTo>
                <a:cubicBezTo>
                  <a:pt x="6011" y="10619"/>
                  <a:pt x="6066" y="10782"/>
                  <a:pt x="6119" y="10907"/>
                </a:cubicBezTo>
                <a:cubicBezTo>
                  <a:pt x="5147" y="10583"/>
                  <a:pt x="4355" y="9863"/>
                  <a:pt x="3923" y="8946"/>
                </a:cubicBezTo>
                <a:close/>
                <a:moveTo>
                  <a:pt x="10745" y="8946"/>
                </a:moveTo>
                <a:cubicBezTo>
                  <a:pt x="10313" y="9863"/>
                  <a:pt x="9521" y="10583"/>
                  <a:pt x="8566" y="10907"/>
                </a:cubicBezTo>
                <a:cubicBezTo>
                  <a:pt x="8621" y="10782"/>
                  <a:pt x="8674" y="10619"/>
                  <a:pt x="8746" y="10439"/>
                </a:cubicBezTo>
                <a:cubicBezTo>
                  <a:pt x="8890" y="10007"/>
                  <a:pt x="8998" y="9503"/>
                  <a:pt x="9070" y="8946"/>
                </a:cubicBezTo>
                <a:close/>
                <a:moveTo>
                  <a:pt x="8206" y="8946"/>
                </a:moveTo>
                <a:cubicBezTo>
                  <a:pt x="8134" y="9395"/>
                  <a:pt x="8045" y="9810"/>
                  <a:pt x="7918" y="10170"/>
                </a:cubicBezTo>
                <a:cubicBezTo>
                  <a:pt x="7666" y="10961"/>
                  <a:pt x="7397" y="11105"/>
                  <a:pt x="7343" y="11105"/>
                </a:cubicBezTo>
                <a:cubicBezTo>
                  <a:pt x="7289" y="11105"/>
                  <a:pt x="7019" y="10961"/>
                  <a:pt x="6767" y="10170"/>
                </a:cubicBezTo>
                <a:cubicBezTo>
                  <a:pt x="6641" y="9810"/>
                  <a:pt x="6551" y="9395"/>
                  <a:pt x="6479" y="8946"/>
                </a:cubicBezTo>
                <a:close/>
                <a:moveTo>
                  <a:pt x="2591" y="12095"/>
                </a:moveTo>
                <a:lnTo>
                  <a:pt x="2591" y="13822"/>
                </a:lnTo>
                <a:lnTo>
                  <a:pt x="864" y="13822"/>
                </a:lnTo>
                <a:lnTo>
                  <a:pt x="864" y="12095"/>
                </a:lnTo>
                <a:close/>
                <a:moveTo>
                  <a:pt x="13821" y="12095"/>
                </a:moveTo>
                <a:lnTo>
                  <a:pt x="13821" y="13822"/>
                </a:lnTo>
                <a:lnTo>
                  <a:pt x="12094" y="13822"/>
                </a:lnTo>
                <a:lnTo>
                  <a:pt x="12094" y="12095"/>
                </a:lnTo>
                <a:close/>
                <a:moveTo>
                  <a:pt x="0" y="1"/>
                </a:moveTo>
                <a:lnTo>
                  <a:pt x="0" y="3439"/>
                </a:lnTo>
                <a:lnTo>
                  <a:pt x="2843" y="3439"/>
                </a:lnTo>
                <a:lnTo>
                  <a:pt x="3779" y="4392"/>
                </a:lnTo>
                <a:cubicBezTo>
                  <a:pt x="3114" y="5203"/>
                  <a:pt x="2718" y="6228"/>
                  <a:pt x="2718" y="7343"/>
                </a:cubicBezTo>
                <a:cubicBezTo>
                  <a:pt x="2718" y="8459"/>
                  <a:pt x="3114" y="9503"/>
                  <a:pt x="3779" y="10295"/>
                </a:cubicBezTo>
                <a:lnTo>
                  <a:pt x="2843" y="11249"/>
                </a:lnTo>
                <a:lnTo>
                  <a:pt x="0" y="11249"/>
                </a:lnTo>
                <a:lnTo>
                  <a:pt x="0" y="14686"/>
                </a:lnTo>
                <a:lnTo>
                  <a:pt x="3438" y="14686"/>
                </a:lnTo>
                <a:lnTo>
                  <a:pt x="3438" y="11843"/>
                </a:lnTo>
                <a:lnTo>
                  <a:pt x="4391" y="10907"/>
                </a:lnTo>
                <a:cubicBezTo>
                  <a:pt x="5183" y="11573"/>
                  <a:pt x="6227" y="11969"/>
                  <a:pt x="7343" y="11969"/>
                </a:cubicBezTo>
                <a:cubicBezTo>
                  <a:pt x="8458" y="11969"/>
                  <a:pt x="9485" y="11573"/>
                  <a:pt x="10294" y="10907"/>
                </a:cubicBezTo>
                <a:lnTo>
                  <a:pt x="11248" y="11843"/>
                </a:lnTo>
                <a:lnTo>
                  <a:pt x="11248" y="14686"/>
                </a:lnTo>
                <a:lnTo>
                  <a:pt x="14685" y="14686"/>
                </a:lnTo>
                <a:lnTo>
                  <a:pt x="14685" y="11249"/>
                </a:lnTo>
                <a:lnTo>
                  <a:pt x="11842" y="11249"/>
                </a:lnTo>
                <a:lnTo>
                  <a:pt x="10906" y="10295"/>
                </a:lnTo>
                <a:cubicBezTo>
                  <a:pt x="11572" y="9503"/>
                  <a:pt x="11968" y="8459"/>
                  <a:pt x="11968" y="7343"/>
                </a:cubicBezTo>
                <a:cubicBezTo>
                  <a:pt x="11968" y="6228"/>
                  <a:pt x="11572" y="5203"/>
                  <a:pt x="10906" y="4392"/>
                </a:cubicBezTo>
                <a:lnTo>
                  <a:pt x="11842" y="3439"/>
                </a:lnTo>
                <a:lnTo>
                  <a:pt x="14685" y="3439"/>
                </a:lnTo>
                <a:lnTo>
                  <a:pt x="14685" y="1"/>
                </a:lnTo>
                <a:lnTo>
                  <a:pt x="11248" y="1"/>
                </a:lnTo>
                <a:lnTo>
                  <a:pt x="11248" y="2844"/>
                </a:lnTo>
                <a:lnTo>
                  <a:pt x="10294" y="3780"/>
                </a:lnTo>
                <a:cubicBezTo>
                  <a:pt x="9485" y="3115"/>
                  <a:pt x="8458" y="2719"/>
                  <a:pt x="7343" y="2719"/>
                </a:cubicBezTo>
                <a:cubicBezTo>
                  <a:pt x="6227" y="2719"/>
                  <a:pt x="5183" y="3115"/>
                  <a:pt x="4391" y="3780"/>
                </a:cubicBezTo>
                <a:lnTo>
                  <a:pt x="3438" y="2844"/>
                </a:lnTo>
                <a:lnTo>
                  <a:pt x="3438" y="1"/>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120">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120">
            <a:hlinkClick r:id="rId3"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120">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2917" name="Google Shape;2917;p120">
            <a:hlinkClick r:id="rId3"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120">
            <a:hlinkClick r:id="rId3"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19" name="Google Shape;2919;p120">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2920" name="Google Shape;2920;p120">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Shape 2924"/>
        <p:cNvGrpSpPr/>
        <p:nvPr/>
      </p:nvGrpSpPr>
      <p:grpSpPr>
        <a:xfrm>
          <a:off x="0" y="0"/>
          <a:ext cx="0" cy="0"/>
          <a:chOff x="0" y="0"/>
          <a:chExt cx="0" cy="0"/>
        </a:xfrm>
      </p:grpSpPr>
      <p:sp>
        <p:nvSpPr>
          <p:cNvPr id="2925" name="Google Shape;2925;p12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pic>
        <p:nvPicPr>
          <p:cNvPr id="2926" name="Google Shape;2926;p121"/>
          <p:cNvPicPr preferRelativeResize="0"/>
          <p:nvPr/>
        </p:nvPicPr>
        <p:blipFill rotWithShape="1">
          <a:blip r:embed="rId3">
            <a:alphaModFix/>
          </a:blip>
          <a:srcRect r="2085" b="2837"/>
          <a:stretch/>
        </p:blipFill>
        <p:spPr>
          <a:xfrm>
            <a:off x="1002021" y="1716900"/>
            <a:ext cx="3284623" cy="2469899"/>
          </a:xfrm>
          <a:prstGeom prst="rect">
            <a:avLst/>
          </a:prstGeom>
          <a:noFill/>
          <a:ln>
            <a:noFill/>
          </a:ln>
        </p:spPr>
      </p:pic>
      <p:pic>
        <p:nvPicPr>
          <p:cNvPr id="2927" name="Google Shape;2927;p121"/>
          <p:cNvPicPr preferRelativeResize="0"/>
          <p:nvPr/>
        </p:nvPicPr>
        <p:blipFill>
          <a:blip r:embed="rId4">
            <a:alphaModFix/>
          </a:blip>
          <a:stretch>
            <a:fillRect/>
          </a:stretch>
        </p:blipFill>
        <p:spPr>
          <a:xfrm rot="9126554" flipH="1">
            <a:off x="3584669" y="1375914"/>
            <a:ext cx="2207777" cy="1673099"/>
          </a:xfrm>
          <a:prstGeom prst="rect">
            <a:avLst/>
          </a:prstGeom>
          <a:noFill/>
          <a:ln>
            <a:noFill/>
          </a:ln>
        </p:spPr>
      </p:pic>
      <p:sp>
        <p:nvSpPr>
          <p:cNvPr id="2928" name="Google Shape;2928;p121"/>
          <p:cNvSpPr/>
          <p:nvPr/>
        </p:nvSpPr>
        <p:spPr>
          <a:xfrm rot="2700000">
            <a:off x="6072750" y="1638288"/>
            <a:ext cx="1159832" cy="1148357"/>
          </a:xfrm>
          <a:custGeom>
            <a:avLst/>
            <a:gdLst/>
            <a:ahLst/>
            <a:cxnLst/>
            <a:rect l="l" t="t" r="r" b="b"/>
            <a:pathLst>
              <a:path w="33858" h="33523" extrusionOk="0">
                <a:moveTo>
                  <a:pt x="29322" y="1623"/>
                </a:moveTo>
                <a:lnTo>
                  <a:pt x="29322" y="1623"/>
                </a:lnTo>
                <a:cubicBezTo>
                  <a:pt x="29326" y="1624"/>
                  <a:pt x="29329" y="1625"/>
                  <a:pt x="29333" y="1627"/>
                </a:cubicBezTo>
                <a:cubicBezTo>
                  <a:pt x="29329" y="1626"/>
                  <a:pt x="29325" y="1624"/>
                  <a:pt x="29322" y="1623"/>
                </a:cubicBezTo>
                <a:close/>
                <a:moveTo>
                  <a:pt x="24648" y="803"/>
                </a:moveTo>
                <a:cubicBezTo>
                  <a:pt x="24934" y="803"/>
                  <a:pt x="25220" y="809"/>
                  <a:pt x="25506" y="823"/>
                </a:cubicBezTo>
                <a:cubicBezTo>
                  <a:pt x="25783" y="836"/>
                  <a:pt x="26047" y="862"/>
                  <a:pt x="26324" y="888"/>
                </a:cubicBezTo>
                <a:cubicBezTo>
                  <a:pt x="26377" y="888"/>
                  <a:pt x="26443" y="902"/>
                  <a:pt x="26509" y="902"/>
                </a:cubicBezTo>
                <a:cubicBezTo>
                  <a:pt x="26535" y="915"/>
                  <a:pt x="26575" y="915"/>
                  <a:pt x="26601" y="915"/>
                </a:cubicBezTo>
                <a:cubicBezTo>
                  <a:pt x="26610" y="915"/>
                  <a:pt x="26627" y="916"/>
                  <a:pt x="26643" y="918"/>
                </a:cubicBezTo>
                <a:lnTo>
                  <a:pt x="26643" y="918"/>
                </a:lnTo>
                <a:cubicBezTo>
                  <a:pt x="26771" y="942"/>
                  <a:pt x="26910" y="956"/>
                  <a:pt x="27037" y="981"/>
                </a:cubicBezTo>
                <a:cubicBezTo>
                  <a:pt x="27551" y="1073"/>
                  <a:pt x="28052" y="1192"/>
                  <a:pt x="28554" y="1337"/>
                </a:cubicBezTo>
                <a:cubicBezTo>
                  <a:pt x="28791" y="1416"/>
                  <a:pt x="29029" y="1509"/>
                  <a:pt x="29254" y="1601"/>
                </a:cubicBezTo>
                <a:cubicBezTo>
                  <a:pt x="29274" y="1611"/>
                  <a:pt x="29294" y="1614"/>
                  <a:pt x="29314" y="1620"/>
                </a:cubicBezTo>
                <a:lnTo>
                  <a:pt x="29314" y="1620"/>
                </a:lnTo>
                <a:cubicBezTo>
                  <a:pt x="29330" y="1627"/>
                  <a:pt x="29349" y="1636"/>
                  <a:pt x="29359" y="1641"/>
                </a:cubicBezTo>
                <a:cubicBezTo>
                  <a:pt x="29412" y="1667"/>
                  <a:pt x="29465" y="1680"/>
                  <a:pt x="29517" y="1706"/>
                </a:cubicBezTo>
                <a:cubicBezTo>
                  <a:pt x="29636" y="1759"/>
                  <a:pt x="29741" y="1826"/>
                  <a:pt x="29861" y="1878"/>
                </a:cubicBezTo>
                <a:cubicBezTo>
                  <a:pt x="30072" y="1984"/>
                  <a:pt x="30283" y="2116"/>
                  <a:pt x="30480" y="2248"/>
                </a:cubicBezTo>
                <a:cubicBezTo>
                  <a:pt x="30573" y="2301"/>
                  <a:pt x="30665" y="2366"/>
                  <a:pt x="30758" y="2445"/>
                </a:cubicBezTo>
                <a:cubicBezTo>
                  <a:pt x="30784" y="2459"/>
                  <a:pt x="30811" y="2472"/>
                  <a:pt x="30823" y="2485"/>
                </a:cubicBezTo>
                <a:cubicBezTo>
                  <a:pt x="30842" y="2501"/>
                  <a:pt x="30848" y="2506"/>
                  <a:pt x="30848" y="2506"/>
                </a:cubicBezTo>
                <a:cubicBezTo>
                  <a:pt x="30847" y="2506"/>
                  <a:pt x="30813" y="2478"/>
                  <a:pt x="30812" y="2478"/>
                </a:cubicBezTo>
                <a:lnTo>
                  <a:pt x="30812" y="2478"/>
                </a:lnTo>
                <a:cubicBezTo>
                  <a:pt x="30812" y="2478"/>
                  <a:pt x="30819" y="2483"/>
                  <a:pt x="30837" y="2498"/>
                </a:cubicBezTo>
                <a:cubicBezTo>
                  <a:pt x="30890" y="2538"/>
                  <a:pt x="30942" y="2577"/>
                  <a:pt x="30995" y="2630"/>
                </a:cubicBezTo>
                <a:cubicBezTo>
                  <a:pt x="31180" y="2776"/>
                  <a:pt x="31351" y="2934"/>
                  <a:pt x="31509" y="3105"/>
                </a:cubicBezTo>
                <a:cubicBezTo>
                  <a:pt x="31588" y="3198"/>
                  <a:pt x="31668" y="3277"/>
                  <a:pt x="31734" y="3369"/>
                </a:cubicBezTo>
                <a:cubicBezTo>
                  <a:pt x="31773" y="3409"/>
                  <a:pt x="31812" y="3447"/>
                  <a:pt x="31839" y="3499"/>
                </a:cubicBezTo>
                <a:lnTo>
                  <a:pt x="31839" y="3499"/>
                </a:lnTo>
                <a:cubicBezTo>
                  <a:pt x="31826" y="3485"/>
                  <a:pt x="31811" y="3466"/>
                  <a:pt x="31811" y="3466"/>
                </a:cubicBezTo>
                <a:lnTo>
                  <a:pt x="31811" y="3466"/>
                </a:lnTo>
                <a:cubicBezTo>
                  <a:pt x="31811" y="3466"/>
                  <a:pt x="31818" y="3475"/>
                  <a:pt x="31840" y="3501"/>
                </a:cubicBezTo>
                <a:cubicBezTo>
                  <a:pt x="31839" y="3500"/>
                  <a:pt x="31839" y="3500"/>
                  <a:pt x="31839" y="3499"/>
                </a:cubicBezTo>
                <a:lnTo>
                  <a:pt x="31839" y="3499"/>
                </a:lnTo>
                <a:cubicBezTo>
                  <a:pt x="31845" y="3506"/>
                  <a:pt x="31850" y="3512"/>
                  <a:pt x="31852" y="3515"/>
                </a:cubicBezTo>
                <a:cubicBezTo>
                  <a:pt x="31879" y="3541"/>
                  <a:pt x="31893" y="3567"/>
                  <a:pt x="31919" y="3606"/>
                </a:cubicBezTo>
                <a:cubicBezTo>
                  <a:pt x="32064" y="3805"/>
                  <a:pt x="32183" y="4002"/>
                  <a:pt x="32301" y="4213"/>
                </a:cubicBezTo>
                <a:cubicBezTo>
                  <a:pt x="32354" y="4319"/>
                  <a:pt x="32407" y="4424"/>
                  <a:pt x="32459" y="4544"/>
                </a:cubicBezTo>
                <a:lnTo>
                  <a:pt x="32526" y="4677"/>
                </a:lnTo>
                <a:lnTo>
                  <a:pt x="32526" y="4677"/>
                </a:lnTo>
                <a:cubicBezTo>
                  <a:pt x="32531" y="4693"/>
                  <a:pt x="32539" y="4717"/>
                  <a:pt x="32539" y="4728"/>
                </a:cubicBezTo>
                <a:cubicBezTo>
                  <a:pt x="32565" y="4768"/>
                  <a:pt x="32579" y="4794"/>
                  <a:pt x="32591" y="4834"/>
                </a:cubicBezTo>
                <a:cubicBezTo>
                  <a:pt x="32684" y="5084"/>
                  <a:pt x="32763" y="5335"/>
                  <a:pt x="32816" y="5599"/>
                </a:cubicBezTo>
                <a:cubicBezTo>
                  <a:pt x="32855" y="5718"/>
                  <a:pt x="32882" y="5849"/>
                  <a:pt x="32908" y="5981"/>
                </a:cubicBezTo>
                <a:cubicBezTo>
                  <a:pt x="32922" y="6048"/>
                  <a:pt x="32934" y="6113"/>
                  <a:pt x="32934" y="6180"/>
                </a:cubicBezTo>
                <a:cubicBezTo>
                  <a:pt x="32948" y="6219"/>
                  <a:pt x="32948" y="6259"/>
                  <a:pt x="32948" y="6285"/>
                </a:cubicBezTo>
                <a:cubicBezTo>
                  <a:pt x="32954" y="6310"/>
                  <a:pt x="32958" y="6319"/>
                  <a:pt x="32959" y="6319"/>
                </a:cubicBezTo>
                <a:cubicBezTo>
                  <a:pt x="32963" y="6319"/>
                  <a:pt x="32957" y="6272"/>
                  <a:pt x="32957" y="6272"/>
                </a:cubicBezTo>
                <a:lnTo>
                  <a:pt x="32957" y="6272"/>
                </a:lnTo>
                <a:cubicBezTo>
                  <a:pt x="32957" y="6272"/>
                  <a:pt x="32958" y="6279"/>
                  <a:pt x="32961" y="6298"/>
                </a:cubicBezTo>
                <a:cubicBezTo>
                  <a:pt x="32974" y="6456"/>
                  <a:pt x="32961" y="6615"/>
                  <a:pt x="32961" y="6760"/>
                </a:cubicBezTo>
                <a:cubicBezTo>
                  <a:pt x="32948" y="6800"/>
                  <a:pt x="32948" y="6840"/>
                  <a:pt x="32948" y="6879"/>
                </a:cubicBezTo>
                <a:cubicBezTo>
                  <a:pt x="32948" y="6884"/>
                  <a:pt x="32947" y="6888"/>
                  <a:pt x="32947" y="6893"/>
                </a:cubicBezTo>
                <a:lnTo>
                  <a:pt x="32947" y="6893"/>
                </a:lnTo>
                <a:cubicBezTo>
                  <a:pt x="32947" y="6885"/>
                  <a:pt x="32946" y="6880"/>
                  <a:pt x="32945" y="6880"/>
                </a:cubicBezTo>
                <a:lnTo>
                  <a:pt x="32945" y="6880"/>
                </a:lnTo>
                <a:cubicBezTo>
                  <a:pt x="32943" y="6880"/>
                  <a:pt x="32940" y="6886"/>
                  <a:pt x="32934" y="6905"/>
                </a:cubicBezTo>
                <a:cubicBezTo>
                  <a:pt x="32922" y="6998"/>
                  <a:pt x="32908" y="7090"/>
                  <a:pt x="32895" y="7169"/>
                </a:cubicBezTo>
                <a:cubicBezTo>
                  <a:pt x="32855" y="7354"/>
                  <a:pt x="32802" y="7526"/>
                  <a:pt x="32750" y="7697"/>
                </a:cubicBezTo>
                <a:cubicBezTo>
                  <a:pt x="32711" y="7790"/>
                  <a:pt x="32684" y="7869"/>
                  <a:pt x="32658" y="7961"/>
                </a:cubicBezTo>
                <a:cubicBezTo>
                  <a:pt x="32631" y="8001"/>
                  <a:pt x="32618" y="8040"/>
                  <a:pt x="32605" y="8093"/>
                </a:cubicBezTo>
                <a:cubicBezTo>
                  <a:pt x="32591" y="8106"/>
                  <a:pt x="32579" y="8133"/>
                  <a:pt x="32579" y="8159"/>
                </a:cubicBezTo>
                <a:cubicBezTo>
                  <a:pt x="32574" y="8171"/>
                  <a:pt x="32572" y="8176"/>
                  <a:pt x="32571" y="8176"/>
                </a:cubicBezTo>
                <a:cubicBezTo>
                  <a:pt x="32569" y="8176"/>
                  <a:pt x="32582" y="8134"/>
                  <a:pt x="32580" y="8134"/>
                </a:cubicBezTo>
                <a:lnTo>
                  <a:pt x="32580" y="8134"/>
                </a:lnTo>
                <a:cubicBezTo>
                  <a:pt x="32580" y="8134"/>
                  <a:pt x="32576" y="8144"/>
                  <a:pt x="32565" y="8172"/>
                </a:cubicBezTo>
                <a:cubicBezTo>
                  <a:pt x="32394" y="8581"/>
                  <a:pt x="32183" y="8977"/>
                  <a:pt x="31958" y="9347"/>
                </a:cubicBezTo>
                <a:cubicBezTo>
                  <a:pt x="31708" y="9782"/>
                  <a:pt x="31430" y="10204"/>
                  <a:pt x="31154" y="10613"/>
                </a:cubicBezTo>
                <a:cubicBezTo>
                  <a:pt x="30995" y="10837"/>
                  <a:pt x="30837" y="11048"/>
                  <a:pt x="30679" y="11259"/>
                </a:cubicBezTo>
                <a:cubicBezTo>
                  <a:pt x="30599" y="11365"/>
                  <a:pt x="30520" y="11484"/>
                  <a:pt x="30441" y="11590"/>
                </a:cubicBezTo>
                <a:lnTo>
                  <a:pt x="30322" y="11748"/>
                </a:lnTo>
                <a:cubicBezTo>
                  <a:pt x="30307" y="11766"/>
                  <a:pt x="30301" y="11773"/>
                  <a:pt x="30301" y="11773"/>
                </a:cubicBezTo>
                <a:cubicBezTo>
                  <a:pt x="30301" y="11773"/>
                  <a:pt x="30325" y="11742"/>
                  <a:pt x="30324" y="11742"/>
                </a:cubicBezTo>
                <a:lnTo>
                  <a:pt x="30324" y="11742"/>
                </a:lnTo>
                <a:cubicBezTo>
                  <a:pt x="30323" y="11742"/>
                  <a:pt x="30316" y="11750"/>
                  <a:pt x="30295" y="11774"/>
                </a:cubicBezTo>
                <a:cubicBezTo>
                  <a:pt x="30269" y="11801"/>
                  <a:pt x="30243" y="11840"/>
                  <a:pt x="30216" y="11880"/>
                </a:cubicBezTo>
                <a:cubicBezTo>
                  <a:pt x="29477" y="12830"/>
                  <a:pt x="28699" y="13740"/>
                  <a:pt x="27894" y="14625"/>
                </a:cubicBezTo>
                <a:cubicBezTo>
                  <a:pt x="26258" y="16472"/>
                  <a:pt x="24543" y="18240"/>
                  <a:pt x="22841" y="20034"/>
                </a:cubicBezTo>
                <a:cubicBezTo>
                  <a:pt x="22115" y="20800"/>
                  <a:pt x="21390" y="21578"/>
                  <a:pt x="20690" y="22383"/>
                </a:cubicBezTo>
                <a:cubicBezTo>
                  <a:pt x="20136" y="23016"/>
                  <a:pt x="19595" y="23662"/>
                  <a:pt x="19120" y="24362"/>
                </a:cubicBezTo>
                <a:cubicBezTo>
                  <a:pt x="18830" y="24797"/>
                  <a:pt x="18552" y="25233"/>
                  <a:pt x="18249" y="25668"/>
                </a:cubicBezTo>
                <a:cubicBezTo>
                  <a:pt x="18077" y="25932"/>
                  <a:pt x="17880" y="26183"/>
                  <a:pt x="17695" y="26433"/>
                </a:cubicBezTo>
                <a:cubicBezTo>
                  <a:pt x="17497" y="26697"/>
                  <a:pt x="17352" y="26882"/>
                  <a:pt x="17127" y="27159"/>
                </a:cubicBezTo>
                <a:cubicBezTo>
                  <a:pt x="16296" y="28189"/>
                  <a:pt x="15385" y="29165"/>
                  <a:pt x="14396" y="30036"/>
                </a:cubicBezTo>
                <a:cubicBezTo>
                  <a:pt x="14145" y="30247"/>
                  <a:pt x="13895" y="30458"/>
                  <a:pt x="13644" y="30656"/>
                </a:cubicBezTo>
                <a:cubicBezTo>
                  <a:pt x="13614" y="30678"/>
                  <a:pt x="13606" y="30684"/>
                  <a:pt x="13606" y="30684"/>
                </a:cubicBezTo>
                <a:cubicBezTo>
                  <a:pt x="13606" y="30684"/>
                  <a:pt x="13631" y="30667"/>
                  <a:pt x="13634" y="30667"/>
                </a:cubicBezTo>
                <a:cubicBezTo>
                  <a:pt x="13636" y="30667"/>
                  <a:pt x="13630" y="30674"/>
                  <a:pt x="13605" y="30696"/>
                </a:cubicBezTo>
                <a:cubicBezTo>
                  <a:pt x="13565" y="30722"/>
                  <a:pt x="13538" y="30735"/>
                  <a:pt x="13512" y="30761"/>
                </a:cubicBezTo>
                <a:cubicBezTo>
                  <a:pt x="13446" y="30814"/>
                  <a:pt x="13380" y="30854"/>
                  <a:pt x="13314" y="30893"/>
                </a:cubicBezTo>
                <a:cubicBezTo>
                  <a:pt x="13182" y="30999"/>
                  <a:pt x="13051" y="31092"/>
                  <a:pt x="12919" y="31183"/>
                </a:cubicBezTo>
                <a:cubicBezTo>
                  <a:pt x="12403" y="31526"/>
                  <a:pt x="11876" y="31830"/>
                  <a:pt x="11322" y="32094"/>
                </a:cubicBezTo>
                <a:lnTo>
                  <a:pt x="11124" y="32173"/>
                </a:lnTo>
                <a:cubicBezTo>
                  <a:pt x="11095" y="32188"/>
                  <a:pt x="11087" y="32193"/>
                  <a:pt x="11088" y="32193"/>
                </a:cubicBezTo>
                <a:cubicBezTo>
                  <a:pt x="11091" y="32193"/>
                  <a:pt x="11118" y="32181"/>
                  <a:pt x="11120" y="32181"/>
                </a:cubicBezTo>
                <a:cubicBezTo>
                  <a:pt x="11121" y="32181"/>
                  <a:pt x="11113" y="32185"/>
                  <a:pt x="11084" y="32200"/>
                </a:cubicBezTo>
                <a:cubicBezTo>
                  <a:pt x="11058" y="32213"/>
                  <a:pt x="11019" y="32226"/>
                  <a:pt x="10992" y="32239"/>
                </a:cubicBezTo>
                <a:cubicBezTo>
                  <a:pt x="10847" y="32292"/>
                  <a:pt x="10702" y="32344"/>
                  <a:pt x="10556" y="32385"/>
                </a:cubicBezTo>
                <a:cubicBezTo>
                  <a:pt x="10292" y="32476"/>
                  <a:pt x="10016" y="32556"/>
                  <a:pt x="9738" y="32622"/>
                </a:cubicBezTo>
                <a:cubicBezTo>
                  <a:pt x="9606" y="32648"/>
                  <a:pt x="9474" y="32661"/>
                  <a:pt x="9342" y="32688"/>
                </a:cubicBezTo>
                <a:cubicBezTo>
                  <a:pt x="9317" y="32691"/>
                  <a:pt x="9306" y="32692"/>
                  <a:pt x="9304" y="32692"/>
                </a:cubicBezTo>
                <a:cubicBezTo>
                  <a:pt x="9298" y="32692"/>
                  <a:pt x="9352" y="32684"/>
                  <a:pt x="9348" y="32684"/>
                </a:cubicBezTo>
                <a:cubicBezTo>
                  <a:pt x="9346" y="32684"/>
                  <a:pt x="9338" y="32685"/>
                  <a:pt x="9316" y="32688"/>
                </a:cubicBezTo>
                <a:cubicBezTo>
                  <a:pt x="9277" y="32688"/>
                  <a:pt x="9250" y="32701"/>
                  <a:pt x="9210" y="32701"/>
                </a:cubicBezTo>
                <a:cubicBezTo>
                  <a:pt x="9131" y="32714"/>
                  <a:pt x="9052" y="32714"/>
                  <a:pt x="8987" y="32728"/>
                </a:cubicBezTo>
                <a:cubicBezTo>
                  <a:pt x="8873" y="32733"/>
                  <a:pt x="8760" y="32736"/>
                  <a:pt x="8646" y="32736"/>
                </a:cubicBezTo>
                <a:cubicBezTo>
                  <a:pt x="8482" y="32736"/>
                  <a:pt x="8319" y="32730"/>
                  <a:pt x="8155" y="32714"/>
                </a:cubicBezTo>
                <a:cubicBezTo>
                  <a:pt x="8089" y="32714"/>
                  <a:pt x="8023" y="32701"/>
                  <a:pt x="7957" y="32701"/>
                </a:cubicBezTo>
                <a:cubicBezTo>
                  <a:pt x="7941" y="32701"/>
                  <a:pt x="7896" y="32691"/>
                  <a:pt x="7887" y="32687"/>
                </a:cubicBezTo>
                <a:lnTo>
                  <a:pt x="7887" y="32687"/>
                </a:lnTo>
                <a:cubicBezTo>
                  <a:pt x="7900" y="32688"/>
                  <a:pt x="7915" y="32688"/>
                  <a:pt x="7931" y="32688"/>
                </a:cubicBezTo>
                <a:cubicBezTo>
                  <a:pt x="7911" y="32685"/>
                  <a:pt x="7898" y="32684"/>
                  <a:pt x="7891" y="32684"/>
                </a:cubicBezTo>
                <a:cubicBezTo>
                  <a:pt x="7885" y="32684"/>
                  <a:pt x="7884" y="32685"/>
                  <a:pt x="7887" y="32687"/>
                </a:cubicBezTo>
                <a:lnTo>
                  <a:pt x="7887" y="32687"/>
                </a:lnTo>
                <a:cubicBezTo>
                  <a:pt x="7867" y="32685"/>
                  <a:pt x="7848" y="32682"/>
                  <a:pt x="7825" y="32675"/>
                </a:cubicBezTo>
                <a:cubicBezTo>
                  <a:pt x="7680" y="32661"/>
                  <a:pt x="7535" y="32622"/>
                  <a:pt x="7390" y="32596"/>
                </a:cubicBezTo>
                <a:lnTo>
                  <a:pt x="6994" y="32476"/>
                </a:lnTo>
                <a:cubicBezTo>
                  <a:pt x="6928" y="32450"/>
                  <a:pt x="6862" y="32437"/>
                  <a:pt x="6809" y="32411"/>
                </a:cubicBezTo>
                <a:cubicBezTo>
                  <a:pt x="6770" y="32397"/>
                  <a:pt x="6743" y="32385"/>
                  <a:pt x="6703" y="32371"/>
                </a:cubicBezTo>
                <a:cubicBezTo>
                  <a:pt x="6694" y="32362"/>
                  <a:pt x="6620" y="32330"/>
                  <a:pt x="6613" y="32330"/>
                </a:cubicBezTo>
                <a:cubicBezTo>
                  <a:pt x="6611" y="32330"/>
                  <a:pt x="6617" y="32334"/>
                  <a:pt x="6638" y="32344"/>
                </a:cubicBezTo>
                <a:cubicBezTo>
                  <a:pt x="6057" y="32094"/>
                  <a:pt x="5503" y="31725"/>
                  <a:pt x="5067" y="31355"/>
                </a:cubicBezTo>
                <a:cubicBezTo>
                  <a:pt x="4500" y="30880"/>
                  <a:pt x="3999" y="30300"/>
                  <a:pt x="3550" y="29706"/>
                </a:cubicBezTo>
                <a:cubicBezTo>
                  <a:pt x="3128" y="29125"/>
                  <a:pt x="2732" y="28518"/>
                  <a:pt x="2389" y="27885"/>
                </a:cubicBezTo>
                <a:cubicBezTo>
                  <a:pt x="2073" y="27291"/>
                  <a:pt x="1861" y="26816"/>
                  <a:pt x="1650" y="26209"/>
                </a:cubicBezTo>
                <a:cubicBezTo>
                  <a:pt x="1452" y="25615"/>
                  <a:pt x="1307" y="25022"/>
                  <a:pt x="1202" y="24415"/>
                </a:cubicBezTo>
                <a:cubicBezTo>
                  <a:pt x="1096" y="23873"/>
                  <a:pt x="1043" y="23293"/>
                  <a:pt x="1030" y="22660"/>
                </a:cubicBezTo>
                <a:cubicBezTo>
                  <a:pt x="1017" y="22040"/>
                  <a:pt x="1043" y="21419"/>
                  <a:pt x="1109" y="20812"/>
                </a:cubicBezTo>
                <a:cubicBezTo>
                  <a:pt x="1149" y="20496"/>
                  <a:pt x="1175" y="20298"/>
                  <a:pt x="1241" y="19955"/>
                </a:cubicBezTo>
                <a:cubicBezTo>
                  <a:pt x="1294" y="19639"/>
                  <a:pt x="1360" y="19334"/>
                  <a:pt x="1426" y="19032"/>
                </a:cubicBezTo>
                <a:cubicBezTo>
                  <a:pt x="1571" y="18411"/>
                  <a:pt x="1756" y="17791"/>
                  <a:pt x="1967" y="17197"/>
                </a:cubicBezTo>
                <a:cubicBezTo>
                  <a:pt x="2073" y="16880"/>
                  <a:pt x="2178" y="16577"/>
                  <a:pt x="2310" y="16287"/>
                </a:cubicBezTo>
                <a:cubicBezTo>
                  <a:pt x="2416" y="16009"/>
                  <a:pt x="2521" y="15759"/>
                  <a:pt x="2666" y="15443"/>
                </a:cubicBezTo>
                <a:cubicBezTo>
                  <a:pt x="2943" y="14848"/>
                  <a:pt x="3246" y="14255"/>
                  <a:pt x="3577" y="13687"/>
                </a:cubicBezTo>
                <a:cubicBezTo>
                  <a:pt x="4223" y="12540"/>
                  <a:pt x="5014" y="11391"/>
                  <a:pt x="5780" y="10415"/>
                </a:cubicBezTo>
                <a:cubicBezTo>
                  <a:pt x="6612" y="9373"/>
                  <a:pt x="7509" y="8397"/>
                  <a:pt x="8471" y="7486"/>
                </a:cubicBezTo>
                <a:cubicBezTo>
                  <a:pt x="8934" y="7037"/>
                  <a:pt x="9421" y="6615"/>
                  <a:pt x="9923" y="6206"/>
                </a:cubicBezTo>
                <a:cubicBezTo>
                  <a:pt x="10398" y="5810"/>
                  <a:pt x="10834" y="5494"/>
                  <a:pt x="11374" y="5111"/>
                </a:cubicBezTo>
                <a:cubicBezTo>
                  <a:pt x="12338" y="4438"/>
                  <a:pt x="13367" y="3844"/>
                  <a:pt x="14435" y="3356"/>
                </a:cubicBezTo>
                <a:cubicBezTo>
                  <a:pt x="14515" y="3316"/>
                  <a:pt x="14594" y="3277"/>
                  <a:pt x="14673" y="3251"/>
                </a:cubicBezTo>
                <a:cubicBezTo>
                  <a:pt x="14713" y="3224"/>
                  <a:pt x="14766" y="3211"/>
                  <a:pt x="14805" y="3198"/>
                </a:cubicBezTo>
                <a:cubicBezTo>
                  <a:pt x="14812" y="3193"/>
                  <a:pt x="14817" y="3190"/>
                  <a:pt x="14822" y="3187"/>
                </a:cubicBezTo>
                <a:lnTo>
                  <a:pt x="14822" y="3187"/>
                </a:lnTo>
                <a:cubicBezTo>
                  <a:pt x="14846" y="3177"/>
                  <a:pt x="14865" y="3168"/>
                  <a:pt x="14884" y="3158"/>
                </a:cubicBezTo>
                <a:cubicBezTo>
                  <a:pt x="15056" y="3079"/>
                  <a:pt x="15227" y="3013"/>
                  <a:pt x="15399" y="2960"/>
                </a:cubicBezTo>
                <a:cubicBezTo>
                  <a:pt x="15742" y="2828"/>
                  <a:pt x="16072" y="2723"/>
                  <a:pt x="16428" y="2630"/>
                </a:cubicBezTo>
                <a:cubicBezTo>
                  <a:pt x="16465" y="2619"/>
                  <a:pt x="16498" y="2605"/>
                  <a:pt x="16527" y="2587"/>
                </a:cubicBezTo>
                <a:lnTo>
                  <a:pt x="16527" y="2587"/>
                </a:lnTo>
                <a:cubicBezTo>
                  <a:pt x="16723" y="2483"/>
                  <a:pt x="16918" y="2391"/>
                  <a:pt x="17114" y="2301"/>
                </a:cubicBezTo>
                <a:cubicBezTo>
                  <a:pt x="17154" y="2290"/>
                  <a:pt x="17193" y="2273"/>
                  <a:pt x="17232" y="2254"/>
                </a:cubicBezTo>
                <a:lnTo>
                  <a:pt x="17232" y="2254"/>
                </a:lnTo>
                <a:cubicBezTo>
                  <a:pt x="17241" y="2253"/>
                  <a:pt x="17333" y="2217"/>
                  <a:pt x="17352" y="2208"/>
                </a:cubicBezTo>
                <a:cubicBezTo>
                  <a:pt x="17470" y="2155"/>
                  <a:pt x="17576" y="2116"/>
                  <a:pt x="17695" y="2076"/>
                </a:cubicBezTo>
                <a:cubicBezTo>
                  <a:pt x="18156" y="1891"/>
                  <a:pt x="18631" y="1733"/>
                  <a:pt x="19106" y="1601"/>
                </a:cubicBezTo>
                <a:cubicBezTo>
                  <a:pt x="19621" y="1456"/>
                  <a:pt x="20136" y="1324"/>
                  <a:pt x="20651" y="1219"/>
                </a:cubicBezTo>
                <a:cubicBezTo>
                  <a:pt x="20915" y="1166"/>
                  <a:pt x="21178" y="1113"/>
                  <a:pt x="21455" y="1073"/>
                </a:cubicBezTo>
                <a:cubicBezTo>
                  <a:pt x="21574" y="1047"/>
                  <a:pt x="21706" y="1020"/>
                  <a:pt x="21838" y="1008"/>
                </a:cubicBezTo>
                <a:cubicBezTo>
                  <a:pt x="21904" y="994"/>
                  <a:pt x="21970" y="981"/>
                  <a:pt x="22036" y="981"/>
                </a:cubicBezTo>
                <a:cubicBezTo>
                  <a:pt x="22044" y="981"/>
                  <a:pt x="22088" y="972"/>
                  <a:pt x="22101" y="967"/>
                </a:cubicBezTo>
                <a:lnTo>
                  <a:pt x="22101" y="967"/>
                </a:lnTo>
                <a:cubicBezTo>
                  <a:pt x="22133" y="966"/>
                  <a:pt x="22167" y="964"/>
                  <a:pt x="22194" y="955"/>
                </a:cubicBezTo>
                <a:cubicBezTo>
                  <a:pt x="23007" y="857"/>
                  <a:pt x="23826" y="803"/>
                  <a:pt x="24648" y="803"/>
                </a:cubicBezTo>
                <a:close/>
                <a:moveTo>
                  <a:pt x="24582" y="0"/>
                </a:moveTo>
                <a:cubicBezTo>
                  <a:pt x="22827" y="0"/>
                  <a:pt x="21064" y="265"/>
                  <a:pt x="19384" y="704"/>
                </a:cubicBezTo>
                <a:cubicBezTo>
                  <a:pt x="18280" y="989"/>
                  <a:pt x="17189" y="1377"/>
                  <a:pt x="16162" y="1880"/>
                </a:cubicBezTo>
                <a:lnTo>
                  <a:pt x="16162" y="1880"/>
                </a:lnTo>
                <a:cubicBezTo>
                  <a:pt x="13940" y="2505"/>
                  <a:pt x="11887" y="3697"/>
                  <a:pt x="10069" y="5084"/>
                </a:cubicBezTo>
                <a:cubicBezTo>
                  <a:pt x="7944" y="6708"/>
                  <a:pt x="6084" y="8647"/>
                  <a:pt x="4500" y="10798"/>
                </a:cubicBezTo>
                <a:cubicBezTo>
                  <a:pt x="2943" y="12936"/>
                  <a:pt x="1663" y="15311"/>
                  <a:pt x="911" y="17857"/>
                </a:cubicBezTo>
                <a:cubicBezTo>
                  <a:pt x="198" y="20285"/>
                  <a:pt x="0" y="22871"/>
                  <a:pt x="581" y="25351"/>
                </a:cubicBezTo>
                <a:cubicBezTo>
                  <a:pt x="885" y="26592"/>
                  <a:pt x="1386" y="27793"/>
                  <a:pt x="2059" y="28887"/>
                </a:cubicBezTo>
                <a:cubicBezTo>
                  <a:pt x="2864" y="30194"/>
                  <a:pt x="3814" y="31447"/>
                  <a:pt x="5067" y="32358"/>
                </a:cubicBezTo>
                <a:cubicBezTo>
                  <a:pt x="6070" y="33083"/>
                  <a:pt x="7258" y="33493"/>
                  <a:pt x="8485" y="33519"/>
                </a:cubicBezTo>
                <a:cubicBezTo>
                  <a:pt x="8545" y="33521"/>
                  <a:pt x="8604" y="33522"/>
                  <a:pt x="8664" y="33522"/>
                </a:cubicBezTo>
                <a:cubicBezTo>
                  <a:pt x="9790" y="33522"/>
                  <a:pt x="10900" y="33177"/>
                  <a:pt x="11916" y="32688"/>
                </a:cubicBezTo>
                <a:cubicBezTo>
                  <a:pt x="13063" y="32121"/>
                  <a:pt x="14119" y="31342"/>
                  <a:pt x="15069" y="30497"/>
                </a:cubicBezTo>
                <a:cubicBezTo>
                  <a:pt x="16059" y="29614"/>
                  <a:pt x="16956" y="28624"/>
                  <a:pt x="17787" y="27594"/>
                </a:cubicBezTo>
                <a:cubicBezTo>
                  <a:pt x="18209" y="27080"/>
                  <a:pt x="18605" y="26553"/>
                  <a:pt x="18974" y="26011"/>
                </a:cubicBezTo>
                <a:cubicBezTo>
                  <a:pt x="19278" y="25589"/>
                  <a:pt x="19542" y="25154"/>
                  <a:pt x="19833" y="24718"/>
                </a:cubicBezTo>
                <a:cubicBezTo>
                  <a:pt x="19938" y="24573"/>
                  <a:pt x="20030" y="24428"/>
                  <a:pt x="20136" y="24296"/>
                </a:cubicBezTo>
                <a:cubicBezTo>
                  <a:pt x="20176" y="24257"/>
                  <a:pt x="20202" y="24217"/>
                  <a:pt x="20228" y="24177"/>
                </a:cubicBezTo>
                <a:cubicBezTo>
                  <a:pt x="20237" y="24168"/>
                  <a:pt x="20247" y="24159"/>
                  <a:pt x="20256" y="24145"/>
                </a:cubicBezTo>
                <a:lnTo>
                  <a:pt x="20256" y="24145"/>
                </a:lnTo>
                <a:cubicBezTo>
                  <a:pt x="20260" y="24142"/>
                  <a:pt x="20264" y="24139"/>
                  <a:pt x="20267" y="24137"/>
                </a:cubicBezTo>
                <a:cubicBezTo>
                  <a:pt x="20320" y="24046"/>
                  <a:pt x="20387" y="23966"/>
                  <a:pt x="20452" y="23887"/>
                </a:cubicBezTo>
                <a:cubicBezTo>
                  <a:pt x="20742" y="23530"/>
                  <a:pt x="21033" y="23187"/>
                  <a:pt x="21323" y="22858"/>
                </a:cubicBezTo>
                <a:cubicBezTo>
                  <a:pt x="22841" y="21143"/>
                  <a:pt x="24437" y="19507"/>
                  <a:pt x="26008" y="17844"/>
                </a:cubicBezTo>
                <a:cubicBezTo>
                  <a:pt x="27683" y="16062"/>
                  <a:pt x="29359" y="14268"/>
                  <a:pt x="30863" y="12329"/>
                </a:cubicBezTo>
                <a:cubicBezTo>
                  <a:pt x="31509" y="11484"/>
                  <a:pt x="32143" y="10626"/>
                  <a:pt x="32670" y="9702"/>
                </a:cubicBezTo>
                <a:cubicBezTo>
                  <a:pt x="33093" y="8977"/>
                  <a:pt x="33476" y="8198"/>
                  <a:pt x="33661" y="7380"/>
                </a:cubicBezTo>
                <a:cubicBezTo>
                  <a:pt x="33858" y="6497"/>
                  <a:pt x="33700" y="5599"/>
                  <a:pt x="33397" y="4741"/>
                </a:cubicBezTo>
                <a:cubicBezTo>
                  <a:pt x="33054" y="3778"/>
                  <a:pt x="32486" y="2908"/>
                  <a:pt x="31720" y="2208"/>
                </a:cubicBezTo>
                <a:cubicBezTo>
                  <a:pt x="30163" y="796"/>
                  <a:pt x="28026" y="229"/>
                  <a:pt x="25968" y="58"/>
                </a:cubicBezTo>
                <a:cubicBezTo>
                  <a:pt x="25507" y="19"/>
                  <a:pt x="25045" y="0"/>
                  <a:pt x="24582"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121"/>
          <p:cNvSpPr/>
          <p:nvPr/>
        </p:nvSpPr>
        <p:spPr>
          <a:xfrm>
            <a:off x="7215954" y="2347044"/>
            <a:ext cx="669905" cy="577821"/>
          </a:xfrm>
          <a:custGeom>
            <a:avLst/>
            <a:gdLst/>
            <a:ahLst/>
            <a:cxnLst/>
            <a:rect l="l" t="t" r="r" b="b"/>
            <a:pathLst>
              <a:path w="19555" h="16867" extrusionOk="0">
                <a:moveTo>
                  <a:pt x="14857" y="893"/>
                </a:moveTo>
                <a:cubicBezTo>
                  <a:pt x="14849" y="893"/>
                  <a:pt x="14910" y="899"/>
                  <a:pt x="14936" y="899"/>
                </a:cubicBezTo>
                <a:cubicBezTo>
                  <a:pt x="14884" y="894"/>
                  <a:pt x="14862" y="893"/>
                  <a:pt x="14857" y="893"/>
                </a:cubicBezTo>
                <a:close/>
                <a:moveTo>
                  <a:pt x="10987" y="938"/>
                </a:moveTo>
                <a:cubicBezTo>
                  <a:pt x="10977" y="938"/>
                  <a:pt x="10967" y="939"/>
                  <a:pt x="10956" y="940"/>
                </a:cubicBezTo>
                <a:lnTo>
                  <a:pt x="10956" y="940"/>
                </a:lnTo>
                <a:cubicBezTo>
                  <a:pt x="10950" y="942"/>
                  <a:pt x="10949" y="942"/>
                  <a:pt x="10951" y="942"/>
                </a:cubicBezTo>
                <a:cubicBezTo>
                  <a:pt x="10955" y="942"/>
                  <a:pt x="10972" y="940"/>
                  <a:pt x="10987" y="938"/>
                </a:cubicBezTo>
                <a:close/>
                <a:moveTo>
                  <a:pt x="16876" y="1402"/>
                </a:moveTo>
                <a:cubicBezTo>
                  <a:pt x="16876" y="1402"/>
                  <a:pt x="16886" y="1406"/>
                  <a:pt x="16898" y="1411"/>
                </a:cubicBezTo>
                <a:lnTo>
                  <a:pt x="16898" y="1411"/>
                </a:lnTo>
                <a:cubicBezTo>
                  <a:pt x="16882" y="1404"/>
                  <a:pt x="16876" y="1402"/>
                  <a:pt x="16876" y="1402"/>
                </a:cubicBezTo>
                <a:close/>
                <a:moveTo>
                  <a:pt x="16898" y="1411"/>
                </a:moveTo>
                <a:lnTo>
                  <a:pt x="16898" y="1411"/>
                </a:lnTo>
                <a:cubicBezTo>
                  <a:pt x="16900" y="1412"/>
                  <a:pt x="16901" y="1412"/>
                  <a:pt x="16903" y="1413"/>
                </a:cubicBezTo>
                <a:cubicBezTo>
                  <a:pt x="16903" y="1413"/>
                  <a:pt x="16903" y="1413"/>
                  <a:pt x="16904" y="1413"/>
                </a:cubicBezTo>
                <a:lnTo>
                  <a:pt x="16904" y="1413"/>
                </a:lnTo>
                <a:cubicBezTo>
                  <a:pt x="16902" y="1412"/>
                  <a:pt x="16900" y="1412"/>
                  <a:pt x="16898" y="1411"/>
                </a:cubicBezTo>
                <a:close/>
                <a:moveTo>
                  <a:pt x="16904" y="1413"/>
                </a:moveTo>
                <a:cubicBezTo>
                  <a:pt x="16918" y="1419"/>
                  <a:pt x="16933" y="1425"/>
                  <a:pt x="16936" y="1425"/>
                </a:cubicBezTo>
                <a:cubicBezTo>
                  <a:pt x="16936" y="1425"/>
                  <a:pt x="16936" y="1424"/>
                  <a:pt x="16934" y="1423"/>
                </a:cubicBezTo>
                <a:lnTo>
                  <a:pt x="16934" y="1423"/>
                </a:lnTo>
                <a:cubicBezTo>
                  <a:pt x="16924" y="1419"/>
                  <a:pt x="16914" y="1416"/>
                  <a:pt x="16904" y="1413"/>
                </a:cubicBezTo>
                <a:close/>
                <a:moveTo>
                  <a:pt x="7374" y="1870"/>
                </a:moveTo>
                <a:cubicBezTo>
                  <a:pt x="7374" y="1870"/>
                  <a:pt x="7369" y="1872"/>
                  <a:pt x="7362" y="1876"/>
                </a:cubicBezTo>
                <a:lnTo>
                  <a:pt x="7362" y="1876"/>
                </a:lnTo>
                <a:cubicBezTo>
                  <a:pt x="7362" y="1876"/>
                  <a:pt x="7363" y="1876"/>
                  <a:pt x="7363" y="1875"/>
                </a:cubicBezTo>
                <a:cubicBezTo>
                  <a:pt x="7370" y="1872"/>
                  <a:pt x="7374" y="1870"/>
                  <a:pt x="7374" y="1870"/>
                </a:cubicBezTo>
                <a:close/>
                <a:moveTo>
                  <a:pt x="5767" y="2773"/>
                </a:moveTo>
                <a:cubicBezTo>
                  <a:pt x="5760" y="2778"/>
                  <a:pt x="5755" y="2782"/>
                  <a:pt x="5755" y="2782"/>
                </a:cubicBezTo>
                <a:cubicBezTo>
                  <a:pt x="5755" y="2782"/>
                  <a:pt x="5758" y="2779"/>
                  <a:pt x="5767" y="2773"/>
                </a:cubicBezTo>
                <a:cubicBezTo>
                  <a:pt x="5767" y="2773"/>
                  <a:pt x="5767" y="2773"/>
                  <a:pt x="5767" y="2773"/>
                </a:cubicBezTo>
                <a:close/>
                <a:moveTo>
                  <a:pt x="5199" y="3326"/>
                </a:moveTo>
                <a:lnTo>
                  <a:pt x="5199" y="3326"/>
                </a:lnTo>
                <a:cubicBezTo>
                  <a:pt x="5193" y="3333"/>
                  <a:pt x="5182" y="3348"/>
                  <a:pt x="5162" y="3372"/>
                </a:cubicBezTo>
                <a:lnTo>
                  <a:pt x="5162" y="3372"/>
                </a:lnTo>
                <a:cubicBezTo>
                  <a:pt x="5170" y="3360"/>
                  <a:pt x="5178" y="3348"/>
                  <a:pt x="5186" y="3340"/>
                </a:cubicBezTo>
                <a:cubicBezTo>
                  <a:pt x="5190" y="3335"/>
                  <a:pt x="5195" y="3331"/>
                  <a:pt x="5199" y="3326"/>
                </a:cubicBezTo>
                <a:close/>
                <a:moveTo>
                  <a:pt x="18722" y="3402"/>
                </a:moveTo>
                <a:cubicBezTo>
                  <a:pt x="18723" y="3403"/>
                  <a:pt x="18723" y="3405"/>
                  <a:pt x="18724" y="3406"/>
                </a:cubicBezTo>
                <a:lnTo>
                  <a:pt x="18724" y="3415"/>
                </a:lnTo>
                <a:lnTo>
                  <a:pt x="18724" y="3415"/>
                </a:lnTo>
                <a:cubicBezTo>
                  <a:pt x="18723" y="3411"/>
                  <a:pt x="18723" y="3406"/>
                  <a:pt x="18722" y="3402"/>
                </a:cubicBezTo>
                <a:close/>
                <a:moveTo>
                  <a:pt x="4996" y="3526"/>
                </a:moveTo>
                <a:cubicBezTo>
                  <a:pt x="4981" y="3539"/>
                  <a:pt x="4958" y="3558"/>
                  <a:pt x="4956" y="3558"/>
                </a:cubicBezTo>
                <a:cubicBezTo>
                  <a:pt x="4955" y="3558"/>
                  <a:pt x="4960" y="3553"/>
                  <a:pt x="4975" y="3538"/>
                </a:cubicBezTo>
                <a:cubicBezTo>
                  <a:pt x="4980" y="3532"/>
                  <a:pt x="4988" y="3529"/>
                  <a:pt x="4996" y="3526"/>
                </a:cubicBezTo>
                <a:close/>
                <a:moveTo>
                  <a:pt x="18413" y="5171"/>
                </a:moveTo>
                <a:cubicBezTo>
                  <a:pt x="18414" y="5171"/>
                  <a:pt x="18412" y="5175"/>
                  <a:pt x="18407" y="5187"/>
                </a:cubicBezTo>
                <a:cubicBezTo>
                  <a:pt x="18407" y="5187"/>
                  <a:pt x="18406" y="5188"/>
                  <a:pt x="18405" y="5189"/>
                </a:cubicBezTo>
                <a:lnTo>
                  <a:pt x="18405" y="5189"/>
                </a:lnTo>
                <a:cubicBezTo>
                  <a:pt x="18410" y="5179"/>
                  <a:pt x="18413" y="5171"/>
                  <a:pt x="18413" y="5171"/>
                </a:cubicBezTo>
                <a:close/>
                <a:moveTo>
                  <a:pt x="3285" y="5268"/>
                </a:moveTo>
                <a:cubicBezTo>
                  <a:pt x="3280" y="5276"/>
                  <a:pt x="3276" y="5281"/>
                  <a:pt x="3274" y="5285"/>
                </a:cubicBezTo>
                <a:lnTo>
                  <a:pt x="3274" y="5285"/>
                </a:lnTo>
                <a:cubicBezTo>
                  <a:pt x="3276" y="5279"/>
                  <a:pt x="3280" y="5274"/>
                  <a:pt x="3285" y="5268"/>
                </a:cubicBezTo>
                <a:close/>
                <a:moveTo>
                  <a:pt x="17285" y="6628"/>
                </a:moveTo>
                <a:cubicBezTo>
                  <a:pt x="17282" y="6630"/>
                  <a:pt x="17278" y="6634"/>
                  <a:pt x="17272" y="6638"/>
                </a:cubicBezTo>
                <a:cubicBezTo>
                  <a:pt x="17276" y="6635"/>
                  <a:pt x="17280" y="6632"/>
                  <a:pt x="17285" y="6628"/>
                </a:cubicBezTo>
                <a:close/>
                <a:moveTo>
                  <a:pt x="1656" y="8073"/>
                </a:moveTo>
                <a:cubicBezTo>
                  <a:pt x="1656" y="8073"/>
                  <a:pt x="1653" y="8081"/>
                  <a:pt x="1648" y="8091"/>
                </a:cubicBezTo>
                <a:lnTo>
                  <a:pt x="1648" y="8091"/>
                </a:lnTo>
                <a:cubicBezTo>
                  <a:pt x="1649" y="8091"/>
                  <a:pt x="1649" y="8090"/>
                  <a:pt x="1650" y="8090"/>
                </a:cubicBezTo>
                <a:cubicBezTo>
                  <a:pt x="1655" y="8078"/>
                  <a:pt x="1656" y="8073"/>
                  <a:pt x="1656" y="8073"/>
                </a:cubicBezTo>
                <a:close/>
                <a:moveTo>
                  <a:pt x="1142" y="13752"/>
                </a:moveTo>
                <a:lnTo>
                  <a:pt x="1142" y="13752"/>
                </a:lnTo>
                <a:cubicBezTo>
                  <a:pt x="1141" y="13752"/>
                  <a:pt x="1145" y="13762"/>
                  <a:pt x="1149" y="13773"/>
                </a:cubicBezTo>
                <a:lnTo>
                  <a:pt x="1149" y="13773"/>
                </a:lnTo>
                <a:cubicBezTo>
                  <a:pt x="1149" y="13770"/>
                  <a:pt x="1149" y="13767"/>
                  <a:pt x="1149" y="13763"/>
                </a:cubicBezTo>
                <a:cubicBezTo>
                  <a:pt x="1145" y="13756"/>
                  <a:pt x="1143" y="13752"/>
                  <a:pt x="1142" y="13752"/>
                </a:cubicBezTo>
                <a:close/>
                <a:moveTo>
                  <a:pt x="1161" y="13803"/>
                </a:moveTo>
                <a:cubicBezTo>
                  <a:pt x="1165" y="13813"/>
                  <a:pt x="1168" y="13820"/>
                  <a:pt x="1168" y="13820"/>
                </a:cubicBezTo>
                <a:cubicBezTo>
                  <a:pt x="1168" y="13820"/>
                  <a:pt x="1166" y="13815"/>
                  <a:pt x="1161" y="13803"/>
                </a:cubicBezTo>
                <a:cubicBezTo>
                  <a:pt x="1161" y="13803"/>
                  <a:pt x="1161" y="13803"/>
                  <a:pt x="1161" y="13803"/>
                </a:cubicBezTo>
                <a:close/>
                <a:moveTo>
                  <a:pt x="2178" y="15136"/>
                </a:moveTo>
                <a:cubicBezTo>
                  <a:pt x="2194" y="15152"/>
                  <a:pt x="2235" y="15183"/>
                  <a:pt x="2237" y="15183"/>
                </a:cubicBezTo>
                <a:cubicBezTo>
                  <a:pt x="2238" y="15183"/>
                  <a:pt x="2223" y="15171"/>
                  <a:pt x="2178" y="15136"/>
                </a:cubicBezTo>
                <a:close/>
                <a:moveTo>
                  <a:pt x="6610" y="16006"/>
                </a:moveTo>
                <a:cubicBezTo>
                  <a:pt x="6606" y="16006"/>
                  <a:pt x="6602" y="16006"/>
                  <a:pt x="6597" y="16006"/>
                </a:cubicBezTo>
                <a:cubicBezTo>
                  <a:pt x="6577" y="16009"/>
                  <a:pt x="6571" y="16011"/>
                  <a:pt x="6571" y="16011"/>
                </a:cubicBezTo>
                <a:cubicBezTo>
                  <a:pt x="6572" y="16011"/>
                  <a:pt x="6593" y="16008"/>
                  <a:pt x="6610" y="16006"/>
                </a:cubicBezTo>
                <a:close/>
                <a:moveTo>
                  <a:pt x="4394" y="16006"/>
                </a:moveTo>
                <a:lnTo>
                  <a:pt x="4394" y="16006"/>
                </a:lnTo>
                <a:cubicBezTo>
                  <a:pt x="4400" y="16007"/>
                  <a:pt x="4405" y="16008"/>
                  <a:pt x="4410" y="16009"/>
                </a:cubicBezTo>
                <a:lnTo>
                  <a:pt x="4410" y="16009"/>
                </a:lnTo>
                <a:cubicBezTo>
                  <a:pt x="4433" y="16011"/>
                  <a:pt x="4457" y="16013"/>
                  <a:pt x="4458" y="16013"/>
                </a:cubicBezTo>
                <a:cubicBezTo>
                  <a:pt x="4459" y="16013"/>
                  <a:pt x="4443" y="16011"/>
                  <a:pt x="4394" y="16006"/>
                </a:cubicBezTo>
                <a:close/>
                <a:moveTo>
                  <a:pt x="13174" y="793"/>
                </a:moveTo>
                <a:cubicBezTo>
                  <a:pt x="13512" y="793"/>
                  <a:pt x="13851" y="807"/>
                  <a:pt x="14185" y="833"/>
                </a:cubicBezTo>
                <a:cubicBezTo>
                  <a:pt x="14435" y="846"/>
                  <a:pt x="14686" y="873"/>
                  <a:pt x="14936" y="899"/>
                </a:cubicBezTo>
                <a:cubicBezTo>
                  <a:pt x="14963" y="912"/>
                  <a:pt x="14989" y="912"/>
                  <a:pt x="15016" y="912"/>
                </a:cubicBezTo>
                <a:cubicBezTo>
                  <a:pt x="15082" y="925"/>
                  <a:pt x="15148" y="938"/>
                  <a:pt x="15200" y="952"/>
                </a:cubicBezTo>
                <a:cubicBezTo>
                  <a:pt x="15320" y="964"/>
                  <a:pt x="15438" y="991"/>
                  <a:pt x="15557" y="1005"/>
                </a:cubicBezTo>
                <a:cubicBezTo>
                  <a:pt x="15992" y="1096"/>
                  <a:pt x="16428" y="1216"/>
                  <a:pt x="16836" y="1387"/>
                </a:cubicBezTo>
                <a:cubicBezTo>
                  <a:pt x="16863" y="1400"/>
                  <a:pt x="16889" y="1400"/>
                  <a:pt x="16916" y="1413"/>
                </a:cubicBezTo>
                <a:cubicBezTo>
                  <a:pt x="16926" y="1418"/>
                  <a:pt x="16932" y="1421"/>
                  <a:pt x="16934" y="1423"/>
                </a:cubicBezTo>
                <a:lnTo>
                  <a:pt x="16934" y="1423"/>
                </a:lnTo>
                <a:cubicBezTo>
                  <a:pt x="16972" y="1438"/>
                  <a:pt x="17006" y="1459"/>
                  <a:pt x="17048" y="1480"/>
                </a:cubicBezTo>
                <a:cubicBezTo>
                  <a:pt x="17140" y="1519"/>
                  <a:pt x="17232" y="1559"/>
                  <a:pt x="17312" y="1612"/>
                </a:cubicBezTo>
                <a:cubicBezTo>
                  <a:pt x="17484" y="1703"/>
                  <a:pt x="17655" y="1809"/>
                  <a:pt x="17800" y="1915"/>
                </a:cubicBezTo>
                <a:cubicBezTo>
                  <a:pt x="17807" y="1919"/>
                  <a:pt x="17814" y="1924"/>
                  <a:pt x="17821" y="1930"/>
                </a:cubicBezTo>
                <a:lnTo>
                  <a:pt x="17821" y="1930"/>
                </a:lnTo>
                <a:cubicBezTo>
                  <a:pt x="17814" y="1924"/>
                  <a:pt x="17806" y="1918"/>
                  <a:pt x="17797" y="1910"/>
                </a:cubicBezTo>
                <a:lnTo>
                  <a:pt x="17797" y="1910"/>
                </a:lnTo>
                <a:cubicBezTo>
                  <a:pt x="17811" y="1921"/>
                  <a:pt x="17829" y="1931"/>
                  <a:pt x="17839" y="1941"/>
                </a:cubicBezTo>
                <a:cubicBezTo>
                  <a:pt x="17844" y="1945"/>
                  <a:pt x="17848" y="1949"/>
                  <a:pt x="17852" y="1953"/>
                </a:cubicBezTo>
                <a:lnTo>
                  <a:pt x="17852" y="1953"/>
                </a:lnTo>
                <a:cubicBezTo>
                  <a:pt x="17845" y="1947"/>
                  <a:pt x="17833" y="1938"/>
                  <a:pt x="17821" y="1930"/>
                </a:cubicBezTo>
                <a:lnTo>
                  <a:pt x="17821" y="1930"/>
                </a:lnTo>
                <a:cubicBezTo>
                  <a:pt x="17839" y="1944"/>
                  <a:pt x="17850" y="1952"/>
                  <a:pt x="17855" y="1956"/>
                </a:cubicBezTo>
                <a:lnTo>
                  <a:pt x="17855" y="1956"/>
                </a:lnTo>
                <a:cubicBezTo>
                  <a:pt x="17854" y="1955"/>
                  <a:pt x="17853" y="1954"/>
                  <a:pt x="17852" y="1953"/>
                </a:cubicBezTo>
                <a:lnTo>
                  <a:pt x="17852" y="1953"/>
                </a:lnTo>
                <a:cubicBezTo>
                  <a:pt x="17857" y="1957"/>
                  <a:pt x="17860" y="1960"/>
                  <a:pt x="17860" y="1960"/>
                </a:cubicBezTo>
                <a:cubicBezTo>
                  <a:pt x="17860" y="1960"/>
                  <a:pt x="17858" y="1959"/>
                  <a:pt x="17855" y="1956"/>
                </a:cubicBezTo>
                <a:lnTo>
                  <a:pt x="17855" y="1956"/>
                </a:lnTo>
                <a:cubicBezTo>
                  <a:pt x="17890" y="1988"/>
                  <a:pt x="17922" y="2011"/>
                  <a:pt x="17945" y="2034"/>
                </a:cubicBezTo>
                <a:lnTo>
                  <a:pt x="18143" y="2231"/>
                </a:lnTo>
                <a:cubicBezTo>
                  <a:pt x="18209" y="2284"/>
                  <a:pt x="18262" y="2363"/>
                  <a:pt x="18314" y="2430"/>
                </a:cubicBezTo>
                <a:cubicBezTo>
                  <a:pt x="18320" y="2435"/>
                  <a:pt x="18322" y="2437"/>
                  <a:pt x="18323" y="2437"/>
                </a:cubicBezTo>
                <a:cubicBezTo>
                  <a:pt x="18326" y="2437"/>
                  <a:pt x="18313" y="2420"/>
                  <a:pt x="18300" y="2403"/>
                </a:cubicBezTo>
                <a:lnTo>
                  <a:pt x="18300" y="2403"/>
                </a:lnTo>
                <a:cubicBezTo>
                  <a:pt x="18301" y="2403"/>
                  <a:pt x="18301" y="2403"/>
                  <a:pt x="18302" y="2403"/>
                </a:cubicBezTo>
                <a:cubicBezTo>
                  <a:pt x="18314" y="2416"/>
                  <a:pt x="18328" y="2442"/>
                  <a:pt x="18341" y="2456"/>
                </a:cubicBezTo>
                <a:cubicBezTo>
                  <a:pt x="18367" y="2495"/>
                  <a:pt x="18393" y="2535"/>
                  <a:pt x="18407" y="2574"/>
                </a:cubicBezTo>
                <a:cubicBezTo>
                  <a:pt x="18460" y="2641"/>
                  <a:pt x="18499" y="2720"/>
                  <a:pt x="18539" y="2799"/>
                </a:cubicBezTo>
                <a:cubicBezTo>
                  <a:pt x="18549" y="2829"/>
                  <a:pt x="18567" y="2859"/>
                  <a:pt x="18580" y="2884"/>
                </a:cubicBezTo>
                <a:lnTo>
                  <a:pt x="18580" y="2884"/>
                </a:lnTo>
                <a:cubicBezTo>
                  <a:pt x="18590" y="2910"/>
                  <a:pt x="18600" y="2940"/>
                  <a:pt x="18605" y="2957"/>
                </a:cubicBezTo>
                <a:cubicBezTo>
                  <a:pt x="18631" y="3037"/>
                  <a:pt x="18657" y="3116"/>
                  <a:pt x="18684" y="3208"/>
                </a:cubicBezTo>
                <a:cubicBezTo>
                  <a:pt x="18684" y="3248"/>
                  <a:pt x="18697" y="3287"/>
                  <a:pt x="18710" y="3340"/>
                </a:cubicBezTo>
                <a:cubicBezTo>
                  <a:pt x="18710" y="3345"/>
                  <a:pt x="18710" y="3353"/>
                  <a:pt x="18711" y="3362"/>
                </a:cubicBezTo>
                <a:lnTo>
                  <a:pt x="18711" y="3362"/>
                </a:lnTo>
                <a:cubicBezTo>
                  <a:pt x="18710" y="3365"/>
                  <a:pt x="18710" y="3370"/>
                  <a:pt x="18710" y="3380"/>
                </a:cubicBezTo>
                <a:cubicBezTo>
                  <a:pt x="18737" y="3577"/>
                  <a:pt x="18737" y="3775"/>
                  <a:pt x="18724" y="3960"/>
                </a:cubicBezTo>
                <a:cubicBezTo>
                  <a:pt x="18724" y="4013"/>
                  <a:pt x="18724" y="4066"/>
                  <a:pt x="18710" y="4118"/>
                </a:cubicBezTo>
                <a:lnTo>
                  <a:pt x="18710" y="4118"/>
                </a:lnTo>
                <a:cubicBezTo>
                  <a:pt x="18713" y="4098"/>
                  <a:pt x="18715" y="4074"/>
                  <a:pt x="18714" y="4074"/>
                </a:cubicBezTo>
                <a:lnTo>
                  <a:pt x="18714" y="4074"/>
                </a:lnTo>
                <a:cubicBezTo>
                  <a:pt x="18714" y="4074"/>
                  <a:pt x="18712" y="4079"/>
                  <a:pt x="18710" y="4092"/>
                </a:cubicBezTo>
                <a:cubicBezTo>
                  <a:pt x="18710" y="4102"/>
                  <a:pt x="18710" y="4112"/>
                  <a:pt x="18710" y="4120"/>
                </a:cubicBezTo>
                <a:lnTo>
                  <a:pt x="18710" y="4120"/>
                </a:lnTo>
                <a:cubicBezTo>
                  <a:pt x="18707" y="4141"/>
                  <a:pt x="18707" y="4149"/>
                  <a:pt x="18707" y="4149"/>
                </a:cubicBezTo>
                <a:cubicBezTo>
                  <a:pt x="18707" y="4149"/>
                  <a:pt x="18708" y="4136"/>
                  <a:pt x="18710" y="4121"/>
                </a:cubicBezTo>
                <a:lnTo>
                  <a:pt x="18710" y="4121"/>
                </a:lnTo>
                <a:cubicBezTo>
                  <a:pt x="18709" y="4145"/>
                  <a:pt x="18707" y="4165"/>
                  <a:pt x="18697" y="4184"/>
                </a:cubicBezTo>
                <a:cubicBezTo>
                  <a:pt x="18684" y="4303"/>
                  <a:pt x="18657" y="4409"/>
                  <a:pt x="18631" y="4514"/>
                </a:cubicBezTo>
                <a:cubicBezTo>
                  <a:pt x="18567" y="4745"/>
                  <a:pt x="18491" y="4975"/>
                  <a:pt x="18402" y="5193"/>
                </a:cubicBezTo>
                <a:lnTo>
                  <a:pt x="18402" y="5193"/>
                </a:lnTo>
                <a:cubicBezTo>
                  <a:pt x="18397" y="5199"/>
                  <a:pt x="18395" y="5205"/>
                  <a:pt x="18394" y="5211"/>
                </a:cubicBezTo>
                <a:lnTo>
                  <a:pt x="18394" y="5211"/>
                </a:lnTo>
                <a:cubicBezTo>
                  <a:pt x="18394" y="5212"/>
                  <a:pt x="18394" y="5213"/>
                  <a:pt x="18393" y="5213"/>
                </a:cubicBezTo>
                <a:cubicBezTo>
                  <a:pt x="18389" y="5225"/>
                  <a:pt x="18387" y="5230"/>
                  <a:pt x="18387" y="5230"/>
                </a:cubicBezTo>
                <a:cubicBezTo>
                  <a:pt x="18387" y="5230"/>
                  <a:pt x="18390" y="5224"/>
                  <a:pt x="18394" y="5215"/>
                </a:cubicBezTo>
                <a:lnTo>
                  <a:pt x="18394" y="5215"/>
                </a:lnTo>
                <a:cubicBezTo>
                  <a:pt x="18393" y="5219"/>
                  <a:pt x="18393" y="5223"/>
                  <a:pt x="18393" y="5227"/>
                </a:cubicBezTo>
                <a:cubicBezTo>
                  <a:pt x="18381" y="5253"/>
                  <a:pt x="18354" y="5280"/>
                  <a:pt x="18341" y="5319"/>
                </a:cubicBezTo>
                <a:cubicBezTo>
                  <a:pt x="18314" y="5385"/>
                  <a:pt x="18288" y="5451"/>
                  <a:pt x="18249" y="5517"/>
                </a:cubicBezTo>
                <a:cubicBezTo>
                  <a:pt x="18209" y="5583"/>
                  <a:pt x="18170" y="5662"/>
                  <a:pt x="18130" y="5741"/>
                </a:cubicBezTo>
                <a:cubicBezTo>
                  <a:pt x="18091" y="5781"/>
                  <a:pt x="18064" y="5820"/>
                  <a:pt x="18038" y="5860"/>
                </a:cubicBezTo>
                <a:cubicBezTo>
                  <a:pt x="18024" y="5887"/>
                  <a:pt x="18011" y="5899"/>
                  <a:pt x="17998" y="5926"/>
                </a:cubicBezTo>
                <a:cubicBezTo>
                  <a:pt x="17987" y="5937"/>
                  <a:pt x="17980" y="5943"/>
                  <a:pt x="17979" y="5943"/>
                </a:cubicBezTo>
                <a:cubicBezTo>
                  <a:pt x="17978" y="5943"/>
                  <a:pt x="17988" y="5930"/>
                  <a:pt x="18011" y="5899"/>
                </a:cubicBezTo>
                <a:lnTo>
                  <a:pt x="18011" y="5899"/>
                </a:lnTo>
                <a:lnTo>
                  <a:pt x="17971" y="5939"/>
                </a:lnTo>
                <a:cubicBezTo>
                  <a:pt x="17853" y="6110"/>
                  <a:pt x="17707" y="6256"/>
                  <a:pt x="17549" y="6401"/>
                </a:cubicBezTo>
                <a:cubicBezTo>
                  <a:pt x="17484" y="6467"/>
                  <a:pt x="17404" y="6533"/>
                  <a:pt x="17325" y="6599"/>
                </a:cubicBezTo>
                <a:cubicBezTo>
                  <a:pt x="17315" y="6609"/>
                  <a:pt x="17298" y="6618"/>
                  <a:pt x="17285" y="6628"/>
                </a:cubicBezTo>
                <a:lnTo>
                  <a:pt x="17285" y="6628"/>
                </a:lnTo>
                <a:cubicBezTo>
                  <a:pt x="17289" y="6624"/>
                  <a:pt x="17290" y="6623"/>
                  <a:pt x="17290" y="6623"/>
                </a:cubicBezTo>
                <a:lnTo>
                  <a:pt x="17290" y="6623"/>
                </a:lnTo>
                <a:cubicBezTo>
                  <a:pt x="17288" y="6623"/>
                  <a:pt x="17246" y="6653"/>
                  <a:pt x="17248" y="6653"/>
                </a:cubicBezTo>
                <a:cubicBezTo>
                  <a:pt x="17249" y="6653"/>
                  <a:pt x="17256" y="6649"/>
                  <a:pt x="17272" y="6638"/>
                </a:cubicBezTo>
                <a:lnTo>
                  <a:pt x="17272" y="6638"/>
                </a:lnTo>
                <a:cubicBezTo>
                  <a:pt x="17220" y="6678"/>
                  <a:pt x="17180" y="6705"/>
                  <a:pt x="17127" y="6744"/>
                </a:cubicBezTo>
                <a:cubicBezTo>
                  <a:pt x="16784" y="6981"/>
                  <a:pt x="16428" y="7192"/>
                  <a:pt x="16059" y="7391"/>
                </a:cubicBezTo>
                <a:cubicBezTo>
                  <a:pt x="15320" y="7787"/>
                  <a:pt x="14541" y="8130"/>
                  <a:pt x="13855" y="8631"/>
                </a:cubicBezTo>
                <a:cubicBezTo>
                  <a:pt x="13077" y="9198"/>
                  <a:pt x="12417" y="9871"/>
                  <a:pt x="11836" y="10649"/>
                </a:cubicBezTo>
                <a:cubicBezTo>
                  <a:pt x="11295" y="11362"/>
                  <a:pt x="10873" y="12154"/>
                  <a:pt x="10371" y="12893"/>
                </a:cubicBezTo>
                <a:cubicBezTo>
                  <a:pt x="10160" y="13209"/>
                  <a:pt x="9963" y="13526"/>
                  <a:pt x="9751" y="13843"/>
                </a:cubicBezTo>
                <a:cubicBezTo>
                  <a:pt x="9646" y="13974"/>
                  <a:pt x="9553" y="14120"/>
                  <a:pt x="9447" y="14252"/>
                </a:cubicBezTo>
                <a:cubicBezTo>
                  <a:pt x="9421" y="14278"/>
                  <a:pt x="9408" y="14318"/>
                  <a:pt x="9382" y="14344"/>
                </a:cubicBezTo>
                <a:cubicBezTo>
                  <a:pt x="9381" y="14345"/>
                  <a:pt x="9379" y="14347"/>
                  <a:pt x="9378" y="14348"/>
                </a:cubicBezTo>
                <a:lnTo>
                  <a:pt x="9378" y="14348"/>
                </a:lnTo>
                <a:cubicBezTo>
                  <a:pt x="9383" y="14341"/>
                  <a:pt x="9385" y="14338"/>
                  <a:pt x="9385" y="14338"/>
                </a:cubicBezTo>
                <a:lnTo>
                  <a:pt x="9385" y="14338"/>
                </a:lnTo>
                <a:cubicBezTo>
                  <a:pt x="9383" y="14338"/>
                  <a:pt x="9363" y="14363"/>
                  <a:pt x="9356" y="14370"/>
                </a:cubicBezTo>
                <a:cubicBezTo>
                  <a:pt x="9303" y="14437"/>
                  <a:pt x="9250" y="14502"/>
                  <a:pt x="9210" y="14569"/>
                </a:cubicBezTo>
                <a:cubicBezTo>
                  <a:pt x="9013" y="14793"/>
                  <a:pt x="8814" y="15004"/>
                  <a:pt x="8590" y="15202"/>
                </a:cubicBezTo>
                <a:cubicBezTo>
                  <a:pt x="8564" y="15228"/>
                  <a:pt x="8538" y="15241"/>
                  <a:pt x="8511" y="15268"/>
                </a:cubicBezTo>
                <a:cubicBezTo>
                  <a:pt x="8508" y="15271"/>
                  <a:pt x="8503" y="15274"/>
                  <a:pt x="8498" y="15276"/>
                </a:cubicBezTo>
                <a:lnTo>
                  <a:pt x="8498" y="15276"/>
                </a:lnTo>
                <a:cubicBezTo>
                  <a:pt x="8501" y="15273"/>
                  <a:pt x="8503" y="15272"/>
                  <a:pt x="8502" y="15272"/>
                </a:cubicBezTo>
                <a:cubicBezTo>
                  <a:pt x="8501" y="15272"/>
                  <a:pt x="8496" y="15274"/>
                  <a:pt x="8486" y="15281"/>
                </a:cubicBezTo>
                <a:lnTo>
                  <a:pt x="8486" y="15281"/>
                </a:lnTo>
                <a:cubicBezTo>
                  <a:pt x="8475" y="15284"/>
                  <a:pt x="8465" y="15287"/>
                  <a:pt x="8458" y="15294"/>
                </a:cubicBezTo>
                <a:cubicBezTo>
                  <a:pt x="8450" y="15303"/>
                  <a:pt x="8446" y="15307"/>
                  <a:pt x="8447" y="15309"/>
                </a:cubicBezTo>
                <a:lnTo>
                  <a:pt x="8447" y="15309"/>
                </a:lnTo>
                <a:cubicBezTo>
                  <a:pt x="8402" y="15339"/>
                  <a:pt x="8353" y="15373"/>
                  <a:pt x="8313" y="15413"/>
                </a:cubicBezTo>
                <a:cubicBezTo>
                  <a:pt x="8181" y="15492"/>
                  <a:pt x="8063" y="15558"/>
                  <a:pt x="7931" y="15624"/>
                </a:cubicBezTo>
                <a:cubicBezTo>
                  <a:pt x="7880" y="15654"/>
                  <a:pt x="7830" y="15676"/>
                  <a:pt x="7780" y="15697"/>
                </a:cubicBezTo>
                <a:lnTo>
                  <a:pt x="7780" y="15697"/>
                </a:lnTo>
                <a:cubicBezTo>
                  <a:pt x="7778" y="15697"/>
                  <a:pt x="7772" y="15699"/>
                  <a:pt x="7759" y="15704"/>
                </a:cubicBezTo>
                <a:cubicBezTo>
                  <a:pt x="7757" y="15705"/>
                  <a:pt x="7756" y="15706"/>
                  <a:pt x="7754" y="15707"/>
                </a:cubicBezTo>
                <a:lnTo>
                  <a:pt x="7754" y="15707"/>
                </a:lnTo>
                <a:cubicBezTo>
                  <a:pt x="7747" y="15710"/>
                  <a:pt x="7740" y="15713"/>
                  <a:pt x="7732" y="15716"/>
                </a:cubicBezTo>
                <a:cubicBezTo>
                  <a:pt x="7721" y="15721"/>
                  <a:pt x="7717" y="15723"/>
                  <a:pt x="7717" y="15723"/>
                </a:cubicBezTo>
                <a:cubicBezTo>
                  <a:pt x="7718" y="15723"/>
                  <a:pt x="7735" y="15716"/>
                  <a:pt x="7751" y="15710"/>
                </a:cubicBezTo>
                <a:lnTo>
                  <a:pt x="7751" y="15710"/>
                </a:lnTo>
                <a:cubicBezTo>
                  <a:pt x="7741" y="15717"/>
                  <a:pt x="7730" y="15719"/>
                  <a:pt x="7720" y="15730"/>
                </a:cubicBezTo>
                <a:cubicBezTo>
                  <a:pt x="7667" y="15743"/>
                  <a:pt x="7627" y="15756"/>
                  <a:pt x="7588" y="15769"/>
                </a:cubicBezTo>
                <a:cubicBezTo>
                  <a:pt x="7442" y="15835"/>
                  <a:pt x="7284" y="15875"/>
                  <a:pt x="7125" y="15915"/>
                </a:cubicBezTo>
                <a:cubicBezTo>
                  <a:pt x="6963" y="15952"/>
                  <a:pt x="6789" y="15990"/>
                  <a:pt x="6625" y="16004"/>
                </a:cubicBezTo>
                <a:lnTo>
                  <a:pt x="6625" y="16004"/>
                </a:lnTo>
                <a:cubicBezTo>
                  <a:pt x="6630" y="16003"/>
                  <a:pt x="6632" y="16003"/>
                  <a:pt x="6631" y="16003"/>
                </a:cubicBezTo>
                <a:cubicBezTo>
                  <a:pt x="6630" y="16003"/>
                  <a:pt x="6621" y="16004"/>
                  <a:pt x="6610" y="16006"/>
                </a:cubicBezTo>
                <a:lnTo>
                  <a:pt x="6610" y="16006"/>
                </a:lnTo>
                <a:cubicBezTo>
                  <a:pt x="6615" y="16005"/>
                  <a:pt x="6620" y="16005"/>
                  <a:pt x="6625" y="16004"/>
                </a:cubicBezTo>
                <a:lnTo>
                  <a:pt x="6625" y="16004"/>
                </a:lnTo>
                <a:cubicBezTo>
                  <a:pt x="6622" y="16005"/>
                  <a:pt x="6617" y="16006"/>
                  <a:pt x="6611" y="16006"/>
                </a:cubicBezTo>
                <a:cubicBezTo>
                  <a:pt x="6585" y="16020"/>
                  <a:pt x="6558" y="16020"/>
                  <a:pt x="6545" y="16020"/>
                </a:cubicBezTo>
                <a:cubicBezTo>
                  <a:pt x="6492" y="16020"/>
                  <a:pt x="6453" y="16033"/>
                  <a:pt x="6400" y="16033"/>
                </a:cubicBezTo>
                <a:cubicBezTo>
                  <a:pt x="6294" y="16047"/>
                  <a:pt x="6189" y="16047"/>
                  <a:pt x="6083" y="16059"/>
                </a:cubicBezTo>
                <a:cubicBezTo>
                  <a:pt x="5885" y="16072"/>
                  <a:pt x="5688" y="16079"/>
                  <a:pt x="5490" y="16079"/>
                </a:cubicBezTo>
                <a:cubicBezTo>
                  <a:pt x="5292" y="16079"/>
                  <a:pt x="5094" y="16072"/>
                  <a:pt x="4896" y="16059"/>
                </a:cubicBezTo>
                <a:cubicBezTo>
                  <a:pt x="4729" y="16047"/>
                  <a:pt x="4575" y="16034"/>
                  <a:pt x="4410" y="16009"/>
                </a:cubicBezTo>
                <a:lnTo>
                  <a:pt x="4410" y="16009"/>
                </a:lnTo>
                <a:cubicBezTo>
                  <a:pt x="4393" y="16008"/>
                  <a:pt x="4376" y="16006"/>
                  <a:pt x="4368" y="16006"/>
                </a:cubicBezTo>
                <a:cubicBezTo>
                  <a:pt x="4328" y="15994"/>
                  <a:pt x="4289" y="15994"/>
                  <a:pt x="4249" y="15980"/>
                </a:cubicBezTo>
                <a:lnTo>
                  <a:pt x="4011" y="15941"/>
                </a:lnTo>
                <a:cubicBezTo>
                  <a:pt x="3735" y="15888"/>
                  <a:pt x="3444" y="15809"/>
                  <a:pt x="3181" y="15704"/>
                </a:cubicBezTo>
                <a:cubicBezTo>
                  <a:pt x="3154" y="15690"/>
                  <a:pt x="3114" y="15677"/>
                  <a:pt x="3088" y="15663"/>
                </a:cubicBezTo>
                <a:cubicBezTo>
                  <a:pt x="3063" y="15655"/>
                  <a:pt x="3012" y="15631"/>
                  <a:pt x="3011" y="15631"/>
                </a:cubicBezTo>
                <a:lnTo>
                  <a:pt x="3011" y="15631"/>
                </a:lnTo>
                <a:cubicBezTo>
                  <a:pt x="3010" y="15631"/>
                  <a:pt x="3027" y="15639"/>
                  <a:pt x="3075" y="15663"/>
                </a:cubicBezTo>
                <a:cubicBezTo>
                  <a:pt x="3008" y="15637"/>
                  <a:pt x="2956" y="15611"/>
                  <a:pt x="2890" y="15572"/>
                </a:cubicBezTo>
                <a:cubicBezTo>
                  <a:pt x="2771" y="15519"/>
                  <a:pt x="2665" y="15466"/>
                  <a:pt x="2547" y="15400"/>
                </a:cubicBezTo>
                <a:cubicBezTo>
                  <a:pt x="2442" y="15334"/>
                  <a:pt x="2336" y="15268"/>
                  <a:pt x="2243" y="15188"/>
                </a:cubicBezTo>
                <a:cubicBezTo>
                  <a:pt x="2217" y="15176"/>
                  <a:pt x="2190" y="15162"/>
                  <a:pt x="2178" y="15136"/>
                </a:cubicBezTo>
                <a:cubicBezTo>
                  <a:pt x="2125" y="15097"/>
                  <a:pt x="2072" y="15056"/>
                  <a:pt x="2032" y="15017"/>
                </a:cubicBezTo>
                <a:cubicBezTo>
                  <a:pt x="1940" y="14938"/>
                  <a:pt x="1861" y="14859"/>
                  <a:pt x="1782" y="14766"/>
                </a:cubicBezTo>
                <a:cubicBezTo>
                  <a:pt x="1742" y="14727"/>
                  <a:pt x="1703" y="14687"/>
                  <a:pt x="1676" y="14648"/>
                </a:cubicBezTo>
                <a:cubicBezTo>
                  <a:pt x="1650" y="14622"/>
                  <a:pt x="1636" y="14608"/>
                  <a:pt x="1624" y="14581"/>
                </a:cubicBezTo>
                <a:lnTo>
                  <a:pt x="1606" y="14564"/>
                </a:lnTo>
                <a:lnTo>
                  <a:pt x="1606" y="14564"/>
                </a:lnTo>
                <a:cubicBezTo>
                  <a:pt x="1476" y="14393"/>
                  <a:pt x="1345" y="14197"/>
                  <a:pt x="1254" y="13988"/>
                </a:cubicBezTo>
                <a:cubicBezTo>
                  <a:pt x="1228" y="13935"/>
                  <a:pt x="1201" y="13895"/>
                  <a:pt x="1175" y="13843"/>
                </a:cubicBezTo>
                <a:cubicBezTo>
                  <a:pt x="1166" y="13826"/>
                  <a:pt x="1158" y="13809"/>
                  <a:pt x="1153" y="13792"/>
                </a:cubicBezTo>
                <a:lnTo>
                  <a:pt x="1153" y="13792"/>
                </a:lnTo>
                <a:cubicBezTo>
                  <a:pt x="1155" y="13796"/>
                  <a:pt x="1157" y="13799"/>
                  <a:pt x="1161" y="13803"/>
                </a:cubicBezTo>
                <a:lnTo>
                  <a:pt x="1161" y="13803"/>
                </a:lnTo>
                <a:cubicBezTo>
                  <a:pt x="1157" y="13794"/>
                  <a:pt x="1153" y="13783"/>
                  <a:pt x="1149" y="13773"/>
                </a:cubicBezTo>
                <a:lnTo>
                  <a:pt x="1149" y="13773"/>
                </a:lnTo>
                <a:cubicBezTo>
                  <a:pt x="1150" y="13779"/>
                  <a:pt x="1151" y="13786"/>
                  <a:pt x="1153" y="13792"/>
                </a:cubicBezTo>
                <a:lnTo>
                  <a:pt x="1153" y="13792"/>
                </a:lnTo>
                <a:cubicBezTo>
                  <a:pt x="1147" y="13781"/>
                  <a:pt x="1145" y="13770"/>
                  <a:pt x="1135" y="13751"/>
                </a:cubicBezTo>
                <a:cubicBezTo>
                  <a:pt x="1096" y="13645"/>
                  <a:pt x="1056" y="13540"/>
                  <a:pt x="1029" y="13420"/>
                </a:cubicBezTo>
                <a:cubicBezTo>
                  <a:pt x="950" y="13197"/>
                  <a:pt x="897" y="12959"/>
                  <a:pt x="858" y="12722"/>
                </a:cubicBezTo>
                <a:cubicBezTo>
                  <a:pt x="858" y="12701"/>
                  <a:pt x="858" y="12681"/>
                  <a:pt x="852" y="12661"/>
                </a:cubicBezTo>
                <a:lnTo>
                  <a:pt x="852" y="12661"/>
                </a:lnTo>
                <a:cubicBezTo>
                  <a:pt x="853" y="12664"/>
                  <a:pt x="853" y="12668"/>
                  <a:pt x="853" y="12670"/>
                </a:cubicBezTo>
                <a:lnTo>
                  <a:pt x="853" y="12670"/>
                </a:lnTo>
                <a:cubicBezTo>
                  <a:pt x="852" y="12662"/>
                  <a:pt x="849" y="12650"/>
                  <a:pt x="845" y="12642"/>
                </a:cubicBezTo>
                <a:lnTo>
                  <a:pt x="845" y="12642"/>
                </a:lnTo>
                <a:cubicBezTo>
                  <a:pt x="848" y="12648"/>
                  <a:pt x="850" y="12655"/>
                  <a:pt x="852" y="12661"/>
                </a:cubicBezTo>
                <a:lnTo>
                  <a:pt x="852" y="12661"/>
                </a:lnTo>
                <a:cubicBezTo>
                  <a:pt x="850" y="12647"/>
                  <a:pt x="848" y="12624"/>
                  <a:pt x="845" y="12590"/>
                </a:cubicBezTo>
                <a:lnTo>
                  <a:pt x="845" y="12642"/>
                </a:lnTo>
                <a:cubicBezTo>
                  <a:pt x="845" y="12576"/>
                  <a:pt x="832" y="12510"/>
                  <a:pt x="832" y="12444"/>
                </a:cubicBezTo>
                <a:cubicBezTo>
                  <a:pt x="818" y="12326"/>
                  <a:pt x="806" y="12194"/>
                  <a:pt x="806" y="12074"/>
                </a:cubicBezTo>
                <a:cubicBezTo>
                  <a:pt x="792" y="11811"/>
                  <a:pt x="806" y="11547"/>
                  <a:pt x="818" y="11296"/>
                </a:cubicBezTo>
                <a:lnTo>
                  <a:pt x="858" y="10901"/>
                </a:lnTo>
                <a:cubicBezTo>
                  <a:pt x="858" y="10890"/>
                  <a:pt x="859" y="10881"/>
                  <a:pt x="860" y="10872"/>
                </a:cubicBezTo>
                <a:lnTo>
                  <a:pt x="860" y="10872"/>
                </a:lnTo>
                <a:cubicBezTo>
                  <a:pt x="862" y="10866"/>
                  <a:pt x="865" y="10849"/>
                  <a:pt x="868" y="10831"/>
                </a:cubicBezTo>
                <a:lnTo>
                  <a:pt x="868" y="10831"/>
                </a:lnTo>
                <a:cubicBezTo>
                  <a:pt x="870" y="10820"/>
                  <a:pt x="871" y="10808"/>
                  <a:pt x="871" y="10795"/>
                </a:cubicBezTo>
                <a:cubicBezTo>
                  <a:pt x="885" y="10716"/>
                  <a:pt x="897" y="10649"/>
                  <a:pt x="911" y="10584"/>
                </a:cubicBezTo>
                <a:cubicBezTo>
                  <a:pt x="1003" y="10030"/>
                  <a:pt x="1135" y="9488"/>
                  <a:pt x="1320" y="8948"/>
                </a:cubicBezTo>
                <a:cubicBezTo>
                  <a:pt x="1412" y="8670"/>
                  <a:pt x="1518" y="8406"/>
                  <a:pt x="1624" y="8130"/>
                </a:cubicBezTo>
                <a:cubicBezTo>
                  <a:pt x="1635" y="8117"/>
                  <a:pt x="1636" y="8105"/>
                  <a:pt x="1647" y="8093"/>
                </a:cubicBezTo>
                <a:lnTo>
                  <a:pt x="1647" y="8093"/>
                </a:lnTo>
                <a:cubicBezTo>
                  <a:pt x="1643" y="8101"/>
                  <a:pt x="1640" y="8109"/>
                  <a:pt x="1636" y="8116"/>
                </a:cubicBezTo>
                <a:cubicBezTo>
                  <a:pt x="1631" y="8128"/>
                  <a:pt x="1630" y="8133"/>
                  <a:pt x="1630" y="8133"/>
                </a:cubicBezTo>
                <a:cubicBezTo>
                  <a:pt x="1630" y="8133"/>
                  <a:pt x="1641" y="8109"/>
                  <a:pt x="1648" y="8091"/>
                </a:cubicBezTo>
                <a:lnTo>
                  <a:pt x="1648" y="8091"/>
                </a:lnTo>
                <a:cubicBezTo>
                  <a:pt x="1648" y="8092"/>
                  <a:pt x="1647" y="8092"/>
                  <a:pt x="1647" y="8093"/>
                </a:cubicBezTo>
                <a:lnTo>
                  <a:pt x="1647" y="8093"/>
                </a:lnTo>
                <a:cubicBezTo>
                  <a:pt x="1657" y="8070"/>
                  <a:pt x="1666" y="8044"/>
                  <a:pt x="1676" y="8024"/>
                </a:cubicBezTo>
                <a:cubicBezTo>
                  <a:pt x="1703" y="7945"/>
                  <a:pt x="1729" y="7879"/>
                  <a:pt x="1768" y="7813"/>
                </a:cubicBezTo>
                <a:cubicBezTo>
                  <a:pt x="1821" y="7681"/>
                  <a:pt x="1887" y="7549"/>
                  <a:pt x="1953" y="7417"/>
                </a:cubicBezTo>
                <a:cubicBezTo>
                  <a:pt x="2217" y="6889"/>
                  <a:pt x="2507" y="6388"/>
                  <a:pt x="2837" y="5899"/>
                </a:cubicBezTo>
                <a:cubicBezTo>
                  <a:pt x="2917" y="5781"/>
                  <a:pt x="2996" y="5662"/>
                  <a:pt x="3088" y="5544"/>
                </a:cubicBezTo>
                <a:cubicBezTo>
                  <a:pt x="3128" y="5491"/>
                  <a:pt x="3167" y="5438"/>
                  <a:pt x="3207" y="5372"/>
                </a:cubicBezTo>
                <a:cubicBezTo>
                  <a:pt x="3220" y="5345"/>
                  <a:pt x="3246" y="5319"/>
                  <a:pt x="3272" y="5292"/>
                </a:cubicBezTo>
                <a:cubicBezTo>
                  <a:pt x="3272" y="5291"/>
                  <a:pt x="3273" y="5290"/>
                  <a:pt x="3273" y="5289"/>
                </a:cubicBezTo>
                <a:lnTo>
                  <a:pt x="3273" y="5289"/>
                </a:lnTo>
                <a:cubicBezTo>
                  <a:pt x="3272" y="5290"/>
                  <a:pt x="3271" y="5290"/>
                  <a:pt x="3271" y="5290"/>
                </a:cubicBezTo>
                <a:cubicBezTo>
                  <a:pt x="3271" y="5290"/>
                  <a:pt x="3272" y="5289"/>
                  <a:pt x="3274" y="5285"/>
                </a:cubicBezTo>
                <a:lnTo>
                  <a:pt x="3274" y="5285"/>
                </a:lnTo>
                <a:cubicBezTo>
                  <a:pt x="3273" y="5286"/>
                  <a:pt x="3273" y="5287"/>
                  <a:pt x="3273" y="5289"/>
                </a:cubicBezTo>
                <a:lnTo>
                  <a:pt x="3273" y="5289"/>
                </a:lnTo>
                <a:cubicBezTo>
                  <a:pt x="3280" y="5280"/>
                  <a:pt x="3309" y="5241"/>
                  <a:pt x="3308" y="5241"/>
                </a:cubicBezTo>
                <a:lnTo>
                  <a:pt x="3308" y="5241"/>
                </a:lnTo>
                <a:cubicBezTo>
                  <a:pt x="3308" y="5241"/>
                  <a:pt x="3305" y="5245"/>
                  <a:pt x="3299" y="5253"/>
                </a:cubicBezTo>
                <a:cubicBezTo>
                  <a:pt x="3294" y="5258"/>
                  <a:pt x="3289" y="5263"/>
                  <a:pt x="3285" y="5268"/>
                </a:cubicBezTo>
                <a:lnTo>
                  <a:pt x="3285" y="5268"/>
                </a:lnTo>
                <a:cubicBezTo>
                  <a:pt x="3285" y="5267"/>
                  <a:pt x="3286" y="5267"/>
                  <a:pt x="3286" y="5266"/>
                </a:cubicBezTo>
                <a:cubicBezTo>
                  <a:pt x="3457" y="5042"/>
                  <a:pt x="3642" y="4831"/>
                  <a:pt x="3827" y="4620"/>
                </a:cubicBezTo>
                <a:cubicBezTo>
                  <a:pt x="4183" y="4224"/>
                  <a:pt x="4579" y="3855"/>
                  <a:pt x="5001" y="3524"/>
                </a:cubicBezTo>
                <a:lnTo>
                  <a:pt x="5001" y="3524"/>
                </a:lnTo>
                <a:cubicBezTo>
                  <a:pt x="5011" y="3521"/>
                  <a:pt x="5021" y="3518"/>
                  <a:pt x="5028" y="3512"/>
                </a:cubicBezTo>
                <a:cubicBezTo>
                  <a:pt x="5057" y="3489"/>
                  <a:pt x="5084" y="3464"/>
                  <a:pt x="5108" y="3438"/>
                </a:cubicBezTo>
                <a:lnTo>
                  <a:pt x="5108" y="3438"/>
                </a:lnTo>
                <a:cubicBezTo>
                  <a:pt x="5131" y="3416"/>
                  <a:pt x="5152" y="3392"/>
                  <a:pt x="5172" y="3366"/>
                </a:cubicBezTo>
                <a:cubicBezTo>
                  <a:pt x="5179" y="3354"/>
                  <a:pt x="5195" y="3331"/>
                  <a:pt x="5202" y="3322"/>
                </a:cubicBezTo>
                <a:lnTo>
                  <a:pt x="5202" y="3322"/>
                </a:lnTo>
                <a:cubicBezTo>
                  <a:pt x="5223" y="3298"/>
                  <a:pt x="5244" y="3269"/>
                  <a:pt x="5265" y="3248"/>
                </a:cubicBezTo>
                <a:cubicBezTo>
                  <a:pt x="5331" y="3181"/>
                  <a:pt x="5384" y="3116"/>
                  <a:pt x="5450" y="3049"/>
                </a:cubicBezTo>
                <a:cubicBezTo>
                  <a:pt x="5515" y="2996"/>
                  <a:pt x="5582" y="2931"/>
                  <a:pt x="5647" y="2865"/>
                </a:cubicBezTo>
                <a:cubicBezTo>
                  <a:pt x="5688" y="2838"/>
                  <a:pt x="5714" y="2812"/>
                  <a:pt x="5753" y="2785"/>
                </a:cubicBezTo>
                <a:cubicBezTo>
                  <a:pt x="5758" y="2781"/>
                  <a:pt x="5764" y="2777"/>
                  <a:pt x="5770" y="2772"/>
                </a:cubicBezTo>
                <a:lnTo>
                  <a:pt x="5770" y="2772"/>
                </a:lnTo>
                <a:cubicBezTo>
                  <a:pt x="5782" y="2770"/>
                  <a:pt x="5794" y="2758"/>
                  <a:pt x="5806" y="2746"/>
                </a:cubicBezTo>
                <a:lnTo>
                  <a:pt x="5806" y="2746"/>
                </a:lnTo>
                <a:cubicBezTo>
                  <a:pt x="5806" y="2746"/>
                  <a:pt x="5806" y="2746"/>
                  <a:pt x="5806" y="2746"/>
                </a:cubicBezTo>
                <a:cubicBezTo>
                  <a:pt x="5806" y="2746"/>
                  <a:pt x="5806" y="2746"/>
                  <a:pt x="5806" y="2746"/>
                </a:cubicBezTo>
                <a:lnTo>
                  <a:pt x="5806" y="2746"/>
                </a:lnTo>
                <a:cubicBezTo>
                  <a:pt x="6136" y="2495"/>
                  <a:pt x="6492" y="2284"/>
                  <a:pt x="6861" y="2099"/>
                </a:cubicBezTo>
                <a:cubicBezTo>
                  <a:pt x="6967" y="2060"/>
                  <a:pt x="7072" y="2007"/>
                  <a:pt x="7165" y="1967"/>
                </a:cubicBezTo>
                <a:cubicBezTo>
                  <a:pt x="7213" y="1944"/>
                  <a:pt x="7260" y="1920"/>
                  <a:pt x="7308" y="1906"/>
                </a:cubicBezTo>
                <a:lnTo>
                  <a:pt x="7308" y="1906"/>
                </a:lnTo>
                <a:cubicBezTo>
                  <a:pt x="7307" y="1907"/>
                  <a:pt x="7307" y="1907"/>
                  <a:pt x="7308" y="1907"/>
                </a:cubicBezTo>
                <a:cubicBezTo>
                  <a:pt x="7309" y="1907"/>
                  <a:pt x="7314" y="1906"/>
                  <a:pt x="7324" y="1902"/>
                </a:cubicBezTo>
                <a:lnTo>
                  <a:pt x="7324" y="1902"/>
                </a:lnTo>
                <a:cubicBezTo>
                  <a:pt x="7324" y="1902"/>
                  <a:pt x="7324" y="1902"/>
                  <a:pt x="7324" y="1902"/>
                </a:cubicBezTo>
                <a:lnTo>
                  <a:pt x="7403" y="1862"/>
                </a:lnTo>
                <a:cubicBezTo>
                  <a:pt x="7627" y="1770"/>
                  <a:pt x="7851" y="1691"/>
                  <a:pt x="8089" y="1612"/>
                </a:cubicBezTo>
                <a:cubicBezTo>
                  <a:pt x="8564" y="1439"/>
                  <a:pt x="9052" y="1308"/>
                  <a:pt x="9553" y="1202"/>
                </a:cubicBezTo>
                <a:cubicBezTo>
                  <a:pt x="9804" y="1137"/>
                  <a:pt x="10068" y="1084"/>
                  <a:pt x="10332" y="1044"/>
                </a:cubicBezTo>
                <a:cubicBezTo>
                  <a:pt x="10464" y="1017"/>
                  <a:pt x="10596" y="991"/>
                  <a:pt x="10728" y="978"/>
                </a:cubicBezTo>
                <a:cubicBezTo>
                  <a:pt x="10781" y="964"/>
                  <a:pt x="10846" y="952"/>
                  <a:pt x="10913" y="952"/>
                </a:cubicBezTo>
                <a:cubicBezTo>
                  <a:pt x="10925" y="945"/>
                  <a:pt x="10941" y="942"/>
                  <a:pt x="10956" y="940"/>
                </a:cubicBezTo>
                <a:lnTo>
                  <a:pt x="10956" y="940"/>
                </a:lnTo>
                <a:cubicBezTo>
                  <a:pt x="10959" y="940"/>
                  <a:pt x="10962" y="939"/>
                  <a:pt x="10965" y="938"/>
                </a:cubicBezTo>
                <a:lnTo>
                  <a:pt x="10988" y="938"/>
                </a:lnTo>
                <a:cubicBezTo>
                  <a:pt x="10988" y="938"/>
                  <a:pt x="10987" y="938"/>
                  <a:pt x="10987" y="938"/>
                </a:cubicBezTo>
                <a:lnTo>
                  <a:pt x="10987" y="938"/>
                </a:lnTo>
                <a:cubicBezTo>
                  <a:pt x="10993" y="938"/>
                  <a:pt x="10999" y="938"/>
                  <a:pt x="11004" y="938"/>
                </a:cubicBezTo>
                <a:lnTo>
                  <a:pt x="11031" y="938"/>
                </a:lnTo>
                <a:cubicBezTo>
                  <a:pt x="11559" y="859"/>
                  <a:pt x="12100" y="820"/>
                  <a:pt x="12628" y="806"/>
                </a:cubicBezTo>
                <a:cubicBezTo>
                  <a:pt x="12809" y="797"/>
                  <a:pt x="12991" y="793"/>
                  <a:pt x="13174" y="793"/>
                </a:cubicBezTo>
                <a:close/>
                <a:moveTo>
                  <a:pt x="13234" y="0"/>
                </a:moveTo>
                <a:cubicBezTo>
                  <a:pt x="12209" y="0"/>
                  <a:pt x="11186" y="93"/>
                  <a:pt x="10174" y="266"/>
                </a:cubicBezTo>
                <a:cubicBezTo>
                  <a:pt x="9184" y="437"/>
                  <a:pt x="8195" y="701"/>
                  <a:pt x="7257" y="1070"/>
                </a:cubicBezTo>
                <a:cubicBezTo>
                  <a:pt x="6426" y="1413"/>
                  <a:pt x="5608" y="1823"/>
                  <a:pt x="4949" y="2430"/>
                </a:cubicBezTo>
                <a:cubicBezTo>
                  <a:pt x="4800" y="2577"/>
                  <a:pt x="4672" y="2725"/>
                  <a:pt x="4547" y="2890"/>
                </a:cubicBezTo>
                <a:lnTo>
                  <a:pt x="4547" y="2890"/>
                </a:lnTo>
                <a:cubicBezTo>
                  <a:pt x="3660" y="3566"/>
                  <a:pt x="2909" y="4412"/>
                  <a:pt x="2270" y="5332"/>
                </a:cubicBezTo>
                <a:cubicBezTo>
                  <a:pt x="1583" y="6309"/>
                  <a:pt x="1043" y="7391"/>
                  <a:pt x="633" y="8512"/>
                </a:cubicBezTo>
                <a:cubicBezTo>
                  <a:pt x="251" y="9567"/>
                  <a:pt x="14" y="10702"/>
                  <a:pt x="14" y="11824"/>
                </a:cubicBezTo>
                <a:cubicBezTo>
                  <a:pt x="0" y="12840"/>
                  <a:pt x="211" y="13883"/>
                  <a:pt x="765" y="14753"/>
                </a:cubicBezTo>
                <a:cubicBezTo>
                  <a:pt x="1360" y="15677"/>
                  <a:pt x="2310" y="16284"/>
                  <a:pt x="3352" y="16587"/>
                </a:cubicBezTo>
                <a:cubicBezTo>
                  <a:pt x="3999" y="16785"/>
                  <a:pt x="4685" y="16851"/>
                  <a:pt x="5357" y="16865"/>
                </a:cubicBezTo>
                <a:cubicBezTo>
                  <a:pt x="5418" y="16866"/>
                  <a:pt x="5480" y="16866"/>
                  <a:pt x="5542" y="16866"/>
                </a:cubicBezTo>
                <a:cubicBezTo>
                  <a:pt x="6275" y="16866"/>
                  <a:pt x="7024" y="16793"/>
                  <a:pt x="7706" y="16574"/>
                </a:cubicBezTo>
                <a:cubicBezTo>
                  <a:pt x="8326" y="16363"/>
                  <a:pt x="8881" y="16020"/>
                  <a:pt x="9356" y="15572"/>
                </a:cubicBezTo>
                <a:cubicBezTo>
                  <a:pt x="9831" y="15109"/>
                  <a:pt x="10226" y="14542"/>
                  <a:pt x="10596" y="13988"/>
                </a:cubicBezTo>
                <a:cubicBezTo>
                  <a:pt x="10820" y="13658"/>
                  <a:pt x="11031" y="13341"/>
                  <a:pt x="11256" y="13012"/>
                </a:cubicBezTo>
                <a:cubicBezTo>
                  <a:pt x="11374" y="12813"/>
                  <a:pt x="11493" y="12602"/>
                  <a:pt x="11611" y="12405"/>
                </a:cubicBezTo>
                <a:cubicBezTo>
                  <a:pt x="11731" y="12206"/>
                  <a:pt x="11863" y="12022"/>
                  <a:pt x="11981" y="11824"/>
                </a:cubicBezTo>
                <a:cubicBezTo>
                  <a:pt x="12100" y="11640"/>
                  <a:pt x="12218" y="11455"/>
                  <a:pt x="12350" y="11283"/>
                </a:cubicBezTo>
                <a:cubicBezTo>
                  <a:pt x="12417" y="11191"/>
                  <a:pt x="12470" y="11112"/>
                  <a:pt x="12535" y="11019"/>
                </a:cubicBezTo>
                <a:lnTo>
                  <a:pt x="12577" y="10977"/>
                </a:lnTo>
                <a:lnTo>
                  <a:pt x="12577" y="10977"/>
                </a:lnTo>
                <a:cubicBezTo>
                  <a:pt x="12574" y="10981"/>
                  <a:pt x="12572" y="10984"/>
                  <a:pt x="12573" y="10984"/>
                </a:cubicBezTo>
                <a:cubicBezTo>
                  <a:pt x="12573" y="10984"/>
                  <a:pt x="12577" y="10979"/>
                  <a:pt x="12588" y="10966"/>
                </a:cubicBezTo>
                <a:lnTo>
                  <a:pt x="12588" y="10966"/>
                </a:lnTo>
                <a:lnTo>
                  <a:pt x="12588" y="10966"/>
                </a:lnTo>
                <a:cubicBezTo>
                  <a:pt x="12628" y="10913"/>
                  <a:pt x="12667" y="10861"/>
                  <a:pt x="12707" y="10821"/>
                </a:cubicBezTo>
                <a:cubicBezTo>
                  <a:pt x="12984" y="10465"/>
                  <a:pt x="13288" y="10148"/>
                  <a:pt x="13604" y="9845"/>
                </a:cubicBezTo>
                <a:cubicBezTo>
                  <a:pt x="13789" y="9687"/>
                  <a:pt x="13960" y="9541"/>
                  <a:pt x="14145" y="9396"/>
                </a:cubicBezTo>
                <a:lnTo>
                  <a:pt x="14145" y="9396"/>
                </a:lnTo>
                <a:cubicBezTo>
                  <a:pt x="14119" y="9413"/>
                  <a:pt x="14110" y="9419"/>
                  <a:pt x="14110" y="9419"/>
                </a:cubicBezTo>
                <a:cubicBezTo>
                  <a:pt x="14110" y="9419"/>
                  <a:pt x="14149" y="9392"/>
                  <a:pt x="14159" y="9383"/>
                </a:cubicBezTo>
                <a:cubicBezTo>
                  <a:pt x="14185" y="9356"/>
                  <a:pt x="14211" y="9344"/>
                  <a:pt x="14238" y="9330"/>
                </a:cubicBezTo>
                <a:cubicBezTo>
                  <a:pt x="14277" y="9291"/>
                  <a:pt x="14330" y="9251"/>
                  <a:pt x="14382" y="9224"/>
                </a:cubicBezTo>
                <a:cubicBezTo>
                  <a:pt x="14461" y="9159"/>
                  <a:pt x="14567" y="9092"/>
                  <a:pt x="14660" y="9040"/>
                </a:cubicBezTo>
                <a:cubicBezTo>
                  <a:pt x="15003" y="8816"/>
                  <a:pt x="15372" y="8631"/>
                  <a:pt x="15742" y="8446"/>
                </a:cubicBezTo>
                <a:cubicBezTo>
                  <a:pt x="16507" y="8051"/>
                  <a:pt x="17272" y="7655"/>
                  <a:pt x="17945" y="7101"/>
                </a:cubicBezTo>
                <a:cubicBezTo>
                  <a:pt x="18288" y="6823"/>
                  <a:pt x="18578" y="6480"/>
                  <a:pt x="18816" y="6110"/>
                </a:cubicBezTo>
                <a:cubicBezTo>
                  <a:pt x="18988" y="5847"/>
                  <a:pt x="19120" y="5544"/>
                  <a:pt x="19225" y="5253"/>
                </a:cubicBezTo>
                <a:cubicBezTo>
                  <a:pt x="19396" y="4805"/>
                  <a:pt x="19502" y="4330"/>
                  <a:pt x="19528" y="3841"/>
                </a:cubicBezTo>
                <a:cubicBezTo>
                  <a:pt x="19555" y="3023"/>
                  <a:pt x="19252" y="2231"/>
                  <a:pt x="18671" y="1638"/>
                </a:cubicBezTo>
                <a:cubicBezTo>
                  <a:pt x="18077" y="1017"/>
                  <a:pt x="17246" y="648"/>
                  <a:pt x="16441" y="410"/>
                </a:cubicBezTo>
                <a:cubicBezTo>
                  <a:pt x="15478" y="134"/>
                  <a:pt x="14449" y="28"/>
                  <a:pt x="13446" y="2"/>
                </a:cubicBezTo>
                <a:cubicBezTo>
                  <a:pt x="13375" y="1"/>
                  <a:pt x="13304" y="0"/>
                  <a:pt x="13234"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0" name="Google Shape;2930;p121"/>
          <p:cNvGrpSpPr/>
          <p:nvPr/>
        </p:nvGrpSpPr>
        <p:grpSpPr>
          <a:xfrm>
            <a:off x="4440046" y="2786679"/>
            <a:ext cx="2937396" cy="1352159"/>
            <a:chOff x="65050" y="976875"/>
            <a:chExt cx="7013839" cy="3228650"/>
          </a:xfrm>
        </p:grpSpPr>
        <p:sp>
          <p:nvSpPr>
            <p:cNvPr id="2931" name="Google Shape;2931;p121"/>
            <p:cNvSpPr/>
            <p:nvPr/>
          </p:nvSpPr>
          <p:spPr>
            <a:xfrm>
              <a:off x="65050" y="976875"/>
              <a:ext cx="5279275" cy="3228650"/>
            </a:xfrm>
            <a:custGeom>
              <a:avLst/>
              <a:gdLst/>
              <a:ahLst/>
              <a:cxnLst/>
              <a:rect l="l" t="t" r="r" b="b"/>
              <a:pathLst>
                <a:path w="211171" h="129146" extrusionOk="0">
                  <a:moveTo>
                    <a:pt x="150654" y="0"/>
                  </a:moveTo>
                  <a:cubicBezTo>
                    <a:pt x="140280" y="0"/>
                    <a:pt x="129149" y="3178"/>
                    <a:pt x="118361" y="10373"/>
                  </a:cubicBezTo>
                  <a:cubicBezTo>
                    <a:pt x="94853" y="26284"/>
                    <a:pt x="68207" y="23779"/>
                    <a:pt x="43641" y="31852"/>
                  </a:cubicBezTo>
                  <a:lnTo>
                    <a:pt x="43641" y="31852"/>
                  </a:lnTo>
                  <a:cubicBezTo>
                    <a:pt x="17232" y="36680"/>
                    <a:pt x="0" y="66274"/>
                    <a:pt x="9626" y="91675"/>
                  </a:cubicBezTo>
                  <a:cubicBezTo>
                    <a:pt x="16944" y="110870"/>
                    <a:pt x="47097" y="129146"/>
                    <a:pt x="68111" y="129146"/>
                  </a:cubicBezTo>
                  <a:cubicBezTo>
                    <a:pt x="89127" y="128227"/>
                    <a:pt x="106484" y="111772"/>
                    <a:pt x="126579" y="108131"/>
                  </a:cubicBezTo>
                  <a:cubicBezTo>
                    <a:pt x="150333" y="102652"/>
                    <a:pt x="175007" y="98074"/>
                    <a:pt x="188706" y="74319"/>
                  </a:cubicBezTo>
                  <a:cubicBezTo>
                    <a:pt x="211170" y="34999"/>
                    <a:pt x="185081" y="0"/>
                    <a:pt x="150654" y="0"/>
                  </a:cubicBezTo>
                  <a:close/>
                </a:path>
              </a:pathLst>
            </a:custGeom>
            <a:solidFill>
              <a:schemeClr val="dk2"/>
            </a:solidFill>
            <a:ln>
              <a:noFill/>
            </a:ln>
            <a:effectLst>
              <a:outerShdw blurRad="57150" dist="19050" dir="5400000" algn="bl" rotWithShape="0">
                <a:schemeClr val="accent1">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121"/>
            <p:cNvSpPr/>
            <p:nvPr/>
          </p:nvSpPr>
          <p:spPr>
            <a:xfrm>
              <a:off x="5165094" y="1845839"/>
              <a:ext cx="1913795" cy="2359664"/>
            </a:xfrm>
            <a:custGeom>
              <a:avLst/>
              <a:gdLst/>
              <a:ahLst/>
              <a:cxnLst/>
              <a:rect l="l" t="t" r="r" b="b"/>
              <a:pathLst>
                <a:path w="93825" h="115684" extrusionOk="0">
                  <a:moveTo>
                    <a:pt x="58272" y="0"/>
                  </a:moveTo>
                  <a:cubicBezTo>
                    <a:pt x="52539" y="0"/>
                    <a:pt x="47179" y="537"/>
                    <a:pt x="43576" y="1189"/>
                  </a:cubicBezTo>
                  <a:cubicBezTo>
                    <a:pt x="22041" y="4784"/>
                    <a:pt x="10447" y="20256"/>
                    <a:pt x="6579" y="39860"/>
                  </a:cubicBezTo>
                  <a:lnTo>
                    <a:pt x="6579" y="39860"/>
                  </a:lnTo>
                  <a:cubicBezTo>
                    <a:pt x="1" y="71552"/>
                    <a:pt x="15698" y="111643"/>
                    <a:pt x="46315" y="115403"/>
                  </a:cubicBezTo>
                  <a:cubicBezTo>
                    <a:pt x="48175" y="115592"/>
                    <a:pt x="49918" y="115684"/>
                    <a:pt x="51552" y="115684"/>
                  </a:cubicBezTo>
                  <a:cubicBezTo>
                    <a:pt x="89248" y="115684"/>
                    <a:pt x="68744" y="66868"/>
                    <a:pt x="80128" y="43219"/>
                  </a:cubicBezTo>
                  <a:cubicBezTo>
                    <a:pt x="84705" y="33162"/>
                    <a:pt x="93824" y="18546"/>
                    <a:pt x="84705" y="7588"/>
                  </a:cubicBezTo>
                  <a:cubicBezTo>
                    <a:pt x="80009" y="1723"/>
                    <a:pt x="68542" y="0"/>
                    <a:pt x="58272" y="0"/>
                  </a:cubicBezTo>
                  <a:close/>
                </a:path>
              </a:pathLst>
            </a:custGeom>
            <a:solidFill>
              <a:schemeClr val="dk2"/>
            </a:solidFill>
            <a:ln>
              <a:noFill/>
            </a:ln>
            <a:effectLst>
              <a:outerShdw blurRad="57150" dist="19050" dir="5400000" algn="bl" rotWithShape="0">
                <a:schemeClr val="accent1">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3" name="Google Shape;2933;p121">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121">
            <a:hlinkClick r:id="rId5"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121">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2936" name="Google Shape;2936;p121">
            <a:hlinkClick r:id="rId5"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121">
            <a:hlinkClick r:id="rId5"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38" name="Google Shape;2938;p121">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2939" name="Google Shape;2939;p121">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Shape 2943"/>
        <p:cNvGrpSpPr/>
        <p:nvPr/>
      </p:nvGrpSpPr>
      <p:grpSpPr>
        <a:xfrm>
          <a:off x="0" y="0"/>
          <a:ext cx="0" cy="0"/>
          <a:chOff x="0" y="0"/>
          <a:chExt cx="0" cy="0"/>
        </a:xfrm>
      </p:grpSpPr>
      <p:sp>
        <p:nvSpPr>
          <p:cNvPr id="2944" name="Google Shape;2944;p12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2945" name="Google Shape;2945;p122">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122">
            <a:hlinkClick r:id="rId3"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122">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2948" name="Google Shape;2948;p122">
            <a:hlinkClick r:id="rId3"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122">
            <a:hlinkClick r:id="rId3"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50" name="Google Shape;2950;p122">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2951" name="Google Shape;2951;p122">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pic>
        <p:nvPicPr>
          <p:cNvPr id="2952" name="Google Shape;2952;p122"/>
          <p:cNvPicPr preferRelativeResize="0"/>
          <p:nvPr/>
        </p:nvPicPr>
        <p:blipFill rotWithShape="1">
          <a:blip r:embed="rId4">
            <a:alphaModFix/>
          </a:blip>
          <a:srcRect l="15959" t="17957" r="18552" b="37492"/>
          <a:stretch/>
        </p:blipFill>
        <p:spPr>
          <a:xfrm rot="2299811">
            <a:off x="785248" y="1561074"/>
            <a:ext cx="1810706" cy="1661726"/>
          </a:xfrm>
          <a:prstGeom prst="rect">
            <a:avLst/>
          </a:prstGeom>
          <a:noFill/>
          <a:ln>
            <a:noFill/>
          </a:ln>
        </p:spPr>
      </p:pic>
      <p:pic>
        <p:nvPicPr>
          <p:cNvPr id="2953" name="Google Shape;2953;p122"/>
          <p:cNvPicPr preferRelativeResize="0"/>
          <p:nvPr/>
        </p:nvPicPr>
        <p:blipFill rotWithShape="1">
          <a:blip r:embed="rId5">
            <a:alphaModFix/>
          </a:blip>
          <a:srcRect l="24400" t="15724" r="17072" b="22778"/>
          <a:stretch/>
        </p:blipFill>
        <p:spPr>
          <a:xfrm>
            <a:off x="2812200" y="1651550"/>
            <a:ext cx="1923850" cy="1532049"/>
          </a:xfrm>
          <a:prstGeom prst="rect">
            <a:avLst/>
          </a:prstGeom>
          <a:noFill/>
          <a:ln>
            <a:noFill/>
          </a:ln>
        </p:spPr>
      </p:pic>
      <p:pic>
        <p:nvPicPr>
          <p:cNvPr id="2954" name="Google Shape;2954;p122"/>
          <p:cNvPicPr preferRelativeResize="0"/>
          <p:nvPr/>
        </p:nvPicPr>
        <p:blipFill rotWithShape="1">
          <a:blip r:embed="rId6">
            <a:alphaModFix/>
          </a:blip>
          <a:srcRect t="17374" b="17381"/>
          <a:stretch/>
        </p:blipFill>
        <p:spPr>
          <a:xfrm rot="2199554">
            <a:off x="5258018" y="1897719"/>
            <a:ext cx="3346742" cy="1654737"/>
          </a:xfrm>
          <a:prstGeom prst="rect">
            <a:avLst/>
          </a:prstGeom>
          <a:noFill/>
          <a:ln>
            <a:noFill/>
          </a:ln>
        </p:spPr>
      </p:pic>
      <p:pic>
        <p:nvPicPr>
          <p:cNvPr id="2955" name="Google Shape;2955;p122"/>
          <p:cNvPicPr preferRelativeResize="0"/>
          <p:nvPr/>
        </p:nvPicPr>
        <p:blipFill rotWithShape="1">
          <a:blip r:embed="rId7">
            <a:alphaModFix/>
          </a:blip>
          <a:srcRect l="13536" t="30575" r="14115" b="22248"/>
          <a:stretch/>
        </p:blipFill>
        <p:spPr>
          <a:xfrm>
            <a:off x="1935050" y="3406450"/>
            <a:ext cx="1188051" cy="1045100"/>
          </a:xfrm>
          <a:prstGeom prst="rect">
            <a:avLst/>
          </a:prstGeom>
          <a:noFill/>
          <a:ln>
            <a:noFill/>
          </a:ln>
        </p:spPr>
      </p:pic>
      <p:grpSp>
        <p:nvGrpSpPr>
          <p:cNvPr id="2956" name="Google Shape;2956;p122"/>
          <p:cNvGrpSpPr/>
          <p:nvPr/>
        </p:nvGrpSpPr>
        <p:grpSpPr>
          <a:xfrm>
            <a:off x="4629525" y="3263576"/>
            <a:ext cx="1188002" cy="1187982"/>
            <a:chOff x="4778100" y="3415976"/>
            <a:chExt cx="1188002" cy="1187982"/>
          </a:xfrm>
        </p:grpSpPr>
        <p:sp>
          <p:nvSpPr>
            <p:cNvPr id="2957" name="Google Shape;2957;p122"/>
            <p:cNvSpPr/>
            <p:nvPr/>
          </p:nvSpPr>
          <p:spPr>
            <a:xfrm>
              <a:off x="4951918" y="3734877"/>
              <a:ext cx="753221" cy="695270"/>
            </a:xfrm>
            <a:custGeom>
              <a:avLst/>
              <a:gdLst/>
              <a:ahLst/>
              <a:cxnLst/>
              <a:rect l="l" t="t" r="r" b="b"/>
              <a:pathLst>
                <a:path w="67327" h="62147" extrusionOk="0">
                  <a:moveTo>
                    <a:pt x="9323" y="0"/>
                  </a:moveTo>
                  <a:lnTo>
                    <a:pt x="9323" y="0"/>
                  </a:lnTo>
                  <a:cubicBezTo>
                    <a:pt x="9039" y="285"/>
                    <a:pt x="8740" y="583"/>
                    <a:pt x="8538" y="879"/>
                  </a:cubicBezTo>
                  <a:lnTo>
                    <a:pt x="8538" y="879"/>
                  </a:lnTo>
                  <a:cubicBezTo>
                    <a:pt x="8794" y="582"/>
                    <a:pt x="9055" y="289"/>
                    <a:pt x="9323" y="0"/>
                  </a:cubicBezTo>
                  <a:close/>
                  <a:moveTo>
                    <a:pt x="8538" y="879"/>
                  </a:moveTo>
                  <a:cubicBezTo>
                    <a:pt x="2846" y="7473"/>
                    <a:pt x="1" y="15938"/>
                    <a:pt x="1" y="24859"/>
                  </a:cubicBezTo>
                  <a:cubicBezTo>
                    <a:pt x="1" y="45036"/>
                    <a:pt x="16573" y="62147"/>
                    <a:pt x="37289" y="62147"/>
                  </a:cubicBezTo>
                  <a:cubicBezTo>
                    <a:pt x="49221" y="62147"/>
                    <a:pt x="60076" y="56968"/>
                    <a:pt x="67326" y="47646"/>
                  </a:cubicBezTo>
                  <a:lnTo>
                    <a:pt x="67326" y="47646"/>
                  </a:lnTo>
                  <a:cubicBezTo>
                    <a:pt x="66829" y="48143"/>
                    <a:pt x="65794" y="48682"/>
                    <a:pt x="65255" y="48682"/>
                  </a:cubicBezTo>
                  <a:cubicBezTo>
                    <a:pt x="64758" y="48682"/>
                    <a:pt x="64219" y="48143"/>
                    <a:pt x="63722" y="47646"/>
                  </a:cubicBezTo>
                  <a:cubicBezTo>
                    <a:pt x="62148" y="47107"/>
                    <a:pt x="62148" y="45574"/>
                    <a:pt x="63183" y="44000"/>
                  </a:cubicBezTo>
                  <a:lnTo>
                    <a:pt x="63183" y="44000"/>
                  </a:lnTo>
                  <a:cubicBezTo>
                    <a:pt x="56969" y="52286"/>
                    <a:pt x="47647" y="56968"/>
                    <a:pt x="37289" y="56968"/>
                  </a:cubicBezTo>
                  <a:cubicBezTo>
                    <a:pt x="19681" y="56968"/>
                    <a:pt x="5180" y="42467"/>
                    <a:pt x="5180" y="24859"/>
                  </a:cubicBezTo>
                  <a:cubicBezTo>
                    <a:pt x="5180" y="16573"/>
                    <a:pt x="7790" y="9322"/>
                    <a:pt x="12969" y="3605"/>
                  </a:cubicBezTo>
                  <a:lnTo>
                    <a:pt x="12969" y="3605"/>
                  </a:lnTo>
                  <a:cubicBezTo>
                    <a:pt x="12430" y="4144"/>
                    <a:pt x="11933" y="4144"/>
                    <a:pt x="11395" y="4144"/>
                  </a:cubicBezTo>
                  <a:cubicBezTo>
                    <a:pt x="10359" y="4144"/>
                    <a:pt x="9862" y="4144"/>
                    <a:pt x="9323" y="3605"/>
                  </a:cubicBezTo>
                  <a:cubicBezTo>
                    <a:pt x="8826" y="3108"/>
                    <a:pt x="8287" y="2569"/>
                    <a:pt x="8287" y="1533"/>
                  </a:cubicBezTo>
                  <a:cubicBezTo>
                    <a:pt x="8287" y="1321"/>
                    <a:pt x="8386" y="1100"/>
                    <a:pt x="8538" y="879"/>
                  </a:cubicBezTo>
                  <a:close/>
                </a:path>
              </a:pathLst>
            </a:custGeom>
            <a:solidFill>
              <a:schemeClr val="dk2"/>
            </a:soli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122"/>
            <p:cNvSpPr/>
            <p:nvPr/>
          </p:nvSpPr>
          <p:spPr>
            <a:xfrm>
              <a:off x="5044634" y="3589792"/>
              <a:ext cx="747649" cy="686812"/>
            </a:xfrm>
            <a:custGeom>
              <a:avLst/>
              <a:gdLst/>
              <a:ahLst/>
              <a:cxnLst/>
              <a:rect l="l" t="t" r="r" b="b"/>
              <a:pathLst>
                <a:path w="66829" h="61391" extrusionOk="0">
                  <a:moveTo>
                    <a:pt x="29002" y="1"/>
                  </a:moveTo>
                  <a:cubicBezTo>
                    <a:pt x="18147" y="1"/>
                    <a:pt x="7789" y="4682"/>
                    <a:pt x="1036" y="12968"/>
                  </a:cubicBezTo>
                  <a:cubicBezTo>
                    <a:pt x="539" y="13466"/>
                    <a:pt x="0" y="14004"/>
                    <a:pt x="0" y="14501"/>
                  </a:cubicBezTo>
                  <a:cubicBezTo>
                    <a:pt x="0" y="15537"/>
                    <a:pt x="539" y="16076"/>
                    <a:pt x="1036" y="16573"/>
                  </a:cubicBezTo>
                  <a:cubicBezTo>
                    <a:pt x="1554" y="17091"/>
                    <a:pt x="2331" y="17350"/>
                    <a:pt x="3045" y="17350"/>
                  </a:cubicBezTo>
                  <a:cubicBezTo>
                    <a:pt x="3760" y="17350"/>
                    <a:pt x="4413" y="17091"/>
                    <a:pt x="4682" y="16573"/>
                  </a:cubicBezTo>
                  <a:cubicBezTo>
                    <a:pt x="10897" y="9323"/>
                    <a:pt x="19680" y="5179"/>
                    <a:pt x="29002" y="5179"/>
                  </a:cubicBezTo>
                  <a:cubicBezTo>
                    <a:pt x="46610" y="5179"/>
                    <a:pt x="61111" y="19680"/>
                    <a:pt x="61111" y="37827"/>
                  </a:cubicBezTo>
                  <a:cubicBezTo>
                    <a:pt x="61111" y="44539"/>
                    <a:pt x="59039" y="51292"/>
                    <a:pt x="54896" y="56968"/>
                  </a:cubicBezTo>
                  <a:cubicBezTo>
                    <a:pt x="53861" y="58542"/>
                    <a:pt x="53861" y="60075"/>
                    <a:pt x="55435" y="60614"/>
                  </a:cubicBezTo>
                  <a:cubicBezTo>
                    <a:pt x="55953" y="61132"/>
                    <a:pt x="56595" y="61391"/>
                    <a:pt x="57237" y="61391"/>
                  </a:cubicBezTo>
                  <a:cubicBezTo>
                    <a:pt x="57879" y="61391"/>
                    <a:pt x="58522" y="61132"/>
                    <a:pt x="59039" y="60614"/>
                  </a:cubicBezTo>
                  <a:cubicBezTo>
                    <a:pt x="64218" y="53861"/>
                    <a:pt x="66828" y="46113"/>
                    <a:pt x="66828" y="37827"/>
                  </a:cubicBezTo>
                  <a:cubicBezTo>
                    <a:pt x="66828" y="17112"/>
                    <a:pt x="49717" y="1"/>
                    <a:pt x="29002" y="1"/>
                  </a:cubicBezTo>
                  <a:close/>
                </a:path>
              </a:pathLst>
            </a:cu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122"/>
            <p:cNvSpPr/>
            <p:nvPr/>
          </p:nvSpPr>
          <p:spPr>
            <a:xfrm>
              <a:off x="5090986" y="3734877"/>
              <a:ext cx="556220" cy="503840"/>
            </a:xfrm>
            <a:custGeom>
              <a:avLst/>
              <a:gdLst/>
              <a:ahLst/>
              <a:cxnLst/>
              <a:rect l="l" t="t" r="r" b="b"/>
              <a:pathLst>
                <a:path w="49718" h="45036" extrusionOk="0">
                  <a:moveTo>
                    <a:pt x="24859" y="0"/>
                  </a:moveTo>
                  <a:cubicBezTo>
                    <a:pt x="11394" y="0"/>
                    <a:pt x="0" y="10855"/>
                    <a:pt x="0" y="24859"/>
                  </a:cubicBezTo>
                  <a:cubicBezTo>
                    <a:pt x="0" y="32607"/>
                    <a:pt x="4143" y="40396"/>
                    <a:pt x="10897" y="45036"/>
                  </a:cubicBezTo>
                  <a:lnTo>
                    <a:pt x="14004" y="40396"/>
                  </a:lnTo>
                  <a:cubicBezTo>
                    <a:pt x="8825" y="36750"/>
                    <a:pt x="5718" y="31074"/>
                    <a:pt x="5718" y="24859"/>
                  </a:cubicBezTo>
                  <a:cubicBezTo>
                    <a:pt x="5718" y="13963"/>
                    <a:pt x="14501" y="5179"/>
                    <a:pt x="24859" y="5179"/>
                  </a:cubicBezTo>
                  <a:cubicBezTo>
                    <a:pt x="35755" y="5179"/>
                    <a:pt x="44539" y="13963"/>
                    <a:pt x="44539" y="24859"/>
                  </a:cubicBezTo>
                  <a:cubicBezTo>
                    <a:pt x="44539" y="30535"/>
                    <a:pt x="41431" y="36252"/>
                    <a:pt x="36791" y="39857"/>
                  </a:cubicBezTo>
                  <a:lnTo>
                    <a:pt x="39898" y="44000"/>
                  </a:lnTo>
                  <a:cubicBezTo>
                    <a:pt x="46113" y="39360"/>
                    <a:pt x="49718" y="32109"/>
                    <a:pt x="49718" y="24859"/>
                  </a:cubicBezTo>
                  <a:cubicBezTo>
                    <a:pt x="49718" y="10855"/>
                    <a:pt x="38863" y="0"/>
                    <a:pt x="24859" y="0"/>
                  </a:cubicBezTo>
                  <a:close/>
                </a:path>
              </a:pathLst>
            </a:custGeom>
            <a:solidFill>
              <a:schemeClr val="dk2"/>
            </a:soli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122"/>
            <p:cNvSpPr/>
            <p:nvPr/>
          </p:nvSpPr>
          <p:spPr>
            <a:xfrm>
              <a:off x="5201300" y="4174550"/>
              <a:ext cx="353212" cy="110532"/>
            </a:xfrm>
            <a:custGeom>
              <a:avLst/>
              <a:gdLst/>
              <a:ahLst/>
              <a:cxnLst/>
              <a:rect l="l" t="t" r="r" b="b"/>
              <a:pathLst>
                <a:path w="31572" h="9880" extrusionOk="0">
                  <a:moveTo>
                    <a:pt x="28408" y="0"/>
                  </a:moveTo>
                  <a:cubicBezTo>
                    <a:pt x="27861" y="0"/>
                    <a:pt x="27322" y="167"/>
                    <a:pt x="26931" y="558"/>
                  </a:cubicBezTo>
                  <a:cubicBezTo>
                    <a:pt x="23285" y="3168"/>
                    <a:pt x="19681" y="4701"/>
                    <a:pt x="14999" y="4701"/>
                  </a:cubicBezTo>
                  <a:cubicBezTo>
                    <a:pt x="10856" y="4701"/>
                    <a:pt x="7251" y="3665"/>
                    <a:pt x="4144" y="1097"/>
                  </a:cubicBezTo>
                  <a:cubicBezTo>
                    <a:pt x="3484" y="871"/>
                    <a:pt x="2832" y="740"/>
                    <a:pt x="2220" y="740"/>
                  </a:cubicBezTo>
                  <a:cubicBezTo>
                    <a:pt x="1372" y="740"/>
                    <a:pt x="603" y="992"/>
                    <a:pt x="1" y="1594"/>
                  </a:cubicBezTo>
                  <a:lnTo>
                    <a:pt x="1" y="3168"/>
                  </a:lnTo>
                  <a:cubicBezTo>
                    <a:pt x="1" y="4204"/>
                    <a:pt x="1" y="5240"/>
                    <a:pt x="1037" y="5737"/>
                  </a:cubicBezTo>
                  <a:cubicBezTo>
                    <a:pt x="5180" y="8347"/>
                    <a:pt x="9820" y="9880"/>
                    <a:pt x="14999" y="9880"/>
                  </a:cubicBezTo>
                  <a:cubicBezTo>
                    <a:pt x="20716" y="9880"/>
                    <a:pt x="25895" y="8347"/>
                    <a:pt x="30038" y="4701"/>
                  </a:cubicBezTo>
                  <a:cubicBezTo>
                    <a:pt x="31571" y="4204"/>
                    <a:pt x="31571" y="2132"/>
                    <a:pt x="30536" y="1097"/>
                  </a:cubicBezTo>
                  <a:cubicBezTo>
                    <a:pt x="30226" y="452"/>
                    <a:pt x="29307" y="0"/>
                    <a:pt x="28408" y="0"/>
                  </a:cubicBezTo>
                  <a:close/>
                </a:path>
              </a:pathLst>
            </a:cu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122"/>
            <p:cNvSpPr/>
            <p:nvPr/>
          </p:nvSpPr>
          <p:spPr>
            <a:xfrm>
              <a:off x="4778100" y="3415976"/>
              <a:ext cx="950199" cy="1095279"/>
            </a:xfrm>
            <a:custGeom>
              <a:avLst/>
              <a:gdLst/>
              <a:ahLst/>
              <a:cxnLst/>
              <a:rect l="l" t="t" r="r" b="b"/>
              <a:pathLst>
                <a:path w="84934" h="97902" extrusionOk="0">
                  <a:moveTo>
                    <a:pt x="52825" y="0"/>
                  </a:moveTo>
                  <a:cubicBezTo>
                    <a:pt x="23823" y="0"/>
                    <a:pt x="0" y="23823"/>
                    <a:pt x="0" y="53363"/>
                  </a:cubicBezTo>
                  <a:cubicBezTo>
                    <a:pt x="0" y="70971"/>
                    <a:pt x="8825" y="88041"/>
                    <a:pt x="24362" y="97901"/>
                  </a:cubicBezTo>
                  <a:lnTo>
                    <a:pt x="26931" y="93219"/>
                  </a:lnTo>
                  <a:cubicBezTo>
                    <a:pt x="13465" y="84436"/>
                    <a:pt x="5179" y="69397"/>
                    <a:pt x="5179" y="53363"/>
                  </a:cubicBezTo>
                  <a:cubicBezTo>
                    <a:pt x="5179" y="26930"/>
                    <a:pt x="26433" y="5179"/>
                    <a:pt x="52825" y="5179"/>
                  </a:cubicBezTo>
                  <a:cubicBezTo>
                    <a:pt x="63721" y="5179"/>
                    <a:pt x="73540" y="8825"/>
                    <a:pt x="81827" y="15039"/>
                  </a:cubicBezTo>
                  <a:lnTo>
                    <a:pt x="84934" y="10896"/>
                  </a:lnTo>
                  <a:cubicBezTo>
                    <a:pt x="75612" y="3646"/>
                    <a:pt x="64757" y="0"/>
                    <a:pt x="52825" y="0"/>
                  </a:cubicBezTo>
                  <a:close/>
                </a:path>
              </a:pathLst>
            </a:custGeom>
            <a:solidFill>
              <a:schemeClr val="dk2"/>
            </a:soli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122"/>
            <p:cNvSpPr/>
            <p:nvPr/>
          </p:nvSpPr>
          <p:spPr>
            <a:xfrm>
              <a:off x="5033043" y="3531480"/>
              <a:ext cx="933060" cy="1072479"/>
            </a:xfrm>
            <a:custGeom>
              <a:avLst/>
              <a:gdLst/>
              <a:ahLst/>
              <a:cxnLst/>
              <a:rect l="l" t="t" r="r" b="b"/>
              <a:pathLst>
                <a:path w="83402" h="95864" extrusionOk="0">
                  <a:moveTo>
                    <a:pt x="60782" y="1"/>
                  </a:moveTo>
                  <a:cubicBezTo>
                    <a:pt x="60001" y="1"/>
                    <a:pt x="59178" y="434"/>
                    <a:pt x="58543" y="1069"/>
                  </a:cubicBezTo>
                  <a:cubicBezTo>
                    <a:pt x="58004" y="2105"/>
                    <a:pt x="58004" y="4177"/>
                    <a:pt x="59040" y="4715"/>
                  </a:cubicBezTo>
                  <a:cubicBezTo>
                    <a:pt x="70972" y="14037"/>
                    <a:pt x="77684" y="28000"/>
                    <a:pt x="77684" y="43039"/>
                  </a:cubicBezTo>
                  <a:cubicBezTo>
                    <a:pt x="77684" y="68933"/>
                    <a:pt x="56471" y="90684"/>
                    <a:pt x="30038" y="90684"/>
                  </a:cubicBezTo>
                  <a:cubicBezTo>
                    <a:pt x="20716" y="90684"/>
                    <a:pt x="11933" y="88074"/>
                    <a:pt x="4144" y="82895"/>
                  </a:cubicBezTo>
                  <a:cubicBezTo>
                    <a:pt x="3752" y="82504"/>
                    <a:pt x="3290" y="82338"/>
                    <a:pt x="2810" y="82338"/>
                  </a:cubicBezTo>
                  <a:cubicBezTo>
                    <a:pt x="2020" y="82338"/>
                    <a:pt x="1184" y="82790"/>
                    <a:pt x="539" y="83434"/>
                  </a:cubicBezTo>
                  <a:cubicBezTo>
                    <a:pt x="539" y="83931"/>
                    <a:pt x="0" y="84470"/>
                    <a:pt x="0" y="84967"/>
                  </a:cubicBezTo>
                  <a:cubicBezTo>
                    <a:pt x="0" y="86003"/>
                    <a:pt x="539" y="87039"/>
                    <a:pt x="1575" y="87577"/>
                  </a:cubicBezTo>
                  <a:cubicBezTo>
                    <a:pt x="9861" y="92756"/>
                    <a:pt x="19680" y="95863"/>
                    <a:pt x="30038" y="95863"/>
                  </a:cubicBezTo>
                  <a:cubicBezTo>
                    <a:pt x="59578" y="95863"/>
                    <a:pt x="83401" y="72041"/>
                    <a:pt x="83401" y="43039"/>
                  </a:cubicBezTo>
                  <a:cubicBezTo>
                    <a:pt x="83401" y="25928"/>
                    <a:pt x="75612" y="10930"/>
                    <a:pt x="62147" y="572"/>
                  </a:cubicBezTo>
                  <a:cubicBezTo>
                    <a:pt x="61747" y="172"/>
                    <a:pt x="61273" y="1"/>
                    <a:pt x="60782" y="1"/>
                  </a:cubicBezTo>
                  <a:close/>
                </a:path>
              </a:pathLst>
            </a:cu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3" name="Google Shape;2963;p122"/>
          <p:cNvGrpSpPr/>
          <p:nvPr/>
        </p:nvGrpSpPr>
        <p:grpSpPr>
          <a:xfrm>
            <a:off x="3587187" y="3637449"/>
            <a:ext cx="195956" cy="835022"/>
            <a:chOff x="4124796" y="3781810"/>
            <a:chExt cx="155521" cy="662663"/>
          </a:xfrm>
        </p:grpSpPr>
        <p:sp>
          <p:nvSpPr>
            <p:cNvPr id="2964" name="Google Shape;2964;p122"/>
            <p:cNvSpPr/>
            <p:nvPr/>
          </p:nvSpPr>
          <p:spPr>
            <a:xfrm rot="5400000">
              <a:off x="4135512" y="3771094"/>
              <a:ext cx="134089" cy="155521"/>
            </a:xfrm>
            <a:custGeom>
              <a:avLst/>
              <a:gdLst/>
              <a:ahLst/>
              <a:cxnLst/>
              <a:rect l="l" t="t" r="r" b="b"/>
              <a:pathLst>
                <a:path w="19183" h="22249" extrusionOk="0">
                  <a:moveTo>
                    <a:pt x="19183" y="0"/>
                  </a:moveTo>
                  <a:lnTo>
                    <a:pt x="0" y="11394"/>
                  </a:lnTo>
                  <a:lnTo>
                    <a:pt x="19183" y="22249"/>
                  </a:lnTo>
                  <a:lnTo>
                    <a:pt x="19183"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122"/>
            <p:cNvSpPr/>
            <p:nvPr/>
          </p:nvSpPr>
          <p:spPr>
            <a:xfrm rot="5400000">
              <a:off x="4135655" y="4035378"/>
              <a:ext cx="133803" cy="155521"/>
            </a:xfrm>
            <a:custGeom>
              <a:avLst/>
              <a:gdLst/>
              <a:ahLst/>
              <a:cxnLst/>
              <a:rect l="l" t="t" r="r" b="b"/>
              <a:pathLst>
                <a:path w="19142" h="22249" extrusionOk="0">
                  <a:moveTo>
                    <a:pt x="19142" y="0"/>
                  </a:moveTo>
                  <a:lnTo>
                    <a:pt x="1" y="11394"/>
                  </a:lnTo>
                  <a:lnTo>
                    <a:pt x="19142" y="22249"/>
                  </a:lnTo>
                  <a:lnTo>
                    <a:pt x="19142"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122"/>
            <p:cNvSpPr/>
            <p:nvPr/>
          </p:nvSpPr>
          <p:spPr>
            <a:xfrm rot="5400000">
              <a:off x="4133771" y="4297927"/>
              <a:ext cx="137570" cy="155521"/>
            </a:xfrm>
            <a:custGeom>
              <a:avLst/>
              <a:gdLst/>
              <a:ahLst/>
              <a:cxnLst/>
              <a:rect l="l" t="t" r="r" b="b"/>
              <a:pathLst>
                <a:path w="19681" h="22249" extrusionOk="0">
                  <a:moveTo>
                    <a:pt x="19680" y="0"/>
                  </a:moveTo>
                  <a:lnTo>
                    <a:pt x="1" y="11394"/>
                  </a:lnTo>
                  <a:lnTo>
                    <a:pt x="19680" y="22249"/>
                  </a:lnTo>
                  <a:lnTo>
                    <a:pt x="19680"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7" name="Google Shape;2967;p122"/>
          <p:cNvGrpSpPr/>
          <p:nvPr/>
        </p:nvGrpSpPr>
        <p:grpSpPr>
          <a:xfrm rot="10800000">
            <a:off x="3969458" y="3637056"/>
            <a:ext cx="195956" cy="835022"/>
            <a:chOff x="4124796" y="3781810"/>
            <a:chExt cx="155521" cy="662663"/>
          </a:xfrm>
        </p:grpSpPr>
        <p:sp>
          <p:nvSpPr>
            <p:cNvPr id="2968" name="Google Shape;2968;p122"/>
            <p:cNvSpPr/>
            <p:nvPr/>
          </p:nvSpPr>
          <p:spPr>
            <a:xfrm rot="5400000">
              <a:off x="4135512" y="3771094"/>
              <a:ext cx="134089" cy="155521"/>
            </a:xfrm>
            <a:custGeom>
              <a:avLst/>
              <a:gdLst/>
              <a:ahLst/>
              <a:cxnLst/>
              <a:rect l="l" t="t" r="r" b="b"/>
              <a:pathLst>
                <a:path w="19183" h="22249" extrusionOk="0">
                  <a:moveTo>
                    <a:pt x="19183" y="0"/>
                  </a:moveTo>
                  <a:lnTo>
                    <a:pt x="0" y="11394"/>
                  </a:lnTo>
                  <a:lnTo>
                    <a:pt x="19183" y="22249"/>
                  </a:lnTo>
                  <a:lnTo>
                    <a:pt x="19183" y="0"/>
                  </a:lnTo>
                  <a:close/>
                </a:path>
              </a:pathLst>
            </a:custGeom>
            <a:gradFill>
              <a:gsLst>
                <a:gs pos="0">
                  <a:srgbClr val="8DF1FF"/>
                </a:gs>
                <a:gs pos="30000">
                  <a:srgbClr val="F2CEFF"/>
                </a:gs>
                <a:gs pos="100000">
                  <a:srgbClr val="0445FF"/>
                </a:gs>
              </a:gsLst>
              <a:lin ang="1619866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22"/>
            <p:cNvSpPr/>
            <p:nvPr/>
          </p:nvSpPr>
          <p:spPr>
            <a:xfrm rot="5400000">
              <a:off x="4135655" y="4035378"/>
              <a:ext cx="133803" cy="155521"/>
            </a:xfrm>
            <a:custGeom>
              <a:avLst/>
              <a:gdLst/>
              <a:ahLst/>
              <a:cxnLst/>
              <a:rect l="l" t="t" r="r" b="b"/>
              <a:pathLst>
                <a:path w="19142" h="22249" extrusionOk="0">
                  <a:moveTo>
                    <a:pt x="19142" y="0"/>
                  </a:moveTo>
                  <a:lnTo>
                    <a:pt x="1" y="11394"/>
                  </a:lnTo>
                  <a:lnTo>
                    <a:pt x="19142" y="22249"/>
                  </a:lnTo>
                  <a:lnTo>
                    <a:pt x="19142" y="0"/>
                  </a:lnTo>
                  <a:close/>
                </a:path>
              </a:pathLst>
            </a:custGeom>
            <a:gradFill>
              <a:gsLst>
                <a:gs pos="0">
                  <a:srgbClr val="8DF1FF"/>
                </a:gs>
                <a:gs pos="30000">
                  <a:srgbClr val="F2CEFF"/>
                </a:gs>
                <a:gs pos="100000">
                  <a:srgbClr val="0445FF"/>
                </a:gs>
              </a:gsLst>
              <a:lin ang="1619866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122"/>
            <p:cNvSpPr/>
            <p:nvPr/>
          </p:nvSpPr>
          <p:spPr>
            <a:xfrm rot="5400000">
              <a:off x="4133771" y="4297927"/>
              <a:ext cx="137570" cy="155521"/>
            </a:xfrm>
            <a:custGeom>
              <a:avLst/>
              <a:gdLst/>
              <a:ahLst/>
              <a:cxnLst/>
              <a:rect l="l" t="t" r="r" b="b"/>
              <a:pathLst>
                <a:path w="19681" h="22249" extrusionOk="0">
                  <a:moveTo>
                    <a:pt x="19680" y="0"/>
                  </a:moveTo>
                  <a:lnTo>
                    <a:pt x="1" y="11394"/>
                  </a:lnTo>
                  <a:lnTo>
                    <a:pt x="19680" y="22249"/>
                  </a:lnTo>
                  <a:lnTo>
                    <a:pt x="19680" y="0"/>
                  </a:lnTo>
                  <a:close/>
                </a:path>
              </a:pathLst>
            </a:custGeom>
            <a:gradFill>
              <a:gsLst>
                <a:gs pos="0">
                  <a:srgbClr val="8DF1FF"/>
                </a:gs>
                <a:gs pos="30000">
                  <a:srgbClr val="F2CEFF"/>
                </a:gs>
                <a:gs pos="100000">
                  <a:srgbClr val="0445FF"/>
                </a:gs>
              </a:gsLst>
              <a:lin ang="1619866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 name="Google Shape;2971;p122"/>
          <p:cNvGrpSpPr/>
          <p:nvPr/>
        </p:nvGrpSpPr>
        <p:grpSpPr>
          <a:xfrm>
            <a:off x="4826849" y="2290158"/>
            <a:ext cx="643798" cy="643843"/>
            <a:chOff x="6401492" y="4074675"/>
            <a:chExt cx="529178" cy="529171"/>
          </a:xfrm>
        </p:grpSpPr>
        <p:grpSp>
          <p:nvGrpSpPr>
            <p:cNvPr id="2972" name="Google Shape;2972;p122"/>
            <p:cNvGrpSpPr/>
            <p:nvPr/>
          </p:nvGrpSpPr>
          <p:grpSpPr>
            <a:xfrm>
              <a:off x="6401492" y="4074675"/>
              <a:ext cx="529178" cy="529171"/>
              <a:chOff x="4951918" y="3589792"/>
              <a:chExt cx="840365" cy="840354"/>
            </a:xfrm>
          </p:grpSpPr>
          <p:sp>
            <p:nvSpPr>
              <p:cNvPr id="2973" name="Google Shape;2973;p122"/>
              <p:cNvSpPr/>
              <p:nvPr/>
            </p:nvSpPr>
            <p:spPr>
              <a:xfrm>
                <a:off x="4951918" y="3734877"/>
                <a:ext cx="753221" cy="695270"/>
              </a:xfrm>
              <a:custGeom>
                <a:avLst/>
                <a:gdLst/>
                <a:ahLst/>
                <a:cxnLst/>
                <a:rect l="l" t="t" r="r" b="b"/>
                <a:pathLst>
                  <a:path w="67327" h="62147" extrusionOk="0">
                    <a:moveTo>
                      <a:pt x="9323" y="0"/>
                    </a:moveTo>
                    <a:lnTo>
                      <a:pt x="9323" y="0"/>
                    </a:lnTo>
                    <a:cubicBezTo>
                      <a:pt x="9039" y="285"/>
                      <a:pt x="8740" y="583"/>
                      <a:pt x="8538" y="879"/>
                    </a:cubicBezTo>
                    <a:lnTo>
                      <a:pt x="8538" y="879"/>
                    </a:lnTo>
                    <a:cubicBezTo>
                      <a:pt x="8794" y="582"/>
                      <a:pt x="9055" y="289"/>
                      <a:pt x="9323" y="0"/>
                    </a:cubicBezTo>
                    <a:close/>
                    <a:moveTo>
                      <a:pt x="8538" y="879"/>
                    </a:moveTo>
                    <a:cubicBezTo>
                      <a:pt x="2846" y="7473"/>
                      <a:pt x="1" y="15938"/>
                      <a:pt x="1" y="24859"/>
                    </a:cubicBezTo>
                    <a:cubicBezTo>
                      <a:pt x="1" y="45036"/>
                      <a:pt x="16573" y="62147"/>
                      <a:pt x="37289" y="62147"/>
                    </a:cubicBezTo>
                    <a:cubicBezTo>
                      <a:pt x="49221" y="62147"/>
                      <a:pt x="60076" y="56968"/>
                      <a:pt x="67326" y="47646"/>
                    </a:cubicBezTo>
                    <a:lnTo>
                      <a:pt x="67326" y="47646"/>
                    </a:lnTo>
                    <a:cubicBezTo>
                      <a:pt x="66829" y="48143"/>
                      <a:pt x="65794" y="48682"/>
                      <a:pt x="65255" y="48682"/>
                    </a:cubicBezTo>
                    <a:cubicBezTo>
                      <a:pt x="64758" y="48682"/>
                      <a:pt x="64219" y="48143"/>
                      <a:pt x="63722" y="47646"/>
                    </a:cubicBezTo>
                    <a:cubicBezTo>
                      <a:pt x="62148" y="47107"/>
                      <a:pt x="62148" y="45574"/>
                      <a:pt x="63183" y="44000"/>
                    </a:cubicBezTo>
                    <a:lnTo>
                      <a:pt x="63183" y="44000"/>
                    </a:lnTo>
                    <a:cubicBezTo>
                      <a:pt x="56969" y="52286"/>
                      <a:pt x="47647" y="56968"/>
                      <a:pt x="37289" y="56968"/>
                    </a:cubicBezTo>
                    <a:cubicBezTo>
                      <a:pt x="19681" y="56968"/>
                      <a:pt x="5180" y="42467"/>
                      <a:pt x="5180" y="24859"/>
                    </a:cubicBezTo>
                    <a:cubicBezTo>
                      <a:pt x="5180" y="16573"/>
                      <a:pt x="7790" y="9322"/>
                      <a:pt x="12969" y="3605"/>
                    </a:cubicBezTo>
                    <a:lnTo>
                      <a:pt x="12969" y="3605"/>
                    </a:lnTo>
                    <a:cubicBezTo>
                      <a:pt x="12430" y="4144"/>
                      <a:pt x="11933" y="4144"/>
                      <a:pt x="11395" y="4144"/>
                    </a:cubicBezTo>
                    <a:cubicBezTo>
                      <a:pt x="10359" y="4144"/>
                      <a:pt x="9862" y="4144"/>
                      <a:pt x="9323" y="3605"/>
                    </a:cubicBezTo>
                    <a:cubicBezTo>
                      <a:pt x="8826" y="3108"/>
                      <a:pt x="8287" y="2569"/>
                      <a:pt x="8287" y="1533"/>
                    </a:cubicBezTo>
                    <a:cubicBezTo>
                      <a:pt x="8287" y="1321"/>
                      <a:pt x="8386" y="1100"/>
                      <a:pt x="8538" y="879"/>
                    </a:cubicBezTo>
                    <a:close/>
                  </a:path>
                </a:pathLst>
              </a:custGeom>
              <a:gradFill>
                <a:gsLst>
                  <a:gs pos="0">
                    <a:srgbClr val="8DF1FF"/>
                  </a:gs>
                  <a:gs pos="30000">
                    <a:srgbClr val="F2CEFF"/>
                  </a:gs>
                  <a:gs pos="100000">
                    <a:srgbClr val="0445FF"/>
                  </a:gs>
                </a:gsLst>
                <a:lin ang="16198662"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122"/>
              <p:cNvSpPr/>
              <p:nvPr/>
            </p:nvSpPr>
            <p:spPr>
              <a:xfrm>
                <a:off x="5044634" y="3589792"/>
                <a:ext cx="747649" cy="686812"/>
              </a:xfrm>
              <a:custGeom>
                <a:avLst/>
                <a:gdLst/>
                <a:ahLst/>
                <a:cxnLst/>
                <a:rect l="l" t="t" r="r" b="b"/>
                <a:pathLst>
                  <a:path w="66829" h="61391" extrusionOk="0">
                    <a:moveTo>
                      <a:pt x="29002" y="1"/>
                    </a:moveTo>
                    <a:cubicBezTo>
                      <a:pt x="18147" y="1"/>
                      <a:pt x="7789" y="4682"/>
                      <a:pt x="1036" y="12968"/>
                    </a:cubicBezTo>
                    <a:cubicBezTo>
                      <a:pt x="539" y="13466"/>
                      <a:pt x="0" y="14004"/>
                      <a:pt x="0" y="14501"/>
                    </a:cubicBezTo>
                    <a:cubicBezTo>
                      <a:pt x="0" y="15537"/>
                      <a:pt x="539" y="16076"/>
                      <a:pt x="1036" y="16573"/>
                    </a:cubicBezTo>
                    <a:cubicBezTo>
                      <a:pt x="1554" y="17091"/>
                      <a:pt x="2331" y="17350"/>
                      <a:pt x="3045" y="17350"/>
                    </a:cubicBezTo>
                    <a:cubicBezTo>
                      <a:pt x="3760" y="17350"/>
                      <a:pt x="4413" y="17091"/>
                      <a:pt x="4682" y="16573"/>
                    </a:cubicBezTo>
                    <a:cubicBezTo>
                      <a:pt x="10897" y="9323"/>
                      <a:pt x="19680" y="5179"/>
                      <a:pt x="29002" y="5179"/>
                    </a:cubicBezTo>
                    <a:cubicBezTo>
                      <a:pt x="46610" y="5179"/>
                      <a:pt x="61111" y="19680"/>
                      <a:pt x="61111" y="37827"/>
                    </a:cubicBezTo>
                    <a:cubicBezTo>
                      <a:pt x="61111" y="44539"/>
                      <a:pt x="59039" y="51292"/>
                      <a:pt x="54896" y="56968"/>
                    </a:cubicBezTo>
                    <a:cubicBezTo>
                      <a:pt x="53861" y="58542"/>
                      <a:pt x="53861" y="60075"/>
                      <a:pt x="55435" y="60614"/>
                    </a:cubicBezTo>
                    <a:cubicBezTo>
                      <a:pt x="55953" y="61132"/>
                      <a:pt x="56595" y="61391"/>
                      <a:pt x="57237" y="61391"/>
                    </a:cubicBezTo>
                    <a:cubicBezTo>
                      <a:pt x="57879" y="61391"/>
                      <a:pt x="58522" y="61132"/>
                      <a:pt x="59039" y="60614"/>
                    </a:cubicBezTo>
                    <a:cubicBezTo>
                      <a:pt x="64218" y="53861"/>
                      <a:pt x="66828" y="46113"/>
                      <a:pt x="66828" y="37827"/>
                    </a:cubicBezTo>
                    <a:cubicBezTo>
                      <a:pt x="66828" y="17112"/>
                      <a:pt x="49717" y="1"/>
                      <a:pt x="29002" y="1"/>
                    </a:cubicBezTo>
                    <a:close/>
                  </a:path>
                </a:pathLst>
              </a:cu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5" name="Google Shape;2975;p122"/>
            <p:cNvSpPr/>
            <p:nvPr/>
          </p:nvSpPr>
          <p:spPr>
            <a:xfrm rot="5400000">
              <a:off x="6479050" y="4152175"/>
              <a:ext cx="374100" cy="3741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Shape 2979"/>
        <p:cNvGrpSpPr/>
        <p:nvPr/>
      </p:nvGrpSpPr>
      <p:grpSpPr>
        <a:xfrm>
          <a:off x="0" y="0"/>
          <a:ext cx="0" cy="0"/>
          <a:chOff x="0" y="0"/>
          <a:chExt cx="0" cy="0"/>
        </a:xfrm>
      </p:grpSpPr>
      <p:sp>
        <p:nvSpPr>
          <p:cNvPr id="2980" name="Google Shape;2980;p12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2981" name="Google Shape;2981;p123"/>
          <p:cNvSpPr/>
          <p:nvPr/>
        </p:nvSpPr>
        <p:spPr>
          <a:xfrm>
            <a:off x="3301037" y="1313200"/>
            <a:ext cx="2540100" cy="340500"/>
          </a:xfrm>
          <a:prstGeom prst="roundRect">
            <a:avLst>
              <a:gd name="adj" fmla="val 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rbitron Black"/>
                <a:ea typeface="Orbitron Black"/>
                <a:cs typeface="Orbitron Black"/>
                <a:sym typeface="Orbitron Black"/>
              </a:rPr>
              <a:t>SOLAR SYSTEM</a:t>
            </a:r>
            <a:endParaRPr>
              <a:solidFill>
                <a:schemeClr val="lt1"/>
              </a:solidFill>
              <a:latin typeface="Orbitron Black"/>
              <a:ea typeface="Orbitron Black"/>
              <a:cs typeface="Orbitron Black"/>
              <a:sym typeface="Orbitron Black"/>
            </a:endParaRPr>
          </a:p>
        </p:txBody>
      </p:sp>
      <p:cxnSp>
        <p:nvCxnSpPr>
          <p:cNvPr id="2982" name="Google Shape;2982;p123"/>
          <p:cNvCxnSpPr>
            <a:stCxn id="2981" idx="2"/>
            <a:endCxn id="2983" idx="0"/>
          </p:cNvCxnSpPr>
          <p:nvPr/>
        </p:nvCxnSpPr>
        <p:spPr>
          <a:xfrm rot="-5400000" flipH="1">
            <a:off x="5287637" y="937150"/>
            <a:ext cx="504300" cy="1937400"/>
          </a:xfrm>
          <a:prstGeom prst="bentConnector3">
            <a:avLst>
              <a:gd name="adj1" fmla="val 50002"/>
            </a:avLst>
          </a:prstGeom>
          <a:noFill/>
          <a:ln w="9525" cap="flat" cmpd="sng">
            <a:solidFill>
              <a:schemeClr val="accent1"/>
            </a:solidFill>
            <a:prstDash val="solid"/>
            <a:round/>
            <a:headEnd type="none" w="sm" len="sm"/>
            <a:tailEnd type="none" w="sm" len="sm"/>
          </a:ln>
        </p:spPr>
      </p:cxnSp>
      <p:cxnSp>
        <p:nvCxnSpPr>
          <p:cNvPr id="2984" name="Google Shape;2984;p123"/>
          <p:cNvCxnSpPr>
            <a:stCxn id="2985" idx="0"/>
            <a:endCxn id="2981" idx="2"/>
          </p:cNvCxnSpPr>
          <p:nvPr/>
        </p:nvCxnSpPr>
        <p:spPr>
          <a:xfrm rot="-5400000">
            <a:off x="3357524" y="944525"/>
            <a:ext cx="504300" cy="1922700"/>
          </a:xfrm>
          <a:prstGeom prst="bentConnector3">
            <a:avLst>
              <a:gd name="adj1" fmla="val 50002"/>
            </a:avLst>
          </a:prstGeom>
          <a:noFill/>
          <a:ln w="9525" cap="flat" cmpd="sng">
            <a:solidFill>
              <a:schemeClr val="accent1"/>
            </a:solidFill>
            <a:prstDash val="solid"/>
            <a:round/>
            <a:headEnd type="none" w="sm" len="sm"/>
            <a:tailEnd type="none" w="sm" len="sm"/>
          </a:ln>
        </p:spPr>
      </p:cxnSp>
      <p:sp>
        <p:nvSpPr>
          <p:cNvPr id="2985" name="Google Shape;2985;p123"/>
          <p:cNvSpPr/>
          <p:nvPr/>
        </p:nvSpPr>
        <p:spPr>
          <a:xfrm>
            <a:off x="1375424" y="2158025"/>
            <a:ext cx="2545800" cy="340500"/>
          </a:xfrm>
          <a:prstGeom prst="roundRect">
            <a:avLst>
              <a:gd name="adj" fmla="val 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rbitron Black"/>
                <a:ea typeface="Orbitron Black"/>
                <a:cs typeface="Orbitron Black"/>
                <a:sym typeface="Orbitron Black"/>
              </a:rPr>
              <a:t>CLOSEST PLANETS</a:t>
            </a:r>
            <a:endParaRPr>
              <a:solidFill>
                <a:schemeClr val="lt1"/>
              </a:solidFill>
              <a:latin typeface="Orbitron Black"/>
              <a:ea typeface="Orbitron Black"/>
              <a:cs typeface="Orbitron Black"/>
              <a:sym typeface="Orbitron Black"/>
            </a:endParaRPr>
          </a:p>
        </p:txBody>
      </p:sp>
      <p:sp>
        <p:nvSpPr>
          <p:cNvPr id="2983" name="Google Shape;2983;p123"/>
          <p:cNvSpPr/>
          <p:nvPr/>
        </p:nvSpPr>
        <p:spPr>
          <a:xfrm>
            <a:off x="5232610" y="2158025"/>
            <a:ext cx="2551500" cy="340500"/>
          </a:xfrm>
          <a:prstGeom prst="roundRect">
            <a:avLst>
              <a:gd name="adj" fmla="val 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rbitron Black"/>
                <a:ea typeface="Orbitron Black"/>
                <a:cs typeface="Orbitron Black"/>
                <a:sym typeface="Orbitron Black"/>
              </a:rPr>
              <a:t>FARTHEST PLANETS</a:t>
            </a:r>
            <a:endParaRPr>
              <a:solidFill>
                <a:schemeClr val="lt1"/>
              </a:solidFill>
              <a:latin typeface="Orbitron Black"/>
              <a:ea typeface="Orbitron Black"/>
              <a:cs typeface="Orbitron Black"/>
              <a:sym typeface="Orbitron Black"/>
            </a:endParaRPr>
          </a:p>
        </p:txBody>
      </p:sp>
      <p:sp>
        <p:nvSpPr>
          <p:cNvPr id="2986" name="Google Shape;2986;p123"/>
          <p:cNvSpPr/>
          <p:nvPr/>
        </p:nvSpPr>
        <p:spPr>
          <a:xfrm>
            <a:off x="809375" y="2998225"/>
            <a:ext cx="1750500" cy="340500"/>
          </a:xfrm>
          <a:prstGeom prst="roundRect">
            <a:avLst>
              <a:gd name="adj" fmla="val 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rbitron Black"/>
                <a:ea typeface="Orbitron Black"/>
                <a:cs typeface="Orbitron Black"/>
                <a:sym typeface="Orbitron Black"/>
              </a:rPr>
              <a:t>MERCURY</a:t>
            </a:r>
            <a:endParaRPr>
              <a:solidFill>
                <a:schemeClr val="lt1"/>
              </a:solidFill>
              <a:latin typeface="Orbitron Black"/>
              <a:ea typeface="Orbitron Black"/>
              <a:cs typeface="Orbitron Black"/>
              <a:sym typeface="Orbitron Black"/>
            </a:endParaRPr>
          </a:p>
        </p:txBody>
      </p:sp>
      <p:sp>
        <p:nvSpPr>
          <p:cNvPr id="2987" name="Google Shape;2987;p123"/>
          <p:cNvSpPr/>
          <p:nvPr/>
        </p:nvSpPr>
        <p:spPr>
          <a:xfrm>
            <a:off x="2733323" y="2998225"/>
            <a:ext cx="1750500" cy="340500"/>
          </a:xfrm>
          <a:prstGeom prst="roundRect">
            <a:avLst>
              <a:gd name="adj" fmla="val 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rbitron Black"/>
                <a:ea typeface="Orbitron Black"/>
                <a:cs typeface="Orbitron Black"/>
                <a:sym typeface="Orbitron Black"/>
              </a:rPr>
              <a:t>VENUS</a:t>
            </a:r>
            <a:endParaRPr>
              <a:solidFill>
                <a:schemeClr val="lt1"/>
              </a:solidFill>
              <a:latin typeface="Orbitron Black"/>
              <a:ea typeface="Orbitron Black"/>
              <a:cs typeface="Orbitron Black"/>
              <a:sym typeface="Orbitron Black"/>
            </a:endParaRPr>
          </a:p>
        </p:txBody>
      </p:sp>
      <p:sp>
        <p:nvSpPr>
          <p:cNvPr id="2988" name="Google Shape;2988;p123"/>
          <p:cNvSpPr/>
          <p:nvPr/>
        </p:nvSpPr>
        <p:spPr>
          <a:xfrm>
            <a:off x="4661375" y="2998225"/>
            <a:ext cx="1750500" cy="340500"/>
          </a:xfrm>
          <a:prstGeom prst="roundRect">
            <a:avLst>
              <a:gd name="adj" fmla="val 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rbitron Black"/>
                <a:ea typeface="Orbitron Black"/>
                <a:cs typeface="Orbitron Black"/>
                <a:sym typeface="Orbitron Black"/>
              </a:rPr>
              <a:t>SATURN</a:t>
            </a:r>
            <a:endParaRPr>
              <a:solidFill>
                <a:schemeClr val="lt1"/>
              </a:solidFill>
              <a:latin typeface="Orbitron Black"/>
              <a:ea typeface="Orbitron Black"/>
              <a:cs typeface="Orbitron Black"/>
              <a:sym typeface="Orbitron Black"/>
            </a:endParaRPr>
          </a:p>
        </p:txBody>
      </p:sp>
      <p:sp>
        <p:nvSpPr>
          <p:cNvPr id="2989" name="Google Shape;2989;p123"/>
          <p:cNvSpPr/>
          <p:nvPr/>
        </p:nvSpPr>
        <p:spPr>
          <a:xfrm>
            <a:off x="6585323" y="2998225"/>
            <a:ext cx="1750500" cy="340500"/>
          </a:xfrm>
          <a:prstGeom prst="roundRect">
            <a:avLst>
              <a:gd name="adj" fmla="val 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rbitron Black"/>
                <a:ea typeface="Orbitron Black"/>
                <a:cs typeface="Orbitron Black"/>
                <a:sym typeface="Orbitron Black"/>
              </a:rPr>
              <a:t>NEPTUNE</a:t>
            </a:r>
            <a:endParaRPr>
              <a:solidFill>
                <a:schemeClr val="lt1"/>
              </a:solidFill>
              <a:latin typeface="Orbitron Black"/>
              <a:ea typeface="Orbitron Black"/>
              <a:cs typeface="Orbitron Black"/>
              <a:sym typeface="Orbitron Black"/>
            </a:endParaRPr>
          </a:p>
        </p:txBody>
      </p:sp>
      <p:cxnSp>
        <p:nvCxnSpPr>
          <p:cNvPr id="2990" name="Google Shape;2990;p123"/>
          <p:cNvCxnSpPr>
            <a:stCxn id="2985" idx="2"/>
            <a:endCxn id="2986" idx="0"/>
          </p:cNvCxnSpPr>
          <p:nvPr/>
        </p:nvCxnSpPr>
        <p:spPr>
          <a:xfrm rot="5400000">
            <a:off x="1916624" y="2266625"/>
            <a:ext cx="499800" cy="963600"/>
          </a:xfrm>
          <a:prstGeom prst="bentConnector3">
            <a:avLst>
              <a:gd name="adj1" fmla="val 49991"/>
            </a:avLst>
          </a:prstGeom>
          <a:noFill/>
          <a:ln w="9525" cap="flat" cmpd="sng">
            <a:solidFill>
              <a:schemeClr val="accent1"/>
            </a:solidFill>
            <a:prstDash val="solid"/>
            <a:round/>
            <a:headEnd type="none" w="med" len="med"/>
            <a:tailEnd type="none" w="med" len="med"/>
          </a:ln>
        </p:spPr>
      </p:cxnSp>
      <p:cxnSp>
        <p:nvCxnSpPr>
          <p:cNvPr id="2991" name="Google Shape;2991;p123"/>
          <p:cNvCxnSpPr>
            <a:stCxn id="2985" idx="2"/>
            <a:endCxn id="2987" idx="0"/>
          </p:cNvCxnSpPr>
          <p:nvPr/>
        </p:nvCxnSpPr>
        <p:spPr>
          <a:xfrm rot="-5400000" flipH="1">
            <a:off x="2878574" y="2268275"/>
            <a:ext cx="499800" cy="960300"/>
          </a:xfrm>
          <a:prstGeom prst="bentConnector3">
            <a:avLst>
              <a:gd name="adj1" fmla="val 49991"/>
            </a:avLst>
          </a:prstGeom>
          <a:noFill/>
          <a:ln w="9525" cap="flat" cmpd="sng">
            <a:solidFill>
              <a:schemeClr val="accent1"/>
            </a:solidFill>
            <a:prstDash val="solid"/>
            <a:round/>
            <a:headEnd type="none" w="med" len="med"/>
            <a:tailEnd type="none" w="med" len="med"/>
          </a:ln>
        </p:spPr>
      </p:cxnSp>
      <p:cxnSp>
        <p:nvCxnSpPr>
          <p:cNvPr id="2992" name="Google Shape;2992;p123"/>
          <p:cNvCxnSpPr>
            <a:stCxn id="2983" idx="2"/>
            <a:endCxn id="2988" idx="0"/>
          </p:cNvCxnSpPr>
          <p:nvPr/>
        </p:nvCxnSpPr>
        <p:spPr>
          <a:xfrm rot="5400000">
            <a:off x="5772610" y="2262575"/>
            <a:ext cx="499800" cy="971700"/>
          </a:xfrm>
          <a:prstGeom prst="bentConnector3">
            <a:avLst>
              <a:gd name="adj1" fmla="val 49991"/>
            </a:avLst>
          </a:prstGeom>
          <a:noFill/>
          <a:ln w="9525" cap="flat" cmpd="sng">
            <a:solidFill>
              <a:schemeClr val="accent1"/>
            </a:solidFill>
            <a:prstDash val="solid"/>
            <a:round/>
            <a:headEnd type="none" w="med" len="med"/>
            <a:tailEnd type="none" w="med" len="med"/>
          </a:ln>
        </p:spPr>
      </p:cxnSp>
      <p:cxnSp>
        <p:nvCxnSpPr>
          <p:cNvPr id="2993" name="Google Shape;2993;p123"/>
          <p:cNvCxnSpPr>
            <a:stCxn id="2983" idx="2"/>
            <a:endCxn id="2989" idx="0"/>
          </p:cNvCxnSpPr>
          <p:nvPr/>
        </p:nvCxnSpPr>
        <p:spPr>
          <a:xfrm rot="-5400000" flipH="1">
            <a:off x="6734560" y="2272325"/>
            <a:ext cx="499800" cy="952200"/>
          </a:xfrm>
          <a:prstGeom prst="bentConnector3">
            <a:avLst>
              <a:gd name="adj1" fmla="val 49991"/>
            </a:avLst>
          </a:prstGeom>
          <a:noFill/>
          <a:ln w="9525" cap="flat" cmpd="sng">
            <a:solidFill>
              <a:schemeClr val="accent1"/>
            </a:solidFill>
            <a:prstDash val="solid"/>
            <a:round/>
            <a:headEnd type="none" w="med" len="med"/>
            <a:tailEnd type="none" w="med" len="med"/>
          </a:ln>
        </p:spPr>
      </p:cxnSp>
      <p:sp>
        <p:nvSpPr>
          <p:cNvPr id="2994" name="Google Shape;2994;p123"/>
          <p:cNvSpPr/>
          <p:nvPr/>
        </p:nvSpPr>
        <p:spPr>
          <a:xfrm>
            <a:off x="4165396" y="2043324"/>
            <a:ext cx="814500" cy="814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95" name="Google Shape;2995;p123"/>
          <p:cNvCxnSpPr>
            <a:stCxn id="2994" idx="0"/>
            <a:endCxn id="2981" idx="2"/>
          </p:cNvCxnSpPr>
          <p:nvPr/>
        </p:nvCxnSpPr>
        <p:spPr>
          <a:xfrm rot="5400000" flipH="1">
            <a:off x="4377046" y="1847724"/>
            <a:ext cx="389700" cy="1500"/>
          </a:xfrm>
          <a:prstGeom prst="bentConnector3">
            <a:avLst>
              <a:gd name="adj1" fmla="val 49988"/>
            </a:avLst>
          </a:prstGeom>
          <a:noFill/>
          <a:ln w="9525" cap="flat" cmpd="sng">
            <a:solidFill>
              <a:schemeClr val="accent1"/>
            </a:solidFill>
            <a:prstDash val="solid"/>
            <a:round/>
            <a:headEnd type="none" w="med" len="med"/>
            <a:tailEnd type="none" w="med" len="med"/>
          </a:ln>
        </p:spPr>
      </p:cxnSp>
      <p:sp>
        <p:nvSpPr>
          <p:cNvPr id="2996" name="Google Shape;2996;p123"/>
          <p:cNvSpPr/>
          <p:nvPr/>
        </p:nvSpPr>
        <p:spPr>
          <a:xfrm>
            <a:off x="5129133" y="3479124"/>
            <a:ext cx="814500" cy="814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123"/>
          <p:cNvSpPr/>
          <p:nvPr/>
        </p:nvSpPr>
        <p:spPr>
          <a:xfrm>
            <a:off x="7053321" y="3479124"/>
            <a:ext cx="814500" cy="814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123"/>
          <p:cNvSpPr/>
          <p:nvPr/>
        </p:nvSpPr>
        <p:spPr>
          <a:xfrm>
            <a:off x="1277371" y="3479124"/>
            <a:ext cx="814500" cy="814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23"/>
          <p:cNvSpPr/>
          <p:nvPr/>
        </p:nvSpPr>
        <p:spPr>
          <a:xfrm>
            <a:off x="3201321" y="3479124"/>
            <a:ext cx="814500" cy="814500"/>
          </a:xfrm>
          <a:prstGeom prst="ellipse">
            <a:avLst/>
          </a:prstGeom>
          <a:solidFill>
            <a:schemeClr val="dk2"/>
          </a:solidFill>
          <a:ln>
            <a:noFill/>
          </a:ln>
          <a:effectLst>
            <a:outerShdw blurRad="57150" dist="19050" dir="5400000" algn="bl" rotWithShape="0">
              <a:schemeClr val="accent1">
                <a:alpha val="4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00" name="Google Shape;3000;p123"/>
          <p:cNvCxnSpPr>
            <a:stCxn id="2986" idx="2"/>
            <a:endCxn id="2998" idx="0"/>
          </p:cNvCxnSpPr>
          <p:nvPr/>
        </p:nvCxnSpPr>
        <p:spPr>
          <a:xfrm rot="-5400000" flipH="1">
            <a:off x="1614725" y="3408625"/>
            <a:ext cx="140400" cy="600"/>
          </a:xfrm>
          <a:prstGeom prst="bentConnector3">
            <a:avLst>
              <a:gd name="adj1" fmla="val 50005"/>
            </a:avLst>
          </a:prstGeom>
          <a:noFill/>
          <a:ln w="9525" cap="flat" cmpd="sng">
            <a:solidFill>
              <a:schemeClr val="accent1"/>
            </a:solidFill>
            <a:prstDash val="solid"/>
            <a:round/>
            <a:headEnd type="none" w="med" len="med"/>
            <a:tailEnd type="none" w="med" len="med"/>
          </a:ln>
        </p:spPr>
      </p:cxnSp>
      <p:cxnSp>
        <p:nvCxnSpPr>
          <p:cNvPr id="3001" name="Google Shape;3001;p123"/>
          <p:cNvCxnSpPr>
            <a:stCxn id="2999" idx="0"/>
            <a:endCxn id="2987" idx="2"/>
          </p:cNvCxnSpPr>
          <p:nvPr/>
        </p:nvCxnSpPr>
        <p:spPr>
          <a:xfrm rot="-5400000">
            <a:off x="3538671" y="3408624"/>
            <a:ext cx="140400" cy="600"/>
          </a:xfrm>
          <a:prstGeom prst="bentConnector3">
            <a:avLst>
              <a:gd name="adj1" fmla="val 49994"/>
            </a:avLst>
          </a:prstGeom>
          <a:noFill/>
          <a:ln w="9525" cap="flat" cmpd="sng">
            <a:solidFill>
              <a:schemeClr val="accent1"/>
            </a:solidFill>
            <a:prstDash val="solid"/>
            <a:round/>
            <a:headEnd type="none" w="med" len="med"/>
            <a:tailEnd type="none" w="med" len="med"/>
          </a:ln>
        </p:spPr>
      </p:cxnSp>
      <p:cxnSp>
        <p:nvCxnSpPr>
          <p:cNvPr id="3002" name="Google Shape;3002;p123"/>
          <p:cNvCxnSpPr>
            <a:stCxn id="2996" idx="0"/>
            <a:endCxn id="2988" idx="2"/>
          </p:cNvCxnSpPr>
          <p:nvPr/>
        </p:nvCxnSpPr>
        <p:spPr>
          <a:xfrm rot="-5400000">
            <a:off x="5466483" y="3408624"/>
            <a:ext cx="140400" cy="600"/>
          </a:xfrm>
          <a:prstGeom prst="bentConnector3">
            <a:avLst>
              <a:gd name="adj1" fmla="val 49994"/>
            </a:avLst>
          </a:prstGeom>
          <a:noFill/>
          <a:ln w="9525" cap="flat" cmpd="sng">
            <a:solidFill>
              <a:schemeClr val="accent1"/>
            </a:solidFill>
            <a:prstDash val="solid"/>
            <a:round/>
            <a:headEnd type="none" w="med" len="med"/>
            <a:tailEnd type="none" w="med" len="med"/>
          </a:ln>
        </p:spPr>
      </p:cxnSp>
      <p:cxnSp>
        <p:nvCxnSpPr>
          <p:cNvPr id="3003" name="Google Shape;3003;p123"/>
          <p:cNvCxnSpPr>
            <a:stCxn id="2997" idx="0"/>
            <a:endCxn id="2989" idx="2"/>
          </p:cNvCxnSpPr>
          <p:nvPr/>
        </p:nvCxnSpPr>
        <p:spPr>
          <a:xfrm rot="-5400000">
            <a:off x="7390671" y="3408624"/>
            <a:ext cx="140400" cy="600"/>
          </a:xfrm>
          <a:prstGeom prst="bentConnector3">
            <a:avLst>
              <a:gd name="adj1" fmla="val 49994"/>
            </a:avLst>
          </a:prstGeom>
          <a:noFill/>
          <a:ln w="9525" cap="flat" cmpd="sng">
            <a:solidFill>
              <a:schemeClr val="accent1"/>
            </a:solidFill>
            <a:prstDash val="solid"/>
            <a:round/>
            <a:headEnd type="none" w="med" len="med"/>
            <a:tailEnd type="none" w="med" len="med"/>
          </a:ln>
        </p:spPr>
      </p:cxn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Shape 3007"/>
        <p:cNvGrpSpPr/>
        <p:nvPr/>
      </p:nvGrpSpPr>
      <p:grpSpPr>
        <a:xfrm>
          <a:off x="0" y="0"/>
          <a:ext cx="0" cy="0"/>
          <a:chOff x="0" y="0"/>
          <a:chExt cx="0" cy="0"/>
        </a:xfrm>
      </p:grpSpPr>
      <p:sp>
        <p:nvSpPr>
          <p:cNvPr id="3008" name="Google Shape;3008;p12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3009" name="Google Shape;3009;p124"/>
          <p:cNvGrpSpPr/>
          <p:nvPr/>
        </p:nvGrpSpPr>
        <p:grpSpPr>
          <a:xfrm>
            <a:off x="4918740" y="1347708"/>
            <a:ext cx="2862342" cy="3103894"/>
            <a:chOff x="4571988" y="1017726"/>
            <a:chExt cx="3352473" cy="3635387"/>
          </a:xfrm>
        </p:grpSpPr>
        <p:grpSp>
          <p:nvGrpSpPr>
            <p:cNvPr id="3010" name="Google Shape;3010;p124"/>
            <p:cNvGrpSpPr/>
            <p:nvPr/>
          </p:nvGrpSpPr>
          <p:grpSpPr>
            <a:xfrm rot="5400000">
              <a:off x="5250283" y="1889907"/>
              <a:ext cx="1908417" cy="1977901"/>
              <a:chOff x="3684062" y="1208752"/>
              <a:chExt cx="1676844" cy="1737898"/>
            </a:xfrm>
          </p:grpSpPr>
          <p:pic>
            <p:nvPicPr>
              <p:cNvPr id="3011" name="Google Shape;3011;p124"/>
              <p:cNvPicPr preferRelativeResize="0"/>
              <p:nvPr/>
            </p:nvPicPr>
            <p:blipFill rotWithShape="1">
              <a:blip r:embed="rId3">
                <a:alphaModFix/>
              </a:blip>
              <a:srcRect l="7340" r="4538" b="19768"/>
              <a:stretch/>
            </p:blipFill>
            <p:spPr>
              <a:xfrm rot="6300351">
                <a:off x="3899179" y="1553903"/>
                <a:ext cx="1518434" cy="1047597"/>
              </a:xfrm>
              <a:prstGeom prst="rect">
                <a:avLst/>
              </a:prstGeom>
              <a:noFill/>
              <a:ln>
                <a:noFill/>
              </a:ln>
            </p:spPr>
          </p:pic>
          <p:pic>
            <p:nvPicPr>
              <p:cNvPr id="3012" name="Google Shape;3012;p124"/>
              <p:cNvPicPr preferRelativeResize="0"/>
              <p:nvPr/>
            </p:nvPicPr>
            <p:blipFill rotWithShape="1">
              <a:blip r:embed="rId3">
                <a:alphaModFix/>
              </a:blip>
              <a:srcRect l="7340" r="4538" b="19768"/>
              <a:stretch/>
            </p:blipFill>
            <p:spPr>
              <a:xfrm rot="-13">
                <a:off x="3684062" y="1441019"/>
                <a:ext cx="1350277" cy="931592"/>
              </a:xfrm>
              <a:prstGeom prst="rect">
                <a:avLst/>
              </a:prstGeom>
              <a:noFill/>
              <a:ln>
                <a:noFill/>
              </a:ln>
            </p:spPr>
          </p:pic>
        </p:grpSp>
        <p:cxnSp>
          <p:nvCxnSpPr>
            <p:cNvPr id="3013" name="Google Shape;3013;p124"/>
            <p:cNvCxnSpPr/>
            <p:nvPr/>
          </p:nvCxnSpPr>
          <p:spPr>
            <a:xfrm rot="5400000" flipH="1">
              <a:off x="6573804" y="3026376"/>
              <a:ext cx="684600" cy="226500"/>
            </a:xfrm>
            <a:prstGeom prst="bentConnector3">
              <a:avLst>
                <a:gd name="adj1" fmla="val 50000"/>
              </a:avLst>
            </a:prstGeom>
            <a:noFill/>
            <a:ln w="9525" cap="flat" cmpd="sng">
              <a:solidFill>
                <a:schemeClr val="accent1"/>
              </a:solidFill>
              <a:prstDash val="solid"/>
              <a:round/>
              <a:headEnd type="none" w="med" len="med"/>
              <a:tailEnd type="none" w="med" len="med"/>
            </a:ln>
          </p:spPr>
        </p:cxnSp>
        <p:cxnSp>
          <p:nvCxnSpPr>
            <p:cNvPr id="3014" name="Google Shape;3014;p124"/>
            <p:cNvCxnSpPr/>
            <p:nvPr/>
          </p:nvCxnSpPr>
          <p:spPr>
            <a:xfrm rot="-5400000">
              <a:off x="5239204" y="3027876"/>
              <a:ext cx="684600" cy="223500"/>
            </a:xfrm>
            <a:prstGeom prst="bentConnector3">
              <a:avLst>
                <a:gd name="adj1" fmla="val 50000"/>
              </a:avLst>
            </a:prstGeom>
            <a:noFill/>
            <a:ln w="9525" cap="flat" cmpd="sng">
              <a:solidFill>
                <a:schemeClr val="accent1"/>
              </a:solidFill>
              <a:prstDash val="solid"/>
              <a:round/>
              <a:headEnd type="none" w="med" len="med"/>
              <a:tailEnd type="none" w="med" len="med"/>
            </a:ln>
          </p:spPr>
        </p:cxnSp>
        <p:cxnSp>
          <p:nvCxnSpPr>
            <p:cNvPr id="3015" name="Google Shape;3015;p124"/>
            <p:cNvCxnSpPr/>
            <p:nvPr/>
          </p:nvCxnSpPr>
          <p:spPr>
            <a:xfrm rot="10800000">
              <a:off x="6255775" y="3066187"/>
              <a:ext cx="0" cy="690300"/>
            </a:xfrm>
            <a:prstGeom prst="straightConnector1">
              <a:avLst/>
            </a:prstGeom>
            <a:noFill/>
            <a:ln w="9525" cap="flat" cmpd="sng">
              <a:solidFill>
                <a:schemeClr val="accent1"/>
              </a:solidFill>
              <a:prstDash val="solid"/>
              <a:round/>
              <a:headEnd type="none" w="med" len="med"/>
              <a:tailEnd type="none" w="med" len="med"/>
            </a:ln>
          </p:spPr>
        </p:cxnSp>
        <p:sp>
          <p:nvSpPr>
            <p:cNvPr id="3016" name="Google Shape;3016;p124"/>
            <p:cNvSpPr/>
            <p:nvPr/>
          </p:nvSpPr>
          <p:spPr>
            <a:xfrm rot="8100000" flipH="1">
              <a:off x="4725406" y="3103855"/>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24"/>
            <p:cNvSpPr/>
            <p:nvPr/>
          </p:nvSpPr>
          <p:spPr>
            <a:xfrm rot="2700000" flipH="1">
              <a:off x="5890735" y="3758930"/>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24"/>
            <p:cNvSpPr/>
            <p:nvPr/>
          </p:nvSpPr>
          <p:spPr>
            <a:xfrm rot="-8100000">
              <a:off x="7030279" y="3103855"/>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24"/>
            <p:cNvSpPr/>
            <p:nvPr/>
          </p:nvSpPr>
          <p:spPr>
            <a:xfrm rot="5400000">
              <a:off x="7147489" y="3208059"/>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124"/>
            <p:cNvSpPr/>
            <p:nvPr/>
          </p:nvSpPr>
          <p:spPr>
            <a:xfrm rot="5400000">
              <a:off x="5990921" y="3847569"/>
              <a:ext cx="526648" cy="54672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124"/>
            <p:cNvSpPr/>
            <p:nvPr/>
          </p:nvSpPr>
          <p:spPr>
            <a:xfrm rot="5400000">
              <a:off x="4822389" y="3208059"/>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22" name="Google Shape;3022;p124"/>
            <p:cNvCxnSpPr/>
            <p:nvPr/>
          </p:nvCxnSpPr>
          <p:spPr>
            <a:xfrm rot="-5400000" flipH="1">
              <a:off x="5238046" y="2417963"/>
              <a:ext cx="684600" cy="226500"/>
            </a:xfrm>
            <a:prstGeom prst="bentConnector3">
              <a:avLst>
                <a:gd name="adj1" fmla="val 50000"/>
              </a:avLst>
            </a:prstGeom>
            <a:noFill/>
            <a:ln w="9525" cap="flat" cmpd="sng">
              <a:solidFill>
                <a:schemeClr val="accent1"/>
              </a:solidFill>
              <a:prstDash val="solid"/>
              <a:round/>
              <a:headEnd type="none" w="med" len="med"/>
              <a:tailEnd type="none" w="med" len="med"/>
            </a:ln>
          </p:spPr>
        </p:cxnSp>
        <p:cxnSp>
          <p:nvCxnSpPr>
            <p:cNvPr id="3023" name="Google Shape;3023;p124"/>
            <p:cNvCxnSpPr/>
            <p:nvPr/>
          </p:nvCxnSpPr>
          <p:spPr>
            <a:xfrm rot="5400000">
              <a:off x="6572646" y="2419463"/>
              <a:ext cx="684600" cy="223500"/>
            </a:xfrm>
            <a:prstGeom prst="bentConnector3">
              <a:avLst>
                <a:gd name="adj1" fmla="val 50000"/>
              </a:avLst>
            </a:prstGeom>
            <a:noFill/>
            <a:ln w="9525" cap="flat" cmpd="sng">
              <a:solidFill>
                <a:schemeClr val="accent1"/>
              </a:solidFill>
              <a:prstDash val="solid"/>
              <a:round/>
              <a:headEnd type="none" w="med" len="med"/>
              <a:tailEnd type="none" w="med" len="med"/>
            </a:ln>
          </p:spPr>
        </p:cxnSp>
        <p:cxnSp>
          <p:nvCxnSpPr>
            <p:cNvPr id="3024" name="Google Shape;3024;p124"/>
            <p:cNvCxnSpPr/>
            <p:nvPr/>
          </p:nvCxnSpPr>
          <p:spPr>
            <a:xfrm>
              <a:off x="6240675" y="1914352"/>
              <a:ext cx="0" cy="690300"/>
            </a:xfrm>
            <a:prstGeom prst="straightConnector1">
              <a:avLst/>
            </a:prstGeom>
            <a:noFill/>
            <a:ln w="9525" cap="flat" cmpd="sng">
              <a:solidFill>
                <a:schemeClr val="accent1"/>
              </a:solidFill>
              <a:prstDash val="solid"/>
              <a:round/>
              <a:headEnd type="none" w="med" len="med"/>
              <a:tailEnd type="none" w="med" len="med"/>
            </a:ln>
          </p:spPr>
        </p:cxnSp>
        <p:sp>
          <p:nvSpPr>
            <p:cNvPr id="3025" name="Google Shape;3025;p124"/>
            <p:cNvSpPr/>
            <p:nvPr/>
          </p:nvSpPr>
          <p:spPr>
            <a:xfrm rot="-2700000" flipH="1">
              <a:off x="7030279" y="1826218"/>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124"/>
            <p:cNvSpPr/>
            <p:nvPr/>
          </p:nvSpPr>
          <p:spPr>
            <a:xfrm rot="-8100000" flipH="1">
              <a:off x="5864950" y="1171143"/>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124"/>
            <p:cNvSpPr/>
            <p:nvPr/>
          </p:nvSpPr>
          <p:spPr>
            <a:xfrm rot="2700000">
              <a:off x="4725406" y="1826218"/>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124"/>
            <p:cNvSpPr/>
            <p:nvPr/>
          </p:nvSpPr>
          <p:spPr>
            <a:xfrm rot="-5400000">
              <a:off x="4822314" y="1936132"/>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124"/>
            <p:cNvSpPr/>
            <p:nvPr/>
          </p:nvSpPr>
          <p:spPr>
            <a:xfrm rot="-5400000">
              <a:off x="5978881" y="1276542"/>
              <a:ext cx="526648" cy="54672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124"/>
            <p:cNvSpPr/>
            <p:nvPr/>
          </p:nvSpPr>
          <p:spPr>
            <a:xfrm rot="-5400000">
              <a:off x="7147413" y="1936132"/>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124"/>
            <p:cNvSpPr/>
            <p:nvPr/>
          </p:nvSpPr>
          <p:spPr>
            <a:xfrm rot="5400000">
              <a:off x="5606974" y="2150727"/>
              <a:ext cx="1282491" cy="1282515"/>
            </a:xfrm>
            <a:custGeom>
              <a:avLst/>
              <a:gdLst/>
              <a:ahLst/>
              <a:cxnLst/>
              <a:rect l="l" t="t" r="r" b="b"/>
              <a:pathLst>
                <a:path w="55078" h="55079" extrusionOk="0">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32" name="Google Shape;3032;p124"/>
          <p:cNvSpPr/>
          <p:nvPr/>
        </p:nvSpPr>
        <p:spPr>
          <a:xfrm>
            <a:off x="1331358" y="1678947"/>
            <a:ext cx="919500" cy="919500"/>
          </a:xfrm>
          <a:prstGeom prst="donut">
            <a:avLst>
              <a:gd name="adj" fmla="val 30675"/>
            </a:avLst>
          </a:pr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124"/>
          <p:cNvSpPr/>
          <p:nvPr/>
        </p:nvSpPr>
        <p:spPr>
          <a:xfrm flipH="1">
            <a:off x="1331390" y="1678249"/>
            <a:ext cx="918900" cy="918900"/>
          </a:xfrm>
          <a:prstGeom prst="blockArc">
            <a:avLst>
              <a:gd name="adj1" fmla="val 3773129"/>
              <a:gd name="adj2" fmla="val 15436249"/>
              <a:gd name="adj3" fmla="val 30378"/>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124"/>
          <p:cNvSpPr/>
          <p:nvPr/>
        </p:nvSpPr>
        <p:spPr>
          <a:xfrm>
            <a:off x="1331358" y="2938222"/>
            <a:ext cx="919500" cy="919500"/>
          </a:xfrm>
          <a:prstGeom prst="donut">
            <a:avLst>
              <a:gd name="adj" fmla="val 3339"/>
            </a:avLst>
          </a:prstGeom>
          <a:solidFill>
            <a:schemeClr val="accent1"/>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124"/>
          <p:cNvSpPr/>
          <p:nvPr/>
        </p:nvSpPr>
        <p:spPr>
          <a:xfrm flipH="1">
            <a:off x="1331390" y="2937524"/>
            <a:ext cx="918900" cy="918900"/>
          </a:xfrm>
          <a:prstGeom prst="blockArc">
            <a:avLst>
              <a:gd name="adj1" fmla="val 3773129"/>
              <a:gd name="adj2" fmla="val 13918760"/>
              <a:gd name="adj3" fmla="val 5626"/>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124"/>
          <p:cNvSpPr/>
          <p:nvPr/>
        </p:nvSpPr>
        <p:spPr>
          <a:xfrm rot="-5400000">
            <a:off x="1500645" y="3106508"/>
            <a:ext cx="580968" cy="58096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124"/>
          <p:cNvSpPr/>
          <p:nvPr/>
        </p:nvSpPr>
        <p:spPr>
          <a:xfrm rot="-5400000">
            <a:off x="1500645" y="1847220"/>
            <a:ext cx="580968" cy="58096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8" name="Google Shape;3038;p124"/>
          <p:cNvGrpSpPr/>
          <p:nvPr/>
        </p:nvGrpSpPr>
        <p:grpSpPr>
          <a:xfrm>
            <a:off x="2270268" y="1508552"/>
            <a:ext cx="2809203" cy="2809203"/>
            <a:chOff x="2051799" y="1432352"/>
            <a:chExt cx="2809203" cy="2809203"/>
          </a:xfrm>
        </p:grpSpPr>
        <p:grpSp>
          <p:nvGrpSpPr>
            <p:cNvPr id="3039" name="Google Shape;3039;p124"/>
            <p:cNvGrpSpPr/>
            <p:nvPr/>
          </p:nvGrpSpPr>
          <p:grpSpPr>
            <a:xfrm>
              <a:off x="2051799" y="1432352"/>
              <a:ext cx="2809203" cy="2809203"/>
              <a:chOff x="5080188" y="927900"/>
              <a:chExt cx="961200" cy="961200"/>
            </a:xfrm>
          </p:grpSpPr>
          <p:sp>
            <p:nvSpPr>
              <p:cNvPr id="3040" name="Google Shape;3040;p124"/>
              <p:cNvSpPr/>
              <p:nvPr/>
            </p:nvSpPr>
            <p:spPr>
              <a:xfrm>
                <a:off x="5201900" y="1050116"/>
                <a:ext cx="716700" cy="716700"/>
              </a:xfrm>
              <a:prstGeom prst="donut">
                <a:avLst>
                  <a:gd name="adj" fmla="val 4716"/>
                </a:avLst>
              </a:prstGeom>
              <a:solidFill>
                <a:schemeClr val="dk2"/>
              </a:soli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124"/>
              <p:cNvSpPr/>
              <p:nvPr/>
            </p:nvSpPr>
            <p:spPr>
              <a:xfrm>
                <a:off x="5269594" y="1117818"/>
                <a:ext cx="581100" cy="581100"/>
              </a:xfrm>
              <a:prstGeom prst="donut">
                <a:avLst>
                  <a:gd name="adj" fmla="val 5814"/>
                </a:avLst>
              </a:prstGeom>
              <a:solidFill>
                <a:schemeClr val="dk2"/>
              </a:soli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124"/>
              <p:cNvSpPr/>
              <p:nvPr/>
            </p:nvSpPr>
            <p:spPr>
              <a:xfrm>
                <a:off x="5339279" y="1187526"/>
                <a:ext cx="441900" cy="441600"/>
              </a:xfrm>
              <a:prstGeom prst="donut">
                <a:avLst>
                  <a:gd name="adj" fmla="val 7648"/>
                </a:avLst>
              </a:prstGeom>
              <a:solidFill>
                <a:schemeClr val="dk2"/>
              </a:soli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124"/>
              <p:cNvSpPr/>
              <p:nvPr/>
            </p:nvSpPr>
            <p:spPr>
              <a:xfrm>
                <a:off x="5414892" y="1263155"/>
                <a:ext cx="290700" cy="290700"/>
              </a:xfrm>
              <a:prstGeom prst="donut">
                <a:avLst>
                  <a:gd name="adj" fmla="val 10182"/>
                </a:avLst>
              </a:prstGeom>
              <a:solidFill>
                <a:schemeClr val="dk2"/>
              </a:soli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124"/>
              <p:cNvSpPr/>
              <p:nvPr/>
            </p:nvSpPr>
            <p:spPr>
              <a:xfrm rot="-3809958">
                <a:off x="5202435" y="1050148"/>
                <a:ext cx="716705" cy="716705"/>
              </a:xfrm>
              <a:prstGeom prst="blockArc">
                <a:avLst>
                  <a:gd name="adj1" fmla="val 5266439"/>
                  <a:gd name="adj2" fmla="val 19995741"/>
                  <a:gd name="adj3" fmla="val 4692"/>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124"/>
              <p:cNvSpPr/>
              <p:nvPr/>
            </p:nvSpPr>
            <p:spPr>
              <a:xfrm rot="-3906059">
                <a:off x="5269616" y="1117617"/>
                <a:ext cx="581445" cy="581445"/>
              </a:xfrm>
              <a:prstGeom prst="blockArc">
                <a:avLst>
                  <a:gd name="adj1" fmla="val 3085776"/>
                  <a:gd name="adj2" fmla="val 20100839"/>
                  <a:gd name="adj3" fmla="val 5564"/>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24"/>
              <p:cNvSpPr/>
              <p:nvPr/>
            </p:nvSpPr>
            <p:spPr>
              <a:xfrm rot="-4222340">
                <a:off x="5339825" y="1187386"/>
                <a:ext cx="442087" cy="442087"/>
              </a:xfrm>
              <a:prstGeom prst="blockArc">
                <a:avLst>
                  <a:gd name="adj1" fmla="val 8884448"/>
                  <a:gd name="adj2" fmla="val 20414899"/>
                  <a:gd name="adj3" fmla="val 7688"/>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24"/>
              <p:cNvSpPr/>
              <p:nvPr/>
            </p:nvSpPr>
            <p:spPr>
              <a:xfrm rot="-4538880">
                <a:off x="5414922" y="1262925"/>
                <a:ext cx="290465" cy="290465"/>
              </a:xfrm>
              <a:prstGeom prst="blockArc">
                <a:avLst>
                  <a:gd name="adj1" fmla="val 6490304"/>
                  <a:gd name="adj2" fmla="val 20700625"/>
                  <a:gd name="adj3" fmla="val 10156"/>
                </a:avLst>
              </a:prstGeom>
              <a:gradFill>
                <a:gsLst>
                  <a:gs pos="0">
                    <a:srgbClr val="8DF1FF"/>
                  </a:gs>
                  <a:gs pos="30000">
                    <a:srgbClr val="F2CEFF"/>
                  </a:gs>
                  <a:gs pos="100000">
                    <a:srgbClr val="0445FF"/>
                  </a:gs>
                </a:gsLst>
                <a:lin ang="8099331" scaled="0"/>
              </a:gradFill>
              <a:ln>
                <a:noFill/>
              </a:ln>
              <a:effectLst>
                <a:outerShdw blurRad="57150"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48" name="Google Shape;3048;p124"/>
            <p:cNvSpPr/>
            <p:nvPr/>
          </p:nvSpPr>
          <p:spPr>
            <a:xfrm rot="-5400000">
              <a:off x="3231586" y="2612133"/>
              <a:ext cx="449625" cy="449625"/>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gradFill>
              <a:gsLst>
                <a:gs pos="0">
                  <a:srgbClr val="8DF1FF"/>
                </a:gs>
                <a:gs pos="30000">
                  <a:srgbClr val="F2CEFF"/>
                </a:gs>
                <a:gs pos="100000">
                  <a:srgbClr val="0445FF"/>
                </a:gs>
              </a:gsLst>
              <a:lin ang="8099331" scaled="0"/>
            </a:gradFill>
            <a:ln>
              <a:noFill/>
            </a:ln>
            <a:effectLst>
              <a:outerShdw blurRad="128588" dist="19050" dir="5400000" algn="bl" rotWithShape="0">
                <a:schemeClr val="accent1">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Shape 3052"/>
        <p:cNvGrpSpPr/>
        <p:nvPr/>
      </p:nvGrpSpPr>
      <p:grpSpPr>
        <a:xfrm>
          <a:off x="0" y="0"/>
          <a:ext cx="0" cy="0"/>
          <a:chOff x="0" y="0"/>
          <a:chExt cx="0" cy="0"/>
        </a:xfrm>
      </p:grpSpPr>
      <p:sp>
        <p:nvSpPr>
          <p:cNvPr id="3053" name="Google Shape;3053;p12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3054" name="Google Shape;3054;p125"/>
          <p:cNvGrpSpPr/>
          <p:nvPr/>
        </p:nvGrpSpPr>
        <p:grpSpPr>
          <a:xfrm>
            <a:off x="719997" y="1486782"/>
            <a:ext cx="1712042" cy="2900522"/>
            <a:chOff x="719992" y="1486766"/>
            <a:chExt cx="1495625" cy="2533871"/>
          </a:xfrm>
        </p:grpSpPr>
        <p:pic>
          <p:nvPicPr>
            <p:cNvPr id="3055" name="Google Shape;3055;p125"/>
            <p:cNvPicPr preferRelativeResize="0"/>
            <p:nvPr/>
          </p:nvPicPr>
          <p:blipFill rotWithShape="1">
            <a:blip r:embed="rId3">
              <a:alphaModFix/>
            </a:blip>
            <a:srcRect l="7340" r="4538" b="19768"/>
            <a:stretch/>
          </p:blipFill>
          <p:spPr>
            <a:xfrm rot="4589354">
              <a:off x="1270776" y="1727451"/>
              <a:ext cx="692300" cy="477620"/>
            </a:xfrm>
            <a:prstGeom prst="rect">
              <a:avLst/>
            </a:prstGeom>
            <a:noFill/>
            <a:ln>
              <a:noFill/>
            </a:ln>
          </p:spPr>
        </p:pic>
        <p:pic>
          <p:nvPicPr>
            <p:cNvPr id="3056" name="Google Shape;3056;p125"/>
            <p:cNvPicPr preferRelativeResize="0"/>
            <p:nvPr/>
          </p:nvPicPr>
          <p:blipFill rotWithShape="1">
            <a:blip r:embed="rId3">
              <a:alphaModFix/>
            </a:blip>
            <a:srcRect l="7340" r="4538" b="19768"/>
            <a:stretch/>
          </p:blipFill>
          <p:spPr>
            <a:xfrm rot="6347937">
              <a:off x="1270777" y="3286708"/>
              <a:ext cx="692301" cy="477620"/>
            </a:xfrm>
            <a:prstGeom prst="rect">
              <a:avLst/>
            </a:prstGeom>
            <a:noFill/>
            <a:ln>
              <a:noFill/>
            </a:ln>
          </p:spPr>
        </p:pic>
        <p:pic>
          <p:nvPicPr>
            <p:cNvPr id="3057" name="Google Shape;3057;p125"/>
            <p:cNvPicPr preferRelativeResize="0"/>
            <p:nvPr/>
          </p:nvPicPr>
          <p:blipFill rotWithShape="1">
            <a:blip r:embed="rId3">
              <a:alphaModFix/>
            </a:blip>
            <a:srcRect l="7340" r="4538" b="19768"/>
            <a:stretch/>
          </p:blipFill>
          <p:spPr>
            <a:xfrm rot="-5399975">
              <a:off x="862226" y="2533506"/>
              <a:ext cx="692301" cy="477620"/>
            </a:xfrm>
            <a:prstGeom prst="rect">
              <a:avLst/>
            </a:prstGeom>
            <a:noFill/>
            <a:ln>
              <a:noFill/>
            </a:ln>
          </p:spPr>
        </p:pic>
        <p:grpSp>
          <p:nvGrpSpPr>
            <p:cNvPr id="3058" name="Google Shape;3058;p125"/>
            <p:cNvGrpSpPr/>
            <p:nvPr/>
          </p:nvGrpSpPr>
          <p:grpSpPr>
            <a:xfrm rot="5400000">
              <a:off x="200869" y="2005889"/>
              <a:ext cx="2533871" cy="1495625"/>
              <a:chOff x="719994" y="2112839"/>
              <a:chExt cx="2533871" cy="1495625"/>
            </a:xfrm>
          </p:grpSpPr>
          <p:sp>
            <p:nvSpPr>
              <p:cNvPr id="3059" name="Google Shape;3059;p125"/>
              <p:cNvSpPr/>
              <p:nvPr/>
            </p:nvSpPr>
            <p:spPr>
              <a:xfrm rot="5400000">
                <a:off x="2466740" y="2616197"/>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125"/>
              <p:cNvSpPr/>
              <p:nvPr/>
            </p:nvSpPr>
            <p:spPr>
              <a:xfrm rot="5400000">
                <a:off x="1724390" y="2606474"/>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125"/>
              <p:cNvSpPr/>
              <p:nvPr/>
            </p:nvSpPr>
            <p:spPr>
              <a:xfrm rot="5400000">
                <a:off x="978619" y="2606474"/>
                <a:ext cx="526648" cy="526648"/>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2" name="Google Shape;3062;p125"/>
              <p:cNvGrpSpPr/>
              <p:nvPr/>
            </p:nvGrpSpPr>
            <p:grpSpPr>
              <a:xfrm rot="5400000">
                <a:off x="1239117" y="1593716"/>
                <a:ext cx="1495625" cy="2533871"/>
                <a:chOff x="2928317" y="1836791"/>
                <a:chExt cx="1495625" cy="2533871"/>
              </a:xfrm>
            </p:grpSpPr>
            <p:cxnSp>
              <p:nvCxnSpPr>
                <p:cNvPr id="3063" name="Google Shape;3063;p125"/>
                <p:cNvCxnSpPr/>
                <p:nvPr/>
              </p:nvCxnSpPr>
              <p:spPr>
                <a:xfrm>
                  <a:off x="4051342" y="3848721"/>
                  <a:ext cx="372600" cy="0"/>
                </a:xfrm>
                <a:prstGeom prst="straightConnector1">
                  <a:avLst/>
                </a:prstGeom>
                <a:noFill/>
                <a:ln w="9525" cap="flat" cmpd="sng">
                  <a:solidFill>
                    <a:schemeClr val="accent1"/>
                  </a:solidFill>
                  <a:prstDash val="solid"/>
                  <a:round/>
                  <a:headEnd type="none" w="med" len="med"/>
                  <a:tailEnd type="oval" w="med" len="med"/>
                </a:ln>
              </p:spPr>
            </p:cxnSp>
            <p:sp>
              <p:nvSpPr>
                <p:cNvPr id="3064" name="Google Shape;3064;p125"/>
                <p:cNvSpPr/>
                <p:nvPr/>
              </p:nvSpPr>
              <p:spPr>
                <a:xfrm rot="2700000">
                  <a:off x="3295442" y="1990209"/>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125"/>
                <p:cNvSpPr/>
                <p:nvPr/>
              </p:nvSpPr>
              <p:spPr>
                <a:xfrm rot="2700000">
                  <a:off x="3314889" y="3476480"/>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125"/>
                <p:cNvSpPr/>
                <p:nvPr/>
              </p:nvSpPr>
              <p:spPr>
                <a:xfrm rot="-8100000">
                  <a:off x="3295874" y="2729261"/>
                  <a:ext cx="747978" cy="747978"/>
                </a:xfrm>
                <a:prstGeom prst="arc">
                  <a:avLst>
                    <a:gd name="adj1" fmla="val 13427665"/>
                    <a:gd name="adj2" fmla="val 2773021"/>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67" name="Google Shape;3067;p125"/>
                <p:cNvCxnSpPr/>
                <p:nvPr/>
              </p:nvCxnSpPr>
              <p:spPr>
                <a:xfrm>
                  <a:off x="4041619" y="2357571"/>
                  <a:ext cx="372600" cy="0"/>
                </a:xfrm>
                <a:prstGeom prst="straightConnector1">
                  <a:avLst/>
                </a:prstGeom>
                <a:noFill/>
                <a:ln w="9525" cap="flat" cmpd="sng">
                  <a:solidFill>
                    <a:schemeClr val="accent1"/>
                  </a:solidFill>
                  <a:prstDash val="solid"/>
                  <a:round/>
                  <a:headEnd type="none" w="med" len="med"/>
                  <a:tailEnd type="oval" w="med" len="med"/>
                </a:ln>
              </p:spPr>
            </p:cxnSp>
            <p:cxnSp>
              <p:nvCxnSpPr>
                <p:cNvPr id="3068" name="Google Shape;3068;p125"/>
                <p:cNvCxnSpPr/>
                <p:nvPr/>
              </p:nvCxnSpPr>
              <p:spPr>
                <a:xfrm>
                  <a:off x="2928317" y="3103721"/>
                  <a:ext cx="372600" cy="0"/>
                </a:xfrm>
                <a:prstGeom prst="straightConnector1">
                  <a:avLst/>
                </a:prstGeom>
                <a:noFill/>
                <a:ln w="9525" cap="flat" cmpd="sng">
                  <a:solidFill>
                    <a:schemeClr val="accent1"/>
                  </a:solidFill>
                  <a:prstDash val="solid"/>
                  <a:round/>
                  <a:headEnd type="oval" w="med" len="med"/>
                  <a:tailEnd type="none" w="med" len="med"/>
                </a:ln>
              </p:spPr>
            </p:cxnSp>
          </p:grpSp>
        </p:grpSp>
      </p:grpSp>
      <p:sp>
        <p:nvSpPr>
          <p:cNvPr id="3069" name="Google Shape;3069;p125"/>
          <p:cNvSpPr/>
          <p:nvPr/>
        </p:nvSpPr>
        <p:spPr>
          <a:xfrm rot="-5400000">
            <a:off x="6944313" y="1935364"/>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125"/>
          <p:cNvSpPr/>
          <p:nvPr/>
        </p:nvSpPr>
        <p:spPr>
          <a:xfrm rot="-5400000">
            <a:off x="7652281" y="1944637"/>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1" name="Google Shape;3071;p125"/>
          <p:cNvGrpSpPr/>
          <p:nvPr/>
        </p:nvGrpSpPr>
        <p:grpSpPr>
          <a:xfrm rot="-5400000">
            <a:off x="6843219" y="1353012"/>
            <a:ext cx="1417105" cy="1712054"/>
            <a:chOff x="2928317" y="1836791"/>
            <a:chExt cx="1485902" cy="1795359"/>
          </a:xfrm>
        </p:grpSpPr>
        <p:sp>
          <p:nvSpPr>
            <p:cNvPr id="3072" name="Google Shape;3072;p125"/>
            <p:cNvSpPr/>
            <p:nvPr/>
          </p:nvSpPr>
          <p:spPr>
            <a:xfrm rot="2700000">
              <a:off x="3295442" y="1990209"/>
              <a:ext cx="740765" cy="740765"/>
            </a:xfrm>
            <a:prstGeom prst="arc">
              <a:avLst>
                <a:gd name="adj1" fmla="val 13427665"/>
                <a:gd name="adj2" fmla="val 2626057"/>
              </a:avLst>
            </a:prstGeom>
            <a:noFill/>
            <a:ln w="9525" cap="flat" cmpd="sng">
              <a:solidFill>
                <a:schemeClr val="accent1"/>
              </a:solidFill>
              <a:prstDash val="solid"/>
              <a:round/>
              <a:headEnd type="oval"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125"/>
            <p:cNvSpPr/>
            <p:nvPr/>
          </p:nvSpPr>
          <p:spPr>
            <a:xfrm rot="-8100000">
              <a:off x="3295874" y="2729261"/>
              <a:ext cx="747978" cy="747978"/>
            </a:xfrm>
            <a:prstGeom prst="arc">
              <a:avLst>
                <a:gd name="adj1" fmla="val 13427665"/>
                <a:gd name="adj2" fmla="val 2773021"/>
              </a:avLst>
            </a:prstGeom>
            <a:noFill/>
            <a:ln w="9525" cap="flat" cmpd="sng">
              <a:solidFill>
                <a:schemeClr val="accent1"/>
              </a:solidFill>
              <a:prstDash val="solid"/>
              <a:round/>
              <a:headEnd type="oval" w="sm" len="sm"/>
              <a:tailEnd type="oval"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74" name="Google Shape;3074;p125"/>
            <p:cNvCxnSpPr/>
            <p:nvPr/>
          </p:nvCxnSpPr>
          <p:spPr>
            <a:xfrm>
              <a:off x="4041619" y="2357571"/>
              <a:ext cx="372600" cy="0"/>
            </a:xfrm>
            <a:prstGeom prst="straightConnector1">
              <a:avLst/>
            </a:prstGeom>
            <a:noFill/>
            <a:ln w="9525" cap="flat" cmpd="sng">
              <a:solidFill>
                <a:schemeClr val="accent1"/>
              </a:solidFill>
              <a:prstDash val="solid"/>
              <a:round/>
              <a:headEnd type="none" w="med" len="med"/>
              <a:tailEnd type="oval" w="med" len="med"/>
            </a:ln>
          </p:spPr>
        </p:cxnSp>
        <p:cxnSp>
          <p:nvCxnSpPr>
            <p:cNvPr id="3075" name="Google Shape;3075;p125"/>
            <p:cNvCxnSpPr/>
            <p:nvPr/>
          </p:nvCxnSpPr>
          <p:spPr>
            <a:xfrm>
              <a:off x="2928317" y="3103721"/>
              <a:ext cx="372600" cy="0"/>
            </a:xfrm>
            <a:prstGeom prst="straightConnector1">
              <a:avLst/>
            </a:prstGeom>
            <a:noFill/>
            <a:ln w="9525" cap="flat" cmpd="sng">
              <a:solidFill>
                <a:schemeClr val="accent1"/>
              </a:solidFill>
              <a:prstDash val="solid"/>
              <a:round/>
              <a:headEnd type="oval" w="med" len="med"/>
              <a:tailEnd type="none" w="med" len="med"/>
            </a:ln>
          </p:spPr>
        </p:cxnSp>
      </p:grpSp>
      <p:sp>
        <p:nvSpPr>
          <p:cNvPr id="3076" name="Google Shape;3076;p125"/>
          <p:cNvSpPr/>
          <p:nvPr/>
        </p:nvSpPr>
        <p:spPr>
          <a:xfrm rot="-5400000" flipH="1">
            <a:off x="4820559" y="1971522"/>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25"/>
          <p:cNvSpPr/>
          <p:nvPr/>
        </p:nvSpPr>
        <p:spPr>
          <a:xfrm rot="-5400000" flipH="1">
            <a:off x="5528527" y="1962249"/>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25"/>
          <p:cNvSpPr/>
          <p:nvPr/>
        </p:nvSpPr>
        <p:spPr>
          <a:xfrm rot="-5400000" flipH="1">
            <a:off x="6239757" y="1962249"/>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9" name="Google Shape;3079;p125"/>
          <p:cNvGrpSpPr/>
          <p:nvPr/>
        </p:nvGrpSpPr>
        <p:grpSpPr>
          <a:xfrm rot="-5400000" flipH="1">
            <a:off x="5066951" y="996556"/>
            <a:ext cx="1426378" cy="2416300"/>
            <a:chOff x="2928317" y="1836791"/>
            <a:chExt cx="1495625" cy="2533871"/>
          </a:xfrm>
        </p:grpSpPr>
        <p:cxnSp>
          <p:nvCxnSpPr>
            <p:cNvPr id="3080" name="Google Shape;3080;p125"/>
            <p:cNvCxnSpPr/>
            <p:nvPr/>
          </p:nvCxnSpPr>
          <p:spPr>
            <a:xfrm>
              <a:off x="4051342" y="3848721"/>
              <a:ext cx="372600" cy="0"/>
            </a:xfrm>
            <a:prstGeom prst="straightConnector1">
              <a:avLst/>
            </a:prstGeom>
            <a:noFill/>
            <a:ln w="9525" cap="flat" cmpd="sng">
              <a:solidFill>
                <a:schemeClr val="accent1"/>
              </a:solidFill>
              <a:prstDash val="solid"/>
              <a:round/>
              <a:headEnd type="none" w="med" len="med"/>
              <a:tailEnd type="oval" w="med" len="med"/>
            </a:ln>
          </p:spPr>
        </p:cxnSp>
        <p:sp>
          <p:nvSpPr>
            <p:cNvPr id="3081" name="Google Shape;3081;p125"/>
            <p:cNvSpPr/>
            <p:nvPr/>
          </p:nvSpPr>
          <p:spPr>
            <a:xfrm rot="2700000">
              <a:off x="3295442" y="1990209"/>
              <a:ext cx="740765" cy="740765"/>
            </a:xfrm>
            <a:prstGeom prst="arc">
              <a:avLst>
                <a:gd name="adj1" fmla="val 13427665"/>
                <a:gd name="adj2" fmla="val 2626057"/>
              </a:avLst>
            </a:prstGeom>
            <a:noFill/>
            <a:ln w="9525" cap="flat" cmpd="sng">
              <a:solidFill>
                <a:schemeClr val="accent1"/>
              </a:solidFill>
              <a:prstDash val="solid"/>
              <a:round/>
              <a:headEnd type="oval" w="sm" len="sm"/>
              <a:tailEnd type="oval"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25"/>
            <p:cNvSpPr/>
            <p:nvPr/>
          </p:nvSpPr>
          <p:spPr>
            <a:xfrm rot="2700000">
              <a:off x="3314889" y="3476480"/>
              <a:ext cx="740765" cy="740765"/>
            </a:xfrm>
            <a:prstGeom prst="arc">
              <a:avLst>
                <a:gd name="adj1" fmla="val 13427665"/>
                <a:gd name="adj2" fmla="val 2626057"/>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125"/>
            <p:cNvSpPr/>
            <p:nvPr/>
          </p:nvSpPr>
          <p:spPr>
            <a:xfrm rot="-8100000">
              <a:off x="3295874" y="2729261"/>
              <a:ext cx="747978" cy="747978"/>
            </a:xfrm>
            <a:prstGeom prst="arc">
              <a:avLst>
                <a:gd name="adj1" fmla="val 13427665"/>
                <a:gd name="adj2" fmla="val 2773021"/>
              </a:avLst>
            </a:prstGeom>
            <a:noFill/>
            <a:ln w="9525" cap="flat" cmpd="sng">
              <a:solidFill>
                <a:schemeClr val="accent1"/>
              </a:solidFill>
              <a:prstDash val="solid"/>
              <a:round/>
              <a:headEnd type="oval"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84" name="Google Shape;3084;p125"/>
            <p:cNvCxnSpPr/>
            <p:nvPr/>
          </p:nvCxnSpPr>
          <p:spPr>
            <a:xfrm>
              <a:off x="4041619" y="2357571"/>
              <a:ext cx="372600" cy="0"/>
            </a:xfrm>
            <a:prstGeom prst="straightConnector1">
              <a:avLst/>
            </a:prstGeom>
            <a:noFill/>
            <a:ln w="9525" cap="flat" cmpd="sng">
              <a:solidFill>
                <a:schemeClr val="accent1"/>
              </a:solidFill>
              <a:prstDash val="solid"/>
              <a:round/>
              <a:headEnd type="none" w="med" len="med"/>
              <a:tailEnd type="oval" w="med" len="med"/>
            </a:ln>
          </p:spPr>
        </p:cxnSp>
        <p:cxnSp>
          <p:nvCxnSpPr>
            <p:cNvPr id="3085" name="Google Shape;3085;p125"/>
            <p:cNvCxnSpPr/>
            <p:nvPr/>
          </p:nvCxnSpPr>
          <p:spPr>
            <a:xfrm>
              <a:off x="2928317" y="3103721"/>
              <a:ext cx="372600" cy="0"/>
            </a:xfrm>
            <a:prstGeom prst="straightConnector1">
              <a:avLst/>
            </a:prstGeom>
            <a:noFill/>
            <a:ln w="9525" cap="flat" cmpd="sng">
              <a:solidFill>
                <a:schemeClr val="accent1"/>
              </a:solidFill>
              <a:prstDash val="solid"/>
              <a:round/>
              <a:headEnd type="oval" w="med" len="med"/>
              <a:tailEnd type="none" w="med" len="med"/>
            </a:ln>
          </p:spPr>
        </p:cxnSp>
      </p:grpSp>
      <p:grpSp>
        <p:nvGrpSpPr>
          <p:cNvPr id="3086" name="Google Shape;3086;p125"/>
          <p:cNvGrpSpPr/>
          <p:nvPr/>
        </p:nvGrpSpPr>
        <p:grpSpPr>
          <a:xfrm>
            <a:off x="2789236" y="1544010"/>
            <a:ext cx="1495590" cy="1389075"/>
            <a:chOff x="3348603" y="1236445"/>
            <a:chExt cx="749256" cy="695894"/>
          </a:xfrm>
        </p:grpSpPr>
        <p:grpSp>
          <p:nvGrpSpPr>
            <p:cNvPr id="3087" name="Google Shape;3087;p125"/>
            <p:cNvGrpSpPr/>
            <p:nvPr/>
          </p:nvGrpSpPr>
          <p:grpSpPr>
            <a:xfrm>
              <a:off x="3583779" y="1236445"/>
              <a:ext cx="293795" cy="285811"/>
              <a:chOff x="3750225" y="1774000"/>
              <a:chExt cx="149575" cy="145525"/>
            </a:xfrm>
          </p:grpSpPr>
          <p:sp>
            <p:nvSpPr>
              <p:cNvPr id="3088" name="Google Shape;3088;p12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12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0" name="Google Shape;3090;p125"/>
            <p:cNvGrpSpPr/>
            <p:nvPr/>
          </p:nvGrpSpPr>
          <p:grpSpPr>
            <a:xfrm>
              <a:off x="3775534" y="1462599"/>
              <a:ext cx="322325" cy="285958"/>
              <a:chOff x="3847850" y="1889150"/>
              <a:chExt cx="164100" cy="145600"/>
            </a:xfrm>
          </p:grpSpPr>
          <p:sp>
            <p:nvSpPr>
              <p:cNvPr id="3091" name="Google Shape;3091;p12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2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3" name="Google Shape;3093;p125"/>
            <p:cNvGrpSpPr/>
            <p:nvPr/>
          </p:nvGrpSpPr>
          <p:grpSpPr>
            <a:xfrm>
              <a:off x="3545329" y="1646528"/>
              <a:ext cx="293746" cy="285811"/>
              <a:chOff x="3730650" y="1982800"/>
              <a:chExt cx="149550" cy="145525"/>
            </a:xfrm>
          </p:grpSpPr>
          <p:sp>
            <p:nvSpPr>
              <p:cNvPr id="3094" name="Google Shape;3094;p12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2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125"/>
            <p:cNvGrpSpPr/>
            <p:nvPr/>
          </p:nvGrpSpPr>
          <p:grpSpPr>
            <a:xfrm>
              <a:off x="3348603" y="1415046"/>
              <a:ext cx="294384" cy="284387"/>
              <a:chOff x="3630494" y="1864938"/>
              <a:chExt cx="149875" cy="144800"/>
            </a:xfrm>
          </p:grpSpPr>
          <p:sp>
            <p:nvSpPr>
              <p:cNvPr id="3097" name="Google Shape;3097;p12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12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chemeClr val="dk2"/>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99" name="Google Shape;3099;p125"/>
          <p:cNvGrpSpPr/>
          <p:nvPr/>
        </p:nvGrpSpPr>
        <p:grpSpPr>
          <a:xfrm>
            <a:off x="4820559" y="3023432"/>
            <a:ext cx="3385555" cy="1177267"/>
            <a:chOff x="4820559" y="3023432"/>
            <a:chExt cx="3385555" cy="1177267"/>
          </a:xfrm>
        </p:grpSpPr>
        <p:pic>
          <p:nvPicPr>
            <p:cNvPr id="3100" name="Google Shape;3100;p125"/>
            <p:cNvPicPr preferRelativeResize="0"/>
            <p:nvPr/>
          </p:nvPicPr>
          <p:blipFill rotWithShape="1">
            <a:blip r:embed="rId3">
              <a:alphaModFix/>
            </a:blip>
            <a:srcRect l="7340" r="4538" b="19768"/>
            <a:stretch/>
          </p:blipFill>
          <p:spPr>
            <a:xfrm rot="-9899638">
              <a:off x="7030216" y="3315021"/>
              <a:ext cx="1096648" cy="756606"/>
            </a:xfrm>
            <a:prstGeom prst="rect">
              <a:avLst/>
            </a:prstGeom>
            <a:noFill/>
            <a:ln>
              <a:noFill/>
            </a:ln>
          </p:spPr>
        </p:pic>
        <p:pic>
          <p:nvPicPr>
            <p:cNvPr id="3101" name="Google Shape;3101;p125"/>
            <p:cNvPicPr preferRelativeResize="0"/>
            <p:nvPr/>
          </p:nvPicPr>
          <p:blipFill rotWithShape="1">
            <a:blip r:embed="rId3">
              <a:alphaModFix/>
            </a:blip>
            <a:srcRect l="7340" r="4538" b="19768"/>
            <a:stretch/>
          </p:blipFill>
          <p:spPr>
            <a:xfrm rot="16">
              <a:off x="4850854" y="3023434"/>
              <a:ext cx="1096648" cy="756608"/>
            </a:xfrm>
            <a:prstGeom prst="rect">
              <a:avLst/>
            </a:prstGeom>
            <a:noFill/>
            <a:ln>
              <a:noFill/>
            </a:ln>
          </p:spPr>
        </p:pic>
        <p:pic>
          <p:nvPicPr>
            <p:cNvPr id="3102" name="Google Shape;3102;p125"/>
            <p:cNvPicPr preferRelativeResize="0"/>
            <p:nvPr/>
          </p:nvPicPr>
          <p:blipFill rotWithShape="1">
            <a:blip r:embed="rId3">
              <a:alphaModFix/>
            </a:blip>
            <a:srcRect l="7340" r="4538" b="19768"/>
            <a:stretch/>
          </p:blipFill>
          <p:spPr>
            <a:xfrm rot="16">
              <a:off x="6293178" y="3023434"/>
              <a:ext cx="1096648" cy="756608"/>
            </a:xfrm>
            <a:prstGeom prst="rect">
              <a:avLst/>
            </a:prstGeom>
            <a:noFill/>
            <a:ln>
              <a:noFill/>
            </a:ln>
          </p:spPr>
        </p:pic>
        <p:pic>
          <p:nvPicPr>
            <p:cNvPr id="3103" name="Google Shape;3103;p125"/>
            <p:cNvPicPr preferRelativeResize="0"/>
            <p:nvPr/>
          </p:nvPicPr>
          <p:blipFill rotWithShape="1">
            <a:blip r:embed="rId3">
              <a:alphaModFix/>
            </a:blip>
            <a:srcRect l="7340" r="4538" b="19768"/>
            <a:stretch/>
          </p:blipFill>
          <p:spPr>
            <a:xfrm rot="-9899638">
              <a:off x="5511491" y="3315021"/>
              <a:ext cx="1096648" cy="756606"/>
            </a:xfrm>
            <a:prstGeom prst="rect">
              <a:avLst/>
            </a:prstGeom>
            <a:noFill/>
            <a:ln>
              <a:noFill/>
            </a:ln>
          </p:spPr>
        </p:pic>
        <p:sp>
          <p:nvSpPr>
            <p:cNvPr id="3104" name="Google Shape;3104;p125"/>
            <p:cNvSpPr/>
            <p:nvPr/>
          </p:nvSpPr>
          <p:spPr>
            <a:xfrm rot="-5400000">
              <a:off x="6944313" y="3285539"/>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125"/>
            <p:cNvSpPr/>
            <p:nvPr/>
          </p:nvSpPr>
          <p:spPr>
            <a:xfrm rot="-5400000">
              <a:off x="7652281" y="3294812"/>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125"/>
            <p:cNvSpPr/>
            <p:nvPr/>
          </p:nvSpPr>
          <p:spPr>
            <a:xfrm rot="-5400000" flipH="1">
              <a:off x="4820559" y="3321697"/>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25"/>
            <p:cNvSpPr/>
            <p:nvPr/>
          </p:nvSpPr>
          <p:spPr>
            <a:xfrm rot="-5400000" flipH="1">
              <a:off x="5528527" y="3312424"/>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25"/>
            <p:cNvSpPr/>
            <p:nvPr/>
          </p:nvSpPr>
          <p:spPr>
            <a:xfrm rot="-5400000" flipH="1">
              <a:off x="6239757" y="3312424"/>
              <a:ext cx="502222" cy="502222"/>
            </a:xfrm>
            <a:custGeom>
              <a:avLst/>
              <a:gdLst/>
              <a:ahLst/>
              <a:cxnLst/>
              <a:rect l="l" t="t" r="r" b="b"/>
              <a:pathLst>
                <a:path w="29970" h="29970" extrusionOk="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9" name="Google Shape;3109;p125"/>
          <p:cNvGrpSpPr/>
          <p:nvPr/>
        </p:nvGrpSpPr>
        <p:grpSpPr>
          <a:xfrm>
            <a:off x="2484446" y="3492759"/>
            <a:ext cx="1984118" cy="132280"/>
            <a:chOff x="3558802" y="4011427"/>
            <a:chExt cx="1866000" cy="111300"/>
          </a:xfrm>
        </p:grpSpPr>
        <p:sp>
          <p:nvSpPr>
            <p:cNvPr id="3110" name="Google Shape;3110;p125"/>
            <p:cNvSpPr/>
            <p:nvPr/>
          </p:nvSpPr>
          <p:spPr>
            <a:xfrm rot="5400000" flipH="1">
              <a:off x="4436152" y="3134077"/>
              <a:ext cx="111300" cy="1866000"/>
            </a:xfrm>
            <a:prstGeom prst="round2SameRect">
              <a:avLst>
                <a:gd name="adj1" fmla="val 50000"/>
                <a:gd name="adj2" fmla="val 5000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25"/>
            <p:cNvSpPr/>
            <p:nvPr/>
          </p:nvSpPr>
          <p:spPr>
            <a:xfrm rot="5400000" flipH="1">
              <a:off x="4267998" y="3312485"/>
              <a:ext cx="103800" cy="1508100"/>
            </a:xfrm>
            <a:prstGeom prst="round2SameRect">
              <a:avLst>
                <a:gd name="adj1" fmla="val 50000"/>
                <a:gd name="adj2" fmla="val 5000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125"/>
          <p:cNvGrpSpPr/>
          <p:nvPr/>
        </p:nvGrpSpPr>
        <p:grpSpPr>
          <a:xfrm>
            <a:off x="2484446" y="3867034"/>
            <a:ext cx="1984118" cy="132280"/>
            <a:chOff x="3558802" y="4011427"/>
            <a:chExt cx="1866000" cy="111300"/>
          </a:xfrm>
        </p:grpSpPr>
        <p:sp>
          <p:nvSpPr>
            <p:cNvPr id="3113" name="Google Shape;3113;p125"/>
            <p:cNvSpPr/>
            <p:nvPr/>
          </p:nvSpPr>
          <p:spPr>
            <a:xfrm rot="5400000" flipH="1">
              <a:off x="4436152" y="3134077"/>
              <a:ext cx="111300" cy="1866000"/>
            </a:xfrm>
            <a:prstGeom prst="round2SameRect">
              <a:avLst>
                <a:gd name="adj1" fmla="val 50000"/>
                <a:gd name="adj2" fmla="val 5000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125"/>
            <p:cNvSpPr/>
            <p:nvPr/>
          </p:nvSpPr>
          <p:spPr>
            <a:xfrm rot="5400000" flipH="1">
              <a:off x="3881560" y="3698777"/>
              <a:ext cx="103800" cy="735600"/>
            </a:xfrm>
            <a:prstGeom prst="round2SameRect">
              <a:avLst>
                <a:gd name="adj1" fmla="val 50000"/>
                <a:gd name="adj2" fmla="val 5000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5" name="Google Shape;3115;p125"/>
          <p:cNvGrpSpPr/>
          <p:nvPr/>
        </p:nvGrpSpPr>
        <p:grpSpPr>
          <a:xfrm>
            <a:off x="2484446" y="4241309"/>
            <a:ext cx="1984118" cy="132280"/>
            <a:chOff x="3558802" y="4011427"/>
            <a:chExt cx="1866000" cy="111300"/>
          </a:xfrm>
        </p:grpSpPr>
        <p:sp>
          <p:nvSpPr>
            <p:cNvPr id="3116" name="Google Shape;3116;p125"/>
            <p:cNvSpPr/>
            <p:nvPr/>
          </p:nvSpPr>
          <p:spPr>
            <a:xfrm rot="5400000" flipH="1">
              <a:off x="4436152" y="3134077"/>
              <a:ext cx="111300" cy="1866000"/>
            </a:xfrm>
            <a:prstGeom prst="round2SameRect">
              <a:avLst>
                <a:gd name="adj1" fmla="val 50000"/>
                <a:gd name="adj2" fmla="val 5000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25"/>
            <p:cNvSpPr/>
            <p:nvPr/>
          </p:nvSpPr>
          <p:spPr>
            <a:xfrm rot="5400000" flipH="1">
              <a:off x="4023055" y="3557338"/>
              <a:ext cx="99900" cy="1014300"/>
            </a:xfrm>
            <a:prstGeom prst="round2SameRect">
              <a:avLst>
                <a:gd name="adj1" fmla="val 50000"/>
                <a:gd name="adj2" fmla="val 50000"/>
              </a:avLst>
            </a:prstGeom>
            <a:gradFill>
              <a:gsLst>
                <a:gs pos="0">
                  <a:srgbClr val="8DF1FF"/>
                </a:gs>
                <a:gs pos="30000">
                  <a:srgbClr val="F2CEFF"/>
                </a:gs>
                <a:gs pos="100000">
                  <a:srgbClr val="0445FF"/>
                </a:gs>
              </a:gsLst>
              <a:lin ang="8099331" scaled="0"/>
            </a:gra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8" name="Google Shape;3118;p125"/>
          <p:cNvGrpSpPr/>
          <p:nvPr/>
        </p:nvGrpSpPr>
        <p:grpSpPr>
          <a:xfrm>
            <a:off x="2484423" y="3118464"/>
            <a:ext cx="1528507" cy="132299"/>
            <a:chOff x="3465975" y="2270276"/>
            <a:chExt cx="1986364" cy="171929"/>
          </a:xfrm>
        </p:grpSpPr>
        <p:sp>
          <p:nvSpPr>
            <p:cNvPr id="3119" name="Google Shape;3119;p125"/>
            <p:cNvSpPr/>
            <p:nvPr/>
          </p:nvSpPr>
          <p:spPr>
            <a:xfrm rot="-5400000">
              <a:off x="3725184" y="2270305"/>
              <a:ext cx="171900" cy="171900"/>
            </a:xfrm>
            <a:prstGeom prst="ellipse">
              <a:avLst/>
            </a:prstGeom>
            <a:gradFill>
              <a:gsLst>
                <a:gs pos="0">
                  <a:srgbClr val="8DF1FF"/>
                </a:gs>
                <a:gs pos="30000">
                  <a:srgbClr val="F2CEFF"/>
                </a:gs>
                <a:gs pos="100000">
                  <a:srgbClr val="0445FF"/>
                </a:gs>
              </a:gsLst>
              <a:lin ang="8099331" scaled="0"/>
            </a:gra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25"/>
            <p:cNvSpPr/>
            <p:nvPr/>
          </p:nvSpPr>
          <p:spPr>
            <a:xfrm rot="-5400000">
              <a:off x="3984394" y="2270305"/>
              <a:ext cx="171900" cy="171900"/>
            </a:xfrm>
            <a:prstGeom prst="ellipse">
              <a:avLst/>
            </a:prstGeom>
            <a:gradFill>
              <a:gsLst>
                <a:gs pos="0">
                  <a:srgbClr val="8DF1FF"/>
                </a:gs>
                <a:gs pos="30000">
                  <a:srgbClr val="F2CEFF"/>
                </a:gs>
                <a:gs pos="100000">
                  <a:srgbClr val="0445FF"/>
                </a:gs>
              </a:gsLst>
              <a:lin ang="8099331" scaled="0"/>
            </a:gra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25"/>
            <p:cNvSpPr/>
            <p:nvPr/>
          </p:nvSpPr>
          <p:spPr>
            <a:xfrm rot="-5400000">
              <a:off x="4243603" y="2270305"/>
              <a:ext cx="171900" cy="17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25"/>
            <p:cNvSpPr/>
            <p:nvPr/>
          </p:nvSpPr>
          <p:spPr>
            <a:xfrm rot="-5400000">
              <a:off x="4502812" y="2270305"/>
              <a:ext cx="171900" cy="17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25"/>
            <p:cNvSpPr/>
            <p:nvPr/>
          </p:nvSpPr>
          <p:spPr>
            <a:xfrm rot="-5400000">
              <a:off x="4762021" y="2270305"/>
              <a:ext cx="171900" cy="17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25"/>
            <p:cNvSpPr/>
            <p:nvPr/>
          </p:nvSpPr>
          <p:spPr>
            <a:xfrm rot="-5400000">
              <a:off x="3465975" y="2270305"/>
              <a:ext cx="171900" cy="171900"/>
            </a:xfrm>
            <a:prstGeom prst="ellipse">
              <a:avLst/>
            </a:prstGeom>
            <a:gradFill>
              <a:gsLst>
                <a:gs pos="0">
                  <a:srgbClr val="8DF1FF"/>
                </a:gs>
                <a:gs pos="30000">
                  <a:srgbClr val="F2CEFF"/>
                </a:gs>
                <a:gs pos="100000">
                  <a:srgbClr val="0445FF"/>
                </a:gs>
              </a:gsLst>
              <a:lin ang="8099331" scaled="0"/>
            </a:gra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25"/>
            <p:cNvSpPr/>
            <p:nvPr/>
          </p:nvSpPr>
          <p:spPr>
            <a:xfrm rot="-5400000">
              <a:off x="5021230" y="2270276"/>
              <a:ext cx="171900" cy="17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25"/>
            <p:cNvSpPr/>
            <p:nvPr/>
          </p:nvSpPr>
          <p:spPr>
            <a:xfrm rot="-5400000">
              <a:off x="5280440" y="2270276"/>
              <a:ext cx="171900" cy="17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Shape 3130"/>
        <p:cNvGrpSpPr/>
        <p:nvPr/>
      </p:nvGrpSpPr>
      <p:grpSpPr>
        <a:xfrm>
          <a:off x="0" y="0"/>
          <a:ext cx="0" cy="0"/>
          <a:chOff x="0" y="0"/>
          <a:chExt cx="0" cy="0"/>
        </a:xfrm>
      </p:grpSpPr>
      <p:sp>
        <p:nvSpPr>
          <p:cNvPr id="3131" name="Google Shape;3131;p12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3132" name="Google Shape;3132;p126"/>
          <p:cNvSpPr txBox="1">
            <a:spLocks noGrp="1"/>
          </p:cNvSpPr>
          <p:nvPr>
            <p:ph type="body" idx="1"/>
          </p:nvPr>
        </p:nvSpPr>
        <p:spPr>
          <a:xfrm>
            <a:off x="720000" y="1152475"/>
            <a:ext cx="36135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marL="0" lvl="0" indent="0" algn="l" rtl="0">
              <a:spcBef>
                <a:spcPts val="0"/>
              </a:spcBef>
              <a:spcAft>
                <a:spcPts val="0"/>
              </a:spcAft>
              <a:buNone/>
            </a:pPr>
            <a:endParaRPr sz="1800">
              <a:latin typeface="Orbitron Black"/>
              <a:ea typeface="Orbitron Black"/>
              <a:cs typeface="Orbitron Black"/>
              <a:sym typeface="Orbitron Black"/>
            </a:endParaRPr>
          </a:p>
          <a:p>
            <a:pPr marL="457200" marR="50800" lvl="0" indent="-304800" algn="l" rtl="0">
              <a:lnSpc>
                <a:spcPct val="100000"/>
              </a:lnSpc>
              <a:spcBef>
                <a:spcPts val="0"/>
              </a:spcBef>
              <a:spcAft>
                <a:spcPts val="0"/>
              </a:spcAft>
              <a:buSzPts val="1200"/>
              <a:buChar char="●"/>
            </a:pPr>
            <a:r>
              <a:rPr lang="en" sz="1200">
                <a:uFill>
                  <a:noFill/>
                </a:uFill>
                <a:hlinkClick r:id="rId3"/>
              </a:rPr>
              <a:t>Woman wearing virtual reality simulator</a:t>
            </a:r>
            <a:endParaRPr sz="1200"/>
          </a:p>
          <a:p>
            <a:pPr marL="457200" marR="50800" lvl="0" indent="-304800" algn="l" rtl="0">
              <a:lnSpc>
                <a:spcPct val="100000"/>
              </a:lnSpc>
              <a:spcBef>
                <a:spcPts val="0"/>
              </a:spcBef>
              <a:spcAft>
                <a:spcPts val="0"/>
              </a:spcAft>
              <a:buSzPts val="1200"/>
              <a:buChar char="●"/>
            </a:pPr>
            <a:r>
              <a:rPr lang="en" sz="1200">
                <a:uFill>
                  <a:noFill/>
                </a:uFill>
                <a:hlinkClick r:id="rId4"/>
              </a:rPr>
              <a:t>Close up woman working on digital monitors</a:t>
            </a:r>
            <a:endParaRPr sz="1200"/>
          </a:p>
          <a:p>
            <a:pPr marL="457200" marR="50800" lvl="0" indent="-304800" algn="l" rtl="0">
              <a:lnSpc>
                <a:spcPct val="100000"/>
              </a:lnSpc>
              <a:spcBef>
                <a:spcPts val="0"/>
              </a:spcBef>
              <a:spcAft>
                <a:spcPts val="0"/>
              </a:spcAft>
              <a:buSzPts val="1200"/>
              <a:buChar char="●"/>
            </a:pPr>
            <a:r>
              <a:rPr lang="en" sz="1200">
                <a:uFill>
                  <a:noFill/>
                </a:uFill>
                <a:hlinkClick r:id="rId5"/>
              </a:rPr>
              <a:t>Young man wearing white clothes using tablet close up</a:t>
            </a:r>
            <a:endParaRPr sz="1200"/>
          </a:p>
          <a:p>
            <a:pPr marL="457200" marR="50800" lvl="0" indent="-304800" algn="l" rtl="0">
              <a:lnSpc>
                <a:spcPct val="100000"/>
              </a:lnSpc>
              <a:spcBef>
                <a:spcPts val="0"/>
              </a:spcBef>
              <a:spcAft>
                <a:spcPts val="0"/>
              </a:spcAft>
              <a:buSzPts val="1200"/>
              <a:buChar char="●"/>
            </a:pPr>
            <a:r>
              <a:rPr lang="en" sz="1200">
                <a:uFill>
                  <a:noFill/>
                </a:uFill>
                <a:hlinkClick r:id="rId6"/>
              </a:rPr>
              <a:t>Close up woman with hand prototype</a:t>
            </a:r>
            <a:endParaRPr sz="1200"/>
          </a:p>
          <a:p>
            <a:pPr marL="457200" marR="50800" lvl="0" indent="-304800" algn="l" rtl="0">
              <a:lnSpc>
                <a:spcPct val="100000"/>
              </a:lnSpc>
              <a:spcBef>
                <a:spcPts val="0"/>
              </a:spcBef>
              <a:spcAft>
                <a:spcPts val="0"/>
              </a:spcAft>
              <a:buSzPts val="1200"/>
              <a:buChar char="●"/>
            </a:pPr>
            <a:r>
              <a:rPr lang="en" sz="1200">
                <a:uFill>
                  <a:noFill/>
                </a:uFill>
                <a:hlinkClick r:id="rId7"/>
              </a:rPr>
              <a:t>Woman wearing digital glasses</a:t>
            </a:r>
            <a:endParaRPr sz="1200"/>
          </a:p>
          <a:p>
            <a:pPr marL="457200" marR="50800" lvl="0" indent="-304800" algn="l" rtl="0">
              <a:lnSpc>
                <a:spcPct val="100000"/>
              </a:lnSpc>
              <a:spcBef>
                <a:spcPts val="0"/>
              </a:spcBef>
              <a:spcAft>
                <a:spcPts val="0"/>
              </a:spcAft>
              <a:buSzPts val="1200"/>
              <a:buChar char="●"/>
            </a:pPr>
            <a:r>
              <a:rPr lang="en" sz="1200">
                <a:uFill>
                  <a:noFill/>
                </a:uFill>
                <a:hlinkClick r:id="rId8"/>
              </a:rPr>
              <a:t>Young man wearing white clothes using tablet</a:t>
            </a:r>
            <a:endParaRPr sz="1200"/>
          </a:p>
          <a:p>
            <a:pPr marL="457200" marR="50800" lvl="0" indent="-304800" algn="l" rtl="0">
              <a:lnSpc>
                <a:spcPct val="100000"/>
              </a:lnSpc>
              <a:spcBef>
                <a:spcPts val="0"/>
              </a:spcBef>
              <a:spcAft>
                <a:spcPts val="0"/>
              </a:spcAft>
              <a:buSzPts val="1200"/>
              <a:buChar char="●"/>
            </a:pPr>
            <a:r>
              <a:rPr lang="en" sz="1200">
                <a:uFill>
                  <a:noFill/>
                </a:uFill>
                <a:hlinkClick r:id="rId9"/>
              </a:rPr>
              <a:t>Technology man using a virtual reality headset device</a:t>
            </a:r>
            <a:endParaRPr sz="1200"/>
          </a:p>
          <a:p>
            <a:pPr marL="457200" marR="50800" lvl="0" indent="0" algn="l" rtl="0">
              <a:lnSpc>
                <a:spcPct val="100000"/>
              </a:lnSpc>
              <a:spcBef>
                <a:spcPts val="0"/>
              </a:spcBef>
              <a:spcAft>
                <a:spcPts val="0"/>
              </a:spcAft>
              <a:buNone/>
            </a:pPr>
            <a:endParaRPr sz="1800">
              <a:latin typeface="Orbitron Black"/>
              <a:ea typeface="Orbitron Black"/>
              <a:cs typeface="Orbitron Black"/>
              <a:sym typeface="Orbitron Black"/>
            </a:endParaRPr>
          </a:p>
        </p:txBody>
      </p:sp>
      <p:sp>
        <p:nvSpPr>
          <p:cNvPr id="3133" name="Google Shape;3133;p126"/>
          <p:cNvSpPr txBox="1">
            <a:spLocks noGrp="1"/>
          </p:cNvSpPr>
          <p:nvPr>
            <p:ph type="body" idx="2"/>
          </p:nvPr>
        </p:nvSpPr>
        <p:spPr>
          <a:xfrm>
            <a:off x="4810500" y="1152475"/>
            <a:ext cx="3613500" cy="3416400"/>
          </a:xfrm>
          <a:prstGeom prst="rect">
            <a:avLst/>
          </a:prstGeom>
        </p:spPr>
        <p:txBody>
          <a:bodyPr spcFirstLastPara="1" wrap="square" lIns="91425" tIns="91425" rIns="91425" bIns="91425" anchor="ctr" anchorCtr="0">
            <a:noAutofit/>
          </a:bodyPr>
          <a:lstStyle/>
          <a:p>
            <a:pPr marL="457200" lvl="0" indent="-304800" algn="l" rtl="0">
              <a:spcBef>
                <a:spcPts val="0"/>
              </a:spcBef>
              <a:spcAft>
                <a:spcPts val="0"/>
              </a:spcAft>
              <a:buSzPts val="1200"/>
              <a:buChar char="●"/>
            </a:pPr>
            <a:r>
              <a:rPr lang="en">
                <a:uFill>
                  <a:noFill/>
                </a:uFill>
                <a:hlinkClick r:id="rId10"/>
              </a:rPr>
              <a:t>Man with futuristic device and copy-space</a:t>
            </a:r>
            <a:endParaRPr/>
          </a:p>
          <a:p>
            <a:pPr marL="457200" lvl="0" indent="-304800" algn="l" rtl="0">
              <a:spcBef>
                <a:spcPts val="0"/>
              </a:spcBef>
              <a:spcAft>
                <a:spcPts val="0"/>
              </a:spcAft>
              <a:buSzPts val="1200"/>
              <a:buChar char="●"/>
            </a:pPr>
            <a:r>
              <a:rPr lang="en">
                <a:uFill>
                  <a:noFill/>
                </a:uFill>
                <a:hlinkClick r:id="rId11"/>
              </a:rPr>
              <a:t>Woman wearing vr glasses  with copy-space</a:t>
            </a:r>
            <a:endParaRPr/>
          </a:p>
          <a:p>
            <a:pPr marL="457200" lvl="0" indent="-304800" algn="l" rtl="0">
              <a:spcBef>
                <a:spcPts val="0"/>
              </a:spcBef>
              <a:spcAft>
                <a:spcPts val="0"/>
              </a:spcAft>
              <a:buSzPts val="1200"/>
              <a:buChar char="●"/>
            </a:pPr>
            <a:r>
              <a:rPr lang="en">
                <a:uFill>
                  <a:noFill/>
                </a:uFill>
                <a:hlinkClick r:id="rId12"/>
              </a:rPr>
              <a:t>Top view virtual reality headset white headphones</a:t>
            </a:r>
            <a:endParaRPr/>
          </a:p>
          <a:p>
            <a:pPr marL="457200" lvl="0" indent="-304800" algn="l" rtl="0">
              <a:spcBef>
                <a:spcPts val="0"/>
              </a:spcBef>
              <a:spcAft>
                <a:spcPts val="0"/>
              </a:spcAft>
              <a:buSzPts val="1200"/>
              <a:buChar char="●"/>
            </a:pPr>
            <a:r>
              <a:rPr lang="en">
                <a:uFill>
                  <a:noFill/>
                </a:uFill>
                <a:hlinkClick r:id="rId13"/>
              </a:rPr>
              <a:t>Medium shot man with vr glasses</a:t>
            </a:r>
            <a:endParaRPr/>
          </a:p>
          <a:p>
            <a:pPr marL="457200" lvl="0" indent="-304800" algn="l" rtl="0">
              <a:spcBef>
                <a:spcPts val="0"/>
              </a:spcBef>
              <a:spcAft>
                <a:spcPts val="0"/>
              </a:spcAft>
              <a:buSzPts val="1200"/>
              <a:buChar char="●"/>
            </a:pPr>
            <a:r>
              <a:rPr lang="en">
                <a:uFill>
                  <a:noFill/>
                </a:uFill>
                <a:hlinkClick r:id="rId14"/>
              </a:rPr>
              <a:t>Medium shot smiley woman with vr glasses</a:t>
            </a:r>
            <a:endParaRPr/>
          </a:p>
          <a:p>
            <a:pPr marL="457200" lvl="0" indent="-304800" algn="l" rtl="0">
              <a:spcBef>
                <a:spcPts val="0"/>
              </a:spcBef>
              <a:spcAft>
                <a:spcPts val="0"/>
              </a:spcAft>
              <a:buSzPts val="1200"/>
              <a:buChar char="●"/>
            </a:pPr>
            <a:r>
              <a:rPr lang="en">
                <a:uFill>
                  <a:noFill/>
                </a:uFill>
                <a:hlinkClick r:id="rId15"/>
              </a:rPr>
              <a:t>Woman wearing virtual reality simulator</a:t>
            </a:r>
            <a:endParaRPr/>
          </a:p>
          <a:p>
            <a:pPr marL="457200" lvl="0" indent="-304800" algn="l" rtl="0">
              <a:spcBef>
                <a:spcPts val="0"/>
              </a:spcBef>
              <a:spcAft>
                <a:spcPts val="0"/>
              </a:spcAft>
              <a:buSzPts val="1200"/>
              <a:buChar char="●"/>
            </a:pPr>
            <a:r>
              <a:rPr lang="en">
                <a:uFill>
                  <a:noFill/>
                </a:uFill>
                <a:hlinkClick r:id="rId16"/>
              </a:rPr>
              <a:t>Young woman and man wearing white clothes</a:t>
            </a:r>
            <a:endParaRPr/>
          </a:p>
        </p:txBody>
      </p:sp>
      <p:sp>
        <p:nvSpPr>
          <p:cNvPr id="3134" name="Google Shape;3134;p126">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126">
            <a:hlinkClick r:id="rId17"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126">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3137" name="Google Shape;3137;p126">
            <a:hlinkClick r:id="rId17"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26">
            <a:hlinkClick r:id="rId17"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39" name="Google Shape;3139;p126">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3140" name="Google Shape;3140;p126">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Shape 3144"/>
        <p:cNvGrpSpPr/>
        <p:nvPr/>
      </p:nvGrpSpPr>
      <p:grpSpPr>
        <a:xfrm>
          <a:off x="0" y="0"/>
          <a:ext cx="0" cy="0"/>
          <a:chOff x="0" y="0"/>
          <a:chExt cx="0" cy="0"/>
        </a:xfrm>
      </p:grpSpPr>
      <p:sp>
        <p:nvSpPr>
          <p:cNvPr id="3145" name="Google Shape;3145;p12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3146" name="Google Shape;3146;p127"/>
          <p:cNvSpPr txBox="1">
            <a:spLocks noGrp="1"/>
          </p:cNvSpPr>
          <p:nvPr>
            <p:ph type="body" idx="1"/>
          </p:nvPr>
        </p:nvSpPr>
        <p:spPr>
          <a:xfrm>
            <a:off x="720000" y="1152475"/>
            <a:ext cx="36135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marL="0" lvl="0" indent="0" algn="l" rtl="0">
              <a:spcBef>
                <a:spcPts val="0"/>
              </a:spcBef>
              <a:spcAft>
                <a:spcPts val="0"/>
              </a:spcAft>
              <a:buNone/>
            </a:pPr>
            <a:endParaRPr sz="1800">
              <a:latin typeface="Orbitron Black"/>
              <a:ea typeface="Orbitron Black"/>
              <a:cs typeface="Orbitron Black"/>
              <a:sym typeface="Orbitron Black"/>
            </a:endParaRPr>
          </a:p>
          <a:p>
            <a:pPr marL="457200" marR="50800" lvl="0" indent="-304800" algn="l" rtl="0">
              <a:lnSpc>
                <a:spcPct val="100000"/>
              </a:lnSpc>
              <a:spcBef>
                <a:spcPts val="0"/>
              </a:spcBef>
              <a:spcAft>
                <a:spcPts val="0"/>
              </a:spcAft>
              <a:buSzPts val="1200"/>
              <a:buChar char="●"/>
            </a:pPr>
            <a:r>
              <a:rPr lang="en" sz="1200">
                <a:uFill>
                  <a:noFill/>
                </a:uFill>
                <a:hlinkClick r:id="rId3"/>
              </a:rPr>
              <a:t>Virtual reality headset used by a business man</a:t>
            </a:r>
            <a:endParaRPr sz="1200"/>
          </a:p>
          <a:p>
            <a:pPr marL="457200" marR="50800" lvl="0" indent="-304800" algn="l" rtl="0">
              <a:lnSpc>
                <a:spcPct val="100000"/>
              </a:lnSpc>
              <a:spcBef>
                <a:spcPts val="0"/>
              </a:spcBef>
              <a:spcAft>
                <a:spcPts val="0"/>
              </a:spcAft>
              <a:buSzPts val="1200"/>
              <a:buChar char="●"/>
            </a:pPr>
            <a:r>
              <a:rPr lang="en" sz="1200">
                <a:uFill>
                  <a:noFill/>
                </a:uFill>
                <a:hlinkClick r:id="rId4"/>
              </a:rPr>
              <a:t>Close-up person standing and using a laptop</a:t>
            </a:r>
            <a:endParaRPr sz="1200"/>
          </a:p>
          <a:p>
            <a:pPr marL="457200" marR="50800" lvl="0" indent="-304800" algn="l" rtl="0">
              <a:lnSpc>
                <a:spcPct val="100000"/>
              </a:lnSpc>
              <a:spcBef>
                <a:spcPts val="0"/>
              </a:spcBef>
              <a:spcAft>
                <a:spcPts val="0"/>
              </a:spcAft>
              <a:buSzPts val="1200"/>
              <a:buChar char="●"/>
            </a:pPr>
            <a:r>
              <a:rPr lang="en" sz="1200">
                <a:uFill>
                  <a:noFill/>
                </a:uFill>
                <a:hlinkClick r:id="rId5"/>
              </a:rPr>
              <a:t>Minimalist office laptop and mobile phone</a:t>
            </a:r>
            <a:endParaRPr sz="1200"/>
          </a:p>
          <a:p>
            <a:pPr marL="457200" marR="50800" lvl="0" indent="-304800" algn="l" rtl="0">
              <a:lnSpc>
                <a:spcPct val="100000"/>
              </a:lnSpc>
              <a:spcBef>
                <a:spcPts val="0"/>
              </a:spcBef>
              <a:spcAft>
                <a:spcPts val="0"/>
              </a:spcAft>
              <a:buSzPts val="1200"/>
              <a:buChar char="●"/>
            </a:pPr>
            <a:r>
              <a:rPr lang="en" sz="1200">
                <a:uFill>
                  <a:noFill/>
                </a:uFill>
                <a:hlinkClick r:id="rId6"/>
              </a:rPr>
              <a:t>Young woman and man with vr glasses</a:t>
            </a:r>
            <a:endParaRPr sz="1200"/>
          </a:p>
          <a:p>
            <a:pPr marL="457200" marR="50800" lvl="0" indent="-304800" algn="l" rtl="0">
              <a:lnSpc>
                <a:spcPct val="100000"/>
              </a:lnSpc>
              <a:spcBef>
                <a:spcPts val="0"/>
              </a:spcBef>
              <a:spcAft>
                <a:spcPts val="0"/>
              </a:spcAft>
              <a:buSzPts val="1200"/>
              <a:buChar char="●"/>
            </a:pPr>
            <a:r>
              <a:rPr lang="en" sz="1200">
                <a:uFill>
                  <a:noFill/>
                </a:uFill>
                <a:hlinkClick r:id="rId7"/>
              </a:rPr>
              <a:t>Medium shot woman with vr glasses</a:t>
            </a:r>
            <a:endParaRPr sz="1200"/>
          </a:p>
          <a:p>
            <a:pPr marL="457200" marR="50800" lvl="0" indent="-304800" algn="l" rtl="0">
              <a:lnSpc>
                <a:spcPct val="100000"/>
              </a:lnSpc>
              <a:spcBef>
                <a:spcPts val="0"/>
              </a:spcBef>
              <a:spcAft>
                <a:spcPts val="0"/>
              </a:spcAft>
              <a:buSzPts val="1200"/>
              <a:buChar char="●"/>
            </a:pPr>
            <a:r>
              <a:rPr lang="en" sz="1200">
                <a:uFill>
                  <a:noFill/>
                </a:uFill>
                <a:hlinkClick r:id="rId8"/>
              </a:rPr>
              <a:t>Young woman and man with vr glasses</a:t>
            </a:r>
            <a:endParaRPr sz="1200"/>
          </a:p>
          <a:p>
            <a:pPr marL="457200" marR="50800" lvl="0" indent="-304800" algn="l" rtl="0">
              <a:lnSpc>
                <a:spcPct val="100000"/>
              </a:lnSpc>
              <a:spcBef>
                <a:spcPts val="0"/>
              </a:spcBef>
              <a:spcAft>
                <a:spcPts val="0"/>
              </a:spcAft>
              <a:buSzPts val="1200"/>
              <a:buChar char="●"/>
            </a:pPr>
            <a:r>
              <a:rPr lang="en" sz="1200">
                <a:uFill>
                  <a:noFill/>
                </a:uFill>
                <a:hlinkClick r:id="rId9"/>
              </a:rPr>
              <a:t>Young woman and man with vr glasses</a:t>
            </a:r>
            <a:endParaRPr sz="1800">
              <a:latin typeface="Orbitron Black"/>
              <a:ea typeface="Orbitron Black"/>
              <a:cs typeface="Orbitron Black"/>
              <a:sym typeface="Orbitron Black"/>
            </a:endParaRPr>
          </a:p>
        </p:txBody>
      </p:sp>
      <p:sp>
        <p:nvSpPr>
          <p:cNvPr id="3147" name="Google Shape;3147;p127"/>
          <p:cNvSpPr txBox="1">
            <a:spLocks noGrp="1"/>
          </p:cNvSpPr>
          <p:nvPr>
            <p:ph type="body" idx="2"/>
          </p:nvPr>
        </p:nvSpPr>
        <p:spPr>
          <a:xfrm>
            <a:off x="4810500" y="1152475"/>
            <a:ext cx="3613500" cy="3416400"/>
          </a:xfrm>
          <a:prstGeom prst="rect">
            <a:avLst/>
          </a:prstGeom>
        </p:spPr>
        <p:txBody>
          <a:bodyPr spcFirstLastPara="1" wrap="square" lIns="91425" tIns="91425" rIns="91425" bIns="91425" anchor="ctr" anchorCtr="0">
            <a:noAutofit/>
          </a:bodyPr>
          <a:lstStyle/>
          <a:p>
            <a:pPr marL="457200" lvl="0" indent="-304800" algn="l" rtl="0">
              <a:lnSpc>
                <a:spcPct val="100000"/>
              </a:lnSpc>
              <a:spcBef>
                <a:spcPts val="0"/>
              </a:spcBef>
              <a:spcAft>
                <a:spcPts val="0"/>
              </a:spcAft>
              <a:buSzPts val="1200"/>
              <a:buChar char="●"/>
            </a:pPr>
            <a:r>
              <a:rPr lang="en">
                <a:uFill>
                  <a:noFill/>
                </a:uFill>
                <a:hlinkClick r:id="rId10"/>
              </a:rPr>
              <a:t>Young woman wearing white clothes</a:t>
            </a:r>
            <a:endParaRPr/>
          </a:p>
          <a:p>
            <a:pPr marL="457200" lvl="0" indent="-304800" algn="l" rtl="0">
              <a:lnSpc>
                <a:spcPct val="100000"/>
              </a:lnSpc>
              <a:spcBef>
                <a:spcPts val="0"/>
              </a:spcBef>
              <a:spcAft>
                <a:spcPts val="0"/>
              </a:spcAft>
              <a:buSzPts val="1200"/>
              <a:buChar char="●"/>
            </a:pPr>
            <a:r>
              <a:rPr lang="en">
                <a:uFill>
                  <a:noFill/>
                </a:uFill>
                <a:hlinkClick r:id="rId11"/>
              </a:rPr>
              <a:t>Man wearing vr glasses  with gradient</a:t>
            </a:r>
            <a:endParaRPr/>
          </a:p>
          <a:p>
            <a:pPr marL="457200" lvl="0" indent="-304800" algn="l" rtl="0">
              <a:lnSpc>
                <a:spcPct val="100000"/>
              </a:lnSpc>
              <a:spcBef>
                <a:spcPts val="0"/>
              </a:spcBef>
              <a:spcAft>
                <a:spcPts val="0"/>
              </a:spcAft>
              <a:buSzPts val="1200"/>
              <a:buChar char="●"/>
            </a:pPr>
            <a:r>
              <a:rPr lang="en">
                <a:uFill>
                  <a:noFill/>
                </a:uFill>
                <a:hlinkClick r:id="rId12"/>
              </a:rPr>
              <a:t>Portrait young african american man with vr glasses</a:t>
            </a:r>
            <a:endParaRPr/>
          </a:p>
          <a:p>
            <a:pPr marL="457200" lvl="0" indent="-304800" algn="l" rtl="0">
              <a:lnSpc>
                <a:spcPct val="100000"/>
              </a:lnSpc>
              <a:spcBef>
                <a:spcPts val="0"/>
              </a:spcBef>
              <a:spcAft>
                <a:spcPts val="0"/>
              </a:spcAft>
              <a:buSzPts val="1200"/>
              <a:buChar char="●"/>
            </a:pPr>
            <a:r>
              <a:rPr lang="en">
                <a:uFill>
                  <a:noFill/>
                </a:uFill>
                <a:hlinkClick r:id="rId13"/>
              </a:rPr>
              <a:t>Medium shot man with vr glasses</a:t>
            </a:r>
            <a:endParaRPr/>
          </a:p>
          <a:p>
            <a:pPr marL="457200" lvl="0" indent="-304800" algn="l" rtl="0">
              <a:lnSpc>
                <a:spcPct val="100000"/>
              </a:lnSpc>
              <a:spcBef>
                <a:spcPts val="0"/>
              </a:spcBef>
              <a:spcAft>
                <a:spcPts val="0"/>
              </a:spcAft>
              <a:buSzPts val="1200"/>
              <a:buChar char="●"/>
            </a:pPr>
            <a:r>
              <a:rPr lang="en">
                <a:uFill>
                  <a:noFill/>
                </a:uFill>
                <a:hlinkClick r:id="rId14"/>
              </a:rPr>
              <a:t>Top view virtual reality headset</a:t>
            </a:r>
            <a:endParaRPr/>
          </a:p>
          <a:p>
            <a:pPr marL="457200" lvl="0" indent="-304800" algn="l" rtl="0">
              <a:lnSpc>
                <a:spcPct val="100000"/>
              </a:lnSpc>
              <a:spcBef>
                <a:spcPts val="0"/>
              </a:spcBef>
              <a:spcAft>
                <a:spcPts val="0"/>
              </a:spcAft>
              <a:buSzPts val="1200"/>
              <a:buChar char="●"/>
            </a:pPr>
            <a:r>
              <a:rPr lang="en">
                <a:uFill>
                  <a:noFill/>
                </a:uFill>
                <a:hlinkClick r:id="rId15"/>
              </a:rPr>
              <a:t>Woman holding virtual reality headset</a:t>
            </a:r>
            <a:endParaRPr/>
          </a:p>
          <a:p>
            <a:pPr marL="457200" lvl="0" indent="-304800" algn="l" rtl="0">
              <a:lnSpc>
                <a:spcPct val="100000"/>
              </a:lnSpc>
              <a:spcBef>
                <a:spcPts val="0"/>
              </a:spcBef>
              <a:spcAft>
                <a:spcPts val="0"/>
              </a:spcAft>
              <a:buSzPts val="1200"/>
              <a:buChar char="●"/>
            </a:pPr>
            <a:r>
              <a:rPr lang="en">
                <a:uFill>
                  <a:noFill/>
                </a:uFill>
                <a:hlinkClick r:id="rId16"/>
              </a:rPr>
              <a:t>Virtual reality headset  close up</a:t>
            </a:r>
            <a:endParaRPr/>
          </a:p>
          <a:p>
            <a:pPr marL="457200" lvl="0" indent="-304800" algn="l" rtl="0">
              <a:lnSpc>
                <a:spcPct val="100000"/>
              </a:lnSpc>
              <a:spcBef>
                <a:spcPts val="0"/>
              </a:spcBef>
              <a:spcAft>
                <a:spcPts val="0"/>
              </a:spcAft>
              <a:buSzPts val="1200"/>
              <a:buChar char="●"/>
            </a:pPr>
            <a:r>
              <a:rPr lang="en">
                <a:uFill>
                  <a:noFill/>
                </a:uFill>
                <a:hlinkClick r:id="rId17"/>
              </a:rPr>
              <a:t>Medium shot couple with vr glasses</a:t>
            </a:r>
            <a:endParaRPr/>
          </a:p>
          <a:p>
            <a:pPr marL="457200" lvl="0" indent="-304800" algn="l" rtl="0">
              <a:spcBef>
                <a:spcPts val="0"/>
              </a:spcBef>
              <a:spcAft>
                <a:spcPts val="0"/>
              </a:spcAft>
              <a:buSzPts val="1200"/>
              <a:buChar char="●"/>
            </a:pPr>
            <a:r>
              <a:rPr lang="en">
                <a:uFill>
                  <a:noFill/>
                </a:uFill>
                <a:hlinkClick r:id="rId18"/>
              </a:rPr>
              <a:t>Man with plastic board</a:t>
            </a:r>
            <a:endParaRPr/>
          </a:p>
        </p:txBody>
      </p:sp>
      <p:sp>
        <p:nvSpPr>
          <p:cNvPr id="3148" name="Google Shape;3148;p127">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27">
            <a:hlinkClick r:id="rId19"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27">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3151" name="Google Shape;3151;p127">
            <a:hlinkClick r:id="rId19"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27">
            <a:hlinkClick r:id="rId19"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53" name="Google Shape;3153;p127">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3154" name="Google Shape;3154;p127">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Shape 3158"/>
        <p:cNvGrpSpPr/>
        <p:nvPr/>
      </p:nvGrpSpPr>
      <p:grpSpPr>
        <a:xfrm>
          <a:off x="0" y="0"/>
          <a:ext cx="0" cy="0"/>
          <a:chOff x="0" y="0"/>
          <a:chExt cx="0" cy="0"/>
        </a:xfrm>
      </p:grpSpPr>
      <p:sp>
        <p:nvSpPr>
          <p:cNvPr id="3159" name="Google Shape;3159;p12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3160" name="Google Shape;3160;p128"/>
          <p:cNvSpPr txBox="1">
            <a:spLocks noGrp="1"/>
          </p:cNvSpPr>
          <p:nvPr>
            <p:ph type="body" idx="1"/>
          </p:nvPr>
        </p:nvSpPr>
        <p:spPr>
          <a:xfrm>
            <a:off x="720000" y="1152475"/>
            <a:ext cx="36135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0"/>
              </a:spcBef>
              <a:spcAft>
                <a:spcPts val="0"/>
              </a:spcAft>
              <a:buNone/>
            </a:pPr>
            <a:endParaRPr/>
          </a:p>
          <a:p>
            <a:pPr marL="0" lvl="0" indent="0" algn="l" rtl="0">
              <a:lnSpc>
                <a:spcPct val="115000"/>
              </a:lnSpc>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marL="457200" marR="50800" lvl="0" indent="-304800" algn="l" rtl="0">
              <a:spcBef>
                <a:spcPts val="0"/>
              </a:spcBef>
              <a:spcAft>
                <a:spcPts val="0"/>
              </a:spcAft>
              <a:buSzPts val="1200"/>
              <a:buChar char="●"/>
            </a:pPr>
            <a:r>
              <a:rPr lang="en" sz="1200">
                <a:uFill>
                  <a:noFill/>
                </a:uFill>
                <a:hlinkClick r:id="rId3"/>
              </a:rPr>
              <a:t>Woman wearing digital glasses</a:t>
            </a:r>
            <a:endParaRPr sz="1200"/>
          </a:p>
          <a:p>
            <a:pPr marL="457200" marR="50800" lvl="0" indent="-304800" algn="l" rtl="0">
              <a:spcBef>
                <a:spcPts val="0"/>
              </a:spcBef>
              <a:spcAft>
                <a:spcPts val="0"/>
              </a:spcAft>
              <a:buSzPts val="1200"/>
              <a:buChar char="●"/>
            </a:pPr>
            <a:r>
              <a:rPr lang="en" sz="1200">
                <a:uFill>
                  <a:noFill/>
                </a:uFill>
                <a:hlinkClick r:id="rId4"/>
              </a:rPr>
              <a:t>Young man with bluetooth headphone</a:t>
            </a:r>
            <a:endParaRPr sz="1200"/>
          </a:p>
          <a:p>
            <a:pPr marL="457200" marR="50800" lvl="0" indent="-304800" algn="l" rtl="0">
              <a:spcBef>
                <a:spcPts val="0"/>
              </a:spcBef>
              <a:spcAft>
                <a:spcPts val="0"/>
              </a:spcAft>
              <a:buSzPts val="1200"/>
              <a:buChar char="●"/>
            </a:pPr>
            <a:r>
              <a:rPr lang="en" sz="1200">
                <a:uFill>
                  <a:noFill/>
                </a:uFill>
                <a:hlinkClick r:id="rId5"/>
              </a:rPr>
              <a:t>Young man with virtual reality simulator</a:t>
            </a:r>
            <a:endParaRPr sz="1200"/>
          </a:p>
          <a:p>
            <a:pPr marL="457200" marR="50800" lvl="0" indent="-304800" algn="l" rtl="0">
              <a:spcBef>
                <a:spcPts val="0"/>
              </a:spcBef>
              <a:spcAft>
                <a:spcPts val="0"/>
              </a:spcAft>
              <a:buSzPts val="1200"/>
              <a:buChar char="●"/>
            </a:pPr>
            <a:r>
              <a:rPr lang="en" sz="1200">
                <a:uFill>
                  <a:noFill/>
                </a:uFill>
                <a:hlinkClick r:id="rId6"/>
              </a:rPr>
              <a:t>Close up man with hand prototype</a:t>
            </a:r>
            <a:endParaRPr sz="1200"/>
          </a:p>
          <a:p>
            <a:pPr marL="457200" marR="50800" lvl="0" indent="-304800" algn="l" rtl="0">
              <a:spcBef>
                <a:spcPts val="0"/>
              </a:spcBef>
              <a:spcAft>
                <a:spcPts val="0"/>
              </a:spcAft>
              <a:buSzPts val="1200"/>
              <a:buChar char="●"/>
            </a:pPr>
            <a:r>
              <a:rPr lang="en" sz="1200">
                <a:uFill>
                  <a:noFill/>
                </a:uFill>
                <a:hlinkClick r:id="rId7"/>
              </a:rPr>
              <a:t>Young man with virtual reality simulator</a:t>
            </a:r>
            <a:endParaRPr sz="1200"/>
          </a:p>
          <a:p>
            <a:pPr marL="457200" marR="50800" lvl="0" indent="-304800" algn="l" rtl="0">
              <a:spcBef>
                <a:spcPts val="0"/>
              </a:spcBef>
              <a:spcAft>
                <a:spcPts val="0"/>
              </a:spcAft>
              <a:buSzPts val="1200"/>
              <a:buChar char="●"/>
            </a:pPr>
            <a:r>
              <a:rPr lang="en" sz="1200">
                <a:uFill>
                  <a:noFill/>
                </a:uFill>
                <a:hlinkClick r:id="rId8"/>
              </a:rPr>
              <a:t>Young man with hand prototype activating bluetooth headphone</a:t>
            </a:r>
            <a:endParaRPr sz="1200"/>
          </a:p>
          <a:p>
            <a:pPr marL="457200" marR="50800" lvl="0" indent="-304800" algn="l" rtl="0">
              <a:spcBef>
                <a:spcPts val="0"/>
              </a:spcBef>
              <a:spcAft>
                <a:spcPts val="0"/>
              </a:spcAft>
              <a:buSzPts val="1200"/>
              <a:buChar char="●"/>
            </a:pPr>
            <a:r>
              <a:rPr lang="en" sz="1200">
                <a:uFill>
                  <a:noFill/>
                </a:uFill>
                <a:hlinkClick r:id="rId9"/>
              </a:rPr>
              <a:t>Side view woman working on digital monitors</a:t>
            </a:r>
            <a:endParaRPr sz="1200"/>
          </a:p>
          <a:p>
            <a:pPr marL="457200" marR="50800" lvl="0" indent="-304800" algn="l" rtl="0">
              <a:spcBef>
                <a:spcPts val="0"/>
              </a:spcBef>
              <a:spcAft>
                <a:spcPts val="0"/>
              </a:spcAft>
              <a:buSzPts val="1200"/>
              <a:buChar char="●"/>
            </a:pPr>
            <a:r>
              <a:rPr lang="en" sz="1200">
                <a:uFill>
                  <a:noFill/>
                </a:uFill>
                <a:hlinkClick r:id="rId10"/>
              </a:rPr>
              <a:t>Young man with virtual reality simulator and women testing</a:t>
            </a:r>
            <a:endParaRPr sz="1200"/>
          </a:p>
        </p:txBody>
      </p:sp>
      <p:sp>
        <p:nvSpPr>
          <p:cNvPr id="3161" name="Google Shape;3161;p128"/>
          <p:cNvSpPr txBox="1">
            <a:spLocks noGrp="1"/>
          </p:cNvSpPr>
          <p:nvPr>
            <p:ph type="body" idx="2"/>
          </p:nvPr>
        </p:nvSpPr>
        <p:spPr>
          <a:xfrm>
            <a:off x="4810500" y="1152475"/>
            <a:ext cx="3613500" cy="3416400"/>
          </a:xfrm>
          <a:prstGeom prst="rect">
            <a:avLst/>
          </a:prstGeom>
        </p:spPr>
        <p:txBody>
          <a:bodyPr spcFirstLastPara="1" wrap="square" lIns="91425" tIns="91425" rIns="91425" bIns="91425" anchor="ctr" anchorCtr="0">
            <a:noAutofit/>
          </a:bodyPr>
          <a:lstStyle/>
          <a:p>
            <a:pPr marL="457200" lvl="0" indent="-304800" algn="l" rtl="0">
              <a:spcBef>
                <a:spcPts val="0"/>
              </a:spcBef>
              <a:spcAft>
                <a:spcPts val="0"/>
              </a:spcAft>
              <a:buSzPts val="1200"/>
              <a:buChar char="●"/>
            </a:pPr>
            <a:r>
              <a:rPr lang="en">
                <a:uFill>
                  <a:noFill/>
                </a:uFill>
                <a:hlinkClick r:id="rId11"/>
              </a:rPr>
              <a:t>Woman wearing virtual reality simulator </a:t>
            </a:r>
            <a:endParaRPr/>
          </a:p>
          <a:p>
            <a:pPr marL="457200" lvl="0" indent="-304800" algn="l" rtl="0">
              <a:spcBef>
                <a:spcPts val="0"/>
              </a:spcBef>
              <a:spcAft>
                <a:spcPts val="0"/>
              </a:spcAft>
              <a:buSzPts val="1200"/>
              <a:buChar char="●"/>
            </a:pPr>
            <a:r>
              <a:rPr lang="en">
                <a:uFill>
                  <a:noFill/>
                </a:uFill>
                <a:hlinkClick r:id="rId12"/>
              </a:rPr>
              <a:t>Woman wearing virtual reality simulator</a:t>
            </a:r>
            <a:endParaRPr/>
          </a:p>
          <a:p>
            <a:pPr marL="457200" lvl="0" indent="-304800" algn="l" rtl="0">
              <a:spcBef>
                <a:spcPts val="0"/>
              </a:spcBef>
              <a:spcAft>
                <a:spcPts val="0"/>
              </a:spcAft>
              <a:buSzPts val="1200"/>
              <a:buChar char="●"/>
            </a:pPr>
            <a:r>
              <a:rPr lang="en">
                <a:uFill>
                  <a:noFill/>
                </a:uFill>
                <a:hlinkClick r:id="rId13"/>
              </a:rPr>
              <a:t>Young man with virtual reality simulator and woman testing</a:t>
            </a:r>
            <a:endParaRPr/>
          </a:p>
          <a:p>
            <a:pPr marL="457200" lvl="0" indent="-304800" algn="l" rtl="0">
              <a:spcBef>
                <a:spcPts val="0"/>
              </a:spcBef>
              <a:spcAft>
                <a:spcPts val="0"/>
              </a:spcAft>
              <a:buSzPts val="1200"/>
              <a:buChar char="●"/>
            </a:pPr>
            <a:r>
              <a:rPr lang="en">
                <a:uFill>
                  <a:noFill/>
                </a:uFill>
                <a:hlinkClick r:id="rId14"/>
              </a:rPr>
              <a:t>Young man wearing digital glasses</a:t>
            </a:r>
            <a:endParaRPr/>
          </a:p>
          <a:p>
            <a:pPr marL="457200" lvl="0" indent="-304800" algn="l" rtl="0">
              <a:spcBef>
                <a:spcPts val="0"/>
              </a:spcBef>
              <a:spcAft>
                <a:spcPts val="0"/>
              </a:spcAft>
              <a:buSzPts val="1200"/>
              <a:buChar char="●"/>
            </a:pPr>
            <a:r>
              <a:rPr lang="en">
                <a:uFill>
                  <a:noFill/>
                </a:uFill>
                <a:hlinkClick r:id="rId15"/>
              </a:rPr>
              <a:t>Close up woman working on digital monitors</a:t>
            </a:r>
            <a:endParaRPr/>
          </a:p>
          <a:p>
            <a:pPr marL="457200" lvl="0" indent="-304800" algn="l" rtl="0">
              <a:spcBef>
                <a:spcPts val="0"/>
              </a:spcBef>
              <a:spcAft>
                <a:spcPts val="0"/>
              </a:spcAft>
              <a:buSzPts val="1200"/>
              <a:buChar char="●"/>
            </a:pPr>
            <a:r>
              <a:rPr lang="en">
                <a:uFill>
                  <a:noFill/>
                </a:uFill>
                <a:hlinkClick r:id="rId16"/>
              </a:rPr>
              <a:t>Young woman with digital glasses</a:t>
            </a:r>
            <a:endParaRPr/>
          </a:p>
          <a:p>
            <a:pPr marL="0" marR="50800" lvl="0" indent="0" algn="l" rtl="0">
              <a:spcBef>
                <a:spcPts val="0"/>
              </a:spcBef>
              <a:spcAft>
                <a:spcPts val="0"/>
              </a:spcAft>
              <a:buNone/>
            </a:pPr>
            <a:endParaRPr/>
          </a:p>
          <a:p>
            <a:pPr marL="0" lvl="0" indent="0" algn="l" rtl="0">
              <a:lnSpc>
                <a:spcPct val="115000"/>
              </a:lnSpc>
              <a:spcBef>
                <a:spcPts val="0"/>
              </a:spcBef>
              <a:spcAft>
                <a:spcPts val="0"/>
              </a:spcAft>
              <a:buNone/>
            </a:pPr>
            <a:r>
              <a:rPr lang="en" sz="1800">
                <a:latin typeface="Orbitron Black"/>
                <a:ea typeface="Orbitron Black"/>
                <a:cs typeface="Orbitron Black"/>
                <a:sym typeface="Orbitron Black"/>
              </a:rPr>
              <a:t>ICONS</a:t>
            </a:r>
            <a:endParaRPr/>
          </a:p>
          <a:p>
            <a:pPr marL="457200" lvl="0" indent="-304800" algn="l" rtl="0">
              <a:spcBef>
                <a:spcPts val="0"/>
              </a:spcBef>
              <a:spcAft>
                <a:spcPts val="0"/>
              </a:spcAft>
              <a:buSzPts val="1200"/>
              <a:buChar char="●"/>
            </a:pPr>
            <a:r>
              <a:rPr lang="en" sz="1200">
                <a:uFill>
                  <a:noFill/>
                </a:uFill>
                <a:hlinkClick r:id="rId17"/>
              </a:rPr>
              <a:t>Artificial intelligence icon pack</a:t>
            </a:r>
            <a:endParaRPr sz="1200"/>
          </a:p>
          <a:p>
            <a:pPr marL="0" lvl="0" indent="0" algn="l" rtl="0">
              <a:lnSpc>
                <a:spcPct val="115000"/>
              </a:lnSpc>
              <a:spcBef>
                <a:spcPts val="1000"/>
              </a:spcBef>
              <a:spcAft>
                <a:spcPts val="0"/>
              </a:spcAft>
              <a:buNone/>
            </a:pPr>
            <a:r>
              <a:rPr lang="en" sz="1800">
                <a:latin typeface="Orbitron Black"/>
                <a:ea typeface="Orbitron Black"/>
                <a:cs typeface="Orbitron Black"/>
                <a:sym typeface="Orbitron Black"/>
              </a:rPr>
              <a:t>VECTORS</a:t>
            </a:r>
            <a:endParaRPr/>
          </a:p>
          <a:p>
            <a:pPr marL="457200" marR="50800" lvl="0" indent="-304800" algn="l" rtl="0">
              <a:spcBef>
                <a:spcPts val="0"/>
              </a:spcBef>
              <a:spcAft>
                <a:spcPts val="0"/>
              </a:spcAft>
              <a:buSzPts val="1200"/>
              <a:buChar char="●"/>
            </a:pPr>
            <a:r>
              <a:rPr lang="en" sz="1200">
                <a:uFill>
                  <a:noFill/>
                </a:uFill>
                <a:latin typeface="Darker Grotesque"/>
                <a:ea typeface="Darker Grotesque"/>
                <a:cs typeface="Darker Grotesque"/>
                <a:sym typeface="Darker Grotesque"/>
                <a:hlinkClick r:id="rId18"/>
              </a:rPr>
              <a:t>Abstract tridimensional fluid shape background</a:t>
            </a:r>
            <a:endParaRPr/>
          </a:p>
          <a:p>
            <a:pPr marL="457200" marR="50800" lvl="0" indent="-304800" algn="l" rtl="0">
              <a:lnSpc>
                <a:spcPct val="166000"/>
              </a:lnSpc>
              <a:spcBef>
                <a:spcPts val="0"/>
              </a:spcBef>
              <a:spcAft>
                <a:spcPts val="0"/>
              </a:spcAft>
              <a:buSzPts val="1200"/>
              <a:buChar char="●"/>
            </a:pPr>
            <a:r>
              <a:rPr lang="en" sz="1200">
                <a:uFill>
                  <a:noFill/>
                </a:uFill>
                <a:latin typeface="Darker Grotesque"/>
                <a:ea typeface="Darker Grotesque"/>
                <a:cs typeface="Darker Grotesque"/>
                <a:sym typeface="Darker Grotesque"/>
                <a:hlinkClick r:id="rId19"/>
              </a:rPr>
              <a:t>Timeline infographic template with circles and steps</a:t>
            </a:r>
            <a:endParaRPr/>
          </a:p>
        </p:txBody>
      </p:sp>
      <p:sp>
        <p:nvSpPr>
          <p:cNvPr id="3162" name="Google Shape;3162;p128">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28">
            <a:hlinkClick r:id="rId20"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28">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3165" name="Google Shape;3165;p128">
            <a:hlinkClick r:id="rId20"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28">
            <a:hlinkClick r:id="rId20"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67" name="Google Shape;3167;p128">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3168" name="Google Shape;3168;p128">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Shape 3172"/>
        <p:cNvGrpSpPr/>
        <p:nvPr/>
      </p:nvGrpSpPr>
      <p:grpSpPr>
        <a:xfrm>
          <a:off x="0" y="0"/>
          <a:ext cx="0" cy="0"/>
          <a:chOff x="0" y="0"/>
          <a:chExt cx="0" cy="0"/>
        </a:xfrm>
      </p:grpSpPr>
      <p:sp>
        <p:nvSpPr>
          <p:cNvPr id="3173" name="Google Shape;3173;p12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PREMIUM RESOURCES</a:t>
            </a:r>
            <a:endParaRPr/>
          </a:p>
        </p:txBody>
      </p:sp>
      <p:sp>
        <p:nvSpPr>
          <p:cNvPr id="3174" name="Google Shape;3174;p129"/>
          <p:cNvSpPr txBox="1">
            <a:spLocks noGrp="1"/>
          </p:cNvSpPr>
          <p:nvPr>
            <p:ph type="body" idx="1"/>
          </p:nvPr>
        </p:nvSpPr>
        <p:spPr>
          <a:xfrm>
            <a:off x="720000" y="1152475"/>
            <a:ext cx="36135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at our other websites:</a:t>
            </a:r>
            <a:endParaRPr/>
          </a:p>
          <a:p>
            <a:pPr marL="0" lvl="0" indent="0" algn="l" rtl="0">
              <a:spcBef>
                <a:spcPts val="0"/>
              </a:spcBef>
              <a:spcAft>
                <a:spcPts val="0"/>
              </a:spcAft>
              <a:buNone/>
            </a:pPr>
            <a:endParaRPr/>
          </a:p>
          <a:p>
            <a:pPr marL="0" lvl="0" indent="0" algn="l" rtl="0">
              <a:lnSpc>
                <a:spcPct val="115000"/>
              </a:lnSpc>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marL="457200" marR="50800" lvl="0" indent="-304800" algn="l" rtl="0">
              <a:spcBef>
                <a:spcPts val="0"/>
              </a:spcBef>
              <a:spcAft>
                <a:spcPts val="0"/>
              </a:spcAft>
              <a:buSzPts val="1200"/>
              <a:buChar char="●"/>
            </a:pPr>
            <a:r>
              <a:rPr lang="en" sz="1200">
                <a:uFill>
                  <a:noFill/>
                </a:uFill>
                <a:hlinkClick r:id="rId3"/>
              </a:rPr>
              <a:t>Young woman wearing white clothes</a:t>
            </a:r>
            <a:endParaRPr sz="1200"/>
          </a:p>
          <a:p>
            <a:pPr marL="457200" marR="50800" lvl="0" indent="-304800" algn="l" rtl="0">
              <a:spcBef>
                <a:spcPts val="0"/>
              </a:spcBef>
              <a:spcAft>
                <a:spcPts val="0"/>
              </a:spcAft>
              <a:buSzPts val="1200"/>
              <a:buChar char="●"/>
            </a:pPr>
            <a:r>
              <a:rPr lang="en" sz="1200">
                <a:solidFill>
                  <a:schemeClr val="hlink"/>
                </a:solidFill>
                <a:uFill>
                  <a:noFill/>
                </a:uFill>
                <a:hlinkClick r:id="rId4"/>
              </a:rPr>
              <a:t>Man and woman with plastic board</a:t>
            </a:r>
            <a:endParaRPr sz="1200"/>
          </a:p>
          <a:p>
            <a:pPr marL="457200" marR="50800" lvl="0" indent="-304800" algn="l" rtl="0">
              <a:spcBef>
                <a:spcPts val="0"/>
              </a:spcBef>
              <a:spcAft>
                <a:spcPts val="0"/>
              </a:spcAft>
              <a:buSzPts val="1200"/>
              <a:buChar char="●"/>
            </a:pPr>
            <a:r>
              <a:rPr lang="en" sz="1200">
                <a:solidFill>
                  <a:schemeClr val="hlink"/>
                </a:solidFill>
                <a:uFill>
                  <a:noFill/>
                </a:uFill>
                <a:hlinkClick r:id="rId5"/>
              </a:rPr>
              <a:t>woman with virtual reality simulator</a:t>
            </a:r>
            <a:endParaRPr sz="1200"/>
          </a:p>
          <a:p>
            <a:pPr marL="457200" marR="50800" lvl="0" indent="-304800" algn="l" rtl="0">
              <a:spcBef>
                <a:spcPts val="0"/>
              </a:spcBef>
              <a:spcAft>
                <a:spcPts val="0"/>
              </a:spcAft>
              <a:buSzPts val="1200"/>
              <a:buChar char="●"/>
            </a:pPr>
            <a:r>
              <a:rPr lang="en" sz="1200">
                <a:solidFill>
                  <a:schemeClr val="hlink"/>
                </a:solidFill>
                <a:uFill>
                  <a:noFill/>
                </a:uFill>
                <a:hlinkClick r:id="rId6"/>
              </a:rPr>
              <a:t>Portrait woman with digital tablet</a:t>
            </a:r>
            <a:endParaRPr sz="1200"/>
          </a:p>
          <a:p>
            <a:pPr marL="457200" marR="50800" lvl="0" indent="-304800" algn="l" rtl="0">
              <a:spcBef>
                <a:spcPts val="0"/>
              </a:spcBef>
              <a:spcAft>
                <a:spcPts val="0"/>
              </a:spcAft>
              <a:buSzPts val="1200"/>
              <a:buChar char="●"/>
            </a:pPr>
            <a:r>
              <a:rPr lang="en" sz="1200">
                <a:solidFill>
                  <a:schemeClr val="hlink"/>
                </a:solidFill>
                <a:uFill>
                  <a:noFill/>
                </a:uFill>
                <a:hlinkClick r:id="rId7"/>
              </a:rPr>
              <a:t>Portrait young serious man introducing code</a:t>
            </a:r>
            <a:endParaRPr sz="1200"/>
          </a:p>
          <a:p>
            <a:pPr marL="457200" marR="50800" lvl="0" indent="-304800" algn="l" rtl="0">
              <a:spcBef>
                <a:spcPts val="0"/>
              </a:spcBef>
              <a:spcAft>
                <a:spcPts val="0"/>
              </a:spcAft>
              <a:buSzPts val="1200"/>
              <a:buChar char="●"/>
            </a:pPr>
            <a:r>
              <a:rPr lang="en" sz="1200">
                <a:solidFill>
                  <a:schemeClr val="hlink"/>
                </a:solidFill>
                <a:uFill>
                  <a:noFill/>
                </a:uFill>
                <a:hlinkClick r:id="rId8"/>
              </a:rPr>
              <a:t>Portrait young serious man</a:t>
            </a:r>
            <a:endParaRPr sz="1200"/>
          </a:p>
          <a:p>
            <a:pPr marL="457200" marR="50800" lvl="0" indent="-304800" algn="l" rtl="0">
              <a:spcBef>
                <a:spcPts val="0"/>
              </a:spcBef>
              <a:spcAft>
                <a:spcPts val="0"/>
              </a:spcAft>
              <a:buSzPts val="1200"/>
              <a:buChar char="●"/>
            </a:pPr>
            <a:r>
              <a:rPr lang="en" sz="1200">
                <a:solidFill>
                  <a:schemeClr val="hlink"/>
                </a:solidFill>
                <a:uFill>
                  <a:noFill/>
                </a:uFill>
                <a:hlinkClick r:id="rId9"/>
              </a:rPr>
              <a:t>Portrait young serious woman</a:t>
            </a:r>
            <a:endParaRPr sz="1200"/>
          </a:p>
          <a:p>
            <a:pPr marL="457200" marR="50800" lvl="0" indent="-304800" algn="l" rtl="0">
              <a:spcBef>
                <a:spcPts val="0"/>
              </a:spcBef>
              <a:spcAft>
                <a:spcPts val="0"/>
              </a:spcAft>
              <a:buSzPts val="1200"/>
              <a:buChar char="●"/>
            </a:pPr>
            <a:r>
              <a:rPr lang="en" sz="1200">
                <a:solidFill>
                  <a:schemeClr val="hlink"/>
                </a:solidFill>
                <a:uFill>
                  <a:noFill/>
                </a:uFill>
                <a:hlinkClick r:id="rId10"/>
              </a:rPr>
              <a:t>Portrait young serious woman</a:t>
            </a:r>
            <a:endParaRPr sz="1200"/>
          </a:p>
        </p:txBody>
      </p:sp>
      <p:sp>
        <p:nvSpPr>
          <p:cNvPr id="3175" name="Google Shape;3175;p129"/>
          <p:cNvSpPr txBox="1">
            <a:spLocks noGrp="1"/>
          </p:cNvSpPr>
          <p:nvPr>
            <p:ph type="body" idx="2"/>
          </p:nvPr>
        </p:nvSpPr>
        <p:spPr>
          <a:xfrm>
            <a:off x="4810500" y="1152475"/>
            <a:ext cx="3613500" cy="3416400"/>
          </a:xfrm>
          <a:prstGeom prst="rect">
            <a:avLst/>
          </a:prstGeom>
        </p:spPr>
        <p:txBody>
          <a:bodyPr spcFirstLastPara="1" wrap="square" lIns="91425" tIns="91425" rIns="91425" bIns="91425" anchor="ctr" anchorCtr="0">
            <a:noAutofit/>
          </a:bodyPr>
          <a:lstStyle/>
          <a:p>
            <a:pPr marL="457200" lvl="0" indent="-304800" algn="l" rtl="0">
              <a:spcBef>
                <a:spcPts val="0"/>
              </a:spcBef>
              <a:spcAft>
                <a:spcPts val="0"/>
              </a:spcAft>
              <a:buSzPts val="1200"/>
              <a:buChar char="●"/>
            </a:pPr>
            <a:r>
              <a:rPr lang="en">
                <a:solidFill>
                  <a:schemeClr val="hlink"/>
                </a:solidFill>
                <a:uFill>
                  <a:noFill/>
                </a:uFill>
                <a:hlinkClick r:id="rId11"/>
              </a:rPr>
              <a:t>Young woman and man standing with the back to wall</a:t>
            </a:r>
            <a:endParaRPr/>
          </a:p>
          <a:p>
            <a:pPr marL="457200" lvl="0" indent="-304800" algn="l" rtl="0">
              <a:spcBef>
                <a:spcPts val="0"/>
              </a:spcBef>
              <a:spcAft>
                <a:spcPts val="0"/>
              </a:spcAft>
              <a:buSzPts val="1200"/>
              <a:buChar char="●"/>
            </a:pPr>
            <a:r>
              <a:rPr lang="en">
                <a:solidFill>
                  <a:schemeClr val="hlink"/>
                </a:solidFill>
                <a:uFill>
                  <a:noFill/>
                </a:uFill>
                <a:hlinkClick r:id="rId12"/>
              </a:rPr>
              <a:t>Young woman and man wearing white clothes</a:t>
            </a:r>
            <a:endParaRPr/>
          </a:p>
          <a:p>
            <a:pPr marL="0" marR="50800" lvl="0" indent="0" algn="l" rtl="0">
              <a:spcBef>
                <a:spcPts val="0"/>
              </a:spcBef>
              <a:spcAft>
                <a:spcPts val="0"/>
              </a:spcAft>
              <a:buNone/>
            </a:pPr>
            <a:endParaRPr/>
          </a:p>
          <a:p>
            <a:pPr marL="0" lvl="0" indent="0" algn="l" rtl="0">
              <a:lnSpc>
                <a:spcPct val="115000"/>
              </a:lnSpc>
              <a:spcBef>
                <a:spcPts val="0"/>
              </a:spcBef>
              <a:spcAft>
                <a:spcPts val="0"/>
              </a:spcAft>
              <a:buNone/>
            </a:pPr>
            <a:r>
              <a:rPr lang="en" sz="1800">
                <a:latin typeface="Orbitron Black"/>
                <a:ea typeface="Orbitron Black"/>
                <a:cs typeface="Orbitron Black"/>
                <a:sym typeface="Orbitron Black"/>
              </a:rPr>
              <a:t>ICONS</a:t>
            </a:r>
            <a:endParaRPr/>
          </a:p>
          <a:p>
            <a:pPr marL="457200" lvl="0" indent="-304800" algn="l" rtl="0">
              <a:spcBef>
                <a:spcPts val="0"/>
              </a:spcBef>
              <a:spcAft>
                <a:spcPts val="0"/>
              </a:spcAft>
              <a:buSzPts val="1200"/>
              <a:buChar char="●"/>
            </a:pPr>
            <a:r>
              <a:rPr lang="en" sz="1200">
                <a:solidFill>
                  <a:schemeClr val="hlink"/>
                </a:solidFill>
                <a:uFill>
                  <a:noFill/>
                </a:uFill>
                <a:hlinkClick r:id="rId13"/>
              </a:rPr>
              <a:t>Artificial intelligence</a:t>
            </a:r>
            <a:r>
              <a:rPr lang="en" sz="1200">
                <a:solidFill>
                  <a:schemeClr val="hlink"/>
                </a:solidFill>
                <a:uFill>
                  <a:noFill/>
                </a:uFill>
                <a:hlinkClick r:id="rId13"/>
              </a:rPr>
              <a:t> </a:t>
            </a:r>
            <a:r>
              <a:rPr lang="en">
                <a:solidFill>
                  <a:schemeClr val="hlink"/>
                </a:solidFill>
                <a:uFill>
                  <a:noFill/>
                </a:uFill>
                <a:hlinkClick r:id="rId13"/>
              </a:rPr>
              <a:t>premium </a:t>
            </a:r>
            <a:r>
              <a:rPr lang="en" sz="1200">
                <a:solidFill>
                  <a:schemeClr val="hlink"/>
                </a:solidFill>
                <a:uFill>
                  <a:noFill/>
                </a:uFill>
                <a:hlinkClick r:id="rId13"/>
              </a:rPr>
              <a:t>icon pack</a:t>
            </a:r>
            <a:endParaRPr sz="1200"/>
          </a:p>
          <a:p>
            <a:pPr marL="0" lvl="0" indent="0" algn="l" rtl="0">
              <a:lnSpc>
                <a:spcPct val="115000"/>
              </a:lnSpc>
              <a:spcBef>
                <a:spcPts val="1000"/>
              </a:spcBef>
              <a:spcAft>
                <a:spcPts val="0"/>
              </a:spcAft>
              <a:buNone/>
            </a:pPr>
            <a:r>
              <a:rPr lang="en" sz="1800">
                <a:latin typeface="Orbitron Black"/>
                <a:ea typeface="Orbitron Black"/>
                <a:cs typeface="Orbitron Black"/>
                <a:sym typeface="Orbitron Black"/>
              </a:rPr>
              <a:t>VECTORS</a:t>
            </a:r>
            <a:endParaRPr/>
          </a:p>
          <a:p>
            <a:pPr marL="457200" marR="50800" lvl="0" indent="-304800" algn="l" rtl="0">
              <a:spcBef>
                <a:spcPts val="0"/>
              </a:spcBef>
              <a:spcAft>
                <a:spcPts val="0"/>
              </a:spcAft>
              <a:buSzPts val="1200"/>
              <a:buChar char="●"/>
            </a:pPr>
            <a:r>
              <a:rPr lang="en">
                <a:solidFill>
                  <a:schemeClr val="hlink"/>
                </a:solidFill>
                <a:uFill>
                  <a:noFill/>
                </a:uFill>
                <a:hlinkClick r:id="rId14"/>
              </a:rPr>
              <a:t>Gradient liquid abstract background Premium</a:t>
            </a:r>
            <a:endParaRPr/>
          </a:p>
        </p:txBody>
      </p:sp>
      <p:sp>
        <p:nvSpPr>
          <p:cNvPr id="3176" name="Google Shape;3176;p129">
            <a:hlinkClick r:id="" action="ppaction://hlinkshowjump?jump=nextslide"/>
          </p:cNvPr>
          <p:cNvSpPr/>
          <p:nvPr/>
        </p:nvSpPr>
        <p:spPr>
          <a:xfrm>
            <a:off x="271492" y="222512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29">
            <a:hlinkClick r:id="rId15" action="ppaction://hlinksldjump"/>
          </p:cNvPr>
          <p:cNvSpPr/>
          <p:nvPr/>
        </p:nvSpPr>
        <p:spPr>
          <a:xfrm>
            <a:off x="271492" y="2475029"/>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29">
            <a:hlinkClick r:id="" action="ppaction://hlinkshowjump?jump=previousslide"/>
          </p:cNvPr>
          <p:cNvSpPr/>
          <p:nvPr/>
        </p:nvSpPr>
        <p:spPr>
          <a:xfrm>
            <a:off x="271492" y="2724934"/>
            <a:ext cx="193611" cy="193446"/>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endParaRPr sz="1200" b="1">
              <a:solidFill>
                <a:schemeClr val="dk2"/>
              </a:solidFill>
              <a:latin typeface="Darker Grotesque"/>
              <a:ea typeface="Darker Grotesque"/>
              <a:cs typeface="Darker Grotesque"/>
              <a:sym typeface="Darker Grotesque"/>
            </a:endParaRPr>
          </a:p>
        </p:txBody>
      </p:sp>
      <p:sp>
        <p:nvSpPr>
          <p:cNvPr id="3179" name="Google Shape;3179;p129">
            <a:hlinkClick r:id="rId15" action="ppaction://hlinksldjump"/>
          </p:cNvPr>
          <p:cNvSpPr/>
          <p:nvPr/>
        </p:nvSpPr>
        <p:spPr>
          <a:xfrm>
            <a:off x="312597" y="2511261"/>
            <a:ext cx="111412" cy="111267"/>
          </a:xfrm>
          <a:custGeom>
            <a:avLst/>
            <a:gdLst/>
            <a:ahLst/>
            <a:cxnLst/>
            <a:rect l="l" t="t" r="r" b="b"/>
            <a:pathLst>
              <a:path w="13840" h="13822" extrusionOk="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29">
            <a:hlinkClick r:id="rId15" action="ppaction://hlinksldjump"/>
          </p:cNvPr>
          <p:cNvSpPr/>
          <p:nvPr/>
        </p:nvSpPr>
        <p:spPr>
          <a:xfrm>
            <a:off x="337227" y="2552247"/>
            <a:ext cx="62146" cy="54917"/>
          </a:xfrm>
          <a:custGeom>
            <a:avLst/>
            <a:gdLst/>
            <a:ahLst/>
            <a:cxnLst/>
            <a:rect l="l" t="t" r="r" b="b"/>
            <a:pathLst>
              <a:path w="7720" h="6822" extrusionOk="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81" name="Google Shape;3181;p129">
            <a:hlinkClick r:id="" action="ppaction://hlinkshowjump?jump=nextslide"/>
          </p:cNvPr>
          <p:cNvCxnSpPr/>
          <p:nvPr/>
        </p:nvCxnSpPr>
        <p:spPr>
          <a:xfrm>
            <a:off x="317292" y="2321850"/>
            <a:ext cx="102000" cy="0"/>
          </a:xfrm>
          <a:prstGeom prst="straightConnector1">
            <a:avLst/>
          </a:prstGeom>
          <a:noFill/>
          <a:ln w="9525" cap="flat" cmpd="sng">
            <a:solidFill>
              <a:schemeClr val="dk2"/>
            </a:solidFill>
            <a:prstDash val="solid"/>
            <a:round/>
            <a:headEnd type="none" w="med" len="med"/>
            <a:tailEnd type="oval" w="med" len="med"/>
          </a:ln>
        </p:spPr>
      </p:cxnSp>
      <p:cxnSp>
        <p:nvCxnSpPr>
          <p:cNvPr id="3182" name="Google Shape;3182;p129">
            <a:hlinkClick r:id="" action="ppaction://hlinkshowjump?jump=previousslide"/>
          </p:cNvPr>
          <p:cNvCxnSpPr/>
          <p:nvPr/>
        </p:nvCxnSpPr>
        <p:spPr>
          <a:xfrm>
            <a:off x="317292" y="2821638"/>
            <a:ext cx="102000" cy="0"/>
          </a:xfrm>
          <a:prstGeom prst="straightConnector1">
            <a:avLst/>
          </a:prstGeom>
          <a:noFill/>
          <a:ln w="9525" cap="flat" cmpd="sng">
            <a:solidFill>
              <a:schemeClr val="dk2"/>
            </a:solidFill>
            <a:prstDash val="solid"/>
            <a:round/>
            <a:headEnd type="oval" w="med" len="med"/>
            <a:tailEnd type="none" w="med" len="med"/>
          </a:ln>
        </p:spPr>
      </p:cxn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3186"/>
        <p:cNvGrpSpPr/>
        <p:nvPr/>
      </p:nvGrpSpPr>
      <p:grpSpPr>
        <a:xfrm>
          <a:off x="0" y="0"/>
          <a:ext cx="0" cy="0"/>
          <a:chOff x="0" y="0"/>
          <a:chExt cx="0" cy="0"/>
        </a:xfrm>
      </p:grpSpPr>
      <p:sp>
        <p:nvSpPr>
          <p:cNvPr id="3187" name="Google Shape;3187;p13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188" name="Google Shape;3188;p130"/>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 action="ppaction://noaction">
                  <a:extLst>
                    <a:ext uri="{A12FA001-AC4F-418D-AE19-62706E023703}">
                      <ahyp:hlinkClr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189" name="Google Shape;3189;p130"/>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3193"/>
        <p:cNvGrpSpPr/>
        <p:nvPr/>
      </p:nvGrpSpPr>
      <p:grpSpPr>
        <a:xfrm>
          <a:off x="0" y="0"/>
          <a:ext cx="0" cy="0"/>
          <a:chOff x="0" y="0"/>
          <a:chExt cx="0" cy="0"/>
        </a:xfrm>
      </p:grpSpPr>
      <p:sp>
        <p:nvSpPr>
          <p:cNvPr id="3194" name="Google Shape;3194;p131"/>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3195" name="Google Shape;3195;p131"/>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As a Premium user on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FFFFFF"/>
                </a:solidFill>
                <a:latin typeface="Arial"/>
                <a:ea typeface="Arial"/>
                <a:cs typeface="Arial"/>
                <a:sym typeface="Arial"/>
              </a:rPr>
              <a:t>, you can use this template without crediting us.</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p:txBody>
      </p:sp>
      <p:sp>
        <p:nvSpPr>
          <p:cNvPr id="3196" name="Google Shape;3196;p131"/>
          <p:cNvSpPr txBox="1">
            <a:spLocks noGrp="1"/>
          </p:cNvSpPr>
          <p:nvPr>
            <p:ph type="body" idx="4294967295"/>
          </p:nvPr>
        </p:nvSpPr>
        <p:spPr>
          <a:xfrm>
            <a:off x="1048350" y="4314290"/>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FFFFFF"/>
                </a:solidFill>
                <a:latin typeface="Arial"/>
                <a:ea typeface="Arial"/>
                <a:cs typeface="Arial"/>
                <a:sym typeface="Arial"/>
              </a:rPr>
              <a:t>For more information about editing slides, please read our FAQs or visit Slidesgo School:</a:t>
            </a:r>
            <a:endParaRPr sz="1000">
              <a:solidFill>
                <a:srgbClr val="FFFFFF"/>
              </a:solidFill>
              <a:latin typeface="Arial"/>
              <a:ea typeface="Arial"/>
              <a:cs typeface="Arial"/>
              <a:sym typeface="Arial"/>
            </a:endParaRPr>
          </a:p>
          <a:p>
            <a:pPr marL="0" lvl="0" indent="0" algn="ctr" rtl="0">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3200"/>
        <p:cNvGrpSpPr/>
        <p:nvPr/>
      </p:nvGrpSpPr>
      <p:grpSpPr>
        <a:xfrm>
          <a:off x="0" y="0"/>
          <a:ext cx="0" cy="0"/>
          <a:chOff x="0" y="0"/>
          <a:chExt cx="0" cy="0"/>
        </a:xfrm>
      </p:grpSpPr>
      <p:sp>
        <p:nvSpPr>
          <p:cNvPr id="3201" name="Google Shape;3201;p132"/>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202" name="Google Shape;3202;p132"/>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203" name="Google Shape;3203;p132"/>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Orbitron</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(https://fonts.google.com/specimen/Orbitron)</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Darker Grotesque</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https://fonts.google.com/specimen/Darker+Grotesque</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a:t>
            </a:r>
            <a:endParaRPr>
              <a:solidFill>
                <a:schemeClr val="lt1"/>
              </a:solidFill>
              <a:latin typeface="Arial"/>
              <a:ea typeface="Arial"/>
              <a:cs typeface="Arial"/>
              <a:sym typeface="Arial"/>
            </a:endParaRPr>
          </a:p>
        </p:txBody>
      </p:sp>
      <p:grpSp>
        <p:nvGrpSpPr>
          <p:cNvPr id="3204" name="Google Shape;3204;p132"/>
          <p:cNvGrpSpPr/>
          <p:nvPr/>
        </p:nvGrpSpPr>
        <p:grpSpPr>
          <a:xfrm>
            <a:off x="2052638" y="3498875"/>
            <a:ext cx="5038700" cy="754200"/>
            <a:chOff x="2052638" y="3498875"/>
            <a:chExt cx="5038700" cy="754200"/>
          </a:xfrm>
        </p:grpSpPr>
        <p:sp>
          <p:nvSpPr>
            <p:cNvPr id="3205" name="Google Shape;3205;p132"/>
            <p:cNvSpPr/>
            <p:nvPr/>
          </p:nvSpPr>
          <p:spPr>
            <a:xfrm>
              <a:off x="4176288" y="3498875"/>
              <a:ext cx="791400" cy="754200"/>
            </a:xfrm>
            <a:prstGeom prst="roundRect">
              <a:avLst>
                <a:gd name="adj" fmla="val 16667"/>
              </a:avLst>
            </a:prstGeom>
            <a:solidFill>
              <a:srgbClr val="0445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32"/>
            <p:cNvSpPr/>
            <p:nvPr/>
          </p:nvSpPr>
          <p:spPr>
            <a:xfrm>
              <a:off x="5238107" y="3498875"/>
              <a:ext cx="791400" cy="754200"/>
            </a:xfrm>
            <a:prstGeom prst="roundRect">
              <a:avLst>
                <a:gd name="adj" fmla="val 16667"/>
              </a:avLst>
            </a:prstGeom>
            <a:solidFill>
              <a:srgbClr val="F2CE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32"/>
            <p:cNvSpPr/>
            <p:nvPr/>
          </p:nvSpPr>
          <p:spPr>
            <a:xfrm>
              <a:off x="6299927" y="3498875"/>
              <a:ext cx="791400" cy="754200"/>
            </a:xfrm>
            <a:prstGeom prst="roundRect">
              <a:avLst>
                <a:gd name="adj" fmla="val 16667"/>
              </a:avLst>
            </a:prstGeom>
            <a:solidFill>
              <a:srgbClr val="8DF1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32"/>
            <p:cNvSpPr/>
            <p:nvPr/>
          </p:nvSpPr>
          <p:spPr>
            <a:xfrm>
              <a:off x="3114463" y="3498875"/>
              <a:ext cx="791400" cy="754200"/>
            </a:xfrm>
            <a:prstGeom prst="roundRect">
              <a:avLst>
                <a:gd name="adj" fmla="val 16667"/>
              </a:avLst>
            </a:prstGeom>
            <a:solidFill>
              <a:srgbClr val="E8E8E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32"/>
            <p:cNvSpPr txBox="1"/>
            <p:nvPr/>
          </p:nvSpPr>
          <p:spPr>
            <a:xfrm>
              <a:off x="41762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#0445ff</a:t>
              </a:r>
              <a:endParaRPr sz="1000">
                <a:solidFill>
                  <a:srgbClr val="FFFFFF"/>
                </a:solidFill>
              </a:endParaRPr>
            </a:p>
          </p:txBody>
        </p:sp>
        <p:sp>
          <p:nvSpPr>
            <p:cNvPr id="3210" name="Google Shape;3210;p132"/>
            <p:cNvSpPr txBox="1"/>
            <p:nvPr/>
          </p:nvSpPr>
          <p:spPr>
            <a:xfrm>
              <a:off x="52381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#f2ceff</a:t>
              </a:r>
              <a:endParaRPr sz="1000">
                <a:solidFill>
                  <a:srgbClr val="FFFFFF"/>
                </a:solidFill>
              </a:endParaRPr>
            </a:p>
          </p:txBody>
        </p:sp>
        <p:sp>
          <p:nvSpPr>
            <p:cNvPr id="3211" name="Google Shape;3211;p132"/>
            <p:cNvSpPr txBox="1"/>
            <p:nvPr/>
          </p:nvSpPr>
          <p:spPr>
            <a:xfrm>
              <a:off x="62999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##8df1ff</a:t>
              </a:r>
              <a:endParaRPr sz="1000">
                <a:solidFill>
                  <a:srgbClr val="FFFFFF"/>
                </a:solidFill>
              </a:endParaRPr>
            </a:p>
          </p:txBody>
        </p:sp>
        <p:sp>
          <p:nvSpPr>
            <p:cNvPr id="3212" name="Google Shape;3212;p132"/>
            <p:cNvSpPr txBox="1"/>
            <p:nvPr/>
          </p:nvSpPr>
          <p:spPr>
            <a:xfrm>
              <a:off x="31144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##e8e8e8</a:t>
              </a:r>
              <a:endParaRPr sz="1000">
                <a:solidFill>
                  <a:schemeClr val="dk1"/>
                </a:solidFill>
              </a:endParaRPr>
            </a:p>
          </p:txBody>
        </p:sp>
        <p:sp>
          <p:nvSpPr>
            <p:cNvPr id="3213" name="Google Shape;3213;p132"/>
            <p:cNvSpPr/>
            <p:nvPr/>
          </p:nvSpPr>
          <p:spPr>
            <a:xfrm>
              <a:off x="2052638" y="3498875"/>
              <a:ext cx="791400" cy="754200"/>
            </a:xfrm>
            <a:prstGeom prst="roundRect">
              <a:avLst>
                <a:gd name="adj" fmla="val 16667"/>
              </a:avLst>
            </a:prstGeom>
            <a:solidFill>
              <a:srgbClr val="19191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32"/>
            <p:cNvSpPr txBox="1"/>
            <p:nvPr/>
          </p:nvSpPr>
          <p:spPr>
            <a:xfrm>
              <a:off x="20526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#191919</a:t>
              </a:r>
              <a:endParaRPr sz="1000">
                <a:solidFill>
                  <a:srgbClr val="FFFFFF"/>
                </a:solidFill>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3218"/>
        <p:cNvGrpSpPr/>
        <p:nvPr/>
      </p:nvGrpSpPr>
      <p:grpSpPr>
        <a:xfrm>
          <a:off x="0" y="0"/>
          <a:ext cx="0" cy="0"/>
          <a:chOff x="0" y="0"/>
          <a:chExt cx="0" cy="0"/>
        </a:xfrm>
      </p:grpSpPr>
      <p:sp>
        <p:nvSpPr>
          <p:cNvPr id="3219" name="Google Shape;3219;p133"/>
          <p:cNvSpPr txBox="1">
            <a:spLocks noGrp="1"/>
          </p:cNvSpPr>
          <p:nvPr>
            <p:ph type="title" idx="4294967295"/>
          </p:nvPr>
        </p:nvSpPr>
        <p:spPr>
          <a:xfrm>
            <a:off x="1048350" y="6496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3220" name="Google Shape;3220;p133"/>
          <p:cNvSpPr txBox="1"/>
          <p:nvPr/>
        </p:nvSpPr>
        <p:spPr>
          <a:xfrm>
            <a:off x="1252436" y="1169999"/>
            <a:ext cx="6630900" cy="318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221" name="Google Shape;3221;p133"/>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222" name="Google Shape;3222;p133">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223" name="Google Shape;3223;p133">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224" name="Google Shape;3224;p133">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225" name="Google Shape;3225;p133">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226" name="Google Shape;3226;p133"/>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227" name="Google Shape;3227;p133"/>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228" name="Google Shape;3228;p133"/>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229" name="Google Shape;3229;p133"/>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230" name="Google Shape;3230;p133">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3234"/>
        <p:cNvGrpSpPr/>
        <p:nvPr/>
      </p:nvGrpSpPr>
      <p:grpSpPr>
        <a:xfrm>
          <a:off x="0" y="0"/>
          <a:ext cx="0" cy="0"/>
          <a:chOff x="0" y="0"/>
          <a:chExt cx="0" cy="0"/>
        </a:xfrm>
      </p:grpSpPr>
      <p:sp>
        <p:nvSpPr>
          <p:cNvPr id="3235" name="Google Shape;3235;p134"/>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236" name="Google Shape;3236;p134"/>
          <p:cNvGrpSpPr/>
          <p:nvPr/>
        </p:nvGrpSpPr>
        <p:grpSpPr>
          <a:xfrm>
            <a:off x="5156078" y="3085736"/>
            <a:ext cx="474294" cy="551291"/>
            <a:chOff x="4727025" y="1332775"/>
            <a:chExt cx="59900" cy="69625"/>
          </a:xfrm>
        </p:grpSpPr>
        <p:sp>
          <p:nvSpPr>
            <p:cNvPr id="3237" name="Google Shape;3237;p13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3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9" name="Google Shape;3239;p134"/>
          <p:cNvGrpSpPr/>
          <p:nvPr/>
        </p:nvGrpSpPr>
        <p:grpSpPr>
          <a:xfrm>
            <a:off x="5769734" y="2314340"/>
            <a:ext cx="555653" cy="557031"/>
            <a:chOff x="4820425" y="1329900"/>
            <a:chExt cx="70175" cy="70350"/>
          </a:xfrm>
        </p:grpSpPr>
        <p:sp>
          <p:nvSpPr>
            <p:cNvPr id="3240" name="Google Shape;3240;p13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3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3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3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4" name="Google Shape;3244;p134"/>
          <p:cNvGrpSpPr/>
          <p:nvPr/>
        </p:nvGrpSpPr>
        <p:grpSpPr>
          <a:xfrm>
            <a:off x="6396103" y="2318845"/>
            <a:ext cx="582574" cy="533871"/>
            <a:chOff x="4903200" y="1331525"/>
            <a:chExt cx="73575" cy="67425"/>
          </a:xfrm>
        </p:grpSpPr>
        <p:sp>
          <p:nvSpPr>
            <p:cNvPr id="3245" name="Google Shape;3245;p13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3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7" name="Google Shape;3247;p134"/>
          <p:cNvGrpSpPr/>
          <p:nvPr/>
        </p:nvGrpSpPr>
        <p:grpSpPr>
          <a:xfrm>
            <a:off x="5755581" y="3078709"/>
            <a:ext cx="583960" cy="565345"/>
            <a:chOff x="4815575" y="1416800"/>
            <a:chExt cx="73750" cy="71400"/>
          </a:xfrm>
        </p:grpSpPr>
        <p:sp>
          <p:nvSpPr>
            <p:cNvPr id="3248" name="Google Shape;3248;p13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3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3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1" name="Google Shape;3251;p134"/>
          <p:cNvGrpSpPr/>
          <p:nvPr/>
        </p:nvGrpSpPr>
        <p:grpSpPr>
          <a:xfrm>
            <a:off x="6390362" y="3108896"/>
            <a:ext cx="589898" cy="504970"/>
            <a:chOff x="4902475" y="1418875"/>
            <a:chExt cx="74500" cy="63775"/>
          </a:xfrm>
        </p:grpSpPr>
        <p:sp>
          <p:nvSpPr>
            <p:cNvPr id="3252" name="Google Shape;3252;p13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34"/>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4" name="Google Shape;3254;p134"/>
          <p:cNvGrpSpPr/>
          <p:nvPr/>
        </p:nvGrpSpPr>
        <p:grpSpPr>
          <a:xfrm>
            <a:off x="5765577" y="3826000"/>
            <a:ext cx="563967" cy="567127"/>
            <a:chOff x="4818100" y="1507675"/>
            <a:chExt cx="71225" cy="71625"/>
          </a:xfrm>
        </p:grpSpPr>
        <p:sp>
          <p:nvSpPr>
            <p:cNvPr id="3255" name="Google Shape;3255;p13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3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3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3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9" name="Google Shape;3259;p134"/>
          <p:cNvGrpSpPr/>
          <p:nvPr/>
        </p:nvGrpSpPr>
        <p:grpSpPr>
          <a:xfrm>
            <a:off x="5079075" y="3829461"/>
            <a:ext cx="628301" cy="588505"/>
            <a:chOff x="4721450" y="1509475"/>
            <a:chExt cx="79350" cy="74325"/>
          </a:xfrm>
        </p:grpSpPr>
        <p:sp>
          <p:nvSpPr>
            <p:cNvPr id="3260" name="Google Shape;3260;p13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3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3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3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4" name="Google Shape;3264;p134"/>
          <p:cNvGrpSpPr/>
          <p:nvPr/>
        </p:nvGrpSpPr>
        <p:grpSpPr>
          <a:xfrm>
            <a:off x="6424608" y="3814027"/>
            <a:ext cx="557038" cy="562772"/>
            <a:chOff x="4906800" y="1507500"/>
            <a:chExt cx="70350" cy="71075"/>
          </a:xfrm>
        </p:grpSpPr>
        <p:sp>
          <p:nvSpPr>
            <p:cNvPr id="3265" name="Google Shape;3265;p13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3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3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3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3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 name="Google Shape;3270;p134"/>
          <p:cNvGrpSpPr/>
          <p:nvPr/>
        </p:nvGrpSpPr>
        <p:grpSpPr>
          <a:xfrm>
            <a:off x="4462216" y="2340963"/>
            <a:ext cx="517934" cy="517934"/>
            <a:chOff x="3736598" y="2170606"/>
            <a:chExt cx="404889" cy="404889"/>
          </a:xfrm>
        </p:grpSpPr>
        <p:sp>
          <p:nvSpPr>
            <p:cNvPr id="3271" name="Google Shape;3271;p13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3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3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3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5" name="Google Shape;3275;p134"/>
          <p:cNvGrpSpPr/>
          <p:nvPr/>
        </p:nvGrpSpPr>
        <p:grpSpPr>
          <a:xfrm>
            <a:off x="3729277" y="2341061"/>
            <a:ext cx="586986" cy="517740"/>
            <a:chOff x="3161917" y="2170682"/>
            <a:chExt cx="458870" cy="404737"/>
          </a:xfrm>
        </p:grpSpPr>
        <p:sp>
          <p:nvSpPr>
            <p:cNvPr id="3276" name="Google Shape;3276;p13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3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3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134"/>
          <p:cNvGrpSpPr/>
          <p:nvPr/>
        </p:nvGrpSpPr>
        <p:grpSpPr>
          <a:xfrm>
            <a:off x="3752299" y="3102400"/>
            <a:ext cx="540943" cy="517963"/>
            <a:chOff x="3179914" y="2889488"/>
            <a:chExt cx="422876" cy="404911"/>
          </a:xfrm>
        </p:grpSpPr>
        <p:sp>
          <p:nvSpPr>
            <p:cNvPr id="3280" name="Google Shape;3280;p13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3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3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3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3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3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6" name="Google Shape;3286;p134"/>
          <p:cNvGrpSpPr/>
          <p:nvPr/>
        </p:nvGrpSpPr>
        <p:grpSpPr>
          <a:xfrm>
            <a:off x="4453093" y="3102358"/>
            <a:ext cx="536180" cy="518047"/>
            <a:chOff x="3729467" y="2889422"/>
            <a:chExt cx="419153" cy="404977"/>
          </a:xfrm>
        </p:grpSpPr>
        <p:sp>
          <p:nvSpPr>
            <p:cNvPr id="3287" name="Google Shape;3287;p13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3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3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3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3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3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3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4" name="Google Shape;3294;p134"/>
          <p:cNvGrpSpPr/>
          <p:nvPr/>
        </p:nvGrpSpPr>
        <p:grpSpPr>
          <a:xfrm>
            <a:off x="1990126" y="3445787"/>
            <a:ext cx="965351" cy="134611"/>
            <a:chOff x="4411970" y="2962952"/>
            <a:chExt cx="706544" cy="104212"/>
          </a:xfrm>
        </p:grpSpPr>
        <p:sp>
          <p:nvSpPr>
            <p:cNvPr id="3295" name="Google Shape;3295;p13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3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3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3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134"/>
          <p:cNvGrpSpPr/>
          <p:nvPr/>
        </p:nvGrpSpPr>
        <p:grpSpPr>
          <a:xfrm>
            <a:off x="1990126" y="3041077"/>
            <a:ext cx="960158" cy="289172"/>
            <a:chOff x="4411970" y="2726085"/>
            <a:chExt cx="643107" cy="193659"/>
          </a:xfrm>
        </p:grpSpPr>
        <p:sp>
          <p:nvSpPr>
            <p:cNvPr id="3300" name="Google Shape;3300;p13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3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3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3" name="Google Shape;3303;p134"/>
          <p:cNvGrpSpPr/>
          <p:nvPr/>
        </p:nvGrpSpPr>
        <p:grpSpPr>
          <a:xfrm>
            <a:off x="998624" y="3295400"/>
            <a:ext cx="811503" cy="252584"/>
            <a:chOff x="4411970" y="4340222"/>
            <a:chExt cx="779467" cy="242683"/>
          </a:xfrm>
        </p:grpSpPr>
        <p:sp>
          <p:nvSpPr>
            <p:cNvPr id="3304" name="Google Shape;3304;p13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3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3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7" name="Google Shape;3307;p134"/>
          <p:cNvGrpSpPr/>
          <p:nvPr/>
        </p:nvGrpSpPr>
        <p:grpSpPr>
          <a:xfrm>
            <a:off x="1990126" y="2709308"/>
            <a:ext cx="965160" cy="216230"/>
            <a:chOff x="4411970" y="2468674"/>
            <a:chExt cx="747317" cy="167425"/>
          </a:xfrm>
        </p:grpSpPr>
        <p:sp>
          <p:nvSpPr>
            <p:cNvPr id="3308" name="Google Shape;3308;p13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3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0" name="Google Shape;3310;p134"/>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1" name="Google Shape;3311;p134"/>
          <p:cNvGrpSpPr/>
          <p:nvPr/>
        </p:nvGrpSpPr>
        <p:grpSpPr>
          <a:xfrm>
            <a:off x="997692" y="2334687"/>
            <a:ext cx="1959041" cy="208784"/>
            <a:chOff x="6336019" y="3733725"/>
            <a:chExt cx="2566206" cy="351310"/>
          </a:xfrm>
        </p:grpSpPr>
        <p:sp>
          <p:nvSpPr>
            <p:cNvPr id="3312" name="Google Shape;3312;p134"/>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34"/>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34"/>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34"/>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6" name="Google Shape;3316;p134"/>
          <p:cNvGrpSpPr/>
          <p:nvPr/>
        </p:nvGrpSpPr>
        <p:grpSpPr>
          <a:xfrm>
            <a:off x="1990126" y="3950602"/>
            <a:ext cx="946551" cy="153200"/>
            <a:chOff x="4404545" y="3301592"/>
            <a:chExt cx="782403" cy="129272"/>
          </a:xfrm>
        </p:grpSpPr>
        <p:sp>
          <p:nvSpPr>
            <p:cNvPr id="3317" name="Google Shape;3317;p13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34"/>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9" name="Google Shape;3319;p134"/>
          <p:cNvGrpSpPr/>
          <p:nvPr/>
        </p:nvGrpSpPr>
        <p:grpSpPr>
          <a:xfrm>
            <a:off x="1990126" y="3695937"/>
            <a:ext cx="962257" cy="139127"/>
            <a:chOff x="4411970" y="3131459"/>
            <a:chExt cx="710520" cy="117397"/>
          </a:xfrm>
        </p:grpSpPr>
        <p:sp>
          <p:nvSpPr>
            <p:cNvPr id="3320" name="Google Shape;3320;p13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3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22" name="Google Shape;3322;p134"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23" name="Google Shape;3323;p134"/>
          <p:cNvGrpSpPr/>
          <p:nvPr/>
        </p:nvGrpSpPr>
        <p:grpSpPr>
          <a:xfrm>
            <a:off x="990271" y="3621603"/>
            <a:ext cx="823838" cy="458988"/>
            <a:chOff x="4411970" y="1801825"/>
            <a:chExt cx="734586" cy="409262"/>
          </a:xfrm>
        </p:grpSpPr>
        <p:sp>
          <p:nvSpPr>
            <p:cNvPr id="3324" name="Google Shape;3324;p13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3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134"/>
          <p:cNvGrpSpPr/>
          <p:nvPr/>
        </p:nvGrpSpPr>
        <p:grpSpPr>
          <a:xfrm>
            <a:off x="3095243" y="2339173"/>
            <a:ext cx="521514" cy="521514"/>
            <a:chOff x="5681300" y="2527788"/>
            <a:chExt cx="805800" cy="805800"/>
          </a:xfrm>
        </p:grpSpPr>
        <p:sp>
          <p:nvSpPr>
            <p:cNvPr id="3327" name="Google Shape;3327;p134"/>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3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134"/>
          <p:cNvGrpSpPr/>
          <p:nvPr/>
        </p:nvGrpSpPr>
        <p:grpSpPr>
          <a:xfrm>
            <a:off x="3089483" y="3094865"/>
            <a:ext cx="533033" cy="533033"/>
            <a:chOff x="4049800" y="640400"/>
            <a:chExt cx="858900" cy="858900"/>
          </a:xfrm>
        </p:grpSpPr>
        <p:sp>
          <p:nvSpPr>
            <p:cNvPr id="3330" name="Google Shape;3330;p134"/>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34"/>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2" name="Google Shape;3332;p134"/>
          <p:cNvGrpSpPr/>
          <p:nvPr/>
        </p:nvGrpSpPr>
        <p:grpSpPr>
          <a:xfrm>
            <a:off x="3014966" y="3772543"/>
            <a:ext cx="682068" cy="682068"/>
            <a:chOff x="5080188" y="927900"/>
            <a:chExt cx="961200" cy="961200"/>
          </a:xfrm>
        </p:grpSpPr>
        <p:sp>
          <p:nvSpPr>
            <p:cNvPr id="3333" name="Google Shape;3333;p134"/>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34"/>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34"/>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34"/>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3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3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3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3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1" name="Google Shape;3341;p134"/>
          <p:cNvGrpSpPr/>
          <p:nvPr/>
        </p:nvGrpSpPr>
        <p:grpSpPr>
          <a:xfrm>
            <a:off x="4478465" y="3869234"/>
            <a:ext cx="505650" cy="504006"/>
            <a:chOff x="6039282" y="1042577"/>
            <a:chExt cx="734315" cy="731929"/>
          </a:xfrm>
        </p:grpSpPr>
        <p:sp>
          <p:nvSpPr>
            <p:cNvPr id="3342" name="Google Shape;3342;p13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3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3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3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3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3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3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3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3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3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3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3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3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3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3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3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3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3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3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3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3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3" name="Google Shape;3363;p134"/>
          <p:cNvGrpSpPr/>
          <p:nvPr/>
        </p:nvGrpSpPr>
        <p:grpSpPr>
          <a:xfrm>
            <a:off x="5091067" y="2298862"/>
            <a:ext cx="567744" cy="602136"/>
            <a:chOff x="1825800" y="1651625"/>
            <a:chExt cx="539989" cy="571775"/>
          </a:xfrm>
        </p:grpSpPr>
        <p:sp>
          <p:nvSpPr>
            <p:cNvPr id="3364" name="Google Shape;3364;p134"/>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34"/>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34"/>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3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8" name="Google Shape;3368;p134"/>
          <p:cNvGrpSpPr/>
          <p:nvPr/>
        </p:nvGrpSpPr>
        <p:grpSpPr>
          <a:xfrm>
            <a:off x="3765995" y="3855579"/>
            <a:ext cx="508123" cy="507955"/>
            <a:chOff x="1897577" y="2802432"/>
            <a:chExt cx="492176" cy="492014"/>
          </a:xfrm>
        </p:grpSpPr>
        <p:sp>
          <p:nvSpPr>
            <p:cNvPr id="3369" name="Google Shape;3369;p134"/>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34"/>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34"/>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34"/>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34"/>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34"/>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34"/>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34"/>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34"/>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34"/>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3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3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1" name="Google Shape;3381;p134"/>
          <p:cNvGrpSpPr/>
          <p:nvPr/>
        </p:nvGrpSpPr>
        <p:grpSpPr>
          <a:xfrm>
            <a:off x="997525" y="4169123"/>
            <a:ext cx="809227" cy="200842"/>
            <a:chOff x="2013045" y="4813233"/>
            <a:chExt cx="921986" cy="228854"/>
          </a:xfrm>
        </p:grpSpPr>
        <p:sp>
          <p:nvSpPr>
            <p:cNvPr id="3382" name="Google Shape;3382;p134"/>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34"/>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4" name="Google Shape;3384;p134"/>
          <p:cNvGrpSpPr/>
          <p:nvPr/>
        </p:nvGrpSpPr>
        <p:grpSpPr>
          <a:xfrm>
            <a:off x="1005985" y="2656004"/>
            <a:ext cx="792421" cy="269941"/>
            <a:chOff x="1046767" y="4756633"/>
            <a:chExt cx="859646" cy="292841"/>
          </a:xfrm>
        </p:grpSpPr>
        <p:sp>
          <p:nvSpPr>
            <p:cNvPr id="3385" name="Google Shape;3385;p134"/>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34"/>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34"/>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88" name="Google Shape;3388;p134"/>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34"/>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34"/>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34"/>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92" name="Google Shape;3392;p134"/>
          <p:cNvGrpSpPr/>
          <p:nvPr/>
        </p:nvGrpSpPr>
        <p:grpSpPr>
          <a:xfrm>
            <a:off x="7141841" y="2550562"/>
            <a:ext cx="166473" cy="141497"/>
            <a:chOff x="4660325" y="1866850"/>
            <a:chExt cx="68350" cy="58100"/>
          </a:xfrm>
        </p:grpSpPr>
        <p:sp>
          <p:nvSpPr>
            <p:cNvPr id="3393" name="Google Shape;3393;p13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3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5" name="Google Shape;3395;p134"/>
          <p:cNvGrpSpPr/>
          <p:nvPr/>
        </p:nvGrpSpPr>
        <p:grpSpPr>
          <a:xfrm>
            <a:off x="7451186" y="2576286"/>
            <a:ext cx="162515" cy="90049"/>
            <a:chOff x="4791775" y="1877500"/>
            <a:chExt cx="66725" cy="36975"/>
          </a:xfrm>
        </p:grpSpPr>
        <p:sp>
          <p:nvSpPr>
            <p:cNvPr id="3396" name="Google Shape;3396;p13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3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8" name="Google Shape;3398;p134"/>
          <p:cNvGrpSpPr/>
          <p:nvPr/>
        </p:nvGrpSpPr>
        <p:grpSpPr>
          <a:xfrm>
            <a:off x="7772899" y="2576286"/>
            <a:ext cx="144979" cy="90049"/>
            <a:chOff x="4923925" y="1877500"/>
            <a:chExt cx="59525" cy="36975"/>
          </a:xfrm>
        </p:grpSpPr>
        <p:sp>
          <p:nvSpPr>
            <p:cNvPr id="3399" name="Google Shape;3399;p13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3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1" name="Google Shape;3401;p134"/>
          <p:cNvGrpSpPr/>
          <p:nvPr/>
        </p:nvGrpSpPr>
        <p:grpSpPr>
          <a:xfrm>
            <a:off x="8067390" y="2558477"/>
            <a:ext cx="141447" cy="125667"/>
            <a:chOff x="5058450" y="1870100"/>
            <a:chExt cx="58075" cy="51600"/>
          </a:xfrm>
        </p:grpSpPr>
        <p:sp>
          <p:nvSpPr>
            <p:cNvPr id="3402" name="Google Shape;3402;p13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3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4" name="Google Shape;3404;p134"/>
          <p:cNvGrpSpPr/>
          <p:nvPr/>
        </p:nvGrpSpPr>
        <p:grpSpPr>
          <a:xfrm>
            <a:off x="7481905" y="2980885"/>
            <a:ext cx="101077" cy="107645"/>
            <a:chOff x="4811425" y="2065025"/>
            <a:chExt cx="41500" cy="44200"/>
          </a:xfrm>
        </p:grpSpPr>
        <p:sp>
          <p:nvSpPr>
            <p:cNvPr id="3405" name="Google Shape;3405;p13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3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134"/>
          <p:cNvGrpSpPr/>
          <p:nvPr/>
        </p:nvGrpSpPr>
        <p:grpSpPr>
          <a:xfrm>
            <a:off x="7774342" y="2981098"/>
            <a:ext cx="120867" cy="107218"/>
            <a:chOff x="4929875" y="2065025"/>
            <a:chExt cx="49625" cy="44025"/>
          </a:xfrm>
        </p:grpSpPr>
        <p:sp>
          <p:nvSpPr>
            <p:cNvPr id="3408" name="Google Shape;3408;p13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3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0" name="Google Shape;3410;p134"/>
          <p:cNvGrpSpPr/>
          <p:nvPr/>
        </p:nvGrpSpPr>
        <p:grpSpPr>
          <a:xfrm>
            <a:off x="8103011" y="2984112"/>
            <a:ext cx="70206" cy="101191"/>
            <a:chOff x="5083925" y="2066350"/>
            <a:chExt cx="28825" cy="41550"/>
          </a:xfrm>
        </p:grpSpPr>
        <p:sp>
          <p:nvSpPr>
            <p:cNvPr id="3411" name="Google Shape;3411;p13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3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3" name="Google Shape;3413;p134"/>
          <p:cNvGrpSpPr/>
          <p:nvPr/>
        </p:nvGrpSpPr>
        <p:grpSpPr>
          <a:xfrm>
            <a:off x="7134565" y="2999759"/>
            <a:ext cx="181026" cy="69896"/>
            <a:chOff x="4659775" y="2072775"/>
            <a:chExt cx="74325" cy="28700"/>
          </a:xfrm>
        </p:grpSpPr>
        <p:sp>
          <p:nvSpPr>
            <p:cNvPr id="3414" name="Google Shape;3414;p13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3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3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7" name="Google Shape;3417;p134"/>
          <p:cNvGrpSpPr/>
          <p:nvPr/>
        </p:nvGrpSpPr>
        <p:grpSpPr>
          <a:xfrm>
            <a:off x="8054421" y="2790324"/>
            <a:ext cx="167387" cy="89197"/>
            <a:chOff x="4662475" y="1976500"/>
            <a:chExt cx="68725" cy="36625"/>
          </a:xfrm>
        </p:grpSpPr>
        <p:sp>
          <p:nvSpPr>
            <p:cNvPr id="3418" name="Google Shape;3418;p13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3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3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 name="Google Shape;3421;p134"/>
          <p:cNvGrpSpPr/>
          <p:nvPr/>
        </p:nvGrpSpPr>
        <p:grpSpPr>
          <a:xfrm>
            <a:off x="7751326" y="2793764"/>
            <a:ext cx="166899" cy="82317"/>
            <a:chOff x="4920150" y="1977875"/>
            <a:chExt cx="68525" cy="33800"/>
          </a:xfrm>
        </p:grpSpPr>
        <p:sp>
          <p:nvSpPr>
            <p:cNvPr id="3422" name="Google Shape;3422;p13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3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3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5" name="Google Shape;3425;p134"/>
          <p:cNvGrpSpPr/>
          <p:nvPr/>
        </p:nvGrpSpPr>
        <p:grpSpPr>
          <a:xfrm>
            <a:off x="7162483" y="3197682"/>
            <a:ext cx="125190" cy="127859"/>
            <a:chOff x="4676550" y="2160575"/>
            <a:chExt cx="51400" cy="52500"/>
          </a:xfrm>
        </p:grpSpPr>
        <p:sp>
          <p:nvSpPr>
            <p:cNvPr id="3426" name="Google Shape;3426;p13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3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3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9" name="Google Shape;3429;p134"/>
          <p:cNvGrpSpPr/>
          <p:nvPr/>
        </p:nvGrpSpPr>
        <p:grpSpPr>
          <a:xfrm>
            <a:off x="7459741" y="3204714"/>
            <a:ext cx="145405" cy="113794"/>
            <a:chOff x="4768325" y="2163475"/>
            <a:chExt cx="59700" cy="46725"/>
          </a:xfrm>
        </p:grpSpPr>
        <p:sp>
          <p:nvSpPr>
            <p:cNvPr id="3430" name="Google Shape;3430;p13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3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2" name="Google Shape;3432;p134"/>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34"/>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34"/>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34"/>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34"/>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34"/>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8" name="Google Shape;3438;p134"/>
          <p:cNvGrpSpPr/>
          <p:nvPr/>
        </p:nvGrpSpPr>
        <p:grpSpPr>
          <a:xfrm>
            <a:off x="7476059" y="3459808"/>
            <a:ext cx="112768" cy="106853"/>
            <a:chOff x="4768575" y="2253950"/>
            <a:chExt cx="46300" cy="43875"/>
          </a:xfrm>
        </p:grpSpPr>
        <p:sp>
          <p:nvSpPr>
            <p:cNvPr id="3439" name="Google Shape;3439;p13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3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1" name="Google Shape;3441;p134"/>
          <p:cNvGrpSpPr/>
          <p:nvPr/>
        </p:nvGrpSpPr>
        <p:grpSpPr>
          <a:xfrm>
            <a:off x="7775682" y="3948834"/>
            <a:ext cx="118187" cy="146246"/>
            <a:chOff x="4960900" y="2433225"/>
            <a:chExt cx="48525" cy="60050"/>
          </a:xfrm>
        </p:grpSpPr>
        <p:sp>
          <p:nvSpPr>
            <p:cNvPr id="3442" name="Google Shape;3442;p13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3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4" name="Google Shape;3444;p134"/>
          <p:cNvGrpSpPr/>
          <p:nvPr/>
        </p:nvGrpSpPr>
        <p:grpSpPr>
          <a:xfrm>
            <a:off x="7464247" y="4212895"/>
            <a:ext cx="136394" cy="143810"/>
            <a:chOff x="4854075" y="2527625"/>
            <a:chExt cx="56000" cy="59050"/>
          </a:xfrm>
        </p:grpSpPr>
        <p:sp>
          <p:nvSpPr>
            <p:cNvPr id="3445" name="Google Shape;3445;p13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3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7" name="Google Shape;3447;p134"/>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34"/>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34"/>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0" name="Google Shape;3450;p134"/>
          <p:cNvGrpSpPr/>
          <p:nvPr/>
        </p:nvGrpSpPr>
        <p:grpSpPr>
          <a:xfrm>
            <a:off x="8088458" y="3676639"/>
            <a:ext cx="99312" cy="160797"/>
            <a:chOff x="5059700" y="2334775"/>
            <a:chExt cx="40775" cy="66025"/>
          </a:xfrm>
        </p:grpSpPr>
        <p:sp>
          <p:nvSpPr>
            <p:cNvPr id="3451" name="Google Shape;3451;p13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3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3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3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3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3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3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3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3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0" name="Google Shape;3460;p134"/>
          <p:cNvGrpSpPr/>
          <p:nvPr/>
        </p:nvGrpSpPr>
        <p:grpSpPr>
          <a:xfrm>
            <a:off x="8045622" y="3941771"/>
            <a:ext cx="184984" cy="160371"/>
            <a:chOff x="5037700" y="2430325"/>
            <a:chExt cx="75950" cy="65850"/>
          </a:xfrm>
        </p:grpSpPr>
        <p:sp>
          <p:nvSpPr>
            <p:cNvPr id="3461" name="Google Shape;3461;p13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3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134"/>
          <p:cNvGrpSpPr/>
          <p:nvPr/>
        </p:nvGrpSpPr>
        <p:grpSpPr>
          <a:xfrm>
            <a:off x="7465128" y="3708223"/>
            <a:ext cx="173014" cy="97629"/>
            <a:chOff x="4756975" y="2341800"/>
            <a:chExt cx="91975" cy="51925"/>
          </a:xfrm>
        </p:grpSpPr>
        <p:sp>
          <p:nvSpPr>
            <p:cNvPr id="3464" name="Google Shape;3464;p13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3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3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3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3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3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3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3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3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3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3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3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3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3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3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3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3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3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3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3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4" name="Google Shape;3484;p134"/>
          <p:cNvGrpSpPr/>
          <p:nvPr/>
        </p:nvGrpSpPr>
        <p:grpSpPr>
          <a:xfrm>
            <a:off x="7732065" y="4196920"/>
            <a:ext cx="212497" cy="175761"/>
            <a:chOff x="4943575" y="2516350"/>
            <a:chExt cx="98675" cy="81700"/>
          </a:xfrm>
        </p:grpSpPr>
        <p:sp>
          <p:nvSpPr>
            <p:cNvPr id="3485" name="Google Shape;3485;p13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3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3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3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3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3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3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3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3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3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3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3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3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3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3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3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3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3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3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3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3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3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3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3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3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3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3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3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3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3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3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3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3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3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3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3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3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3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3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3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3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3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3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3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3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3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3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3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3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3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3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3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3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3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3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3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3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3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3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3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3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3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3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3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3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3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3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3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3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3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3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3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3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3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3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3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3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3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3" name="Google Shape;3563;p134"/>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34"/>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34"/>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34"/>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3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0">
  <p:cSld>
    <p:spTree>
      <p:nvGrpSpPr>
        <p:cNvPr id="1" name="Shape 3571"/>
        <p:cNvGrpSpPr/>
        <p:nvPr/>
      </p:nvGrpSpPr>
      <p:grpSpPr>
        <a:xfrm>
          <a:off x="0" y="0"/>
          <a:ext cx="0" cy="0"/>
          <a:chOff x="0" y="0"/>
          <a:chExt cx="0" cy="0"/>
        </a:xfrm>
      </p:grpSpPr>
      <p:grpSp>
        <p:nvGrpSpPr>
          <p:cNvPr id="3572" name="Google Shape;3572;p135"/>
          <p:cNvGrpSpPr/>
          <p:nvPr/>
        </p:nvGrpSpPr>
        <p:grpSpPr>
          <a:xfrm>
            <a:off x="3642951" y="1176740"/>
            <a:ext cx="2078182" cy="1366558"/>
            <a:chOff x="235800" y="830650"/>
            <a:chExt cx="6978450" cy="4588844"/>
          </a:xfrm>
        </p:grpSpPr>
        <p:sp>
          <p:nvSpPr>
            <p:cNvPr id="3573" name="Google Shape;3573;p13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3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3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3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3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3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9" name="Google Shape;3579;p135"/>
          <p:cNvGrpSpPr/>
          <p:nvPr/>
        </p:nvGrpSpPr>
        <p:grpSpPr>
          <a:xfrm>
            <a:off x="738454" y="3007842"/>
            <a:ext cx="2622876" cy="1333540"/>
            <a:chOff x="238125" y="1038125"/>
            <a:chExt cx="7146800" cy="3633625"/>
          </a:xfrm>
        </p:grpSpPr>
        <p:sp>
          <p:nvSpPr>
            <p:cNvPr id="3580" name="Google Shape;3580;p13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3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3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3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3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3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3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3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3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3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3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3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3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3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3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3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3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3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3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3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3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3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3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3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3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3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3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3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3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3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3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3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3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3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3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3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3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3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3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3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3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3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3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3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3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3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3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3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3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3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3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3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3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3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3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3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3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3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3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3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3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3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3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3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3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3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3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3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3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3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3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3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3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3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3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3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3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3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3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3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3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3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3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3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3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3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3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3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3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3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3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3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3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3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3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3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3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3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3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3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3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3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3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3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3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3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3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3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3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3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3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3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3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3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3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3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3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3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3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3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3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3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3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3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3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3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3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3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3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3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3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3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3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3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3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3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3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3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3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3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3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3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3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3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3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3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3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3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3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3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3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3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3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3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3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3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3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3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3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3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3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3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3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3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3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3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3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3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3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3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3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3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3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3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3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3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3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3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3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3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3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3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3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3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3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3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3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3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3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3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3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3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3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3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3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3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3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3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3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3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3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3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3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3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3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3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3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3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3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3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3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3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3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3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3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3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3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3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3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3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3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3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3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3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3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3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3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3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3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3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3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3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3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3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3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3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3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3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3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3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3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3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3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3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3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3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3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3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3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3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3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3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3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3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3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3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3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3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3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3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3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3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3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3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3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3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3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3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3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3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3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3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3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3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3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3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3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3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3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3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3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3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3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3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3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3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3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3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3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3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3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3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3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3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3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3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3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3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3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3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3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3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3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3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3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3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3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3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3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3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3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3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3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3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3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3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3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3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3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3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3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3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3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3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3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3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3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3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3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3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3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3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3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3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3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3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3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3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3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3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3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13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3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3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3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3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3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3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3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3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3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3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3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3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3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3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3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3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3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3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3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3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3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3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3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3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3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3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3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3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3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3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3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3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3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3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3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3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3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3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3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3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3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3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3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3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3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3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3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3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3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3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3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3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3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3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3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3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3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3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3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3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3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3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3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3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3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3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3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3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3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13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3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3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3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3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3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3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3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3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3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3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3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3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3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3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3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3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3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3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3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3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3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3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3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3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3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3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3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3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3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3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3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3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3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3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3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3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3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3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3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3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3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3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3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3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3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3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3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3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3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3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3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3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3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3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3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3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3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3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3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3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3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3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3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3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3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3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3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3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3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3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3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3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3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3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3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3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3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3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3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3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3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3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3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3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3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3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3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3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3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3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3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3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3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3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3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3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3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3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3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3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3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3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3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3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3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3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3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3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3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3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3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3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3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3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3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3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3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3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3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3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3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3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3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3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3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3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3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3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3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3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3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3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3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3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3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3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3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3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3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3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3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3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3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3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3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3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3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3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3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3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3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3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3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3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3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3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3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3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3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3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3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3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3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3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3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3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3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3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3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3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13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3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3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3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3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3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3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3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3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3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3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3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3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3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3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3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3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3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3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3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3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3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3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3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3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3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3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3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3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3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3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3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3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3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3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3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3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3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3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3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3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3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3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3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3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3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3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3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3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3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3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3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3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3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3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3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3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3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3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3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3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3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3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3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3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3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3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3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3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3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3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3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3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3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3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3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3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3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3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3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3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3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3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3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3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3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3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3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3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3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3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3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3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3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3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3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3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3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3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3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3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3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3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3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3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3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3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3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3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3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3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3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3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3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3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3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3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3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3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3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3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3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3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3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3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3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3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3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3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3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3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3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3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3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3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3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3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3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3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3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3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3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3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3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3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3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3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3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3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3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3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3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3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3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3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3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3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3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3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3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3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3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3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3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3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3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3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3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3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3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3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3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3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3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3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3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3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3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3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3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3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3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3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3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3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3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3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3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3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3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3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3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3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3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3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3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3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3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3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3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3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3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3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3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3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3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3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3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3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3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3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3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3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3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3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3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3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3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3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3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3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3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3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3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3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3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3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3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3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3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3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3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3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3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3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3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3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3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3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3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3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3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3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3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3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3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3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3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3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3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3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3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3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3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3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3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3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3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3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3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3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3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3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3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3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3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3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3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3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3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3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3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3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3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3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3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3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3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3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3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3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3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3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3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3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3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3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3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3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3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3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3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3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3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3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3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3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3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3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3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3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3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3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3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3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3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3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3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3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3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3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3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3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3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3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3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3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3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3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3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3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3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3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3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3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3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3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3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3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3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3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3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3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3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3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3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3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3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3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3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3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3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3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3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3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3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3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3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3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3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3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3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3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3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3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3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3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3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3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3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3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3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3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3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3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3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3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3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3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3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3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3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3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3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3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3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3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3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3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3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3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3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3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3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3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3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3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3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3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3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3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3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3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3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3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3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3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3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3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3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3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3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3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3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3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3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3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3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3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3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3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3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3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3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3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3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3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3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3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3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3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3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3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3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3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3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3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3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3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3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3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3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3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3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3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3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3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3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3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3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3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3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3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3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3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3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3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3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3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3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3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3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3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3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3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3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3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3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3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3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3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3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3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3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3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3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3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3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3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3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3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3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3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3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3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3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3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3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3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3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3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3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3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3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3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3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3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3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3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3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3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3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3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3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3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3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3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3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3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3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3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3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3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3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3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3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3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3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3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3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3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3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3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3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3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3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3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3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3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3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3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3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3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3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3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3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3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3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3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3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3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3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3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3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3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3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3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3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3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3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3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3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3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3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3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3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3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3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3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3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3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3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3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3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3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3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3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3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3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3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3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3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3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3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3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3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3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3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3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3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3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3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3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3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3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3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3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3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3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3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3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3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3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3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3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3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3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3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3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3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3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3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3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3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3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3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3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3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3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3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3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3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3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3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3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3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3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3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3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3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3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3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3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3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3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3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3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3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3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3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3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3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3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3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3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3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3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3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3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3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3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3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3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3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3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3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3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3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3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3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3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3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3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3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3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3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3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3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3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3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3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3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3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3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3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3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3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3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3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3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3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3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3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3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3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3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3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3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3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3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3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3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3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3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3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3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3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3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3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3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3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3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3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3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3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3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3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3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3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3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3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3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3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3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3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3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3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3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3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3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3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3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3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3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3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3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3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3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3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3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3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3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3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3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3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3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3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3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3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3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3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3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3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3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3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3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3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3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3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3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3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3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3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3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3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3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3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3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3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3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3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3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3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3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3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3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3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3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3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3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3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3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3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3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3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3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3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3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3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3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3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3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3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3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3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3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3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3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3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3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3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3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3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3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3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3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3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3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3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3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3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3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3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3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3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3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3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3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3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3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3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3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3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3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3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3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3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3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3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3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3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3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3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3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3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3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3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3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3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3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3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3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3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3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3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3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3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3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3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3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3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3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3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3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3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3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3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3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3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3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3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3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3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3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3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3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3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3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3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3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3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3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3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3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3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3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3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3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3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3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3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3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3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3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3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3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3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3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3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3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3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3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3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3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3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3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3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3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3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3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3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3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3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3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3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3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3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3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3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3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3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3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3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3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3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3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3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3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3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3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3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3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3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3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3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3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3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3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3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3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3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3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3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3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3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3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3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3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3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3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3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3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3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3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3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3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3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3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3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3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3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3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3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3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3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3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3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3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3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3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3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3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3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3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3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3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3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3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3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3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3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3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3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3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3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3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3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3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3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3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3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3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3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3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3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3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3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3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3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3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3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3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3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3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3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3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3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3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3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3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3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3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3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3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3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3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3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3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3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3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3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3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3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3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3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3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3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3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3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3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2" name="Google Shape;5152;p135"/>
          <p:cNvGrpSpPr/>
          <p:nvPr/>
        </p:nvGrpSpPr>
        <p:grpSpPr>
          <a:xfrm>
            <a:off x="5961311" y="1231136"/>
            <a:ext cx="2435960" cy="1297725"/>
            <a:chOff x="233350" y="949250"/>
            <a:chExt cx="7137300" cy="3802300"/>
          </a:xfrm>
        </p:grpSpPr>
        <p:sp>
          <p:nvSpPr>
            <p:cNvPr id="5153" name="Google Shape;5153;p13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3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3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3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3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3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3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3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3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3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3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3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3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3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3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3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3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3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3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3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3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3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3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13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13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3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3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3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3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3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3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3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3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3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3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3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13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3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3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3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3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3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3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3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3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3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3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3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3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3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3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4" name="Google Shape;5204;p135"/>
          <p:cNvGrpSpPr/>
          <p:nvPr/>
        </p:nvGrpSpPr>
        <p:grpSpPr>
          <a:xfrm>
            <a:off x="7714435" y="3194726"/>
            <a:ext cx="104231" cy="320340"/>
            <a:chOff x="7564426" y="3224343"/>
            <a:chExt cx="119985" cy="368801"/>
          </a:xfrm>
        </p:grpSpPr>
        <p:sp>
          <p:nvSpPr>
            <p:cNvPr id="5205" name="Google Shape;5205;p13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3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7" name="Google Shape;5207;p135"/>
          <p:cNvGrpSpPr/>
          <p:nvPr/>
        </p:nvGrpSpPr>
        <p:grpSpPr>
          <a:xfrm>
            <a:off x="7413923" y="3188827"/>
            <a:ext cx="189489" cy="332132"/>
            <a:chOff x="8370831" y="3202002"/>
            <a:chExt cx="218129" cy="382376"/>
          </a:xfrm>
        </p:grpSpPr>
        <p:sp>
          <p:nvSpPr>
            <p:cNvPr id="5208" name="Google Shape;5208;p13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3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0" name="Google Shape;5210;p135"/>
          <p:cNvGrpSpPr/>
          <p:nvPr/>
        </p:nvGrpSpPr>
        <p:grpSpPr>
          <a:xfrm>
            <a:off x="8137312" y="3599959"/>
            <a:ext cx="309429" cy="267000"/>
            <a:chOff x="6742064" y="3750480"/>
            <a:chExt cx="399315" cy="344560"/>
          </a:xfrm>
        </p:grpSpPr>
        <p:sp>
          <p:nvSpPr>
            <p:cNvPr id="5211" name="Google Shape;5211;p13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3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3" name="Google Shape;5213;p135"/>
          <p:cNvGrpSpPr/>
          <p:nvPr/>
        </p:nvGrpSpPr>
        <p:grpSpPr>
          <a:xfrm>
            <a:off x="7676331" y="3951006"/>
            <a:ext cx="180437" cy="281608"/>
            <a:chOff x="7248525" y="3739696"/>
            <a:chExt cx="230531" cy="359790"/>
          </a:xfrm>
        </p:grpSpPr>
        <p:sp>
          <p:nvSpPr>
            <p:cNvPr id="5214" name="Google Shape;5214;p13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3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6" name="Google Shape;5216;p135"/>
          <p:cNvGrpSpPr/>
          <p:nvPr/>
        </p:nvGrpSpPr>
        <p:grpSpPr>
          <a:xfrm>
            <a:off x="7922251" y="3594231"/>
            <a:ext cx="162896" cy="278710"/>
            <a:chOff x="7601242" y="3729267"/>
            <a:chExt cx="222566" cy="380803"/>
          </a:xfrm>
        </p:grpSpPr>
        <p:sp>
          <p:nvSpPr>
            <p:cNvPr id="5217" name="Google Shape;5217;p13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3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19" name="Google Shape;5219;p135"/>
          <p:cNvSpPr/>
          <p:nvPr/>
        </p:nvSpPr>
        <p:spPr>
          <a:xfrm>
            <a:off x="7888277" y="32065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20" name="Google Shape;5220;p135"/>
          <p:cNvGrpSpPr/>
          <p:nvPr/>
        </p:nvGrpSpPr>
        <p:grpSpPr>
          <a:xfrm>
            <a:off x="7411896" y="3595371"/>
            <a:ext cx="193543" cy="275990"/>
            <a:chOff x="8304647" y="3738687"/>
            <a:chExt cx="225076" cy="320956"/>
          </a:xfrm>
        </p:grpSpPr>
        <p:sp>
          <p:nvSpPr>
            <p:cNvPr id="5221" name="Google Shape;5221;p135"/>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3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3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4" name="Google Shape;5224;p135"/>
          <p:cNvGrpSpPr/>
          <p:nvPr/>
        </p:nvGrpSpPr>
        <p:grpSpPr>
          <a:xfrm>
            <a:off x="7684389" y="3595371"/>
            <a:ext cx="178492" cy="275990"/>
            <a:chOff x="8615101" y="3738687"/>
            <a:chExt cx="207573" cy="320956"/>
          </a:xfrm>
        </p:grpSpPr>
        <p:sp>
          <p:nvSpPr>
            <p:cNvPr id="5225" name="Google Shape;5225;p135"/>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3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3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28" name="Google Shape;5228;p135"/>
          <p:cNvSpPr/>
          <p:nvPr/>
        </p:nvSpPr>
        <p:spPr>
          <a:xfrm>
            <a:off x="8180828" y="31852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29" name="Google Shape;5229;p135"/>
          <p:cNvGrpSpPr/>
          <p:nvPr/>
        </p:nvGrpSpPr>
        <p:grpSpPr>
          <a:xfrm>
            <a:off x="7909920" y="3998032"/>
            <a:ext cx="187557" cy="187557"/>
            <a:chOff x="8565775" y="671075"/>
            <a:chExt cx="441000" cy="441000"/>
          </a:xfrm>
        </p:grpSpPr>
        <p:sp>
          <p:nvSpPr>
            <p:cNvPr id="5230" name="Google Shape;5230;p135"/>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35"/>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32" name="Google Shape;5232;p135"/>
          <p:cNvSpPr/>
          <p:nvPr/>
        </p:nvSpPr>
        <p:spPr>
          <a:xfrm>
            <a:off x="8195186" y="39939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35"/>
          <p:cNvSpPr/>
          <p:nvPr/>
        </p:nvSpPr>
        <p:spPr>
          <a:xfrm flipH="1">
            <a:off x="7419373" y="396040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34" name="Google Shape;5234;p135"/>
          <p:cNvGrpSpPr/>
          <p:nvPr/>
        </p:nvGrpSpPr>
        <p:grpSpPr>
          <a:xfrm>
            <a:off x="6064392" y="3070557"/>
            <a:ext cx="587865" cy="517731"/>
            <a:chOff x="6000718" y="3070557"/>
            <a:chExt cx="587865" cy="517731"/>
          </a:xfrm>
        </p:grpSpPr>
        <p:sp>
          <p:nvSpPr>
            <p:cNvPr id="5235" name="Google Shape;5235;p135"/>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35"/>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35"/>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35"/>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35"/>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35"/>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35"/>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35"/>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35"/>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35"/>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5" name="Google Shape;5245;p135"/>
          <p:cNvGrpSpPr/>
          <p:nvPr/>
        </p:nvGrpSpPr>
        <p:grpSpPr>
          <a:xfrm>
            <a:off x="6079197" y="3714217"/>
            <a:ext cx="557665" cy="516387"/>
            <a:chOff x="6015523" y="3714217"/>
            <a:chExt cx="557665" cy="516387"/>
          </a:xfrm>
        </p:grpSpPr>
        <p:grpSp>
          <p:nvGrpSpPr>
            <p:cNvPr id="5246" name="Google Shape;5246;p135"/>
            <p:cNvGrpSpPr/>
            <p:nvPr/>
          </p:nvGrpSpPr>
          <p:grpSpPr>
            <a:xfrm>
              <a:off x="6036094" y="3716980"/>
              <a:ext cx="529822" cy="510480"/>
              <a:chOff x="3148311" y="-545634"/>
              <a:chExt cx="1006118" cy="969572"/>
            </a:xfrm>
          </p:grpSpPr>
          <p:sp>
            <p:nvSpPr>
              <p:cNvPr id="5247" name="Google Shape;5247;p135"/>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35"/>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35"/>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35"/>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35"/>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35"/>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35"/>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35"/>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35"/>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35"/>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57" name="Google Shape;5257;p135"/>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8" name="Google Shape;5258;p135"/>
          <p:cNvGrpSpPr/>
          <p:nvPr/>
        </p:nvGrpSpPr>
        <p:grpSpPr>
          <a:xfrm>
            <a:off x="6707979" y="3073628"/>
            <a:ext cx="576302" cy="511871"/>
            <a:chOff x="6644304" y="3073628"/>
            <a:chExt cx="576302" cy="511871"/>
          </a:xfrm>
        </p:grpSpPr>
        <p:grpSp>
          <p:nvGrpSpPr>
            <p:cNvPr id="5259" name="Google Shape;5259;p135"/>
            <p:cNvGrpSpPr/>
            <p:nvPr/>
          </p:nvGrpSpPr>
          <p:grpSpPr>
            <a:xfrm>
              <a:off x="6712169" y="3073651"/>
              <a:ext cx="481611" cy="506713"/>
              <a:chOff x="1833536" y="-546641"/>
              <a:chExt cx="914567" cy="962419"/>
            </a:xfrm>
          </p:grpSpPr>
          <p:grpSp>
            <p:nvGrpSpPr>
              <p:cNvPr id="5260" name="Google Shape;5260;p135"/>
              <p:cNvGrpSpPr/>
              <p:nvPr/>
            </p:nvGrpSpPr>
            <p:grpSpPr>
              <a:xfrm>
                <a:off x="1833536" y="-524249"/>
                <a:ext cx="914567" cy="940027"/>
                <a:chOff x="1833536" y="-524249"/>
                <a:chExt cx="914567" cy="940027"/>
              </a:xfrm>
            </p:grpSpPr>
            <p:sp>
              <p:nvSpPr>
                <p:cNvPr id="5261" name="Google Shape;5261;p135"/>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35"/>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35"/>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35"/>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35"/>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66" name="Google Shape;5266;p135"/>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35"/>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135"/>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35"/>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70" name="Google Shape;5270;p13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1" name="Google Shape;5271;p135"/>
          <p:cNvGrpSpPr/>
          <p:nvPr/>
        </p:nvGrpSpPr>
        <p:grpSpPr>
          <a:xfrm>
            <a:off x="6715725" y="3714143"/>
            <a:ext cx="560636" cy="516497"/>
            <a:chOff x="6652051" y="3714143"/>
            <a:chExt cx="560636" cy="516497"/>
          </a:xfrm>
        </p:grpSpPr>
        <p:grpSp>
          <p:nvGrpSpPr>
            <p:cNvPr id="5272" name="Google Shape;5272;p135"/>
            <p:cNvGrpSpPr/>
            <p:nvPr/>
          </p:nvGrpSpPr>
          <p:grpSpPr>
            <a:xfrm>
              <a:off x="6669657" y="3716715"/>
              <a:ext cx="466768" cy="464314"/>
              <a:chOff x="3139766" y="765669"/>
              <a:chExt cx="886380" cy="881888"/>
            </a:xfrm>
          </p:grpSpPr>
          <p:grpSp>
            <p:nvGrpSpPr>
              <p:cNvPr id="5273" name="Google Shape;5273;p135"/>
              <p:cNvGrpSpPr/>
              <p:nvPr/>
            </p:nvGrpSpPr>
            <p:grpSpPr>
              <a:xfrm>
                <a:off x="3139766" y="765669"/>
                <a:ext cx="886380" cy="881888"/>
                <a:chOff x="3139766" y="765669"/>
                <a:chExt cx="886380" cy="881888"/>
              </a:xfrm>
            </p:grpSpPr>
            <p:sp>
              <p:nvSpPr>
                <p:cNvPr id="5274" name="Google Shape;5274;p135"/>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35"/>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35"/>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35"/>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35"/>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35"/>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35"/>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35"/>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35"/>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3" name="Google Shape;5283;p135"/>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35"/>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35"/>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35"/>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7" name="Google Shape;5287;p135"/>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8" name="Google Shape;5288;p135"/>
          <p:cNvGrpSpPr/>
          <p:nvPr/>
        </p:nvGrpSpPr>
        <p:grpSpPr>
          <a:xfrm>
            <a:off x="726609" y="1192826"/>
            <a:ext cx="2665073" cy="1317140"/>
            <a:chOff x="793334" y="1192826"/>
            <a:chExt cx="2665073" cy="1317140"/>
          </a:xfrm>
        </p:grpSpPr>
        <p:sp>
          <p:nvSpPr>
            <p:cNvPr id="5289" name="Google Shape;5289;p135"/>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35"/>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35"/>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35"/>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35"/>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35"/>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35"/>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35"/>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35"/>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35"/>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35"/>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35"/>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35"/>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35"/>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35"/>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35"/>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35"/>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35"/>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35"/>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35"/>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35"/>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35"/>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35"/>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35"/>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35"/>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35"/>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35"/>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35"/>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35"/>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35"/>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35"/>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35"/>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35"/>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35"/>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35"/>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35"/>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35"/>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35"/>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35"/>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35"/>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35"/>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35"/>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35"/>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35"/>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35"/>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35"/>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35"/>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35"/>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35"/>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35"/>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35"/>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35"/>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35"/>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35"/>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35"/>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35"/>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35"/>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35"/>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35"/>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35"/>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35"/>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35"/>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35"/>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35"/>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35"/>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35"/>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35"/>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35"/>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35"/>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35"/>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35"/>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35"/>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35"/>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35"/>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35"/>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35"/>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35"/>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35"/>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35"/>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35"/>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35"/>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35"/>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35"/>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35"/>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35"/>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35"/>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35"/>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35"/>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35"/>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35"/>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35"/>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35"/>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35"/>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35"/>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35"/>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35"/>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35"/>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35"/>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35"/>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35"/>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35"/>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35"/>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35"/>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35"/>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35"/>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35"/>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35"/>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35"/>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35"/>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35"/>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35"/>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35"/>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35"/>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35"/>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35"/>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35"/>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35"/>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35"/>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35"/>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35"/>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35"/>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35"/>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35"/>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35"/>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35"/>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35"/>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35"/>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35"/>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35"/>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35"/>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35"/>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35"/>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35"/>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35"/>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35"/>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35"/>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35"/>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35"/>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35"/>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35"/>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35"/>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35"/>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35"/>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35"/>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35"/>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35"/>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135"/>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35"/>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35"/>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35"/>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35"/>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35"/>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35"/>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35"/>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35"/>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135"/>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35"/>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35"/>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35"/>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35"/>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135"/>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135"/>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35"/>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35"/>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35"/>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35"/>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35"/>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35"/>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35"/>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35"/>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35"/>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35"/>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35"/>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35"/>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35"/>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35"/>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35"/>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35"/>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135"/>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135"/>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35"/>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35"/>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35"/>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35"/>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35"/>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35"/>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135"/>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135"/>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135"/>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135"/>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35"/>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35"/>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35"/>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135"/>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135"/>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135"/>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135"/>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135"/>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135"/>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35"/>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35"/>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35"/>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35"/>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35"/>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35"/>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35"/>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35"/>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35"/>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35"/>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35"/>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35"/>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35"/>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35"/>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35"/>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35"/>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35"/>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35"/>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35"/>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135"/>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135"/>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35"/>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35"/>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135"/>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35"/>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35"/>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35"/>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35"/>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35"/>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35"/>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35"/>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35"/>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35"/>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35"/>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35"/>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135"/>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135"/>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135"/>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135"/>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135"/>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35"/>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35"/>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135"/>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135"/>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35"/>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35"/>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35"/>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135"/>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135"/>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35"/>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35"/>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35"/>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35"/>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35"/>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35"/>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35"/>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35"/>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35"/>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35"/>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35"/>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35"/>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35"/>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35"/>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35"/>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35"/>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35"/>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35"/>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35"/>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35"/>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35"/>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35"/>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35"/>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35"/>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35"/>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35"/>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35"/>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35"/>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35"/>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35"/>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35"/>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35"/>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35"/>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35"/>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35"/>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35"/>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35"/>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35"/>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35"/>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135"/>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135"/>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135"/>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135"/>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35"/>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35"/>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135"/>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135"/>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35"/>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35"/>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35"/>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35"/>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35"/>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135"/>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135"/>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35"/>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135"/>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135"/>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35"/>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135"/>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135"/>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35"/>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35"/>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35"/>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35"/>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35"/>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35"/>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35"/>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35"/>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35"/>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35"/>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35"/>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35"/>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135"/>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135"/>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35"/>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35"/>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35"/>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35"/>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135"/>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135"/>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35"/>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35"/>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35"/>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35"/>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135"/>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135"/>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35"/>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135"/>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135"/>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35"/>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135"/>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135"/>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35"/>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135"/>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135"/>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35"/>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135"/>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135"/>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35"/>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135"/>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135"/>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135"/>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135"/>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135"/>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35"/>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35"/>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35"/>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35"/>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35"/>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35"/>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135"/>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135"/>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35"/>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35"/>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35"/>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35"/>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35"/>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35"/>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35"/>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135"/>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135"/>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35"/>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135"/>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135"/>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35"/>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135"/>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135"/>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135"/>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135"/>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135"/>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135"/>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135"/>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35"/>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35"/>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35"/>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135"/>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135"/>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135"/>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35"/>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35"/>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135"/>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35"/>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35"/>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35"/>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35"/>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35"/>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35"/>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35"/>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35"/>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35"/>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35"/>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35"/>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35"/>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35"/>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35"/>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35"/>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35"/>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35"/>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35"/>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135"/>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135"/>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35"/>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135"/>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135"/>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35"/>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135"/>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135"/>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35"/>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135"/>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135"/>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35"/>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135"/>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135"/>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35"/>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135"/>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135"/>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35"/>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135"/>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135"/>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35"/>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35"/>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35"/>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35"/>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35"/>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135"/>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35"/>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135"/>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135"/>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35"/>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135"/>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135"/>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135"/>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135"/>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35"/>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135"/>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35"/>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35"/>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135"/>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135"/>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135"/>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135"/>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35"/>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135"/>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135"/>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35"/>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35"/>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35"/>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35"/>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135"/>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35"/>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35"/>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135"/>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135"/>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35"/>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135"/>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135"/>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35"/>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135"/>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135"/>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35"/>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135"/>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135"/>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35"/>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135"/>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135"/>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35"/>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135"/>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135"/>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135"/>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135"/>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135"/>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35"/>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35"/>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135"/>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135"/>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135"/>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135"/>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135"/>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35"/>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35"/>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35"/>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135"/>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135"/>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135"/>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35"/>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35"/>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35"/>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35"/>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135"/>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35"/>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35"/>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35"/>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135"/>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35"/>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35"/>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35"/>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3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35"/>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35"/>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35"/>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35"/>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35"/>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35"/>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35"/>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35"/>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35"/>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35"/>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35"/>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135"/>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35"/>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35"/>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35"/>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3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35"/>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35"/>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35"/>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135"/>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35"/>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35"/>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35"/>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35"/>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35"/>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135"/>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135"/>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35"/>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35"/>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35"/>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135"/>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135"/>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135"/>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35"/>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35"/>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135"/>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135"/>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35"/>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135"/>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35"/>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35"/>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35"/>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35"/>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135"/>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35"/>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135"/>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135"/>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135"/>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135"/>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135"/>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135"/>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35"/>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35"/>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35"/>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135"/>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35"/>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135"/>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135"/>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35"/>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135"/>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135"/>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35"/>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35"/>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135"/>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135"/>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135"/>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135"/>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135"/>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35"/>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35"/>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35"/>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35"/>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35"/>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135"/>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135"/>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35"/>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35"/>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35"/>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135"/>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35"/>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35"/>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135"/>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135"/>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135"/>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35"/>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135"/>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135"/>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135"/>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35"/>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35"/>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35"/>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135"/>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35"/>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35"/>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35"/>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135"/>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35"/>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135"/>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135"/>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35"/>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35"/>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35"/>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35"/>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135"/>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135"/>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135"/>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135"/>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135"/>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35"/>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135"/>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135"/>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35"/>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135"/>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135"/>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35"/>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135"/>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135"/>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135"/>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135"/>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135"/>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135"/>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35"/>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135"/>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35"/>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135"/>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135"/>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135"/>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135"/>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135"/>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135"/>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135"/>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135"/>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135"/>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135"/>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135"/>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35"/>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135"/>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135"/>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35"/>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135"/>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135"/>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135"/>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135"/>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135"/>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35"/>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35"/>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135"/>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35"/>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35"/>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135"/>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135"/>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135"/>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135"/>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35"/>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135"/>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135"/>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135"/>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135"/>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135"/>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35"/>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135"/>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135"/>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135"/>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135"/>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135"/>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35"/>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135"/>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135"/>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135"/>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135"/>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135"/>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35"/>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135"/>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135"/>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135"/>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135"/>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35"/>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35"/>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135"/>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35"/>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135"/>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135"/>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135"/>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135"/>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135"/>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135"/>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35"/>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135"/>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135"/>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35"/>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135"/>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135"/>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35"/>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135"/>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135"/>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35"/>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35"/>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135"/>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135"/>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135"/>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135"/>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135"/>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135"/>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135"/>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35"/>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135"/>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135"/>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135"/>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135"/>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135"/>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35"/>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135"/>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135"/>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135"/>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135"/>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135"/>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135"/>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135"/>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35"/>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135"/>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135"/>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135"/>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135"/>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135"/>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135"/>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35"/>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35"/>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135"/>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35"/>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135"/>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135"/>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135"/>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135"/>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135"/>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135"/>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135"/>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135"/>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135"/>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135"/>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135"/>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135"/>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135"/>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135"/>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135"/>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135"/>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135"/>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135"/>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135"/>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135"/>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135"/>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135"/>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135"/>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135"/>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135"/>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135"/>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35"/>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135"/>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135"/>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135"/>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135"/>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135"/>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35"/>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135"/>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135"/>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35"/>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135"/>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135"/>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35"/>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135"/>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35"/>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135"/>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135"/>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135"/>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135"/>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135"/>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135"/>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135"/>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35"/>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135"/>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35"/>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135"/>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135"/>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135"/>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135"/>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135"/>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35"/>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135"/>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135"/>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135"/>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35"/>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135"/>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135"/>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135"/>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135"/>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135"/>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135"/>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135"/>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135"/>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135"/>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135"/>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135"/>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35"/>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135"/>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135"/>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35"/>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135"/>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135"/>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35"/>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135"/>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135"/>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35"/>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135"/>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135"/>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35"/>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135"/>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35"/>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135"/>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135"/>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135"/>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135"/>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135"/>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135"/>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35"/>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135"/>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35"/>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35"/>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135"/>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135"/>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135"/>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135"/>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35"/>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35"/>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135"/>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135"/>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135"/>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135"/>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135"/>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135"/>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135"/>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135"/>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135"/>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35"/>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35"/>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135"/>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135"/>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35"/>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135"/>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135"/>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35"/>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135"/>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135"/>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35"/>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35"/>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135"/>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135"/>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135"/>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35"/>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135"/>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135"/>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35"/>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135"/>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135"/>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135"/>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135"/>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135"/>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135"/>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35"/>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135"/>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135"/>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135"/>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135"/>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135"/>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135"/>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135"/>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35"/>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35"/>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135"/>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35"/>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135"/>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135"/>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35"/>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35"/>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135"/>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135"/>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135"/>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135"/>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135"/>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135"/>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135"/>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135"/>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135"/>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135"/>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35"/>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135"/>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135"/>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135"/>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135"/>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135"/>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135"/>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135"/>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135"/>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135"/>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35"/>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35"/>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35"/>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35"/>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35"/>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35"/>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35"/>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35"/>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35"/>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35"/>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35"/>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35"/>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35"/>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35"/>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135"/>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35"/>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135"/>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135"/>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35"/>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135"/>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135"/>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35"/>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35"/>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135"/>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135"/>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35"/>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35"/>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35"/>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35"/>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35"/>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35"/>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35"/>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35"/>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35"/>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35"/>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35"/>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35"/>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35"/>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35"/>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35"/>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35"/>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35"/>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35"/>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35"/>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35"/>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35"/>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35"/>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35"/>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135"/>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135"/>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35"/>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135"/>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35"/>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35"/>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35"/>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135"/>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35"/>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35"/>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135"/>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135"/>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35"/>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135"/>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35"/>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35"/>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135"/>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135"/>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35"/>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135"/>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135"/>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35"/>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135"/>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35"/>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35"/>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135"/>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35"/>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35"/>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135"/>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135"/>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35"/>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35"/>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135"/>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135"/>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135"/>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135"/>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35"/>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135"/>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135"/>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135"/>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135"/>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35"/>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135"/>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135"/>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35"/>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135"/>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135"/>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135"/>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135"/>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135"/>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135"/>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35"/>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35"/>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35"/>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35"/>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35"/>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35"/>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35"/>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35"/>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35"/>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135"/>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35"/>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35"/>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35"/>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35"/>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35"/>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35"/>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35"/>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35"/>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35"/>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35"/>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35"/>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35"/>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35"/>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35"/>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35"/>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35"/>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35"/>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35"/>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35"/>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35"/>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35"/>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35"/>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35"/>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35"/>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35"/>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35"/>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35"/>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35"/>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35"/>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35"/>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35"/>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35"/>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35"/>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35"/>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35"/>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35"/>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35"/>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35"/>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135"/>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35"/>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35"/>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135"/>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35"/>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35"/>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35"/>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35"/>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35"/>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135"/>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35"/>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35"/>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35"/>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35"/>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35"/>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35"/>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35"/>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35"/>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35"/>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35"/>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35"/>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35"/>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35"/>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35"/>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35"/>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35"/>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35"/>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35"/>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35"/>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35"/>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35"/>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35"/>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35"/>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35"/>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35"/>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35"/>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35"/>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35"/>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35"/>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3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35"/>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35"/>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3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35"/>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35"/>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35"/>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35"/>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35"/>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35"/>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35"/>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35"/>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35"/>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35"/>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35"/>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35"/>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35"/>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35"/>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35"/>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35"/>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35"/>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35"/>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35"/>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35"/>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35"/>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35"/>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35"/>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35"/>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35"/>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35"/>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35"/>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35"/>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35"/>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35"/>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35"/>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35"/>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35"/>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35"/>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35"/>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35"/>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35"/>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35"/>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35"/>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35"/>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35"/>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35"/>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35"/>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35"/>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35"/>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35"/>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35"/>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35"/>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35"/>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35"/>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35"/>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35"/>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35"/>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35"/>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35"/>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35"/>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35"/>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35"/>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35"/>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35"/>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35"/>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35"/>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35"/>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35"/>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35"/>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35"/>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35"/>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35"/>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35"/>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35"/>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35"/>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35"/>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35"/>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35"/>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35"/>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35"/>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35"/>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35"/>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35"/>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35"/>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35"/>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35"/>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35"/>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35"/>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35"/>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35"/>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35"/>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35"/>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35"/>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35"/>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35"/>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35"/>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35"/>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35"/>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35"/>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35"/>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35"/>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35"/>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35"/>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35"/>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35"/>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35"/>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35"/>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35"/>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35"/>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35"/>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35"/>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35"/>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35"/>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35"/>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35"/>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35"/>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35"/>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35"/>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35"/>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35"/>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35"/>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35"/>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35"/>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35"/>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35"/>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35"/>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35"/>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35"/>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35"/>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35"/>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35"/>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35"/>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35"/>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35"/>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35"/>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35"/>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35"/>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35"/>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35"/>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35"/>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35"/>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35"/>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35"/>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35"/>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35"/>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35"/>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35"/>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35"/>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35"/>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35"/>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35"/>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35"/>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35"/>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35"/>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35"/>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35"/>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35"/>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35"/>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35"/>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35"/>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35"/>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35"/>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35"/>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35"/>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35"/>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35"/>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35"/>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35"/>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35"/>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35"/>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35"/>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35"/>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35"/>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35"/>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35"/>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35"/>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35"/>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35"/>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35"/>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35"/>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35"/>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35"/>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35"/>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35"/>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35"/>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35"/>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35"/>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35"/>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35"/>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35"/>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35"/>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35"/>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35"/>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35"/>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35"/>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35"/>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35"/>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35"/>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35"/>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35"/>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35"/>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35"/>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35"/>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35"/>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35"/>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35"/>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35"/>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35"/>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35"/>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35"/>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35"/>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35"/>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35"/>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35"/>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35"/>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35"/>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35"/>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35"/>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35"/>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35"/>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35"/>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35"/>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35"/>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35"/>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35"/>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35"/>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35"/>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35"/>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35"/>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35"/>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35"/>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35"/>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35"/>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35"/>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35"/>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35"/>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35"/>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35"/>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35"/>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35"/>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35"/>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35"/>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35"/>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35"/>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35"/>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35"/>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35"/>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35"/>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35"/>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35"/>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35"/>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35"/>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35"/>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35"/>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35"/>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35"/>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35"/>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35"/>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35"/>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35"/>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35"/>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35"/>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35"/>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35"/>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35"/>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35"/>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35"/>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35"/>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35"/>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35"/>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35"/>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35"/>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35"/>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35"/>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35"/>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35"/>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35"/>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35"/>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35"/>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35"/>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35"/>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35"/>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35"/>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35"/>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35"/>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35"/>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35"/>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35"/>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35"/>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35"/>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35"/>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35"/>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35"/>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35"/>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35"/>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35"/>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35"/>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35"/>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35"/>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35"/>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35"/>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35"/>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35"/>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35"/>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35"/>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35"/>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35"/>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35"/>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35"/>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35"/>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35"/>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35"/>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35"/>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35"/>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35"/>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35"/>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35"/>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35"/>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35"/>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35"/>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35"/>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35"/>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35"/>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35"/>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35"/>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35"/>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35"/>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35"/>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35"/>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35"/>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35"/>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35"/>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35"/>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35"/>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35"/>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35"/>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35"/>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35"/>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35"/>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35"/>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135"/>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135"/>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135"/>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135"/>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135"/>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135"/>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135"/>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135"/>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35"/>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35"/>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35"/>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35"/>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35"/>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35"/>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35"/>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135"/>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135"/>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35"/>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135"/>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35"/>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35"/>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35"/>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135"/>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35"/>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35"/>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35"/>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35"/>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35"/>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35"/>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35"/>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35"/>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135"/>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35"/>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135"/>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135"/>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35"/>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135"/>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135"/>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35"/>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135"/>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135"/>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135"/>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135"/>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35"/>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35"/>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135"/>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135"/>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35"/>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135"/>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135"/>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135"/>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135"/>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135"/>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135"/>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135"/>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135"/>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135"/>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135"/>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135"/>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135"/>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135"/>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135"/>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135"/>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135"/>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135"/>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135"/>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135"/>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135"/>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135"/>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135"/>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135"/>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135"/>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135"/>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135"/>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35"/>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135"/>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135"/>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35"/>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135"/>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135"/>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135"/>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135"/>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135"/>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135"/>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135"/>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135"/>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135"/>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135"/>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135"/>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135"/>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135"/>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135"/>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135"/>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135"/>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135"/>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135"/>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135"/>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135"/>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135"/>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135"/>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135"/>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135"/>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135"/>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135"/>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135"/>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135"/>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135"/>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135"/>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135"/>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135"/>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135"/>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135"/>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135"/>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135"/>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135"/>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135"/>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135"/>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135"/>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135"/>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135"/>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135"/>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135"/>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135"/>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135"/>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135"/>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135"/>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135"/>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135"/>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135"/>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135"/>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135"/>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135"/>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135"/>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35"/>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135"/>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135"/>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135"/>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35"/>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35"/>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35"/>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35"/>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35"/>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35"/>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35"/>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35"/>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35"/>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35"/>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135"/>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135"/>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35"/>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35"/>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35"/>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135"/>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35"/>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35"/>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35"/>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135"/>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135"/>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35"/>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35"/>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35"/>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35"/>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135"/>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35"/>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35"/>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35"/>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35"/>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35"/>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35"/>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35"/>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35"/>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35"/>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35"/>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35"/>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35"/>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35"/>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35"/>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35"/>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35"/>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35"/>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35"/>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35"/>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35"/>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35"/>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35"/>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35"/>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35"/>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35"/>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35"/>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135"/>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35"/>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35"/>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35"/>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35"/>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135"/>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35"/>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35"/>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35"/>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35"/>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35"/>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135"/>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135"/>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35"/>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35"/>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35"/>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35"/>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35"/>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35"/>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35"/>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35"/>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35"/>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35"/>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35"/>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35"/>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35"/>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35"/>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35"/>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35"/>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35"/>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35"/>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35"/>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35"/>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35"/>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35"/>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135"/>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35"/>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35"/>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35"/>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35"/>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35"/>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35"/>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35"/>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35"/>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35"/>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35"/>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35"/>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35"/>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135"/>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35"/>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35"/>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135"/>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35"/>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35"/>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35"/>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35"/>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35"/>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135"/>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35"/>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35"/>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135"/>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35"/>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35"/>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35"/>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35"/>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35"/>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35"/>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35"/>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35"/>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35"/>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135"/>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135"/>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135"/>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135"/>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35"/>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35"/>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135"/>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135"/>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35"/>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135"/>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135"/>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35"/>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135"/>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135"/>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135"/>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135"/>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35"/>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35"/>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35"/>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35"/>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35"/>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135"/>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135"/>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35"/>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35"/>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35"/>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35"/>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35"/>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135"/>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35"/>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35"/>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135"/>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35"/>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35"/>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35"/>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35"/>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35"/>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35"/>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35"/>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35"/>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35"/>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35"/>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35"/>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35"/>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35"/>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35"/>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35"/>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35"/>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35"/>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35"/>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35"/>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35"/>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35"/>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35"/>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35"/>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35"/>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35"/>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35"/>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35"/>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135"/>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35"/>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135"/>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135"/>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35"/>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35"/>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135"/>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35"/>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35"/>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35"/>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35"/>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35"/>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35"/>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35"/>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35"/>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35"/>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35"/>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35"/>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35"/>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35"/>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35"/>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35"/>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35"/>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35"/>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35"/>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35"/>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35"/>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35"/>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35"/>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35"/>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35"/>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35"/>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35"/>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35"/>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35"/>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35"/>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35"/>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35"/>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35"/>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35"/>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35"/>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35"/>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35"/>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35"/>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35"/>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35"/>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35"/>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35"/>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35"/>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35"/>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35"/>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35"/>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35"/>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35"/>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35"/>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35"/>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35"/>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35"/>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35"/>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35"/>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35"/>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35"/>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35"/>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35"/>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35"/>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35"/>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35"/>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35"/>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35"/>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35"/>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35"/>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35"/>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35"/>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35"/>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35"/>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35"/>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35"/>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35"/>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35"/>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35"/>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35"/>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35"/>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35"/>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35"/>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35"/>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35"/>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135"/>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35"/>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35"/>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35"/>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35"/>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35"/>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35"/>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35"/>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35"/>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35"/>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35"/>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35"/>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35"/>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35"/>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35"/>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35"/>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35"/>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35"/>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35"/>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35"/>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35"/>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35"/>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35"/>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35"/>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35"/>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35"/>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35"/>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35"/>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35"/>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35"/>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35"/>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35"/>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35"/>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35"/>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35"/>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35"/>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35"/>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35"/>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35"/>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35"/>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35"/>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35"/>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35"/>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135"/>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35"/>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35"/>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35"/>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35"/>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135"/>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135"/>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35"/>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35"/>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35"/>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35"/>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35"/>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35"/>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35"/>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35"/>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35"/>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35"/>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35"/>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35"/>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35"/>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35"/>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35"/>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35"/>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35"/>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35"/>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35"/>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35"/>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35"/>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35"/>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35"/>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35"/>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35"/>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35"/>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35"/>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35"/>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35"/>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35"/>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35"/>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35"/>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35"/>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35"/>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35"/>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35"/>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35"/>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35"/>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135"/>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35"/>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35"/>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35"/>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35"/>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35"/>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35"/>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35"/>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35"/>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135"/>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35"/>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35"/>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35"/>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35"/>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35"/>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35"/>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35"/>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135"/>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135"/>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35"/>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35"/>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35"/>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35"/>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35"/>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35"/>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35"/>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35"/>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135"/>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35"/>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135"/>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135"/>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35"/>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35"/>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35"/>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35"/>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35"/>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35"/>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35"/>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35"/>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35"/>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35"/>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35"/>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35"/>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35"/>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35"/>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35"/>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35"/>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35"/>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35"/>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35"/>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35"/>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35"/>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35"/>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35"/>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35"/>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35"/>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35"/>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35"/>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35"/>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35"/>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35"/>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35"/>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35"/>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35"/>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35"/>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35"/>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35"/>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35"/>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35"/>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35"/>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35"/>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35"/>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35"/>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35"/>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35"/>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35"/>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35"/>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35"/>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35"/>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35"/>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35"/>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35"/>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35"/>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35"/>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35"/>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35"/>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35"/>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35"/>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35"/>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35"/>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35"/>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35"/>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35"/>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35"/>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35"/>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35"/>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35"/>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35"/>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35"/>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35"/>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35"/>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35"/>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35"/>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35"/>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35"/>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35"/>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35"/>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35"/>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35"/>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35"/>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35"/>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35"/>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35"/>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35"/>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35"/>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35"/>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35"/>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35"/>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35"/>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35"/>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35"/>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35"/>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35"/>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35"/>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35"/>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35"/>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35"/>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35"/>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35"/>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35"/>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35"/>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35"/>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35"/>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35"/>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35"/>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35"/>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35"/>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35"/>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35"/>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35"/>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35"/>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35"/>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35"/>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35"/>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35"/>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35"/>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35"/>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35"/>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35"/>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35"/>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35"/>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35"/>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35"/>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35"/>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35"/>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35"/>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35"/>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35"/>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35"/>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35"/>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35"/>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35"/>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35"/>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35"/>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35"/>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35"/>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35"/>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35"/>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35"/>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35"/>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35"/>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35"/>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35"/>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35"/>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35"/>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35"/>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35"/>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35"/>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35"/>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35"/>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35"/>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35"/>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135"/>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35"/>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35"/>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35"/>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35"/>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35"/>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35"/>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35"/>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35"/>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35"/>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35"/>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35"/>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35"/>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35"/>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35"/>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35"/>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35"/>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35"/>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35"/>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35"/>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35"/>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35"/>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35"/>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35"/>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35"/>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35"/>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35"/>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35"/>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35"/>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35"/>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35"/>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35"/>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35"/>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35"/>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35"/>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35"/>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35"/>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35"/>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35"/>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35"/>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35"/>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35"/>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35"/>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35"/>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35"/>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35"/>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35"/>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35"/>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35"/>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35"/>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35"/>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35"/>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35"/>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35"/>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35"/>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35"/>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35"/>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35"/>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35"/>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35"/>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35"/>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35"/>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35"/>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35"/>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35"/>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35"/>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35"/>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35"/>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35"/>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35"/>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35"/>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35"/>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135"/>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35"/>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35"/>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35"/>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35"/>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35"/>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135"/>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135"/>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35"/>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35"/>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35"/>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35"/>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35"/>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35"/>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35"/>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35"/>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35"/>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35"/>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135"/>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135"/>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35"/>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35"/>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35"/>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35"/>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35"/>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35"/>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35"/>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35"/>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35"/>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35"/>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35"/>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35"/>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35"/>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35"/>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35"/>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35"/>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35"/>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35"/>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35"/>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135"/>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35"/>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35"/>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35"/>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35"/>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35"/>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35"/>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35"/>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35"/>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35"/>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35"/>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35"/>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35"/>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35"/>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35"/>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35"/>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35"/>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35"/>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135"/>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135"/>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35"/>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35"/>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35"/>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35"/>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35"/>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35"/>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35"/>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35"/>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35"/>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35"/>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35"/>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35"/>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35"/>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35"/>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35"/>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35"/>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35"/>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35"/>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35"/>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35"/>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35"/>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35"/>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35"/>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35"/>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35"/>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35"/>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35"/>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35"/>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35"/>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35"/>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35"/>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35"/>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35"/>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35"/>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35"/>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35"/>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35"/>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35"/>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35"/>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35"/>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35"/>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35"/>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35"/>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35"/>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35"/>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35"/>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35"/>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35"/>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35"/>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35"/>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35"/>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35"/>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35"/>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35"/>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35"/>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35"/>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35"/>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35"/>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35"/>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35"/>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35"/>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35"/>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35"/>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35"/>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35"/>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35"/>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35"/>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35"/>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35"/>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35"/>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35"/>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35"/>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35"/>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35"/>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35"/>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35"/>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35"/>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35"/>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35"/>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35"/>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35"/>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35"/>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35"/>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35"/>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35"/>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35"/>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35"/>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35"/>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35"/>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35"/>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35"/>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35"/>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35"/>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35"/>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35"/>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35"/>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35"/>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35"/>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35"/>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35"/>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35"/>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35"/>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35"/>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35"/>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35"/>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35"/>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35"/>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35"/>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35"/>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35"/>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35"/>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35"/>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35"/>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35"/>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35"/>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35"/>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35"/>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35"/>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35"/>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35"/>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35"/>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35"/>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35"/>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35"/>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35"/>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35"/>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135"/>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35"/>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35"/>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35"/>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35"/>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35"/>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35"/>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35"/>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35"/>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35"/>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35"/>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35"/>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35"/>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35"/>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35"/>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35"/>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35"/>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35"/>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35"/>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35"/>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35"/>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35"/>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35"/>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35"/>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35"/>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35"/>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35"/>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35"/>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35"/>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35"/>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35"/>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35"/>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35"/>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35"/>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35"/>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35"/>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35"/>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35"/>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35"/>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35"/>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35"/>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35"/>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35"/>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35"/>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35"/>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35"/>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35"/>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35"/>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35"/>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35"/>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35"/>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35"/>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35"/>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35"/>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35"/>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35"/>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35"/>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35"/>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35"/>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35"/>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35"/>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35"/>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35"/>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35"/>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35"/>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35"/>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35"/>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35"/>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35"/>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35"/>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35"/>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35"/>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35"/>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35"/>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35"/>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35"/>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35"/>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35"/>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35"/>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35"/>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35"/>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35"/>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35"/>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35"/>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35"/>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35"/>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35"/>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35"/>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35"/>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35"/>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35"/>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35"/>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35"/>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35"/>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35"/>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35"/>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35"/>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35"/>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35"/>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35"/>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35"/>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35"/>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35"/>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35"/>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35"/>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35"/>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35"/>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35"/>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35"/>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35"/>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35"/>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35"/>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35"/>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35"/>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35"/>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35"/>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35"/>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35"/>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35"/>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35"/>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35"/>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35"/>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35"/>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35"/>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35"/>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35"/>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35"/>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35"/>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35"/>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35"/>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35"/>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35"/>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35"/>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35"/>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35"/>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35"/>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35"/>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35"/>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35"/>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35"/>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35"/>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35"/>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35"/>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35"/>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35"/>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135"/>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35"/>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35"/>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35"/>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35"/>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35"/>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35"/>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35"/>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35"/>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35"/>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35"/>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35"/>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35"/>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35"/>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35"/>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35"/>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35"/>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35"/>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35"/>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35"/>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35"/>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35"/>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35"/>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35"/>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35"/>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35"/>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35"/>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135"/>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35"/>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35"/>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35"/>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35"/>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35"/>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35"/>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35"/>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35"/>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35"/>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35"/>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35"/>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35"/>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35"/>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35"/>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35"/>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35"/>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35"/>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35"/>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35"/>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35"/>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35"/>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35"/>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35"/>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35"/>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35"/>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35"/>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35"/>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35"/>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35"/>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35"/>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35"/>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35"/>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35"/>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35"/>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35"/>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35"/>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35"/>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35"/>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35"/>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35"/>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35"/>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35"/>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35"/>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35"/>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35"/>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35"/>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35"/>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35"/>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35"/>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35"/>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35"/>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35"/>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35"/>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35"/>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35"/>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35"/>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35"/>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35"/>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35"/>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35"/>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35"/>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35"/>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35"/>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35"/>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35"/>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35"/>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35"/>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35"/>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35"/>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35"/>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35"/>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35"/>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35"/>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35"/>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35"/>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35"/>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35"/>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35"/>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35"/>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35"/>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35"/>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35"/>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35"/>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35"/>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35"/>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35"/>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35"/>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35"/>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35"/>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35"/>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35"/>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35"/>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35"/>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35"/>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35"/>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35"/>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35"/>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35"/>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35"/>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35"/>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35"/>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35"/>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35"/>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35"/>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35"/>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35"/>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35"/>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35"/>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35"/>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35"/>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35"/>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35"/>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35"/>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35"/>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35"/>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35"/>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35"/>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35"/>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35"/>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35"/>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35"/>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35"/>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35"/>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35"/>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35"/>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35"/>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35"/>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35"/>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35"/>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35"/>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35"/>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35"/>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35"/>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35"/>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35"/>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35"/>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35"/>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35"/>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35"/>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35"/>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35"/>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35"/>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35"/>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35"/>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35"/>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35"/>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35"/>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35"/>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35"/>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35"/>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35"/>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35"/>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35"/>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35"/>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35"/>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35"/>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35"/>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35"/>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35"/>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35"/>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35"/>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35"/>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35"/>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35"/>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35"/>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35"/>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35"/>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35"/>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35"/>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35"/>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35"/>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35"/>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35"/>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35"/>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35"/>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35"/>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35"/>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35"/>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35"/>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35"/>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35"/>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35"/>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35"/>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35"/>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35"/>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35"/>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35"/>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35"/>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35"/>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35"/>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35"/>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35"/>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35"/>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35"/>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35"/>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35"/>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35"/>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35"/>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35"/>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35"/>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35"/>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35"/>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35"/>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35"/>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35"/>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35"/>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35"/>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35"/>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35"/>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35"/>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35"/>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35"/>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35"/>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35"/>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35"/>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35"/>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35"/>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35"/>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35"/>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35"/>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35"/>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35"/>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35"/>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35"/>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35"/>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35"/>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35"/>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35"/>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35"/>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35"/>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35"/>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35"/>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35"/>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35"/>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35"/>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35"/>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35"/>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35"/>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35"/>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35"/>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35"/>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35"/>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35"/>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35"/>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35"/>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35"/>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35"/>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35"/>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35"/>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35"/>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35"/>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35"/>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35"/>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35"/>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35"/>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35"/>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35"/>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35"/>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35"/>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35"/>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35"/>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35"/>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35"/>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35"/>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35"/>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35"/>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35"/>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35"/>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35"/>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35"/>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35"/>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35"/>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35"/>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35"/>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35"/>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35"/>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35"/>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35"/>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35"/>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35"/>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35"/>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35"/>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35"/>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35"/>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35"/>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35"/>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35"/>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35"/>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35"/>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35"/>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35"/>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35"/>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35"/>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35"/>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35"/>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35"/>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35"/>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35"/>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35"/>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35"/>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35"/>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35"/>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35"/>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35"/>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35"/>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35"/>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35"/>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35"/>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35"/>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35"/>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35"/>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35"/>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35"/>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35"/>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35"/>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35"/>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35"/>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35"/>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35"/>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35"/>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35"/>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35"/>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35"/>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35"/>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35"/>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35"/>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35"/>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35"/>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35"/>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35"/>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35"/>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35"/>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35"/>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35"/>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35"/>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35"/>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35"/>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35"/>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35"/>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35"/>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35"/>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35"/>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35"/>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35"/>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35"/>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35"/>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35"/>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35"/>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35"/>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35"/>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35"/>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35"/>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35"/>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35"/>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35"/>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35"/>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35"/>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35"/>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35"/>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35"/>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35"/>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35"/>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35"/>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35"/>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35"/>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35"/>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35"/>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35"/>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35"/>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35"/>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35"/>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35"/>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35"/>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35"/>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35"/>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35"/>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35"/>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35"/>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35"/>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35"/>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35"/>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35"/>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35"/>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35"/>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35"/>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35"/>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35"/>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35"/>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35"/>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35"/>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35"/>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35"/>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35"/>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35"/>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35"/>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35"/>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35"/>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35"/>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35"/>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35"/>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35"/>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35"/>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35"/>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35"/>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35"/>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35"/>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35"/>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35"/>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35"/>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35"/>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135"/>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35"/>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35"/>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35"/>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35"/>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35"/>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35"/>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35"/>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35"/>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35"/>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35"/>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35"/>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35"/>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35"/>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35"/>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35"/>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35"/>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35"/>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35"/>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35"/>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35"/>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35"/>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35"/>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35"/>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35"/>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35"/>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35"/>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35"/>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35"/>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35"/>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35"/>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35"/>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35"/>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35"/>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35"/>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35"/>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35"/>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35"/>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35"/>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35"/>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35"/>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35"/>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35"/>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35"/>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35"/>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35"/>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35"/>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35"/>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35"/>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35"/>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35"/>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35"/>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35"/>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35"/>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35"/>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35"/>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35"/>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35"/>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35"/>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35"/>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35"/>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35"/>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35"/>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35"/>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35"/>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35"/>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35"/>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35"/>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35"/>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35"/>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35"/>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35"/>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35"/>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35"/>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35"/>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35"/>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35"/>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35"/>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35"/>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35"/>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35"/>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35"/>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35"/>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35"/>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35"/>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35"/>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35"/>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35"/>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35"/>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35"/>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35"/>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35"/>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35"/>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35"/>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35"/>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35"/>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35"/>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35"/>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35"/>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35"/>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35"/>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35"/>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35"/>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35"/>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35"/>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35"/>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35"/>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35"/>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35"/>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35"/>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35"/>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35"/>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35"/>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35"/>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35"/>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35"/>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35"/>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35"/>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35"/>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35"/>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35"/>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35"/>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35"/>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35"/>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35"/>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35"/>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35"/>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35"/>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35"/>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35"/>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35"/>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35"/>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35"/>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35"/>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35"/>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35"/>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35"/>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35"/>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35"/>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35"/>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35"/>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35"/>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35"/>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35"/>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35"/>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35"/>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35"/>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35"/>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35"/>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35"/>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35"/>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35"/>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35"/>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35"/>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35"/>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35"/>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35"/>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35"/>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35"/>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35"/>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35"/>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35"/>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35"/>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35"/>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35"/>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35"/>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35"/>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35"/>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35"/>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35"/>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35"/>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35"/>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35"/>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35"/>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35"/>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35"/>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35"/>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35"/>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35"/>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35"/>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35"/>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35"/>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35"/>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35"/>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35"/>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35"/>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35"/>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35"/>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35"/>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35"/>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35"/>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35"/>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35"/>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35"/>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35"/>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35"/>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35"/>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35"/>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35"/>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35"/>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35"/>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35"/>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35"/>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35"/>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35"/>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35"/>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35"/>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35"/>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35"/>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35"/>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35"/>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35"/>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35"/>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35"/>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35"/>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35"/>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35"/>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35"/>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35"/>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35"/>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35"/>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35"/>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35"/>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35"/>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35"/>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35"/>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35"/>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35"/>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35"/>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35"/>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35"/>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35"/>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35"/>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35"/>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35"/>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35"/>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35"/>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35"/>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35"/>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35"/>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35"/>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35"/>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35"/>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35"/>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35"/>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35"/>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35"/>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35"/>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35"/>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35"/>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35"/>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35"/>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35"/>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35"/>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35"/>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35"/>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35"/>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35"/>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35"/>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35"/>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35"/>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35"/>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35"/>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35"/>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35"/>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35"/>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35"/>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35"/>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35"/>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35"/>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35"/>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35"/>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35"/>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35"/>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35"/>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35"/>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35"/>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35"/>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35"/>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35"/>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35"/>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35"/>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35"/>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35"/>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35"/>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35"/>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35"/>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35"/>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35"/>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35"/>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35"/>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35"/>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35"/>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35"/>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35"/>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35"/>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35"/>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35"/>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35"/>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35"/>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35"/>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35"/>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35"/>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35"/>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35"/>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35"/>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35"/>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35"/>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35"/>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35"/>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35"/>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35"/>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35"/>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35"/>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35"/>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35"/>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35"/>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35"/>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35"/>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35"/>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35"/>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35"/>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35"/>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35"/>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35"/>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35"/>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35"/>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35"/>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35"/>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35"/>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35"/>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35"/>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35"/>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35"/>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35"/>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35"/>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35"/>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35"/>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35"/>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35"/>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35"/>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35"/>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35"/>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35"/>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35"/>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35"/>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35"/>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35"/>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35"/>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35"/>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35"/>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35"/>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35"/>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35"/>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35"/>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35"/>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35"/>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35"/>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35"/>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35"/>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35"/>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35"/>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35"/>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35"/>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35"/>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35"/>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35"/>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35"/>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35"/>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35"/>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35"/>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35"/>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35"/>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35"/>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35"/>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35"/>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35"/>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35"/>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35"/>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35"/>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35"/>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35"/>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35"/>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35"/>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35"/>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35"/>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35"/>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35"/>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35"/>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35"/>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35"/>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35"/>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35"/>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35"/>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35"/>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35"/>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35"/>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35"/>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35"/>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35"/>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35"/>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35"/>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35"/>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35"/>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35"/>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35"/>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35"/>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35"/>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35"/>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35"/>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35"/>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35"/>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35"/>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35"/>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35"/>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35"/>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35"/>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35"/>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35"/>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35"/>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35"/>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35"/>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35"/>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35"/>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35"/>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35"/>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35"/>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35"/>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35"/>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35"/>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35"/>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35"/>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35"/>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35"/>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35"/>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35"/>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35"/>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35"/>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35"/>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35"/>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35"/>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35"/>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35"/>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35"/>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35"/>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35"/>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35"/>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35"/>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35"/>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35"/>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35"/>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35"/>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35"/>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35"/>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35"/>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35"/>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35"/>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35"/>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35"/>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35"/>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35"/>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35"/>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35"/>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35"/>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35"/>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35"/>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35"/>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35"/>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35"/>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35"/>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35"/>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35"/>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35"/>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35"/>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35"/>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35"/>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35"/>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35"/>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35"/>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35"/>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35"/>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35"/>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35"/>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35"/>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35"/>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35"/>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35"/>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35"/>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35"/>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35"/>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35"/>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35"/>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35"/>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35"/>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35"/>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35"/>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35"/>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35"/>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35"/>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35"/>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35"/>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35"/>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35"/>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35"/>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35"/>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35"/>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35"/>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35"/>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35"/>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35"/>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35"/>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35"/>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35"/>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35"/>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35"/>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35"/>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35"/>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35"/>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35"/>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35"/>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35"/>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35"/>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35"/>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35"/>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35"/>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35"/>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35"/>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35"/>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35"/>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35"/>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35"/>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35"/>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35"/>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35"/>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35"/>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35"/>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35"/>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35"/>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35"/>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35"/>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35"/>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35"/>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35"/>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35"/>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35"/>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35"/>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35"/>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35"/>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35"/>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35"/>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35"/>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35"/>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35"/>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35"/>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35"/>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35"/>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35"/>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35"/>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35"/>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35"/>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35"/>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35"/>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35"/>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35"/>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35"/>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35"/>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35"/>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35"/>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35"/>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35"/>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35"/>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35"/>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35"/>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35"/>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35"/>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35"/>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35"/>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35"/>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35"/>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35"/>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35"/>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35"/>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35"/>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35"/>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35"/>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35"/>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35"/>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35"/>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35"/>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35"/>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35"/>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35"/>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35"/>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35"/>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35"/>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35"/>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35"/>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35"/>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35"/>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35"/>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35"/>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35"/>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35"/>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35"/>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35"/>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35"/>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35"/>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35"/>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35"/>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35"/>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35"/>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35"/>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35"/>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35"/>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35"/>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35"/>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35"/>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35"/>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35"/>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35"/>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35"/>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35"/>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35"/>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35"/>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35"/>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35"/>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35"/>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35"/>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35"/>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35"/>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35"/>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35"/>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35"/>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35"/>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35"/>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35"/>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35"/>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35"/>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35"/>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35"/>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35"/>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35"/>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35"/>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35"/>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35"/>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35"/>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35"/>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35"/>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35"/>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35"/>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35"/>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35"/>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35"/>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35"/>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35"/>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35"/>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35"/>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35"/>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35"/>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35"/>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35"/>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35"/>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35"/>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35"/>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35"/>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35"/>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35"/>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35"/>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35"/>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35"/>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35"/>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35"/>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35"/>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35"/>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35"/>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35"/>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35"/>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35"/>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35"/>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35"/>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35"/>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35"/>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35"/>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35"/>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35"/>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35"/>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35"/>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35"/>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35"/>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35"/>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35"/>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35"/>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35"/>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35"/>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35"/>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35"/>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35"/>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35"/>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35"/>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35"/>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35"/>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35"/>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35"/>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35"/>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35"/>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35"/>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35"/>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35"/>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35"/>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35"/>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35"/>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35"/>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35"/>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35"/>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35"/>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35"/>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35"/>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35"/>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35"/>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35"/>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35"/>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35"/>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35"/>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35"/>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35"/>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35"/>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35"/>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35"/>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35"/>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35"/>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35"/>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135"/>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135"/>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35"/>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35"/>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35"/>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35"/>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35"/>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35"/>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35"/>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35"/>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35"/>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35"/>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35"/>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35"/>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35"/>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35"/>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35"/>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35"/>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35"/>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35"/>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35"/>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35"/>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35"/>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35"/>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35"/>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35"/>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35"/>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35"/>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35"/>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35"/>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35"/>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35"/>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35"/>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35"/>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35"/>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35"/>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35"/>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35"/>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35"/>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35"/>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35"/>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35"/>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35"/>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35"/>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35"/>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35"/>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35"/>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35"/>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35"/>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35"/>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35"/>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35"/>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35"/>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35"/>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35"/>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35"/>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35"/>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35"/>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35"/>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35"/>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35"/>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35"/>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35"/>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35"/>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35"/>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35"/>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35"/>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35"/>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35"/>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35"/>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35"/>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35"/>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35"/>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35"/>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35"/>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35"/>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35"/>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35"/>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35"/>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35"/>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35"/>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35"/>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35"/>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35"/>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35"/>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35"/>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35"/>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35"/>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35"/>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35"/>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35"/>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35"/>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35"/>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35"/>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35"/>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35"/>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35"/>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35"/>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35"/>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35"/>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35"/>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35"/>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35"/>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35"/>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35"/>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35"/>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35"/>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35"/>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35"/>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35"/>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35"/>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35"/>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35"/>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35"/>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35"/>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35"/>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35"/>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35"/>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35"/>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35"/>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35"/>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35"/>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35"/>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35"/>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35"/>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35"/>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35"/>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35"/>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35"/>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35"/>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35"/>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35"/>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35"/>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35"/>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35"/>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35"/>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35"/>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35"/>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35"/>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35"/>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35"/>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35"/>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35"/>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35"/>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35"/>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35"/>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35"/>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35"/>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35"/>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35"/>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35"/>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35"/>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35"/>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35"/>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35"/>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35"/>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35"/>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35"/>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35"/>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35"/>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35"/>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35"/>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35"/>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35"/>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35"/>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35"/>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35"/>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35"/>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35"/>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35"/>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35"/>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35"/>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35"/>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35"/>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35"/>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35"/>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35"/>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35"/>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35"/>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35"/>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35"/>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35"/>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35"/>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35"/>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35"/>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35"/>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35"/>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35"/>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35"/>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35"/>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35"/>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35"/>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35"/>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35"/>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35"/>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35"/>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35"/>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35"/>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35"/>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35"/>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35"/>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35"/>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35"/>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35"/>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35"/>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35"/>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35"/>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35"/>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35"/>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35"/>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35"/>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35"/>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35"/>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35"/>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35"/>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35"/>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35"/>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35"/>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135"/>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35"/>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35"/>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35"/>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35"/>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35"/>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35"/>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35"/>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35"/>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35"/>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35"/>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35"/>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35"/>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35"/>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35"/>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35"/>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35"/>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35"/>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35"/>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35"/>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35"/>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35"/>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35"/>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35"/>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35"/>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35"/>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35"/>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35"/>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35"/>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35"/>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35"/>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35"/>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35"/>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35"/>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35"/>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35"/>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35"/>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35"/>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35"/>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35"/>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35"/>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35"/>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35"/>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35"/>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35"/>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35"/>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35"/>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35"/>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35"/>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35"/>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35"/>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35"/>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35"/>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35"/>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35"/>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35"/>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35"/>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35"/>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35"/>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35"/>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35"/>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35"/>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35"/>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35"/>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35"/>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35"/>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35"/>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35"/>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35"/>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35"/>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35"/>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135"/>
          <p:cNvGrpSpPr/>
          <p:nvPr/>
        </p:nvGrpSpPr>
        <p:grpSpPr>
          <a:xfrm>
            <a:off x="3597785" y="3065882"/>
            <a:ext cx="2241344" cy="1330656"/>
            <a:chOff x="3597785" y="3065882"/>
            <a:chExt cx="2241344" cy="1330656"/>
          </a:xfrm>
        </p:grpSpPr>
        <p:grpSp>
          <p:nvGrpSpPr>
            <p:cNvPr id="9257" name="Google Shape;9257;p135"/>
            <p:cNvGrpSpPr/>
            <p:nvPr/>
          </p:nvGrpSpPr>
          <p:grpSpPr>
            <a:xfrm>
              <a:off x="5296908" y="3937355"/>
              <a:ext cx="143198" cy="32380"/>
              <a:chOff x="5296908" y="3937355"/>
              <a:chExt cx="143198" cy="32380"/>
            </a:xfrm>
          </p:grpSpPr>
          <p:sp>
            <p:nvSpPr>
              <p:cNvPr id="9258" name="Google Shape;9258;p13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9" name="Google Shape;9259;p135"/>
              <p:cNvGrpSpPr/>
              <p:nvPr/>
            </p:nvGrpSpPr>
            <p:grpSpPr>
              <a:xfrm>
                <a:off x="5402331" y="3937355"/>
                <a:ext cx="37776" cy="32380"/>
                <a:chOff x="5402331" y="3937355"/>
                <a:chExt cx="37776" cy="32380"/>
              </a:xfrm>
            </p:grpSpPr>
            <p:sp>
              <p:nvSpPr>
                <p:cNvPr id="9260" name="Google Shape;9260;p13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13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2" name="Google Shape;9262;p135"/>
              <p:cNvGrpSpPr/>
              <p:nvPr/>
            </p:nvGrpSpPr>
            <p:grpSpPr>
              <a:xfrm>
                <a:off x="5296908" y="3937355"/>
                <a:ext cx="37783" cy="32380"/>
                <a:chOff x="5296908" y="3937355"/>
                <a:chExt cx="37783" cy="32380"/>
              </a:xfrm>
            </p:grpSpPr>
            <p:sp>
              <p:nvSpPr>
                <p:cNvPr id="9263" name="Google Shape;9263;p13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3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65" name="Google Shape;9265;p135"/>
            <p:cNvGrpSpPr/>
            <p:nvPr/>
          </p:nvGrpSpPr>
          <p:grpSpPr>
            <a:xfrm>
              <a:off x="4724163" y="3119631"/>
              <a:ext cx="120838" cy="84218"/>
              <a:chOff x="4724163" y="3119631"/>
              <a:chExt cx="120838" cy="84218"/>
            </a:xfrm>
          </p:grpSpPr>
          <p:grpSp>
            <p:nvGrpSpPr>
              <p:cNvPr id="9266" name="Google Shape;9266;p135"/>
              <p:cNvGrpSpPr/>
              <p:nvPr/>
            </p:nvGrpSpPr>
            <p:grpSpPr>
              <a:xfrm>
                <a:off x="4746712" y="3132773"/>
                <a:ext cx="86869" cy="56424"/>
                <a:chOff x="4746712" y="3132773"/>
                <a:chExt cx="86869" cy="56424"/>
              </a:xfrm>
            </p:grpSpPr>
            <p:sp>
              <p:nvSpPr>
                <p:cNvPr id="9267" name="Google Shape;9267;p13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3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135"/>
              <p:cNvGrpSpPr/>
              <p:nvPr/>
            </p:nvGrpSpPr>
            <p:grpSpPr>
              <a:xfrm>
                <a:off x="4773634" y="3143336"/>
                <a:ext cx="37776" cy="32451"/>
                <a:chOff x="4773634" y="3143336"/>
                <a:chExt cx="37776" cy="32451"/>
              </a:xfrm>
            </p:grpSpPr>
            <p:sp>
              <p:nvSpPr>
                <p:cNvPr id="9270" name="Google Shape;9270;p13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3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135"/>
              <p:cNvGrpSpPr/>
              <p:nvPr/>
            </p:nvGrpSpPr>
            <p:grpSpPr>
              <a:xfrm>
                <a:off x="4724163" y="3131248"/>
                <a:ext cx="37776" cy="32459"/>
                <a:chOff x="4724163" y="3131248"/>
                <a:chExt cx="37776" cy="32459"/>
              </a:xfrm>
            </p:grpSpPr>
            <p:sp>
              <p:nvSpPr>
                <p:cNvPr id="9273" name="Google Shape;9273;p13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3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135"/>
              <p:cNvGrpSpPr/>
              <p:nvPr/>
            </p:nvGrpSpPr>
            <p:grpSpPr>
              <a:xfrm>
                <a:off x="4755081" y="3176054"/>
                <a:ext cx="32357" cy="27795"/>
                <a:chOff x="4755081" y="3176054"/>
                <a:chExt cx="32357" cy="27795"/>
              </a:xfrm>
            </p:grpSpPr>
            <p:sp>
              <p:nvSpPr>
                <p:cNvPr id="9276" name="Google Shape;9276;p13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3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135"/>
              <p:cNvGrpSpPr/>
              <p:nvPr/>
            </p:nvGrpSpPr>
            <p:grpSpPr>
              <a:xfrm>
                <a:off x="4812550" y="3119631"/>
                <a:ext cx="32451" cy="27803"/>
                <a:chOff x="4812550" y="3119631"/>
                <a:chExt cx="32451" cy="27803"/>
              </a:xfrm>
            </p:grpSpPr>
            <p:sp>
              <p:nvSpPr>
                <p:cNvPr id="9279" name="Google Shape;9279;p13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3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81" name="Google Shape;9281;p135"/>
            <p:cNvGrpSpPr/>
            <p:nvPr/>
          </p:nvGrpSpPr>
          <p:grpSpPr>
            <a:xfrm>
              <a:off x="5382826" y="4027197"/>
              <a:ext cx="268967" cy="250422"/>
              <a:chOff x="5382826" y="4027197"/>
              <a:chExt cx="268967" cy="250422"/>
            </a:xfrm>
          </p:grpSpPr>
          <p:grpSp>
            <p:nvGrpSpPr>
              <p:cNvPr id="9282" name="Google Shape;9282;p135"/>
              <p:cNvGrpSpPr/>
              <p:nvPr/>
            </p:nvGrpSpPr>
            <p:grpSpPr>
              <a:xfrm>
                <a:off x="5405280" y="4042510"/>
                <a:ext cx="237570" cy="218647"/>
                <a:chOff x="5405280" y="4042510"/>
                <a:chExt cx="237570" cy="218647"/>
              </a:xfrm>
            </p:grpSpPr>
            <p:sp>
              <p:nvSpPr>
                <p:cNvPr id="9283" name="Google Shape;9283;p13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3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3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3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3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3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9" name="Google Shape;9289;p135"/>
              <p:cNvGrpSpPr/>
              <p:nvPr/>
            </p:nvGrpSpPr>
            <p:grpSpPr>
              <a:xfrm>
                <a:off x="5382826" y="4125549"/>
                <a:ext cx="37776" cy="32380"/>
                <a:chOff x="5382826" y="4125549"/>
                <a:chExt cx="37776" cy="32380"/>
              </a:xfrm>
            </p:grpSpPr>
            <p:sp>
              <p:nvSpPr>
                <p:cNvPr id="9290" name="Google Shape;9290;p13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3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2" name="Google Shape;9292;p135"/>
              <p:cNvGrpSpPr/>
              <p:nvPr/>
            </p:nvGrpSpPr>
            <p:grpSpPr>
              <a:xfrm>
                <a:off x="5475680" y="4195587"/>
                <a:ext cx="37783" cy="32364"/>
                <a:chOff x="5475680" y="4195587"/>
                <a:chExt cx="37783" cy="32364"/>
              </a:xfrm>
            </p:grpSpPr>
            <p:sp>
              <p:nvSpPr>
                <p:cNvPr id="9293" name="Google Shape;9293;p13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3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5" name="Google Shape;9295;p135"/>
              <p:cNvGrpSpPr/>
              <p:nvPr/>
            </p:nvGrpSpPr>
            <p:grpSpPr>
              <a:xfrm>
                <a:off x="5532575" y="4027197"/>
                <a:ext cx="33308" cy="32262"/>
                <a:chOff x="5532575" y="4027197"/>
                <a:chExt cx="33308" cy="32262"/>
              </a:xfrm>
            </p:grpSpPr>
            <p:sp>
              <p:nvSpPr>
                <p:cNvPr id="9296" name="Google Shape;9296;p13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3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8" name="Google Shape;9298;p135"/>
              <p:cNvGrpSpPr/>
              <p:nvPr/>
            </p:nvGrpSpPr>
            <p:grpSpPr>
              <a:xfrm>
                <a:off x="5590706" y="4245348"/>
                <a:ext cx="33497" cy="32270"/>
                <a:chOff x="5590706" y="4245348"/>
                <a:chExt cx="33497" cy="32270"/>
              </a:xfrm>
            </p:grpSpPr>
            <p:sp>
              <p:nvSpPr>
                <p:cNvPr id="9299" name="Google Shape;9299;p13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3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1" name="Google Shape;9301;p135"/>
              <p:cNvGrpSpPr/>
              <p:nvPr/>
            </p:nvGrpSpPr>
            <p:grpSpPr>
              <a:xfrm>
                <a:off x="5618681" y="4109677"/>
                <a:ext cx="33112" cy="32357"/>
                <a:chOff x="5618681" y="4109677"/>
                <a:chExt cx="33112" cy="32357"/>
              </a:xfrm>
            </p:grpSpPr>
            <p:sp>
              <p:nvSpPr>
                <p:cNvPr id="9302" name="Google Shape;9302;p13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3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4" name="Google Shape;9304;p135"/>
              <p:cNvGrpSpPr/>
              <p:nvPr/>
            </p:nvGrpSpPr>
            <p:grpSpPr>
              <a:xfrm>
                <a:off x="5479298" y="4128262"/>
                <a:ext cx="31405" cy="26906"/>
                <a:chOff x="5479298" y="4128262"/>
                <a:chExt cx="31405" cy="26906"/>
              </a:xfrm>
            </p:grpSpPr>
            <p:sp>
              <p:nvSpPr>
                <p:cNvPr id="9305" name="Google Shape;9305;p13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3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135"/>
              <p:cNvGrpSpPr/>
              <p:nvPr/>
            </p:nvGrpSpPr>
            <p:grpSpPr>
              <a:xfrm>
                <a:off x="5582903" y="4180116"/>
                <a:ext cx="31499" cy="26898"/>
                <a:chOff x="5582903" y="4180116"/>
                <a:chExt cx="31499" cy="26898"/>
              </a:xfrm>
            </p:grpSpPr>
            <p:sp>
              <p:nvSpPr>
                <p:cNvPr id="9308" name="Google Shape;9308;p13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3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10" name="Google Shape;9310;p135"/>
            <p:cNvGrpSpPr/>
            <p:nvPr/>
          </p:nvGrpSpPr>
          <p:grpSpPr>
            <a:xfrm>
              <a:off x="3977681" y="3230323"/>
              <a:ext cx="94584" cy="84085"/>
              <a:chOff x="3977681" y="3230323"/>
              <a:chExt cx="94584" cy="84085"/>
            </a:xfrm>
          </p:grpSpPr>
          <p:grpSp>
            <p:nvGrpSpPr>
              <p:cNvPr id="9311" name="Google Shape;9311;p135"/>
              <p:cNvGrpSpPr/>
              <p:nvPr/>
            </p:nvGrpSpPr>
            <p:grpSpPr>
              <a:xfrm>
                <a:off x="4000135" y="3243041"/>
                <a:ext cx="59570" cy="57186"/>
                <a:chOff x="4000135" y="3243041"/>
                <a:chExt cx="59570" cy="57186"/>
              </a:xfrm>
            </p:grpSpPr>
            <p:sp>
              <p:nvSpPr>
                <p:cNvPr id="9312" name="Google Shape;9312;p13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3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3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135"/>
              <p:cNvGrpSpPr/>
              <p:nvPr/>
            </p:nvGrpSpPr>
            <p:grpSpPr>
              <a:xfrm>
                <a:off x="3977681" y="3245872"/>
                <a:ext cx="37783" cy="32380"/>
                <a:chOff x="3977681" y="3245872"/>
                <a:chExt cx="37783" cy="32380"/>
              </a:xfrm>
            </p:grpSpPr>
            <p:sp>
              <p:nvSpPr>
                <p:cNvPr id="9316" name="Google Shape;9316;p13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3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8" name="Google Shape;9318;p135"/>
              <p:cNvGrpSpPr/>
              <p:nvPr/>
            </p:nvGrpSpPr>
            <p:grpSpPr>
              <a:xfrm>
                <a:off x="4040860" y="3262672"/>
                <a:ext cx="31405" cy="27001"/>
                <a:chOff x="4040860" y="3262672"/>
                <a:chExt cx="31405" cy="27001"/>
              </a:xfrm>
            </p:grpSpPr>
            <p:sp>
              <p:nvSpPr>
                <p:cNvPr id="9319" name="Google Shape;9319;p13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3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1" name="Google Shape;9321;p135"/>
              <p:cNvGrpSpPr/>
              <p:nvPr/>
            </p:nvGrpSpPr>
            <p:grpSpPr>
              <a:xfrm>
                <a:off x="4021072" y="3230323"/>
                <a:ext cx="31397" cy="26906"/>
                <a:chOff x="4021072" y="3230323"/>
                <a:chExt cx="31397" cy="26906"/>
              </a:xfrm>
            </p:grpSpPr>
            <p:sp>
              <p:nvSpPr>
                <p:cNvPr id="9322" name="Google Shape;9322;p13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3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135"/>
              <p:cNvGrpSpPr/>
              <p:nvPr/>
            </p:nvGrpSpPr>
            <p:grpSpPr>
              <a:xfrm>
                <a:off x="4001472" y="3287462"/>
                <a:ext cx="31499" cy="26945"/>
                <a:chOff x="4001472" y="3287462"/>
                <a:chExt cx="31499" cy="26945"/>
              </a:xfrm>
            </p:grpSpPr>
            <p:sp>
              <p:nvSpPr>
                <p:cNvPr id="9325" name="Google Shape;9325;p13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3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27" name="Google Shape;9327;p135"/>
            <p:cNvGrpSpPr/>
            <p:nvPr/>
          </p:nvGrpSpPr>
          <p:grpSpPr>
            <a:xfrm>
              <a:off x="4084715" y="3258865"/>
              <a:ext cx="184961" cy="137268"/>
              <a:chOff x="4084715" y="3258865"/>
              <a:chExt cx="184961" cy="137268"/>
            </a:xfrm>
          </p:grpSpPr>
          <p:grpSp>
            <p:nvGrpSpPr>
              <p:cNvPr id="9328" name="Google Shape;9328;p135"/>
              <p:cNvGrpSpPr/>
              <p:nvPr/>
            </p:nvGrpSpPr>
            <p:grpSpPr>
              <a:xfrm>
                <a:off x="4107453" y="3271583"/>
                <a:ext cx="153470" cy="110275"/>
                <a:chOff x="4107453" y="3271583"/>
                <a:chExt cx="153470" cy="110275"/>
              </a:xfrm>
            </p:grpSpPr>
            <p:sp>
              <p:nvSpPr>
                <p:cNvPr id="9329" name="Google Shape;9329;p13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13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3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3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135"/>
              <p:cNvGrpSpPr/>
              <p:nvPr/>
            </p:nvGrpSpPr>
            <p:grpSpPr>
              <a:xfrm>
                <a:off x="4136947" y="3258865"/>
                <a:ext cx="31499" cy="27001"/>
                <a:chOff x="4136947" y="3258865"/>
                <a:chExt cx="31499" cy="27001"/>
              </a:xfrm>
            </p:grpSpPr>
            <p:sp>
              <p:nvSpPr>
                <p:cNvPr id="9334" name="Google Shape;9334;p13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3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135"/>
              <p:cNvGrpSpPr/>
              <p:nvPr/>
            </p:nvGrpSpPr>
            <p:grpSpPr>
              <a:xfrm>
                <a:off x="4084715" y="3266478"/>
                <a:ext cx="31468" cy="26898"/>
                <a:chOff x="4084715" y="3266478"/>
                <a:chExt cx="31468" cy="26898"/>
              </a:xfrm>
            </p:grpSpPr>
            <p:sp>
              <p:nvSpPr>
                <p:cNvPr id="9337" name="Google Shape;9337;p13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3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135"/>
              <p:cNvGrpSpPr/>
              <p:nvPr/>
            </p:nvGrpSpPr>
            <p:grpSpPr>
              <a:xfrm>
                <a:off x="4159213" y="3279849"/>
                <a:ext cx="31405" cy="26945"/>
                <a:chOff x="4159213" y="3279849"/>
                <a:chExt cx="31405" cy="26945"/>
              </a:xfrm>
            </p:grpSpPr>
            <p:sp>
              <p:nvSpPr>
                <p:cNvPr id="9340" name="Google Shape;9340;p13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3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135"/>
              <p:cNvGrpSpPr/>
              <p:nvPr/>
            </p:nvGrpSpPr>
            <p:grpSpPr>
              <a:xfrm>
                <a:off x="4201550" y="3266502"/>
                <a:ext cx="31405" cy="26883"/>
                <a:chOff x="4201550" y="3266502"/>
                <a:chExt cx="31405" cy="26883"/>
              </a:xfrm>
            </p:grpSpPr>
            <p:sp>
              <p:nvSpPr>
                <p:cNvPr id="9343" name="Google Shape;9343;p13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3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5" name="Google Shape;9345;p135"/>
              <p:cNvGrpSpPr/>
              <p:nvPr/>
            </p:nvGrpSpPr>
            <p:grpSpPr>
              <a:xfrm>
                <a:off x="4201550" y="3338278"/>
                <a:ext cx="31405" cy="26930"/>
                <a:chOff x="4201550" y="3338278"/>
                <a:chExt cx="31405" cy="26930"/>
              </a:xfrm>
            </p:grpSpPr>
            <p:sp>
              <p:nvSpPr>
                <p:cNvPr id="9346" name="Google Shape;9346;p13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3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8" name="Google Shape;9348;p135"/>
              <p:cNvGrpSpPr/>
              <p:nvPr/>
            </p:nvGrpSpPr>
            <p:grpSpPr>
              <a:xfrm>
                <a:off x="4238272" y="3369132"/>
                <a:ext cx="31405" cy="27001"/>
                <a:chOff x="4238272" y="3369132"/>
                <a:chExt cx="31405" cy="27001"/>
              </a:xfrm>
            </p:grpSpPr>
            <p:sp>
              <p:nvSpPr>
                <p:cNvPr id="9349" name="Google Shape;9349;p13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3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51" name="Google Shape;9351;p135"/>
            <p:cNvGrpSpPr/>
            <p:nvPr/>
          </p:nvGrpSpPr>
          <p:grpSpPr>
            <a:xfrm>
              <a:off x="4068639" y="3200169"/>
              <a:ext cx="77643" cy="37272"/>
              <a:chOff x="4068639" y="3200169"/>
              <a:chExt cx="77643" cy="37272"/>
            </a:xfrm>
          </p:grpSpPr>
          <p:sp>
            <p:nvSpPr>
              <p:cNvPr id="9352" name="Google Shape;9352;p13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3" name="Google Shape;9353;p135"/>
              <p:cNvGrpSpPr/>
              <p:nvPr/>
            </p:nvGrpSpPr>
            <p:grpSpPr>
              <a:xfrm>
                <a:off x="4114878" y="3200169"/>
                <a:ext cx="31405" cy="26993"/>
                <a:chOff x="4114878" y="3200169"/>
                <a:chExt cx="31405" cy="26993"/>
              </a:xfrm>
            </p:grpSpPr>
            <p:sp>
              <p:nvSpPr>
                <p:cNvPr id="9354" name="Google Shape;9354;p13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3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6" name="Google Shape;9356;p135"/>
              <p:cNvGrpSpPr/>
              <p:nvPr/>
            </p:nvGrpSpPr>
            <p:grpSpPr>
              <a:xfrm>
                <a:off x="4068639" y="3210535"/>
                <a:ext cx="31499" cy="26906"/>
                <a:chOff x="4068639" y="3210535"/>
                <a:chExt cx="31499" cy="26906"/>
              </a:xfrm>
            </p:grpSpPr>
            <p:sp>
              <p:nvSpPr>
                <p:cNvPr id="9357" name="Google Shape;9357;p13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3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59" name="Google Shape;9359;p135"/>
            <p:cNvGrpSpPr/>
            <p:nvPr/>
          </p:nvGrpSpPr>
          <p:grpSpPr>
            <a:xfrm>
              <a:off x="3869702" y="3066935"/>
              <a:ext cx="382664" cy="190294"/>
              <a:chOff x="3869702" y="3066935"/>
              <a:chExt cx="382664" cy="190294"/>
            </a:xfrm>
          </p:grpSpPr>
          <p:grpSp>
            <p:nvGrpSpPr>
              <p:cNvPr id="9360" name="Google Shape;9360;p135"/>
              <p:cNvGrpSpPr/>
              <p:nvPr/>
            </p:nvGrpSpPr>
            <p:grpSpPr>
              <a:xfrm>
                <a:off x="3888633" y="3082351"/>
                <a:ext cx="351172" cy="160698"/>
                <a:chOff x="3888633" y="3082351"/>
                <a:chExt cx="351172" cy="160698"/>
              </a:xfrm>
            </p:grpSpPr>
            <p:sp>
              <p:nvSpPr>
                <p:cNvPr id="9361" name="Google Shape;9361;p13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3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3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3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3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3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7" name="Google Shape;9367;p135"/>
              <p:cNvGrpSpPr/>
              <p:nvPr/>
            </p:nvGrpSpPr>
            <p:grpSpPr>
              <a:xfrm>
                <a:off x="4143703" y="3066935"/>
                <a:ext cx="37783" cy="32357"/>
                <a:chOff x="4143703" y="3066935"/>
                <a:chExt cx="37783" cy="32357"/>
              </a:xfrm>
            </p:grpSpPr>
            <p:sp>
              <p:nvSpPr>
                <p:cNvPr id="9368" name="Google Shape;9368;p13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3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135"/>
              <p:cNvGrpSpPr/>
              <p:nvPr/>
            </p:nvGrpSpPr>
            <p:grpSpPr>
              <a:xfrm>
                <a:off x="4044565" y="3103563"/>
                <a:ext cx="37783" cy="32451"/>
                <a:chOff x="4044565" y="3103563"/>
                <a:chExt cx="37783" cy="32451"/>
              </a:xfrm>
            </p:grpSpPr>
            <p:sp>
              <p:nvSpPr>
                <p:cNvPr id="9371" name="Google Shape;9371;p13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3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135"/>
              <p:cNvGrpSpPr/>
              <p:nvPr/>
            </p:nvGrpSpPr>
            <p:grpSpPr>
              <a:xfrm>
                <a:off x="4017454" y="3188237"/>
                <a:ext cx="37776" cy="32357"/>
                <a:chOff x="4017454" y="3188237"/>
                <a:chExt cx="37776" cy="32357"/>
              </a:xfrm>
            </p:grpSpPr>
            <p:sp>
              <p:nvSpPr>
                <p:cNvPr id="9374" name="Google Shape;9374;p13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3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6" name="Google Shape;9376;p135"/>
              <p:cNvGrpSpPr/>
              <p:nvPr/>
            </p:nvGrpSpPr>
            <p:grpSpPr>
              <a:xfrm>
                <a:off x="3921548" y="3157509"/>
                <a:ext cx="37783" cy="32357"/>
                <a:chOff x="3921548" y="3157509"/>
                <a:chExt cx="37783" cy="32357"/>
              </a:xfrm>
            </p:grpSpPr>
            <p:sp>
              <p:nvSpPr>
                <p:cNvPr id="9377" name="Google Shape;9377;p13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3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9" name="Google Shape;9379;p135"/>
              <p:cNvGrpSpPr/>
              <p:nvPr/>
            </p:nvGrpSpPr>
            <p:grpSpPr>
              <a:xfrm>
                <a:off x="3939056" y="3211620"/>
                <a:ext cx="37783" cy="32380"/>
                <a:chOff x="3939056" y="3211620"/>
                <a:chExt cx="37783" cy="32380"/>
              </a:xfrm>
            </p:grpSpPr>
            <p:sp>
              <p:nvSpPr>
                <p:cNvPr id="9380" name="Google Shape;9380;p13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3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135"/>
              <p:cNvGrpSpPr/>
              <p:nvPr/>
            </p:nvGrpSpPr>
            <p:grpSpPr>
              <a:xfrm>
                <a:off x="4176240" y="3136965"/>
                <a:ext cx="31405" cy="26930"/>
                <a:chOff x="4176240" y="3136965"/>
                <a:chExt cx="31405" cy="26930"/>
              </a:xfrm>
            </p:grpSpPr>
            <p:sp>
              <p:nvSpPr>
                <p:cNvPr id="9383" name="Google Shape;9383;p13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3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5" name="Google Shape;9385;p135"/>
              <p:cNvGrpSpPr/>
              <p:nvPr/>
            </p:nvGrpSpPr>
            <p:grpSpPr>
              <a:xfrm>
                <a:off x="4133148" y="3152593"/>
                <a:ext cx="31499" cy="27001"/>
                <a:chOff x="4133148" y="3152593"/>
                <a:chExt cx="31499" cy="27001"/>
              </a:xfrm>
            </p:grpSpPr>
            <p:sp>
              <p:nvSpPr>
                <p:cNvPr id="9386" name="Google Shape;9386;p13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3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8" name="Google Shape;9388;p135"/>
              <p:cNvGrpSpPr/>
              <p:nvPr/>
            </p:nvGrpSpPr>
            <p:grpSpPr>
              <a:xfrm>
                <a:off x="4220866" y="3073534"/>
                <a:ext cx="31499" cy="26898"/>
                <a:chOff x="4220866" y="3073534"/>
                <a:chExt cx="31499" cy="26898"/>
              </a:xfrm>
            </p:grpSpPr>
            <p:sp>
              <p:nvSpPr>
                <p:cNvPr id="9389" name="Google Shape;9389;p13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3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1" name="Google Shape;9391;p135"/>
              <p:cNvGrpSpPr/>
              <p:nvPr/>
            </p:nvGrpSpPr>
            <p:grpSpPr>
              <a:xfrm>
                <a:off x="3869702" y="3230323"/>
                <a:ext cx="31499" cy="26906"/>
                <a:chOff x="3869702" y="3230323"/>
                <a:chExt cx="31499" cy="26906"/>
              </a:xfrm>
            </p:grpSpPr>
            <p:sp>
              <p:nvSpPr>
                <p:cNvPr id="9392" name="Google Shape;9392;p13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3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94" name="Google Shape;9394;p135"/>
            <p:cNvGrpSpPr/>
            <p:nvPr/>
          </p:nvGrpSpPr>
          <p:grpSpPr>
            <a:xfrm>
              <a:off x="4271383" y="3065882"/>
              <a:ext cx="304556" cy="341663"/>
              <a:chOff x="4271383" y="3065882"/>
              <a:chExt cx="304556" cy="341663"/>
            </a:xfrm>
          </p:grpSpPr>
          <p:grpSp>
            <p:nvGrpSpPr>
              <p:cNvPr id="9395" name="Google Shape;9395;p135"/>
              <p:cNvGrpSpPr/>
              <p:nvPr/>
            </p:nvGrpSpPr>
            <p:grpSpPr>
              <a:xfrm>
                <a:off x="4293838" y="3078639"/>
                <a:ext cx="269353" cy="311973"/>
                <a:chOff x="4293838" y="3078639"/>
                <a:chExt cx="269353" cy="311973"/>
              </a:xfrm>
            </p:grpSpPr>
            <p:sp>
              <p:nvSpPr>
                <p:cNvPr id="9396" name="Google Shape;9396;p13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3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3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3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3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3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3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3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3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3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3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3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3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3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3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3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3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3" name="Google Shape;9413;p135"/>
              <p:cNvGrpSpPr/>
              <p:nvPr/>
            </p:nvGrpSpPr>
            <p:grpSpPr>
              <a:xfrm>
                <a:off x="4538164" y="3342061"/>
                <a:ext cx="37776" cy="32380"/>
                <a:chOff x="4538164" y="3342061"/>
                <a:chExt cx="37776" cy="32380"/>
              </a:xfrm>
            </p:grpSpPr>
            <p:sp>
              <p:nvSpPr>
                <p:cNvPr id="9414" name="Google Shape;9414;p13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3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6" name="Google Shape;9416;p135"/>
              <p:cNvGrpSpPr/>
              <p:nvPr/>
            </p:nvGrpSpPr>
            <p:grpSpPr>
              <a:xfrm>
                <a:off x="4271383" y="3194742"/>
                <a:ext cx="37783" cy="32420"/>
                <a:chOff x="4271383" y="3194742"/>
                <a:chExt cx="37783" cy="32420"/>
              </a:xfrm>
            </p:grpSpPr>
            <p:sp>
              <p:nvSpPr>
                <p:cNvPr id="9417" name="Google Shape;9417;p13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3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135"/>
              <p:cNvGrpSpPr/>
              <p:nvPr/>
            </p:nvGrpSpPr>
            <p:grpSpPr>
              <a:xfrm>
                <a:off x="4284416" y="3084058"/>
                <a:ext cx="37783" cy="32357"/>
                <a:chOff x="4284416" y="3084058"/>
                <a:chExt cx="37783" cy="32357"/>
              </a:xfrm>
            </p:grpSpPr>
            <p:sp>
              <p:nvSpPr>
                <p:cNvPr id="9420" name="Google Shape;9420;p13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3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135"/>
              <p:cNvGrpSpPr/>
              <p:nvPr/>
            </p:nvGrpSpPr>
            <p:grpSpPr>
              <a:xfrm>
                <a:off x="4478697" y="3297561"/>
                <a:ext cx="37776" cy="32451"/>
                <a:chOff x="4478697" y="3297561"/>
                <a:chExt cx="37776" cy="32451"/>
              </a:xfrm>
            </p:grpSpPr>
            <p:sp>
              <p:nvSpPr>
                <p:cNvPr id="9423" name="Google Shape;9423;p13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3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135"/>
              <p:cNvGrpSpPr/>
              <p:nvPr/>
            </p:nvGrpSpPr>
            <p:grpSpPr>
              <a:xfrm>
                <a:off x="4411813" y="3331711"/>
                <a:ext cx="37776" cy="32451"/>
                <a:chOff x="4411813" y="3331711"/>
                <a:chExt cx="37776" cy="32451"/>
              </a:xfrm>
            </p:grpSpPr>
            <p:sp>
              <p:nvSpPr>
                <p:cNvPr id="9426" name="Google Shape;9426;p13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3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135"/>
              <p:cNvGrpSpPr/>
              <p:nvPr/>
            </p:nvGrpSpPr>
            <p:grpSpPr>
              <a:xfrm>
                <a:off x="4337984" y="3375188"/>
                <a:ext cx="37776" cy="32357"/>
                <a:chOff x="4337984" y="3375188"/>
                <a:chExt cx="37776" cy="32357"/>
              </a:xfrm>
            </p:grpSpPr>
            <p:sp>
              <p:nvSpPr>
                <p:cNvPr id="9429" name="Google Shape;9429;p13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3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135"/>
              <p:cNvGrpSpPr/>
              <p:nvPr/>
            </p:nvGrpSpPr>
            <p:grpSpPr>
              <a:xfrm>
                <a:off x="4494867" y="3090530"/>
                <a:ext cx="37878" cy="32451"/>
                <a:chOff x="4494867" y="3090530"/>
                <a:chExt cx="37878" cy="32451"/>
              </a:xfrm>
            </p:grpSpPr>
            <p:sp>
              <p:nvSpPr>
                <p:cNvPr id="9432" name="Google Shape;9432;p13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3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135"/>
              <p:cNvGrpSpPr/>
              <p:nvPr/>
            </p:nvGrpSpPr>
            <p:grpSpPr>
              <a:xfrm>
                <a:off x="4525124" y="3207774"/>
                <a:ext cx="37783" cy="32420"/>
                <a:chOff x="4525124" y="3207774"/>
                <a:chExt cx="37783" cy="32420"/>
              </a:xfrm>
            </p:grpSpPr>
            <p:sp>
              <p:nvSpPr>
                <p:cNvPr id="9435" name="Google Shape;9435;p13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3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7" name="Google Shape;9437;p135"/>
              <p:cNvGrpSpPr/>
              <p:nvPr/>
            </p:nvGrpSpPr>
            <p:grpSpPr>
              <a:xfrm>
                <a:off x="4440544" y="3176479"/>
                <a:ext cx="31499" cy="26898"/>
                <a:chOff x="4440544" y="3176479"/>
                <a:chExt cx="31499" cy="26898"/>
              </a:xfrm>
            </p:grpSpPr>
            <p:sp>
              <p:nvSpPr>
                <p:cNvPr id="9438" name="Google Shape;9438;p13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3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135"/>
              <p:cNvGrpSpPr/>
              <p:nvPr/>
            </p:nvGrpSpPr>
            <p:grpSpPr>
              <a:xfrm>
                <a:off x="4350545" y="3156400"/>
                <a:ext cx="31405" cy="27001"/>
                <a:chOff x="4350545" y="3156400"/>
                <a:chExt cx="31405" cy="27001"/>
              </a:xfrm>
            </p:grpSpPr>
            <p:sp>
              <p:nvSpPr>
                <p:cNvPr id="9441" name="Google Shape;9441;p13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3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3" name="Google Shape;9443;p135"/>
              <p:cNvGrpSpPr/>
              <p:nvPr/>
            </p:nvGrpSpPr>
            <p:grpSpPr>
              <a:xfrm>
                <a:off x="4376703" y="3255058"/>
                <a:ext cx="31405" cy="27001"/>
                <a:chOff x="4376703" y="3255058"/>
                <a:chExt cx="31405" cy="27001"/>
              </a:xfrm>
            </p:grpSpPr>
            <p:sp>
              <p:nvSpPr>
                <p:cNvPr id="9444" name="Google Shape;9444;p13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3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135"/>
              <p:cNvGrpSpPr/>
              <p:nvPr/>
            </p:nvGrpSpPr>
            <p:grpSpPr>
              <a:xfrm>
                <a:off x="4331322" y="3283656"/>
                <a:ext cx="31405" cy="26945"/>
                <a:chOff x="4331322" y="3283656"/>
                <a:chExt cx="31405" cy="26945"/>
              </a:xfrm>
            </p:grpSpPr>
            <p:sp>
              <p:nvSpPr>
                <p:cNvPr id="9447" name="Google Shape;9447;p13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3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135"/>
              <p:cNvGrpSpPr/>
              <p:nvPr/>
            </p:nvGrpSpPr>
            <p:grpSpPr>
              <a:xfrm>
                <a:off x="4380510" y="3065882"/>
                <a:ext cx="31405" cy="26938"/>
                <a:chOff x="4380510" y="3065882"/>
                <a:chExt cx="31405" cy="26938"/>
              </a:xfrm>
            </p:grpSpPr>
            <p:sp>
              <p:nvSpPr>
                <p:cNvPr id="9450" name="Google Shape;9450;p13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3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52" name="Google Shape;9452;p135"/>
            <p:cNvGrpSpPr/>
            <p:nvPr/>
          </p:nvGrpSpPr>
          <p:grpSpPr>
            <a:xfrm>
              <a:off x="4558998" y="3188237"/>
              <a:ext cx="1280131" cy="1052746"/>
              <a:chOff x="4558998" y="3188237"/>
              <a:chExt cx="1280131" cy="1052746"/>
            </a:xfrm>
          </p:grpSpPr>
          <p:sp>
            <p:nvSpPr>
              <p:cNvPr id="9453" name="Google Shape;9453;p13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4" name="Google Shape;9454;p135"/>
              <p:cNvGrpSpPr/>
              <p:nvPr/>
            </p:nvGrpSpPr>
            <p:grpSpPr>
              <a:xfrm>
                <a:off x="4579164" y="3203653"/>
                <a:ext cx="1244833" cy="1020397"/>
                <a:chOff x="4579164" y="3203653"/>
                <a:chExt cx="1244833" cy="1020397"/>
              </a:xfrm>
            </p:grpSpPr>
            <p:sp>
              <p:nvSpPr>
                <p:cNvPr id="9455" name="Google Shape;9455;p13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3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7" name="Google Shape;9457;p135"/>
                <p:cNvGrpSpPr/>
                <p:nvPr/>
              </p:nvGrpSpPr>
              <p:grpSpPr>
                <a:xfrm>
                  <a:off x="4579164" y="3203653"/>
                  <a:ext cx="1244833" cy="1020397"/>
                  <a:chOff x="4579164" y="3203653"/>
                  <a:chExt cx="1244833" cy="1020397"/>
                </a:xfrm>
              </p:grpSpPr>
              <p:sp>
                <p:nvSpPr>
                  <p:cNvPr id="9458" name="Google Shape;9458;p13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3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0" name="Google Shape;9460;p135"/>
                  <p:cNvGrpSpPr/>
                  <p:nvPr/>
                </p:nvGrpSpPr>
                <p:grpSpPr>
                  <a:xfrm>
                    <a:off x="4579164" y="3203653"/>
                    <a:ext cx="1244833" cy="1020397"/>
                    <a:chOff x="4579164" y="3203653"/>
                    <a:chExt cx="1244833" cy="1020397"/>
                  </a:xfrm>
                </p:grpSpPr>
                <p:sp>
                  <p:nvSpPr>
                    <p:cNvPr id="9461" name="Google Shape;9461;p13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3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3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3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3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3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3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3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9" name="Google Shape;9469;p135"/>
                    <p:cNvGrpSpPr/>
                    <p:nvPr/>
                  </p:nvGrpSpPr>
                  <p:grpSpPr>
                    <a:xfrm>
                      <a:off x="4579164" y="3203653"/>
                      <a:ext cx="1244833" cy="1020397"/>
                      <a:chOff x="4579164" y="3203653"/>
                      <a:chExt cx="1244833" cy="1020397"/>
                    </a:xfrm>
                  </p:grpSpPr>
                  <p:sp>
                    <p:nvSpPr>
                      <p:cNvPr id="9470" name="Google Shape;9470;p13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3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3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3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3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3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3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3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3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3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3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3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3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3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4" name="Google Shape;9484;p135"/>
                      <p:cNvGrpSpPr/>
                      <p:nvPr/>
                    </p:nvGrpSpPr>
                    <p:grpSpPr>
                      <a:xfrm>
                        <a:off x="4579164" y="3203653"/>
                        <a:ext cx="1244833" cy="1020397"/>
                        <a:chOff x="4579164" y="3203653"/>
                        <a:chExt cx="1244833" cy="1020397"/>
                      </a:xfrm>
                    </p:grpSpPr>
                    <p:sp>
                      <p:nvSpPr>
                        <p:cNvPr id="9485" name="Google Shape;9485;p13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3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3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3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3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3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3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3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3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3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3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3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3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3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3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3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3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3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13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3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3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3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3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3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9" name="Google Shape;9509;p135"/>
                        <p:cNvGrpSpPr/>
                        <p:nvPr/>
                      </p:nvGrpSpPr>
                      <p:grpSpPr>
                        <a:xfrm>
                          <a:off x="4579164" y="3203653"/>
                          <a:ext cx="1244833" cy="1020397"/>
                          <a:chOff x="4579164" y="3203653"/>
                          <a:chExt cx="1244833" cy="1020397"/>
                        </a:xfrm>
                      </p:grpSpPr>
                      <p:sp>
                        <p:nvSpPr>
                          <p:cNvPr id="9510" name="Google Shape;9510;p13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1" name="Google Shape;9511;p135"/>
                          <p:cNvGrpSpPr/>
                          <p:nvPr/>
                        </p:nvGrpSpPr>
                        <p:grpSpPr>
                          <a:xfrm>
                            <a:off x="4579164" y="3203653"/>
                            <a:ext cx="1244833" cy="1020397"/>
                            <a:chOff x="4579164" y="3203653"/>
                            <a:chExt cx="1244833" cy="1020397"/>
                          </a:xfrm>
                        </p:grpSpPr>
                        <p:sp>
                          <p:nvSpPr>
                            <p:cNvPr id="9512" name="Google Shape;9512;p13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3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3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3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3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3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3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9" name="Google Shape;9519;p135"/>
                            <p:cNvGrpSpPr/>
                            <p:nvPr/>
                          </p:nvGrpSpPr>
                          <p:grpSpPr>
                            <a:xfrm>
                              <a:off x="4579164" y="3203653"/>
                              <a:ext cx="1244833" cy="1020397"/>
                              <a:chOff x="4579164" y="3203653"/>
                              <a:chExt cx="1244833" cy="1020397"/>
                            </a:xfrm>
                          </p:grpSpPr>
                          <p:sp>
                            <p:nvSpPr>
                              <p:cNvPr id="9520" name="Google Shape;9520;p13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13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13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3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3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13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3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13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13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3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3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13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3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3" name="Google Shape;9533;p135"/>
                              <p:cNvGrpSpPr/>
                              <p:nvPr/>
                            </p:nvGrpSpPr>
                            <p:grpSpPr>
                              <a:xfrm>
                                <a:off x="4579164" y="3203653"/>
                                <a:ext cx="1244833" cy="1020397"/>
                                <a:chOff x="4579164" y="3203653"/>
                                <a:chExt cx="1244833" cy="1020397"/>
                              </a:xfrm>
                            </p:grpSpPr>
                            <p:sp>
                              <p:nvSpPr>
                                <p:cNvPr id="9534" name="Google Shape;9534;p13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3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3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3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3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13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3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1" name="Google Shape;9541;p135"/>
                                <p:cNvGrpSpPr/>
                                <p:nvPr/>
                              </p:nvGrpSpPr>
                              <p:grpSpPr>
                                <a:xfrm>
                                  <a:off x="4579164" y="3203653"/>
                                  <a:ext cx="1244833" cy="1020397"/>
                                  <a:chOff x="4579164" y="3203653"/>
                                  <a:chExt cx="1244833" cy="1020397"/>
                                </a:xfrm>
                              </p:grpSpPr>
                              <p:sp>
                                <p:nvSpPr>
                                  <p:cNvPr id="9542" name="Google Shape;9542;p13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3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3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3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3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7" name="Google Shape;9547;p135"/>
                                  <p:cNvGrpSpPr/>
                                  <p:nvPr/>
                                </p:nvGrpSpPr>
                                <p:grpSpPr>
                                  <a:xfrm>
                                    <a:off x="4579164" y="3203653"/>
                                    <a:ext cx="1244833" cy="1020397"/>
                                    <a:chOff x="4579164" y="3203653"/>
                                    <a:chExt cx="1244833" cy="1020397"/>
                                  </a:xfrm>
                                </p:grpSpPr>
                                <p:sp>
                                  <p:nvSpPr>
                                    <p:cNvPr id="9548" name="Google Shape;9548;p13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3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3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13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9552" name="Google Shape;9552;p13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13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13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555" name="Google Shape;9555;p13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9556" name="Google Shape;9556;p135"/>
              <p:cNvGrpSpPr/>
              <p:nvPr/>
            </p:nvGrpSpPr>
            <p:grpSpPr>
              <a:xfrm>
                <a:off x="4595437" y="3598775"/>
                <a:ext cx="37776" cy="32451"/>
                <a:chOff x="4595437" y="3598775"/>
                <a:chExt cx="37776" cy="32451"/>
              </a:xfrm>
            </p:grpSpPr>
            <p:sp>
              <p:nvSpPr>
                <p:cNvPr id="9557" name="Google Shape;9557;p13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13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9" name="Google Shape;9559;p135"/>
              <p:cNvGrpSpPr/>
              <p:nvPr/>
            </p:nvGrpSpPr>
            <p:grpSpPr>
              <a:xfrm>
                <a:off x="4641864" y="3524443"/>
                <a:ext cx="37776" cy="32380"/>
                <a:chOff x="4641864" y="3524443"/>
                <a:chExt cx="37776" cy="32380"/>
              </a:xfrm>
            </p:grpSpPr>
            <p:sp>
              <p:nvSpPr>
                <p:cNvPr id="9560" name="Google Shape;9560;p13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13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2" name="Google Shape;9562;p135"/>
              <p:cNvGrpSpPr/>
              <p:nvPr/>
            </p:nvGrpSpPr>
            <p:grpSpPr>
              <a:xfrm>
                <a:off x="4648431" y="3893901"/>
                <a:ext cx="37776" cy="32357"/>
                <a:chOff x="4648431" y="3893901"/>
                <a:chExt cx="37776" cy="32357"/>
              </a:xfrm>
            </p:grpSpPr>
            <p:sp>
              <p:nvSpPr>
                <p:cNvPr id="9563" name="Google Shape;9563;p13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3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5" name="Google Shape;9565;p135"/>
              <p:cNvGrpSpPr/>
              <p:nvPr/>
            </p:nvGrpSpPr>
            <p:grpSpPr>
              <a:xfrm>
                <a:off x="4567752" y="3722908"/>
                <a:ext cx="37870" cy="32380"/>
                <a:chOff x="4567752" y="3722908"/>
                <a:chExt cx="37870" cy="32380"/>
              </a:xfrm>
            </p:grpSpPr>
            <p:sp>
              <p:nvSpPr>
                <p:cNvPr id="9566" name="Google Shape;9566;p13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13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135"/>
              <p:cNvGrpSpPr/>
              <p:nvPr/>
            </p:nvGrpSpPr>
            <p:grpSpPr>
              <a:xfrm>
                <a:off x="4617506" y="3652052"/>
                <a:ext cx="37783" cy="32357"/>
                <a:chOff x="4617506" y="3652052"/>
                <a:chExt cx="37783" cy="32357"/>
              </a:xfrm>
            </p:grpSpPr>
            <p:sp>
              <p:nvSpPr>
                <p:cNvPr id="9569" name="Google Shape;9569;p13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13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1" name="Google Shape;9571;p135"/>
              <p:cNvGrpSpPr/>
              <p:nvPr/>
            </p:nvGrpSpPr>
            <p:grpSpPr>
              <a:xfrm>
                <a:off x="4739005" y="3554149"/>
                <a:ext cx="37870" cy="32357"/>
                <a:chOff x="4739005" y="3554149"/>
                <a:chExt cx="37870" cy="32357"/>
              </a:xfrm>
            </p:grpSpPr>
            <p:sp>
              <p:nvSpPr>
                <p:cNvPr id="9572" name="Google Shape;9572;p13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3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4" name="Google Shape;9574;p135"/>
              <p:cNvGrpSpPr/>
              <p:nvPr/>
            </p:nvGrpSpPr>
            <p:grpSpPr>
              <a:xfrm>
                <a:off x="4806557" y="3630258"/>
                <a:ext cx="37776" cy="32364"/>
                <a:chOff x="4806557" y="3630258"/>
                <a:chExt cx="37776" cy="32364"/>
              </a:xfrm>
            </p:grpSpPr>
            <p:sp>
              <p:nvSpPr>
                <p:cNvPr id="9575" name="Google Shape;9575;p13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13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7" name="Google Shape;9577;p135"/>
              <p:cNvGrpSpPr/>
              <p:nvPr/>
            </p:nvGrpSpPr>
            <p:grpSpPr>
              <a:xfrm>
                <a:off x="4737007" y="4004357"/>
                <a:ext cx="37870" cy="32357"/>
                <a:chOff x="4737007" y="4004357"/>
                <a:chExt cx="37870" cy="32357"/>
              </a:xfrm>
            </p:grpSpPr>
            <p:sp>
              <p:nvSpPr>
                <p:cNvPr id="9578" name="Google Shape;9578;p13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13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135"/>
              <p:cNvGrpSpPr/>
              <p:nvPr/>
            </p:nvGrpSpPr>
            <p:grpSpPr>
              <a:xfrm>
                <a:off x="4773634" y="4208627"/>
                <a:ext cx="37776" cy="32357"/>
                <a:chOff x="4773634" y="4208627"/>
                <a:chExt cx="37776" cy="32357"/>
              </a:xfrm>
            </p:grpSpPr>
            <p:sp>
              <p:nvSpPr>
                <p:cNvPr id="9581" name="Google Shape;9581;p13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13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135"/>
              <p:cNvGrpSpPr/>
              <p:nvPr/>
            </p:nvGrpSpPr>
            <p:grpSpPr>
              <a:xfrm>
                <a:off x="4888282" y="4074764"/>
                <a:ext cx="37776" cy="32451"/>
                <a:chOff x="4888282" y="4074764"/>
                <a:chExt cx="37776" cy="32451"/>
              </a:xfrm>
            </p:grpSpPr>
            <p:sp>
              <p:nvSpPr>
                <p:cNvPr id="9584" name="Google Shape;9584;p13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3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6" name="Google Shape;9586;p135"/>
              <p:cNvGrpSpPr/>
              <p:nvPr/>
            </p:nvGrpSpPr>
            <p:grpSpPr>
              <a:xfrm>
                <a:off x="4901315" y="3804271"/>
                <a:ext cx="37776" cy="32364"/>
                <a:chOff x="4901315" y="3804271"/>
                <a:chExt cx="37776" cy="32364"/>
              </a:xfrm>
            </p:grpSpPr>
            <p:sp>
              <p:nvSpPr>
                <p:cNvPr id="9587" name="Google Shape;9587;p13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3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9" name="Google Shape;9589;p135"/>
              <p:cNvGrpSpPr/>
              <p:nvPr/>
            </p:nvGrpSpPr>
            <p:grpSpPr>
              <a:xfrm>
                <a:off x="4866394" y="3715035"/>
                <a:ext cx="37846" cy="32357"/>
                <a:chOff x="4866394" y="3715035"/>
                <a:chExt cx="37846" cy="32357"/>
              </a:xfrm>
            </p:grpSpPr>
            <p:sp>
              <p:nvSpPr>
                <p:cNvPr id="9590" name="Google Shape;9590;p13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3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135"/>
              <p:cNvGrpSpPr/>
              <p:nvPr/>
            </p:nvGrpSpPr>
            <p:grpSpPr>
              <a:xfrm>
                <a:off x="4979233" y="3839798"/>
                <a:ext cx="37878" cy="32420"/>
                <a:chOff x="4979233" y="3839798"/>
                <a:chExt cx="37878" cy="32420"/>
              </a:xfrm>
            </p:grpSpPr>
            <p:sp>
              <p:nvSpPr>
                <p:cNvPr id="9593" name="Google Shape;9593;p13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3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135"/>
              <p:cNvGrpSpPr/>
              <p:nvPr/>
            </p:nvGrpSpPr>
            <p:grpSpPr>
              <a:xfrm>
                <a:off x="4790662" y="3679147"/>
                <a:ext cx="37783" cy="32380"/>
                <a:chOff x="4790662" y="3679147"/>
                <a:chExt cx="37783" cy="32380"/>
              </a:xfrm>
            </p:grpSpPr>
            <p:sp>
              <p:nvSpPr>
                <p:cNvPr id="9596" name="Google Shape;9596;p13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3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135"/>
              <p:cNvGrpSpPr/>
              <p:nvPr/>
            </p:nvGrpSpPr>
            <p:grpSpPr>
              <a:xfrm>
                <a:off x="4857263" y="3557861"/>
                <a:ext cx="37776" cy="32357"/>
                <a:chOff x="4857263" y="3557861"/>
                <a:chExt cx="37776" cy="32357"/>
              </a:xfrm>
            </p:grpSpPr>
            <p:sp>
              <p:nvSpPr>
                <p:cNvPr id="9599" name="Google Shape;9599;p13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13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135"/>
              <p:cNvGrpSpPr/>
              <p:nvPr/>
            </p:nvGrpSpPr>
            <p:grpSpPr>
              <a:xfrm>
                <a:off x="4883902" y="3648033"/>
                <a:ext cx="37783" cy="32380"/>
                <a:chOff x="4883902" y="3648033"/>
                <a:chExt cx="37783" cy="32380"/>
              </a:xfrm>
            </p:grpSpPr>
            <p:sp>
              <p:nvSpPr>
                <p:cNvPr id="9602" name="Google Shape;9602;p13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3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4" name="Google Shape;9604;p135"/>
              <p:cNvGrpSpPr/>
              <p:nvPr/>
            </p:nvGrpSpPr>
            <p:grpSpPr>
              <a:xfrm>
                <a:off x="4907780" y="3347220"/>
                <a:ext cx="37878" cy="32357"/>
                <a:chOff x="4907780" y="3347220"/>
                <a:chExt cx="37878" cy="32357"/>
              </a:xfrm>
            </p:grpSpPr>
            <p:sp>
              <p:nvSpPr>
                <p:cNvPr id="9605" name="Google Shape;9605;p13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3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135"/>
              <p:cNvGrpSpPr/>
              <p:nvPr/>
            </p:nvGrpSpPr>
            <p:grpSpPr>
              <a:xfrm>
                <a:off x="5065048" y="3738150"/>
                <a:ext cx="37783" cy="32364"/>
                <a:chOff x="5065048" y="3738150"/>
                <a:chExt cx="37783" cy="32364"/>
              </a:xfrm>
            </p:grpSpPr>
            <p:sp>
              <p:nvSpPr>
                <p:cNvPr id="9608" name="Google Shape;9608;p13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13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135"/>
              <p:cNvGrpSpPr/>
              <p:nvPr/>
            </p:nvGrpSpPr>
            <p:grpSpPr>
              <a:xfrm>
                <a:off x="5071616" y="3284615"/>
                <a:ext cx="37783" cy="32357"/>
                <a:chOff x="5071616" y="3284615"/>
                <a:chExt cx="37783" cy="32357"/>
              </a:xfrm>
            </p:grpSpPr>
            <p:sp>
              <p:nvSpPr>
                <p:cNvPr id="9611" name="Google Shape;9611;p13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3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135"/>
              <p:cNvGrpSpPr/>
              <p:nvPr/>
            </p:nvGrpSpPr>
            <p:grpSpPr>
              <a:xfrm>
                <a:off x="5389291" y="3759921"/>
                <a:ext cx="37783" cy="32380"/>
                <a:chOff x="5389291" y="3759921"/>
                <a:chExt cx="37783" cy="32380"/>
              </a:xfrm>
            </p:grpSpPr>
            <p:sp>
              <p:nvSpPr>
                <p:cNvPr id="9614" name="Google Shape;9614;p13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3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135"/>
              <p:cNvGrpSpPr/>
              <p:nvPr/>
            </p:nvGrpSpPr>
            <p:grpSpPr>
              <a:xfrm>
                <a:off x="5431534" y="3632932"/>
                <a:ext cx="37878" cy="32451"/>
                <a:chOff x="5431534" y="3632932"/>
                <a:chExt cx="37878" cy="32451"/>
              </a:xfrm>
            </p:grpSpPr>
            <p:sp>
              <p:nvSpPr>
                <p:cNvPr id="9617" name="Google Shape;9617;p13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3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135"/>
              <p:cNvGrpSpPr/>
              <p:nvPr/>
            </p:nvGrpSpPr>
            <p:grpSpPr>
              <a:xfrm>
                <a:off x="5540755" y="3544829"/>
                <a:ext cx="37783" cy="32357"/>
                <a:chOff x="5540755" y="3544829"/>
                <a:chExt cx="37783" cy="32357"/>
              </a:xfrm>
            </p:grpSpPr>
            <p:sp>
              <p:nvSpPr>
                <p:cNvPr id="9620" name="Google Shape;9620;p13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3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2" name="Google Shape;9622;p135"/>
              <p:cNvGrpSpPr/>
              <p:nvPr/>
            </p:nvGrpSpPr>
            <p:grpSpPr>
              <a:xfrm>
                <a:off x="5579293" y="3412107"/>
                <a:ext cx="37776" cy="32357"/>
                <a:chOff x="5579293" y="3412107"/>
                <a:chExt cx="37776" cy="32357"/>
              </a:xfrm>
            </p:grpSpPr>
            <p:sp>
              <p:nvSpPr>
                <p:cNvPr id="9623" name="Google Shape;9623;p13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13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5" name="Google Shape;9625;p135"/>
              <p:cNvGrpSpPr/>
              <p:nvPr/>
            </p:nvGrpSpPr>
            <p:grpSpPr>
              <a:xfrm>
                <a:off x="5801346" y="3284615"/>
                <a:ext cx="37783" cy="32357"/>
                <a:chOff x="5801346" y="3284615"/>
                <a:chExt cx="37783" cy="32357"/>
              </a:xfrm>
            </p:grpSpPr>
            <p:sp>
              <p:nvSpPr>
                <p:cNvPr id="9626" name="Google Shape;9626;p13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13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135"/>
              <p:cNvGrpSpPr/>
              <p:nvPr/>
            </p:nvGrpSpPr>
            <p:grpSpPr>
              <a:xfrm>
                <a:off x="5763578" y="3399067"/>
                <a:ext cx="37776" cy="32364"/>
                <a:chOff x="5763578" y="3399067"/>
                <a:chExt cx="37776" cy="32364"/>
              </a:xfrm>
            </p:grpSpPr>
            <p:sp>
              <p:nvSpPr>
                <p:cNvPr id="9629" name="Google Shape;9629;p13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3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135"/>
              <p:cNvGrpSpPr/>
              <p:nvPr/>
            </p:nvGrpSpPr>
            <p:grpSpPr>
              <a:xfrm>
                <a:off x="5395858" y="3230952"/>
                <a:ext cx="37776" cy="32364"/>
                <a:chOff x="5395858" y="3230952"/>
                <a:chExt cx="37776" cy="32364"/>
              </a:xfrm>
            </p:grpSpPr>
            <p:sp>
              <p:nvSpPr>
                <p:cNvPr id="9632" name="Google Shape;9632;p13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3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4" name="Google Shape;9634;p135"/>
              <p:cNvGrpSpPr/>
              <p:nvPr/>
            </p:nvGrpSpPr>
            <p:grpSpPr>
              <a:xfrm>
                <a:off x="5264088" y="3188237"/>
                <a:ext cx="37776" cy="32357"/>
                <a:chOff x="5264088" y="3188237"/>
                <a:chExt cx="37776" cy="32357"/>
              </a:xfrm>
            </p:grpSpPr>
            <p:sp>
              <p:nvSpPr>
                <p:cNvPr id="9635" name="Google Shape;9635;p13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3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7" name="Google Shape;9637;p135"/>
              <p:cNvGrpSpPr/>
              <p:nvPr/>
            </p:nvGrpSpPr>
            <p:grpSpPr>
              <a:xfrm>
                <a:off x="5585758" y="3237425"/>
                <a:ext cx="37878" cy="32357"/>
                <a:chOff x="5585758" y="3237425"/>
                <a:chExt cx="37878" cy="32357"/>
              </a:xfrm>
            </p:grpSpPr>
            <p:sp>
              <p:nvSpPr>
                <p:cNvPr id="9638" name="Google Shape;9638;p13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13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0" name="Google Shape;9640;p135"/>
              <p:cNvGrpSpPr/>
              <p:nvPr/>
            </p:nvGrpSpPr>
            <p:grpSpPr>
              <a:xfrm>
                <a:off x="4874196" y="3291088"/>
                <a:ext cx="37878" cy="32451"/>
                <a:chOff x="4874196" y="3291088"/>
                <a:chExt cx="37878" cy="32451"/>
              </a:xfrm>
            </p:grpSpPr>
            <p:sp>
              <p:nvSpPr>
                <p:cNvPr id="9641" name="Google Shape;9641;p13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3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3" name="Google Shape;9643;p135"/>
              <p:cNvGrpSpPr/>
              <p:nvPr/>
            </p:nvGrpSpPr>
            <p:grpSpPr>
              <a:xfrm>
                <a:off x="5197770" y="3785466"/>
                <a:ext cx="37783" cy="32427"/>
                <a:chOff x="5197770" y="3785466"/>
                <a:chExt cx="37783" cy="32427"/>
              </a:xfrm>
            </p:grpSpPr>
            <p:sp>
              <p:nvSpPr>
                <p:cNvPr id="9644" name="Google Shape;9644;p13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3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6" name="Google Shape;9646;p135"/>
              <p:cNvGrpSpPr/>
              <p:nvPr/>
            </p:nvGrpSpPr>
            <p:grpSpPr>
              <a:xfrm>
                <a:off x="5177699" y="3492117"/>
                <a:ext cx="37776" cy="32357"/>
                <a:chOff x="5177699" y="3492117"/>
                <a:chExt cx="37776" cy="32357"/>
              </a:xfrm>
            </p:grpSpPr>
            <p:sp>
              <p:nvSpPr>
                <p:cNvPr id="9647" name="Google Shape;9647;p13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3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135"/>
              <p:cNvGrpSpPr/>
              <p:nvPr/>
            </p:nvGrpSpPr>
            <p:grpSpPr>
              <a:xfrm>
                <a:off x="5349431" y="3622346"/>
                <a:ext cx="37870" cy="32380"/>
                <a:chOff x="5349431" y="3622346"/>
                <a:chExt cx="37870" cy="32380"/>
              </a:xfrm>
            </p:grpSpPr>
            <p:sp>
              <p:nvSpPr>
                <p:cNvPr id="9650" name="Google Shape;9650;p13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3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2" name="Google Shape;9652;p135"/>
              <p:cNvGrpSpPr/>
              <p:nvPr/>
            </p:nvGrpSpPr>
            <p:grpSpPr>
              <a:xfrm>
                <a:off x="5068855" y="3563980"/>
                <a:ext cx="53954" cy="46223"/>
                <a:chOff x="5068855" y="3563980"/>
                <a:chExt cx="53954" cy="46223"/>
              </a:xfrm>
            </p:grpSpPr>
            <p:sp>
              <p:nvSpPr>
                <p:cNvPr id="9653" name="Google Shape;9653;p13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3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135"/>
              <p:cNvGrpSpPr/>
              <p:nvPr/>
            </p:nvGrpSpPr>
            <p:grpSpPr>
              <a:xfrm>
                <a:off x="5037654" y="3392507"/>
                <a:ext cx="37870" cy="32451"/>
                <a:chOff x="5037654" y="3392507"/>
                <a:chExt cx="37870" cy="32451"/>
              </a:xfrm>
            </p:grpSpPr>
            <p:sp>
              <p:nvSpPr>
                <p:cNvPr id="9656" name="Google Shape;9656;p13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3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135"/>
              <p:cNvGrpSpPr/>
              <p:nvPr/>
            </p:nvGrpSpPr>
            <p:grpSpPr>
              <a:xfrm>
                <a:off x="5456560" y="3368629"/>
                <a:ext cx="37870" cy="32451"/>
                <a:chOff x="5456560" y="3368629"/>
                <a:chExt cx="37870" cy="32451"/>
              </a:xfrm>
            </p:grpSpPr>
            <p:sp>
              <p:nvSpPr>
                <p:cNvPr id="9659" name="Google Shape;9659;p13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3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1" name="Google Shape;9661;p135"/>
              <p:cNvGrpSpPr/>
              <p:nvPr/>
            </p:nvGrpSpPr>
            <p:grpSpPr>
              <a:xfrm>
                <a:off x="4755749" y="3501516"/>
                <a:ext cx="46246" cy="39608"/>
                <a:chOff x="4755749" y="3501516"/>
                <a:chExt cx="46246" cy="39608"/>
              </a:xfrm>
            </p:grpSpPr>
            <p:sp>
              <p:nvSpPr>
                <p:cNvPr id="9662" name="Google Shape;9662;p13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3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135"/>
              <p:cNvGrpSpPr/>
              <p:nvPr/>
            </p:nvGrpSpPr>
            <p:grpSpPr>
              <a:xfrm>
                <a:off x="4681346" y="3485582"/>
                <a:ext cx="37783" cy="32427"/>
                <a:chOff x="4681346" y="3485582"/>
                <a:chExt cx="37783" cy="32427"/>
              </a:xfrm>
            </p:grpSpPr>
            <p:sp>
              <p:nvSpPr>
                <p:cNvPr id="9665" name="Google Shape;9665;p13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3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7" name="Google Shape;9667;p135"/>
              <p:cNvGrpSpPr/>
              <p:nvPr/>
            </p:nvGrpSpPr>
            <p:grpSpPr>
              <a:xfrm>
                <a:off x="4767067" y="3291088"/>
                <a:ext cx="37878" cy="32451"/>
                <a:chOff x="4767067" y="3291088"/>
                <a:chExt cx="37878" cy="32451"/>
              </a:xfrm>
            </p:grpSpPr>
            <p:sp>
              <p:nvSpPr>
                <p:cNvPr id="9668" name="Google Shape;9668;p13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3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0" name="Google Shape;9670;p135"/>
              <p:cNvGrpSpPr/>
              <p:nvPr/>
            </p:nvGrpSpPr>
            <p:grpSpPr>
              <a:xfrm>
                <a:off x="4687819" y="3405539"/>
                <a:ext cx="37776" cy="32451"/>
                <a:chOff x="4687819" y="3405539"/>
                <a:chExt cx="37776" cy="32451"/>
              </a:xfrm>
            </p:grpSpPr>
            <p:sp>
              <p:nvSpPr>
                <p:cNvPr id="9671" name="Google Shape;9671;p13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3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3" name="Google Shape;9673;p135"/>
              <p:cNvGrpSpPr/>
              <p:nvPr/>
            </p:nvGrpSpPr>
            <p:grpSpPr>
              <a:xfrm>
                <a:off x="4923101" y="3444809"/>
                <a:ext cx="52813" cy="45318"/>
                <a:chOff x="4923101" y="3444809"/>
                <a:chExt cx="52813" cy="45318"/>
              </a:xfrm>
            </p:grpSpPr>
            <p:sp>
              <p:nvSpPr>
                <p:cNvPr id="9674" name="Google Shape;9674;p13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3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6" name="Google Shape;9676;p135"/>
              <p:cNvGrpSpPr/>
              <p:nvPr/>
            </p:nvGrpSpPr>
            <p:grpSpPr>
              <a:xfrm>
                <a:off x="4846040" y="3654750"/>
                <a:ext cx="31405" cy="26993"/>
                <a:chOff x="4846040" y="3654750"/>
                <a:chExt cx="31405" cy="26993"/>
              </a:xfrm>
            </p:grpSpPr>
            <p:sp>
              <p:nvSpPr>
                <p:cNvPr id="9677" name="Google Shape;9677;p13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3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9" name="Google Shape;9679;p135"/>
              <p:cNvGrpSpPr/>
              <p:nvPr/>
            </p:nvGrpSpPr>
            <p:grpSpPr>
              <a:xfrm>
                <a:off x="4925673" y="3691700"/>
                <a:ext cx="40253" cy="34472"/>
                <a:chOff x="4925673" y="3691700"/>
                <a:chExt cx="40253" cy="34472"/>
              </a:xfrm>
            </p:grpSpPr>
            <p:sp>
              <p:nvSpPr>
                <p:cNvPr id="9680" name="Google Shape;9680;p13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3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2" name="Google Shape;9682;p135"/>
              <p:cNvGrpSpPr/>
              <p:nvPr/>
            </p:nvGrpSpPr>
            <p:grpSpPr>
              <a:xfrm>
                <a:off x="4894653" y="3740848"/>
                <a:ext cx="31405" cy="26906"/>
                <a:chOff x="4894653" y="3740848"/>
                <a:chExt cx="31405" cy="26906"/>
              </a:xfrm>
            </p:grpSpPr>
            <p:sp>
              <p:nvSpPr>
                <p:cNvPr id="9683" name="Google Shape;9683;p13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3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5" name="Google Shape;9685;p135"/>
              <p:cNvGrpSpPr/>
              <p:nvPr/>
            </p:nvGrpSpPr>
            <p:grpSpPr>
              <a:xfrm>
                <a:off x="4962300" y="3696348"/>
                <a:ext cx="38255" cy="32773"/>
                <a:chOff x="4962300" y="3696348"/>
                <a:chExt cx="38255" cy="32773"/>
              </a:xfrm>
            </p:grpSpPr>
            <p:sp>
              <p:nvSpPr>
                <p:cNvPr id="9686" name="Google Shape;9686;p13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3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8" name="Google Shape;9688;p135"/>
              <p:cNvGrpSpPr/>
              <p:nvPr/>
            </p:nvGrpSpPr>
            <p:grpSpPr>
              <a:xfrm>
                <a:off x="4980185" y="3743349"/>
                <a:ext cx="31499" cy="26969"/>
                <a:chOff x="4980185" y="3743349"/>
                <a:chExt cx="31499" cy="26969"/>
              </a:xfrm>
            </p:grpSpPr>
            <p:sp>
              <p:nvSpPr>
                <p:cNvPr id="9689" name="Google Shape;9689;p13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13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1" name="Google Shape;9691;p135"/>
              <p:cNvGrpSpPr/>
              <p:nvPr/>
            </p:nvGrpSpPr>
            <p:grpSpPr>
              <a:xfrm>
                <a:off x="5013768" y="3734312"/>
                <a:ext cx="31499" cy="26969"/>
                <a:chOff x="5013768" y="3734312"/>
                <a:chExt cx="31499" cy="26969"/>
              </a:xfrm>
            </p:grpSpPr>
            <p:sp>
              <p:nvSpPr>
                <p:cNvPr id="9692" name="Google Shape;9692;p13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3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4" name="Google Shape;9694;p135"/>
              <p:cNvGrpSpPr/>
              <p:nvPr/>
            </p:nvGrpSpPr>
            <p:grpSpPr>
              <a:xfrm>
                <a:off x="5036703" y="3764545"/>
                <a:ext cx="31499" cy="26898"/>
                <a:chOff x="5036703" y="3764545"/>
                <a:chExt cx="31499" cy="26898"/>
              </a:xfrm>
            </p:grpSpPr>
            <p:sp>
              <p:nvSpPr>
                <p:cNvPr id="9695" name="Google Shape;9695;p13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13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135"/>
              <p:cNvGrpSpPr/>
              <p:nvPr/>
            </p:nvGrpSpPr>
            <p:grpSpPr>
              <a:xfrm>
                <a:off x="4953546" y="3768352"/>
                <a:ext cx="31405" cy="26898"/>
                <a:chOff x="4953546" y="3768352"/>
                <a:chExt cx="31405" cy="26898"/>
              </a:xfrm>
            </p:grpSpPr>
            <p:sp>
              <p:nvSpPr>
                <p:cNvPr id="9698" name="Google Shape;9698;p13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13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0" name="Google Shape;9700;p135"/>
              <p:cNvGrpSpPr/>
              <p:nvPr/>
            </p:nvGrpSpPr>
            <p:grpSpPr>
              <a:xfrm>
                <a:off x="4964770" y="3814016"/>
                <a:ext cx="31499" cy="26993"/>
                <a:chOff x="4964770" y="3814016"/>
                <a:chExt cx="31499" cy="26993"/>
              </a:xfrm>
            </p:grpSpPr>
            <p:sp>
              <p:nvSpPr>
                <p:cNvPr id="9701" name="Google Shape;9701;p13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3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3" name="Google Shape;9703;p135"/>
              <p:cNvGrpSpPr/>
              <p:nvPr/>
            </p:nvGrpSpPr>
            <p:grpSpPr>
              <a:xfrm>
                <a:off x="4923290" y="3800504"/>
                <a:ext cx="31468" cy="26898"/>
                <a:chOff x="4923290" y="3800504"/>
                <a:chExt cx="31468" cy="26898"/>
              </a:xfrm>
            </p:grpSpPr>
            <p:sp>
              <p:nvSpPr>
                <p:cNvPr id="9704" name="Google Shape;9704;p13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3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6" name="Google Shape;9706;p135"/>
              <p:cNvGrpSpPr/>
              <p:nvPr/>
            </p:nvGrpSpPr>
            <p:grpSpPr>
              <a:xfrm>
                <a:off x="5108534" y="3650943"/>
                <a:ext cx="31405" cy="26993"/>
                <a:chOff x="5108534" y="3650943"/>
                <a:chExt cx="31405" cy="26993"/>
              </a:xfrm>
            </p:grpSpPr>
            <p:sp>
              <p:nvSpPr>
                <p:cNvPr id="9707" name="Google Shape;9707;p13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3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135"/>
              <p:cNvGrpSpPr/>
              <p:nvPr/>
            </p:nvGrpSpPr>
            <p:grpSpPr>
              <a:xfrm>
                <a:off x="5119380" y="3760739"/>
                <a:ext cx="31499" cy="26993"/>
                <a:chOff x="5119380" y="3760739"/>
                <a:chExt cx="31499" cy="26993"/>
              </a:xfrm>
            </p:grpSpPr>
            <p:sp>
              <p:nvSpPr>
                <p:cNvPr id="9710" name="Google Shape;9710;p13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3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135"/>
              <p:cNvGrpSpPr/>
              <p:nvPr/>
            </p:nvGrpSpPr>
            <p:grpSpPr>
              <a:xfrm>
                <a:off x="5119380" y="3788235"/>
                <a:ext cx="31499" cy="26993"/>
                <a:chOff x="5119380" y="3788235"/>
                <a:chExt cx="31499" cy="26993"/>
              </a:xfrm>
            </p:grpSpPr>
            <p:sp>
              <p:nvSpPr>
                <p:cNvPr id="9713" name="Google Shape;9713;p13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3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5" name="Google Shape;9715;p135"/>
              <p:cNvGrpSpPr/>
              <p:nvPr/>
            </p:nvGrpSpPr>
            <p:grpSpPr>
              <a:xfrm>
                <a:off x="5158005" y="3875284"/>
                <a:ext cx="31405" cy="27001"/>
                <a:chOff x="5158005" y="3875284"/>
                <a:chExt cx="31405" cy="27001"/>
              </a:xfrm>
            </p:grpSpPr>
            <p:sp>
              <p:nvSpPr>
                <p:cNvPr id="9716" name="Google Shape;9716;p13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3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8" name="Google Shape;9718;p135"/>
              <p:cNvGrpSpPr/>
              <p:nvPr/>
            </p:nvGrpSpPr>
            <p:grpSpPr>
              <a:xfrm>
                <a:off x="5233163" y="3764545"/>
                <a:ext cx="31499" cy="26898"/>
                <a:chOff x="5233163" y="3764545"/>
                <a:chExt cx="31499" cy="26898"/>
              </a:xfrm>
            </p:grpSpPr>
            <p:sp>
              <p:nvSpPr>
                <p:cNvPr id="9719" name="Google Shape;9719;p13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3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1" name="Google Shape;9721;p135"/>
              <p:cNvGrpSpPr/>
              <p:nvPr/>
            </p:nvGrpSpPr>
            <p:grpSpPr>
              <a:xfrm>
                <a:off x="5276168" y="3805545"/>
                <a:ext cx="31499" cy="26906"/>
                <a:chOff x="5276168" y="3805545"/>
                <a:chExt cx="31499" cy="26906"/>
              </a:xfrm>
            </p:grpSpPr>
            <p:sp>
              <p:nvSpPr>
                <p:cNvPr id="9722" name="Google Shape;9722;p13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3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4" name="Google Shape;9724;p135"/>
              <p:cNvGrpSpPr/>
              <p:nvPr/>
            </p:nvGrpSpPr>
            <p:grpSpPr>
              <a:xfrm>
                <a:off x="5294053" y="3851933"/>
                <a:ext cx="31405" cy="26945"/>
                <a:chOff x="5294053" y="3851933"/>
                <a:chExt cx="31405" cy="26945"/>
              </a:xfrm>
            </p:grpSpPr>
            <p:sp>
              <p:nvSpPr>
                <p:cNvPr id="9725" name="Google Shape;9725;p13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3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7" name="Google Shape;9727;p135"/>
              <p:cNvGrpSpPr/>
              <p:nvPr/>
            </p:nvGrpSpPr>
            <p:grpSpPr>
              <a:xfrm>
                <a:off x="5341723" y="3851902"/>
                <a:ext cx="31405" cy="26977"/>
                <a:chOff x="5341723" y="3851902"/>
                <a:chExt cx="31405" cy="26977"/>
              </a:xfrm>
            </p:grpSpPr>
            <p:sp>
              <p:nvSpPr>
                <p:cNvPr id="9728" name="Google Shape;9728;p13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3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0" name="Google Shape;9730;p135"/>
              <p:cNvGrpSpPr/>
              <p:nvPr/>
            </p:nvGrpSpPr>
            <p:grpSpPr>
              <a:xfrm>
                <a:off x="5054871" y="3507855"/>
                <a:ext cx="31405" cy="26993"/>
                <a:chOff x="5054871" y="3507855"/>
                <a:chExt cx="31405" cy="26993"/>
              </a:xfrm>
            </p:grpSpPr>
            <p:sp>
              <p:nvSpPr>
                <p:cNvPr id="9731" name="Google Shape;9731;p13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3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135"/>
              <p:cNvGrpSpPr/>
              <p:nvPr/>
            </p:nvGrpSpPr>
            <p:grpSpPr>
              <a:xfrm>
                <a:off x="4876579" y="3675325"/>
                <a:ext cx="31405" cy="26969"/>
                <a:chOff x="4876579" y="3675325"/>
                <a:chExt cx="31405" cy="26969"/>
              </a:xfrm>
            </p:grpSpPr>
            <p:sp>
              <p:nvSpPr>
                <p:cNvPr id="9734" name="Google Shape;9734;p13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3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6" name="Google Shape;9736;p135"/>
              <p:cNvGrpSpPr/>
              <p:nvPr/>
            </p:nvGrpSpPr>
            <p:grpSpPr>
              <a:xfrm>
                <a:off x="4842233" y="3688333"/>
                <a:ext cx="31405" cy="26993"/>
                <a:chOff x="4842233" y="3688333"/>
                <a:chExt cx="31405" cy="26993"/>
              </a:xfrm>
            </p:grpSpPr>
            <p:sp>
              <p:nvSpPr>
                <p:cNvPr id="9737" name="Google Shape;9737;p13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3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9" name="Google Shape;9739;p135"/>
              <p:cNvGrpSpPr/>
              <p:nvPr/>
            </p:nvGrpSpPr>
            <p:grpSpPr>
              <a:xfrm>
                <a:off x="5187876" y="3608032"/>
                <a:ext cx="31405" cy="27001"/>
                <a:chOff x="5187876" y="3608032"/>
                <a:chExt cx="31405" cy="27001"/>
              </a:xfrm>
            </p:grpSpPr>
            <p:sp>
              <p:nvSpPr>
                <p:cNvPr id="9740" name="Google Shape;9740;p13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3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2" name="Google Shape;9742;p13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3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4" name="Google Shape;9744;p135"/>
              <p:cNvGrpSpPr/>
              <p:nvPr/>
            </p:nvGrpSpPr>
            <p:grpSpPr>
              <a:xfrm>
                <a:off x="5269224" y="3304167"/>
                <a:ext cx="40253" cy="34402"/>
                <a:chOff x="5269224" y="3304167"/>
                <a:chExt cx="40253" cy="34402"/>
              </a:xfrm>
            </p:grpSpPr>
            <p:sp>
              <p:nvSpPr>
                <p:cNvPr id="9745" name="Google Shape;9745;p13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3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135"/>
              <p:cNvGrpSpPr/>
              <p:nvPr/>
            </p:nvGrpSpPr>
            <p:grpSpPr>
              <a:xfrm>
                <a:off x="5327354" y="3476615"/>
                <a:ext cx="49864" cy="42723"/>
                <a:chOff x="5327354" y="3476615"/>
                <a:chExt cx="49864" cy="42723"/>
              </a:xfrm>
            </p:grpSpPr>
            <p:sp>
              <p:nvSpPr>
                <p:cNvPr id="9748" name="Google Shape;9748;p13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3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0" name="Google Shape;9750;p13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3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2" name="Google Shape;9752;p135"/>
              <p:cNvGrpSpPr/>
              <p:nvPr/>
            </p:nvGrpSpPr>
            <p:grpSpPr>
              <a:xfrm>
                <a:off x="5341723" y="3775957"/>
                <a:ext cx="31405" cy="26898"/>
                <a:chOff x="5341723" y="3775957"/>
                <a:chExt cx="31405" cy="26898"/>
              </a:xfrm>
            </p:grpSpPr>
            <p:sp>
              <p:nvSpPr>
                <p:cNvPr id="9753" name="Google Shape;9753;p13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3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5" name="Google Shape;9755;p135"/>
              <p:cNvGrpSpPr/>
              <p:nvPr/>
            </p:nvGrpSpPr>
            <p:grpSpPr>
              <a:xfrm>
                <a:off x="5439053" y="3699274"/>
                <a:ext cx="31405" cy="26898"/>
                <a:chOff x="5439053" y="3699274"/>
                <a:chExt cx="31405" cy="26898"/>
              </a:xfrm>
            </p:grpSpPr>
            <p:sp>
              <p:nvSpPr>
                <p:cNvPr id="9756" name="Google Shape;9756;p13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3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135"/>
              <p:cNvGrpSpPr/>
              <p:nvPr/>
            </p:nvGrpSpPr>
            <p:grpSpPr>
              <a:xfrm>
                <a:off x="5412414" y="3622307"/>
                <a:ext cx="31499" cy="26993"/>
                <a:chOff x="5412414" y="3622307"/>
                <a:chExt cx="31499" cy="26993"/>
              </a:xfrm>
            </p:grpSpPr>
            <p:sp>
              <p:nvSpPr>
                <p:cNvPr id="9759" name="Google Shape;9759;p13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3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135"/>
              <p:cNvGrpSpPr/>
              <p:nvPr/>
            </p:nvGrpSpPr>
            <p:grpSpPr>
              <a:xfrm>
                <a:off x="5476254" y="3473949"/>
                <a:ext cx="26835" cy="26930"/>
                <a:chOff x="5476254" y="3473949"/>
                <a:chExt cx="26835" cy="26930"/>
              </a:xfrm>
            </p:grpSpPr>
            <p:sp>
              <p:nvSpPr>
                <p:cNvPr id="9762" name="Google Shape;9762;p13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3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135"/>
              <p:cNvGrpSpPr/>
              <p:nvPr/>
            </p:nvGrpSpPr>
            <p:grpSpPr>
              <a:xfrm>
                <a:off x="5564547" y="3481594"/>
                <a:ext cx="31397" cy="26898"/>
                <a:chOff x="5564547" y="3481594"/>
                <a:chExt cx="31397" cy="26898"/>
              </a:xfrm>
            </p:grpSpPr>
            <p:sp>
              <p:nvSpPr>
                <p:cNvPr id="9765" name="Google Shape;9765;p13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3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135"/>
              <p:cNvGrpSpPr/>
              <p:nvPr/>
            </p:nvGrpSpPr>
            <p:grpSpPr>
              <a:xfrm>
                <a:off x="5534101" y="3470174"/>
                <a:ext cx="31397" cy="26906"/>
                <a:chOff x="5534101" y="3470174"/>
                <a:chExt cx="31397" cy="26906"/>
              </a:xfrm>
            </p:grpSpPr>
            <p:sp>
              <p:nvSpPr>
                <p:cNvPr id="9768" name="Google Shape;9768;p13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3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135"/>
              <p:cNvGrpSpPr/>
              <p:nvPr/>
            </p:nvGrpSpPr>
            <p:grpSpPr>
              <a:xfrm>
                <a:off x="5610879" y="3314486"/>
                <a:ext cx="31499" cy="26938"/>
                <a:chOff x="5610879" y="3314486"/>
                <a:chExt cx="31499" cy="26938"/>
              </a:xfrm>
            </p:grpSpPr>
            <p:sp>
              <p:nvSpPr>
                <p:cNvPr id="9771" name="Google Shape;9771;p13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3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3" name="Google Shape;9773;p135"/>
              <p:cNvGrpSpPr/>
              <p:nvPr/>
            </p:nvGrpSpPr>
            <p:grpSpPr>
              <a:xfrm>
                <a:off x="4834525" y="3501382"/>
                <a:ext cx="31499" cy="26898"/>
                <a:chOff x="4834525" y="3501382"/>
                <a:chExt cx="31499" cy="26898"/>
              </a:xfrm>
            </p:grpSpPr>
            <p:sp>
              <p:nvSpPr>
                <p:cNvPr id="9774" name="Google Shape;9774;p13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3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135"/>
              <p:cNvGrpSpPr/>
              <p:nvPr/>
            </p:nvGrpSpPr>
            <p:grpSpPr>
              <a:xfrm>
                <a:off x="4898460" y="3580158"/>
                <a:ext cx="31405" cy="26898"/>
                <a:chOff x="4898460" y="3580158"/>
                <a:chExt cx="31405" cy="26898"/>
              </a:xfrm>
            </p:grpSpPr>
            <p:sp>
              <p:nvSpPr>
                <p:cNvPr id="9777" name="Google Shape;9777;p13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3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135"/>
              <p:cNvGrpSpPr/>
              <p:nvPr/>
            </p:nvGrpSpPr>
            <p:grpSpPr>
              <a:xfrm>
                <a:off x="4882667" y="3608032"/>
                <a:ext cx="31499" cy="27001"/>
                <a:chOff x="4882667" y="3608032"/>
                <a:chExt cx="31499" cy="27001"/>
              </a:xfrm>
            </p:grpSpPr>
            <p:sp>
              <p:nvSpPr>
                <p:cNvPr id="9780" name="Google Shape;9780;p13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3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135"/>
              <p:cNvGrpSpPr/>
              <p:nvPr/>
            </p:nvGrpSpPr>
            <p:grpSpPr>
              <a:xfrm>
                <a:off x="4843373" y="3631407"/>
                <a:ext cx="16273" cy="16186"/>
                <a:chOff x="4843373" y="3631407"/>
                <a:chExt cx="16273" cy="16186"/>
              </a:xfrm>
            </p:grpSpPr>
            <p:sp>
              <p:nvSpPr>
                <p:cNvPr id="9783" name="Google Shape;9783;p13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3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135"/>
              <p:cNvGrpSpPr/>
              <p:nvPr/>
            </p:nvGrpSpPr>
            <p:grpSpPr>
              <a:xfrm>
                <a:off x="4727773" y="3591578"/>
                <a:ext cx="31499" cy="26898"/>
                <a:chOff x="4727773" y="3591578"/>
                <a:chExt cx="31499" cy="26898"/>
              </a:xfrm>
            </p:grpSpPr>
            <p:sp>
              <p:nvSpPr>
                <p:cNvPr id="9786" name="Google Shape;9786;p13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3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8" name="Google Shape;9788;p13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3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0" name="Google Shape;9790;p135"/>
              <p:cNvGrpSpPr/>
              <p:nvPr/>
            </p:nvGrpSpPr>
            <p:grpSpPr>
              <a:xfrm>
                <a:off x="4609421" y="3577398"/>
                <a:ext cx="31499" cy="27001"/>
                <a:chOff x="4609421" y="3577398"/>
                <a:chExt cx="31499" cy="27001"/>
              </a:xfrm>
            </p:grpSpPr>
            <p:sp>
              <p:nvSpPr>
                <p:cNvPr id="9791" name="Google Shape;9791;p13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3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3" name="Google Shape;9793;p135"/>
              <p:cNvGrpSpPr/>
              <p:nvPr/>
            </p:nvGrpSpPr>
            <p:grpSpPr>
              <a:xfrm>
                <a:off x="4649289" y="3577398"/>
                <a:ext cx="31499" cy="27001"/>
                <a:chOff x="4649289" y="3577398"/>
                <a:chExt cx="31499" cy="27001"/>
              </a:xfrm>
            </p:grpSpPr>
            <p:sp>
              <p:nvSpPr>
                <p:cNvPr id="9794" name="Google Shape;9794;p13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3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135"/>
              <p:cNvGrpSpPr/>
              <p:nvPr/>
            </p:nvGrpSpPr>
            <p:grpSpPr>
              <a:xfrm>
                <a:off x="4605614" y="3639523"/>
                <a:ext cx="31499" cy="26906"/>
                <a:chOff x="4605614" y="3639523"/>
                <a:chExt cx="31499" cy="26906"/>
              </a:xfrm>
            </p:grpSpPr>
            <p:sp>
              <p:nvSpPr>
                <p:cNvPr id="9797" name="Google Shape;9797;p13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3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9" name="Google Shape;9799;p135"/>
              <p:cNvGrpSpPr/>
              <p:nvPr/>
            </p:nvGrpSpPr>
            <p:grpSpPr>
              <a:xfrm>
                <a:off x="4785149" y="3618846"/>
                <a:ext cx="26930" cy="26843"/>
                <a:chOff x="4785149" y="3618846"/>
                <a:chExt cx="26930" cy="26843"/>
              </a:xfrm>
            </p:grpSpPr>
            <p:sp>
              <p:nvSpPr>
                <p:cNvPr id="9800" name="Google Shape;9800;p13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3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2" name="Google Shape;9802;p135"/>
              <p:cNvGrpSpPr/>
              <p:nvPr/>
            </p:nvGrpSpPr>
            <p:grpSpPr>
              <a:xfrm>
                <a:off x="4810167" y="3601567"/>
                <a:ext cx="31405" cy="26898"/>
                <a:chOff x="4810167" y="3601567"/>
                <a:chExt cx="31405" cy="26898"/>
              </a:xfrm>
            </p:grpSpPr>
            <p:sp>
              <p:nvSpPr>
                <p:cNvPr id="9803" name="Google Shape;9803;p13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3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135"/>
              <p:cNvGrpSpPr/>
              <p:nvPr/>
            </p:nvGrpSpPr>
            <p:grpSpPr>
              <a:xfrm>
                <a:off x="4831002" y="3373230"/>
                <a:ext cx="31405" cy="26898"/>
                <a:chOff x="4831002" y="3373230"/>
                <a:chExt cx="31405" cy="26898"/>
              </a:xfrm>
            </p:grpSpPr>
            <p:sp>
              <p:nvSpPr>
                <p:cNvPr id="9806" name="Google Shape;9806;p13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3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135"/>
              <p:cNvGrpSpPr/>
              <p:nvPr/>
            </p:nvGrpSpPr>
            <p:grpSpPr>
              <a:xfrm>
                <a:off x="4719311" y="3355054"/>
                <a:ext cx="31499" cy="27001"/>
                <a:chOff x="4719311" y="3355054"/>
                <a:chExt cx="31499" cy="27001"/>
              </a:xfrm>
            </p:grpSpPr>
            <p:sp>
              <p:nvSpPr>
                <p:cNvPr id="9809" name="Google Shape;9809;p13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3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135"/>
              <p:cNvGrpSpPr/>
              <p:nvPr/>
            </p:nvGrpSpPr>
            <p:grpSpPr>
              <a:xfrm>
                <a:off x="4798755" y="3450260"/>
                <a:ext cx="26930" cy="26930"/>
                <a:chOff x="4798755" y="3450260"/>
                <a:chExt cx="26930" cy="26930"/>
              </a:xfrm>
            </p:grpSpPr>
            <p:sp>
              <p:nvSpPr>
                <p:cNvPr id="9812" name="Google Shape;9812;p13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3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135"/>
              <p:cNvGrpSpPr/>
              <p:nvPr/>
            </p:nvGrpSpPr>
            <p:grpSpPr>
              <a:xfrm>
                <a:off x="4645576" y="3467555"/>
                <a:ext cx="31405" cy="26953"/>
                <a:chOff x="4645576" y="3467555"/>
                <a:chExt cx="31405" cy="26953"/>
              </a:xfrm>
            </p:grpSpPr>
            <p:sp>
              <p:nvSpPr>
                <p:cNvPr id="9815" name="Google Shape;9815;p13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3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135"/>
              <p:cNvGrpSpPr/>
              <p:nvPr/>
            </p:nvGrpSpPr>
            <p:grpSpPr>
              <a:xfrm>
                <a:off x="4687631" y="3583965"/>
                <a:ext cx="31499" cy="26898"/>
                <a:chOff x="4687631" y="3583965"/>
                <a:chExt cx="31499" cy="26898"/>
              </a:xfrm>
            </p:grpSpPr>
            <p:sp>
              <p:nvSpPr>
                <p:cNvPr id="9818" name="Google Shape;9818;p13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3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0" name="Google Shape;9820;p135"/>
              <p:cNvGrpSpPr/>
              <p:nvPr/>
            </p:nvGrpSpPr>
            <p:grpSpPr>
              <a:xfrm>
                <a:off x="4719311" y="3471314"/>
                <a:ext cx="31499" cy="27001"/>
                <a:chOff x="4719311" y="3471314"/>
                <a:chExt cx="31499" cy="27001"/>
              </a:xfrm>
            </p:grpSpPr>
            <p:sp>
              <p:nvSpPr>
                <p:cNvPr id="9821" name="Google Shape;9821;p13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3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135"/>
              <p:cNvGrpSpPr/>
              <p:nvPr/>
            </p:nvGrpSpPr>
            <p:grpSpPr>
              <a:xfrm>
                <a:off x="4719311" y="3434404"/>
                <a:ext cx="31499" cy="26898"/>
                <a:chOff x="4719311" y="3434404"/>
                <a:chExt cx="31499" cy="26898"/>
              </a:xfrm>
            </p:grpSpPr>
            <p:sp>
              <p:nvSpPr>
                <p:cNvPr id="9824" name="Google Shape;9824;p13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3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135"/>
              <p:cNvGrpSpPr/>
              <p:nvPr/>
            </p:nvGrpSpPr>
            <p:grpSpPr>
              <a:xfrm>
                <a:off x="4768876" y="3401772"/>
                <a:ext cx="31499" cy="26898"/>
                <a:chOff x="4768876" y="3401772"/>
                <a:chExt cx="31499" cy="26898"/>
              </a:xfrm>
            </p:grpSpPr>
            <p:sp>
              <p:nvSpPr>
                <p:cNvPr id="9827" name="Google Shape;9827;p13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3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135"/>
              <p:cNvGrpSpPr/>
              <p:nvPr/>
            </p:nvGrpSpPr>
            <p:grpSpPr>
              <a:xfrm>
                <a:off x="4762214" y="3471377"/>
                <a:ext cx="26938" cy="26938"/>
                <a:chOff x="4762214" y="3471377"/>
                <a:chExt cx="26938" cy="26938"/>
              </a:xfrm>
            </p:grpSpPr>
            <p:sp>
              <p:nvSpPr>
                <p:cNvPr id="9830" name="Google Shape;9830;p13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3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2" name="Google Shape;9832;p135"/>
              <p:cNvGrpSpPr/>
              <p:nvPr/>
            </p:nvGrpSpPr>
            <p:grpSpPr>
              <a:xfrm>
                <a:off x="4790473" y="3344782"/>
                <a:ext cx="31405" cy="26898"/>
                <a:chOff x="4790473" y="3344782"/>
                <a:chExt cx="31405" cy="26898"/>
              </a:xfrm>
            </p:grpSpPr>
            <p:sp>
              <p:nvSpPr>
                <p:cNvPr id="9833" name="Google Shape;9833;p13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3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5" name="Google Shape;9835;p135"/>
              <p:cNvGrpSpPr/>
              <p:nvPr/>
            </p:nvGrpSpPr>
            <p:grpSpPr>
              <a:xfrm>
                <a:off x="4823774" y="3950733"/>
                <a:ext cx="37398" cy="32034"/>
                <a:chOff x="4823774" y="3950733"/>
                <a:chExt cx="37398" cy="32034"/>
              </a:xfrm>
            </p:grpSpPr>
            <p:sp>
              <p:nvSpPr>
                <p:cNvPr id="9836" name="Google Shape;9836;p13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3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135"/>
              <p:cNvGrpSpPr/>
              <p:nvPr/>
            </p:nvGrpSpPr>
            <p:grpSpPr>
              <a:xfrm>
                <a:off x="4823396" y="4110566"/>
                <a:ext cx="31405" cy="26906"/>
                <a:chOff x="4823396" y="4110566"/>
                <a:chExt cx="31405" cy="26906"/>
              </a:xfrm>
            </p:grpSpPr>
            <p:sp>
              <p:nvSpPr>
                <p:cNvPr id="9839" name="Google Shape;9839;p13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3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135"/>
              <p:cNvGrpSpPr/>
              <p:nvPr/>
            </p:nvGrpSpPr>
            <p:grpSpPr>
              <a:xfrm>
                <a:off x="4838332" y="3821150"/>
                <a:ext cx="31499" cy="26898"/>
                <a:chOff x="4838332" y="3821150"/>
                <a:chExt cx="31499" cy="26898"/>
              </a:xfrm>
            </p:grpSpPr>
            <p:sp>
              <p:nvSpPr>
                <p:cNvPr id="9842" name="Google Shape;9842;p13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3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135"/>
              <p:cNvGrpSpPr/>
              <p:nvPr/>
            </p:nvGrpSpPr>
            <p:grpSpPr>
              <a:xfrm>
                <a:off x="4661275" y="3815007"/>
                <a:ext cx="36824" cy="31523"/>
                <a:chOff x="4661275" y="3815007"/>
                <a:chExt cx="36824" cy="31523"/>
              </a:xfrm>
            </p:grpSpPr>
            <p:sp>
              <p:nvSpPr>
                <p:cNvPr id="9845" name="Google Shape;9845;p13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3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135"/>
              <p:cNvGrpSpPr/>
              <p:nvPr/>
            </p:nvGrpSpPr>
            <p:grpSpPr>
              <a:xfrm>
                <a:off x="4558998" y="3851037"/>
                <a:ext cx="33591" cy="28699"/>
                <a:chOff x="4558998" y="3851037"/>
                <a:chExt cx="33591" cy="28699"/>
              </a:xfrm>
            </p:grpSpPr>
            <p:sp>
              <p:nvSpPr>
                <p:cNvPr id="9848" name="Google Shape;9848;p13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3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135"/>
              <p:cNvGrpSpPr/>
              <p:nvPr/>
            </p:nvGrpSpPr>
            <p:grpSpPr>
              <a:xfrm>
                <a:off x="4696762" y="3638587"/>
                <a:ext cx="33591" cy="28794"/>
                <a:chOff x="4696762" y="3638587"/>
                <a:chExt cx="33591" cy="28794"/>
              </a:xfrm>
            </p:grpSpPr>
            <p:sp>
              <p:nvSpPr>
                <p:cNvPr id="9851" name="Google Shape;9851;p13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3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3" name="Google Shape;9853;p135"/>
              <p:cNvGrpSpPr/>
              <p:nvPr/>
            </p:nvGrpSpPr>
            <p:grpSpPr>
              <a:xfrm>
                <a:off x="4929479" y="3939140"/>
                <a:ext cx="33497" cy="28692"/>
                <a:chOff x="4929479" y="3939140"/>
                <a:chExt cx="33497" cy="28692"/>
              </a:xfrm>
            </p:grpSpPr>
            <p:sp>
              <p:nvSpPr>
                <p:cNvPr id="9854" name="Google Shape;9854;p13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3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6" name="Google Shape;9856;p135"/>
              <p:cNvGrpSpPr/>
              <p:nvPr/>
            </p:nvGrpSpPr>
            <p:grpSpPr>
              <a:xfrm>
                <a:off x="4907119" y="3986039"/>
                <a:ext cx="33497" cy="28699"/>
                <a:chOff x="4907119" y="3986039"/>
                <a:chExt cx="33497" cy="28699"/>
              </a:xfrm>
            </p:grpSpPr>
            <p:sp>
              <p:nvSpPr>
                <p:cNvPr id="9857" name="Google Shape;9857;p13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3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135"/>
              <p:cNvGrpSpPr/>
              <p:nvPr/>
            </p:nvGrpSpPr>
            <p:grpSpPr>
              <a:xfrm>
                <a:off x="4911783" y="4048102"/>
                <a:ext cx="33591" cy="28762"/>
                <a:chOff x="4911783" y="4048102"/>
                <a:chExt cx="33591" cy="28762"/>
              </a:xfrm>
            </p:grpSpPr>
            <p:sp>
              <p:nvSpPr>
                <p:cNvPr id="9860" name="Google Shape;9860;p13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3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2" name="Google Shape;9862;p13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13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4" name="Google Shape;9864;p135"/>
              <p:cNvGrpSpPr/>
              <p:nvPr/>
            </p:nvGrpSpPr>
            <p:grpSpPr>
              <a:xfrm>
                <a:off x="4762623" y="3837847"/>
                <a:ext cx="42416" cy="36273"/>
                <a:chOff x="4762623" y="3837847"/>
                <a:chExt cx="42416" cy="36273"/>
              </a:xfrm>
            </p:grpSpPr>
            <p:sp>
              <p:nvSpPr>
                <p:cNvPr id="9865" name="Google Shape;9865;p13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13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7" name="Google Shape;9867;p135"/>
              <p:cNvGrpSpPr/>
              <p:nvPr/>
            </p:nvGrpSpPr>
            <p:grpSpPr>
              <a:xfrm>
                <a:off x="4746044" y="4104966"/>
                <a:ext cx="33497" cy="28699"/>
                <a:chOff x="4746044" y="4104966"/>
                <a:chExt cx="33497" cy="28699"/>
              </a:xfrm>
            </p:grpSpPr>
            <p:sp>
              <p:nvSpPr>
                <p:cNvPr id="9868" name="Google Shape;9868;p13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3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0" name="Google Shape;9870;p135"/>
              <p:cNvGrpSpPr/>
              <p:nvPr/>
            </p:nvGrpSpPr>
            <p:grpSpPr>
              <a:xfrm>
                <a:off x="4859646" y="4162554"/>
                <a:ext cx="33591" cy="28762"/>
                <a:chOff x="4859646" y="4162554"/>
                <a:chExt cx="33591" cy="28762"/>
              </a:xfrm>
            </p:grpSpPr>
            <p:sp>
              <p:nvSpPr>
                <p:cNvPr id="9871" name="Google Shape;9871;p13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3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73" name="Google Shape;9873;p135"/>
            <p:cNvGrpSpPr/>
            <p:nvPr/>
          </p:nvGrpSpPr>
          <p:grpSpPr>
            <a:xfrm>
              <a:off x="3597785" y="3274438"/>
              <a:ext cx="855610" cy="1122100"/>
              <a:chOff x="3597785" y="3274438"/>
              <a:chExt cx="855610" cy="1122100"/>
            </a:xfrm>
          </p:grpSpPr>
          <p:grpSp>
            <p:nvGrpSpPr>
              <p:cNvPr id="9874" name="Google Shape;9874;p135"/>
              <p:cNvGrpSpPr/>
              <p:nvPr/>
            </p:nvGrpSpPr>
            <p:grpSpPr>
              <a:xfrm>
                <a:off x="3617857" y="3284717"/>
                <a:ext cx="826785" cy="1099165"/>
                <a:chOff x="3617857" y="3284717"/>
                <a:chExt cx="826785" cy="1099165"/>
              </a:xfrm>
            </p:grpSpPr>
            <p:sp>
              <p:nvSpPr>
                <p:cNvPr id="9875" name="Google Shape;9875;p13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3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3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3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3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3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3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3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3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3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3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3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3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3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13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13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3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3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3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3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3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3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3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3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3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3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3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3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3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3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3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3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3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3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3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3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3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3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3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3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3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3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3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3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3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3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3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3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3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3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3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3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3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3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3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3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135"/>
              <p:cNvGrpSpPr/>
              <p:nvPr/>
            </p:nvGrpSpPr>
            <p:grpSpPr>
              <a:xfrm>
                <a:off x="4180904" y="4251758"/>
                <a:ext cx="37783" cy="32420"/>
                <a:chOff x="4180904" y="4251758"/>
                <a:chExt cx="37783" cy="32420"/>
              </a:xfrm>
            </p:grpSpPr>
            <p:sp>
              <p:nvSpPr>
                <p:cNvPr id="9932" name="Google Shape;9932;p13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3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4" name="Google Shape;9934;p135"/>
              <p:cNvGrpSpPr/>
              <p:nvPr/>
            </p:nvGrpSpPr>
            <p:grpSpPr>
              <a:xfrm>
                <a:off x="4201644" y="4081324"/>
                <a:ext cx="37783" cy="32364"/>
                <a:chOff x="4201644" y="4081324"/>
                <a:chExt cx="37783" cy="32364"/>
              </a:xfrm>
            </p:grpSpPr>
            <p:sp>
              <p:nvSpPr>
                <p:cNvPr id="9935" name="Google Shape;9935;p13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3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7" name="Google Shape;9937;p135"/>
              <p:cNvGrpSpPr/>
              <p:nvPr/>
            </p:nvGrpSpPr>
            <p:grpSpPr>
              <a:xfrm>
                <a:off x="4284416" y="3887428"/>
                <a:ext cx="37783" cy="32451"/>
                <a:chOff x="4284416" y="3887428"/>
                <a:chExt cx="37783" cy="32451"/>
              </a:xfrm>
            </p:grpSpPr>
            <p:sp>
              <p:nvSpPr>
                <p:cNvPr id="9938" name="Google Shape;9938;p13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3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0" name="Google Shape;9940;p135"/>
              <p:cNvGrpSpPr/>
              <p:nvPr/>
            </p:nvGrpSpPr>
            <p:grpSpPr>
              <a:xfrm>
                <a:off x="4223721" y="3860404"/>
                <a:ext cx="37870" cy="32364"/>
                <a:chOff x="4223721" y="3860404"/>
                <a:chExt cx="37870" cy="32364"/>
              </a:xfrm>
            </p:grpSpPr>
            <p:sp>
              <p:nvSpPr>
                <p:cNvPr id="9941" name="Google Shape;9941;p13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3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135"/>
              <p:cNvGrpSpPr/>
              <p:nvPr/>
            </p:nvGrpSpPr>
            <p:grpSpPr>
              <a:xfrm>
                <a:off x="4104889" y="3699242"/>
                <a:ext cx="37776" cy="32357"/>
                <a:chOff x="4104889" y="3699242"/>
                <a:chExt cx="37776" cy="32357"/>
              </a:xfrm>
            </p:grpSpPr>
            <p:sp>
              <p:nvSpPr>
                <p:cNvPr id="9944" name="Google Shape;9944;p13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3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135"/>
              <p:cNvGrpSpPr/>
              <p:nvPr/>
            </p:nvGrpSpPr>
            <p:grpSpPr>
              <a:xfrm>
                <a:off x="4143608" y="3475121"/>
                <a:ext cx="37878" cy="32420"/>
                <a:chOff x="4143608" y="3475121"/>
                <a:chExt cx="37878" cy="32420"/>
              </a:xfrm>
            </p:grpSpPr>
            <p:sp>
              <p:nvSpPr>
                <p:cNvPr id="9947" name="Google Shape;9947;p13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3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135"/>
              <p:cNvGrpSpPr/>
              <p:nvPr/>
            </p:nvGrpSpPr>
            <p:grpSpPr>
              <a:xfrm>
                <a:off x="4217248" y="3570893"/>
                <a:ext cx="37776" cy="32364"/>
                <a:chOff x="4217248" y="3570893"/>
                <a:chExt cx="37776" cy="32364"/>
              </a:xfrm>
            </p:grpSpPr>
            <p:sp>
              <p:nvSpPr>
                <p:cNvPr id="9950" name="Google Shape;9950;p13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3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135"/>
              <p:cNvGrpSpPr/>
              <p:nvPr/>
            </p:nvGrpSpPr>
            <p:grpSpPr>
              <a:xfrm>
                <a:off x="4255307" y="3431612"/>
                <a:ext cx="37776" cy="32451"/>
                <a:chOff x="4255307" y="3431612"/>
                <a:chExt cx="37776" cy="32451"/>
              </a:xfrm>
            </p:grpSpPr>
            <p:sp>
              <p:nvSpPr>
                <p:cNvPr id="9953" name="Google Shape;9953;p13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3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135"/>
              <p:cNvGrpSpPr/>
              <p:nvPr/>
            </p:nvGrpSpPr>
            <p:grpSpPr>
              <a:xfrm>
                <a:off x="3853052" y="3577398"/>
                <a:ext cx="37776" cy="32420"/>
                <a:chOff x="3853052" y="3577398"/>
                <a:chExt cx="37776" cy="32420"/>
              </a:xfrm>
            </p:grpSpPr>
            <p:sp>
              <p:nvSpPr>
                <p:cNvPr id="9956" name="Google Shape;9956;p13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3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135"/>
              <p:cNvGrpSpPr/>
              <p:nvPr/>
            </p:nvGrpSpPr>
            <p:grpSpPr>
              <a:xfrm>
                <a:off x="4039908" y="3412107"/>
                <a:ext cx="37776" cy="32357"/>
                <a:chOff x="4039908" y="3412107"/>
                <a:chExt cx="37776" cy="32357"/>
              </a:xfrm>
            </p:grpSpPr>
            <p:sp>
              <p:nvSpPr>
                <p:cNvPr id="9959" name="Google Shape;9959;p13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3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1" name="Google Shape;9961;p135"/>
              <p:cNvGrpSpPr/>
              <p:nvPr/>
            </p:nvGrpSpPr>
            <p:grpSpPr>
              <a:xfrm>
                <a:off x="4017360" y="3342061"/>
                <a:ext cx="37870" cy="32380"/>
                <a:chOff x="4017360" y="3342061"/>
                <a:chExt cx="37870" cy="32380"/>
              </a:xfrm>
            </p:grpSpPr>
            <p:sp>
              <p:nvSpPr>
                <p:cNvPr id="9962" name="Google Shape;9962;p13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3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4" name="Google Shape;9964;p13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3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6" name="Google Shape;9966;p135"/>
              <p:cNvGrpSpPr/>
              <p:nvPr/>
            </p:nvGrpSpPr>
            <p:grpSpPr>
              <a:xfrm>
                <a:off x="3750870" y="3418650"/>
                <a:ext cx="37776" cy="32380"/>
                <a:chOff x="3750870" y="3418650"/>
                <a:chExt cx="37776" cy="32380"/>
              </a:xfrm>
            </p:grpSpPr>
            <p:sp>
              <p:nvSpPr>
                <p:cNvPr id="9967" name="Google Shape;9967;p13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3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9" name="Google Shape;9969;p135"/>
              <p:cNvGrpSpPr/>
              <p:nvPr/>
            </p:nvGrpSpPr>
            <p:grpSpPr>
              <a:xfrm>
                <a:off x="3632509" y="3274438"/>
                <a:ext cx="37783" cy="32357"/>
                <a:chOff x="3632509" y="3274438"/>
                <a:chExt cx="37783" cy="32357"/>
              </a:xfrm>
            </p:grpSpPr>
            <p:sp>
              <p:nvSpPr>
                <p:cNvPr id="9970" name="Google Shape;9970;p13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3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2" name="Google Shape;9972;p135"/>
              <p:cNvGrpSpPr/>
              <p:nvPr/>
            </p:nvGrpSpPr>
            <p:grpSpPr>
              <a:xfrm>
                <a:off x="3906424" y="3297561"/>
                <a:ext cx="37776" cy="32451"/>
                <a:chOff x="3906424" y="3297561"/>
                <a:chExt cx="37776" cy="32451"/>
              </a:xfrm>
            </p:grpSpPr>
            <p:sp>
              <p:nvSpPr>
                <p:cNvPr id="9973" name="Google Shape;9973;p13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13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5" name="Google Shape;9975;p135"/>
              <p:cNvGrpSpPr/>
              <p:nvPr/>
            </p:nvGrpSpPr>
            <p:grpSpPr>
              <a:xfrm>
                <a:off x="3866084" y="3412107"/>
                <a:ext cx="37776" cy="32357"/>
                <a:chOff x="3866084" y="3412107"/>
                <a:chExt cx="37776" cy="32357"/>
              </a:xfrm>
            </p:grpSpPr>
            <p:sp>
              <p:nvSpPr>
                <p:cNvPr id="9976" name="Google Shape;9976;p13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13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8" name="Google Shape;9978;p135"/>
              <p:cNvGrpSpPr/>
              <p:nvPr/>
            </p:nvGrpSpPr>
            <p:grpSpPr>
              <a:xfrm>
                <a:off x="4023919" y="3766409"/>
                <a:ext cx="37783" cy="32357"/>
                <a:chOff x="4023919" y="3766409"/>
                <a:chExt cx="37783" cy="32357"/>
              </a:xfrm>
            </p:grpSpPr>
            <p:sp>
              <p:nvSpPr>
                <p:cNvPr id="9979" name="Google Shape;9979;p13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3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135"/>
              <p:cNvGrpSpPr/>
              <p:nvPr/>
            </p:nvGrpSpPr>
            <p:grpSpPr>
              <a:xfrm>
                <a:off x="3973882" y="3779449"/>
                <a:ext cx="37776" cy="32357"/>
                <a:chOff x="3973882" y="3779449"/>
                <a:chExt cx="37776" cy="32357"/>
              </a:xfrm>
            </p:grpSpPr>
            <p:sp>
              <p:nvSpPr>
                <p:cNvPr id="9982" name="Google Shape;9982;p13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3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135"/>
              <p:cNvGrpSpPr/>
              <p:nvPr/>
            </p:nvGrpSpPr>
            <p:grpSpPr>
              <a:xfrm>
                <a:off x="4073398" y="3838028"/>
                <a:ext cx="37776" cy="32380"/>
                <a:chOff x="4073398" y="3838028"/>
                <a:chExt cx="37776" cy="32380"/>
              </a:xfrm>
            </p:grpSpPr>
            <p:sp>
              <p:nvSpPr>
                <p:cNvPr id="9985" name="Google Shape;9985;p13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3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7" name="Google Shape;9987;p135"/>
              <p:cNvGrpSpPr/>
              <p:nvPr/>
            </p:nvGrpSpPr>
            <p:grpSpPr>
              <a:xfrm>
                <a:off x="4342672" y="4144496"/>
                <a:ext cx="37752" cy="32364"/>
                <a:chOff x="4342672" y="4144496"/>
                <a:chExt cx="37752" cy="32364"/>
              </a:xfrm>
            </p:grpSpPr>
            <p:sp>
              <p:nvSpPr>
                <p:cNvPr id="9988" name="Google Shape;9988;p13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3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0" name="Google Shape;9990;p135"/>
              <p:cNvGrpSpPr/>
              <p:nvPr/>
            </p:nvGrpSpPr>
            <p:grpSpPr>
              <a:xfrm>
                <a:off x="4406386" y="4056872"/>
                <a:ext cx="37783" cy="32364"/>
                <a:chOff x="4406386" y="4056872"/>
                <a:chExt cx="37783" cy="32364"/>
              </a:xfrm>
            </p:grpSpPr>
            <p:sp>
              <p:nvSpPr>
                <p:cNvPr id="9991" name="Google Shape;9991;p13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3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3" name="Google Shape;9993;p135"/>
              <p:cNvGrpSpPr/>
              <p:nvPr/>
            </p:nvGrpSpPr>
            <p:grpSpPr>
              <a:xfrm>
                <a:off x="4284416" y="4245254"/>
                <a:ext cx="37783" cy="32357"/>
                <a:chOff x="4284416" y="4245254"/>
                <a:chExt cx="37783" cy="32357"/>
              </a:xfrm>
            </p:grpSpPr>
            <p:sp>
              <p:nvSpPr>
                <p:cNvPr id="9994" name="Google Shape;9994;p13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3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6" name="Google Shape;9996;p135"/>
              <p:cNvGrpSpPr/>
              <p:nvPr/>
            </p:nvGrpSpPr>
            <p:grpSpPr>
              <a:xfrm>
                <a:off x="4219057" y="4331258"/>
                <a:ext cx="37776" cy="32364"/>
                <a:chOff x="4219057" y="4331258"/>
                <a:chExt cx="37776" cy="32364"/>
              </a:xfrm>
            </p:grpSpPr>
            <p:sp>
              <p:nvSpPr>
                <p:cNvPr id="9997" name="Google Shape;9997;p13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3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135"/>
              <p:cNvGrpSpPr/>
              <p:nvPr/>
            </p:nvGrpSpPr>
            <p:grpSpPr>
              <a:xfrm>
                <a:off x="4204122" y="4141688"/>
                <a:ext cx="33497" cy="28699"/>
                <a:chOff x="4204122" y="4141688"/>
                <a:chExt cx="33497" cy="28699"/>
              </a:xfrm>
            </p:grpSpPr>
            <p:sp>
              <p:nvSpPr>
                <p:cNvPr id="10000" name="Google Shape;10000;p13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3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2" name="Google Shape;10002;p135"/>
              <p:cNvGrpSpPr/>
              <p:nvPr/>
            </p:nvGrpSpPr>
            <p:grpSpPr>
              <a:xfrm>
                <a:off x="4301546" y="4003869"/>
                <a:ext cx="38916" cy="33324"/>
                <a:chOff x="4301546" y="4003869"/>
                <a:chExt cx="38916" cy="33324"/>
              </a:xfrm>
            </p:grpSpPr>
            <p:sp>
              <p:nvSpPr>
                <p:cNvPr id="10003" name="Google Shape;10003;p13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3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5" name="Google Shape;10005;p135"/>
              <p:cNvGrpSpPr/>
              <p:nvPr/>
            </p:nvGrpSpPr>
            <p:grpSpPr>
              <a:xfrm>
                <a:off x="4210681" y="3924669"/>
                <a:ext cx="36549" cy="31366"/>
                <a:chOff x="4210681" y="3924669"/>
                <a:chExt cx="36549" cy="31366"/>
              </a:xfrm>
            </p:grpSpPr>
            <p:sp>
              <p:nvSpPr>
                <p:cNvPr id="10006" name="Google Shape;10006;p13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3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135"/>
              <p:cNvGrpSpPr/>
              <p:nvPr/>
            </p:nvGrpSpPr>
            <p:grpSpPr>
              <a:xfrm>
                <a:off x="3987771" y="3628874"/>
                <a:ext cx="31499" cy="26993"/>
                <a:chOff x="3987771" y="3628874"/>
                <a:chExt cx="31499" cy="26993"/>
              </a:xfrm>
            </p:grpSpPr>
            <p:sp>
              <p:nvSpPr>
                <p:cNvPr id="10009" name="Google Shape;10009;p13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3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135"/>
              <p:cNvGrpSpPr/>
              <p:nvPr/>
            </p:nvGrpSpPr>
            <p:grpSpPr>
              <a:xfrm>
                <a:off x="4087382" y="3775674"/>
                <a:ext cx="31405" cy="26898"/>
                <a:chOff x="4087382" y="3775674"/>
                <a:chExt cx="31405" cy="26898"/>
              </a:xfrm>
            </p:grpSpPr>
            <p:sp>
              <p:nvSpPr>
                <p:cNvPr id="10012" name="Google Shape;10012;p13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3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135"/>
              <p:cNvGrpSpPr/>
              <p:nvPr/>
            </p:nvGrpSpPr>
            <p:grpSpPr>
              <a:xfrm>
                <a:off x="4118873" y="3856637"/>
                <a:ext cx="31405" cy="26906"/>
                <a:chOff x="4118873" y="3856637"/>
                <a:chExt cx="31405" cy="26906"/>
              </a:xfrm>
            </p:grpSpPr>
            <p:sp>
              <p:nvSpPr>
                <p:cNvPr id="10015" name="Google Shape;10015;p13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3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7" name="Google Shape;10017;p135"/>
              <p:cNvGrpSpPr/>
              <p:nvPr/>
            </p:nvGrpSpPr>
            <p:grpSpPr>
              <a:xfrm>
                <a:off x="4168541" y="3639523"/>
                <a:ext cx="31499" cy="26906"/>
                <a:chOff x="4168541" y="3639523"/>
                <a:chExt cx="31499" cy="26906"/>
              </a:xfrm>
            </p:grpSpPr>
            <p:sp>
              <p:nvSpPr>
                <p:cNvPr id="10018" name="Google Shape;10018;p13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3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0" name="Google Shape;10020;p135"/>
              <p:cNvGrpSpPr/>
              <p:nvPr/>
            </p:nvGrpSpPr>
            <p:grpSpPr>
              <a:xfrm>
                <a:off x="3965789" y="3393545"/>
                <a:ext cx="31405" cy="26945"/>
                <a:chOff x="3965789" y="3393545"/>
                <a:chExt cx="31405" cy="26945"/>
              </a:xfrm>
            </p:grpSpPr>
            <p:sp>
              <p:nvSpPr>
                <p:cNvPr id="10021" name="Google Shape;10021;p13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3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3" name="Google Shape;10023;p135"/>
              <p:cNvGrpSpPr/>
              <p:nvPr/>
            </p:nvGrpSpPr>
            <p:grpSpPr>
              <a:xfrm>
                <a:off x="3925166" y="3491008"/>
                <a:ext cx="31405" cy="27001"/>
                <a:chOff x="3925166" y="3491008"/>
                <a:chExt cx="31405" cy="27001"/>
              </a:xfrm>
            </p:grpSpPr>
            <p:sp>
              <p:nvSpPr>
                <p:cNvPr id="10024" name="Google Shape;10024;p13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3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135"/>
              <p:cNvGrpSpPr/>
              <p:nvPr/>
            </p:nvGrpSpPr>
            <p:grpSpPr>
              <a:xfrm>
                <a:off x="3682845" y="3340976"/>
                <a:ext cx="31397" cy="26898"/>
                <a:chOff x="3682845" y="3340976"/>
                <a:chExt cx="31397" cy="26898"/>
              </a:xfrm>
            </p:grpSpPr>
            <p:sp>
              <p:nvSpPr>
                <p:cNvPr id="10027" name="Google Shape;10027;p13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3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9" name="Google Shape;10029;p135"/>
              <p:cNvGrpSpPr/>
              <p:nvPr/>
            </p:nvGrpSpPr>
            <p:grpSpPr>
              <a:xfrm>
                <a:off x="3795393" y="3353725"/>
                <a:ext cx="31499" cy="26993"/>
                <a:chOff x="3795393" y="3353725"/>
                <a:chExt cx="31499" cy="26993"/>
              </a:xfrm>
            </p:grpSpPr>
            <p:sp>
              <p:nvSpPr>
                <p:cNvPr id="10030" name="Google Shape;10030;p13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3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2" name="Google Shape;10032;p135"/>
              <p:cNvGrpSpPr/>
              <p:nvPr/>
            </p:nvGrpSpPr>
            <p:grpSpPr>
              <a:xfrm>
                <a:off x="4176909" y="4363221"/>
                <a:ext cx="38924" cy="33316"/>
                <a:chOff x="4176909" y="4363221"/>
                <a:chExt cx="38924" cy="33316"/>
              </a:xfrm>
            </p:grpSpPr>
            <p:sp>
              <p:nvSpPr>
                <p:cNvPr id="10033" name="Google Shape;10033;p13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3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5" name="Google Shape;10035;p135"/>
              <p:cNvGrpSpPr/>
              <p:nvPr/>
            </p:nvGrpSpPr>
            <p:grpSpPr>
              <a:xfrm>
                <a:off x="4226191" y="4007660"/>
                <a:ext cx="33560" cy="28770"/>
                <a:chOff x="4226191" y="4007660"/>
                <a:chExt cx="33560" cy="28770"/>
              </a:xfrm>
            </p:grpSpPr>
            <p:sp>
              <p:nvSpPr>
                <p:cNvPr id="10036" name="Google Shape;10036;p13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3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135"/>
              <p:cNvGrpSpPr/>
              <p:nvPr/>
            </p:nvGrpSpPr>
            <p:grpSpPr>
              <a:xfrm>
                <a:off x="3597785" y="3377045"/>
                <a:ext cx="33591" cy="28699"/>
                <a:chOff x="3597785" y="3377045"/>
                <a:chExt cx="33591" cy="28699"/>
              </a:xfrm>
            </p:grpSpPr>
            <p:sp>
              <p:nvSpPr>
                <p:cNvPr id="10039" name="Google Shape;10039;p13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3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135"/>
              <p:cNvGrpSpPr/>
              <p:nvPr/>
            </p:nvGrpSpPr>
            <p:grpSpPr>
              <a:xfrm>
                <a:off x="3887870" y="3669796"/>
                <a:ext cx="33591" cy="28692"/>
                <a:chOff x="3887870" y="3669796"/>
                <a:chExt cx="33591" cy="28692"/>
              </a:xfrm>
            </p:grpSpPr>
            <p:sp>
              <p:nvSpPr>
                <p:cNvPr id="10042" name="Google Shape;10042;p13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3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135"/>
              <p:cNvGrpSpPr/>
              <p:nvPr/>
            </p:nvGrpSpPr>
            <p:grpSpPr>
              <a:xfrm>
                <a:off x="3818320" y="3481625"/>
                <a:ext cx="33497" cy="28770"/>
                <a:chOff x="3818320" y="3481625"/>
                <a:chExt cx="33497" cy="28770"/>
              </a:xfrm>
            </p:grpSpPr>
            <p:sp>
              <p:nvSpPr>
                <p:cNvPr id="10045" name="Google Shape;10045;p13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3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7" name="Google Shape;10047;p135"/>
              <p:cNvGrpSpPr/>
              <p:nvPr/>
            </p:nvGrpSpPr>
            <p:grpSpPr>
              <a:xfrm>
                <a:off x="4278139" y="4120948"/>
                <a:ext cx="37492" cy="32129"/>
                <a:chOff x="4278139" y="4120948"/>
                <a:chExt cx="37492" cy="32129"/>
              </a:xfrm>
            </p:grpSpPr>
            <p:sp>
              <p:nvSpPr>
                <p:cNvPr id="10048" name="Google Shape;10048;p13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3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135"/>
              <p:cNvGrpSpPr/>
              <p:nvPr/>
            </p:nvGrpSpPr>
            <p:grpSpPr>
              <a:xfrm>
                <a:off x="4419898" y="3977388"/>
                <a:ext cx="33497" cy="28692"/>
                <a:chOff x="4419898" y="3977388"/>
                <a:chExt cx="33497" cy="28692"/>
              </a:xfrm>
            </p:grpSpPr>
            <p:sp>
              <p:nvSpPr>
                <p:cNvPr id="10051" name="Google Shape;10051;p13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3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3" name="Google Shape;10053;p135"/>
              <p:cNvGrpSpPr/>
              <p:nvPr/>
            </p:nvGrpSpPr>
            <p:grpSpPr>
              <a:xfrm>
                <a:off x="4158930" y="4034684"/>
                <a:ext cx="33497" cy="28762"/>
                <a:chOff x="4158930" y="4034684"/>
                <a:chExt cx="33497" cy="28762"/>
              </a:xfrm>
            </p:grpSpPr>
            <p:sp>
              <p:nvSpPr>
                <p:cNvPr id="10054" name="Google Shape;10054;p13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3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6" name="Google Shape;10056;p135"/>
              <p:cNvGrpSpPr/>
              <p:nvPr/>
            </p:nvGrpSpPr>
            <p:grpSpPr>
              <a:xfrm>
                <a:off x="4134949" y="3957049"/>
                <a:ext cx="33497" cy="28770"/>
                <a:chOff x="4134949" y="3957049"/>
                <a:chExt cx="33497" cy="28770"/>
              </a:xfrm>
            </p:grpSpPr>
            <p:sp>
              <p:nvSpPr>
                <p:cNvPr id="10057" name="Google Shape;10057;p13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3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9" name="Google Shape;10059;p135"/>
              <p:cNvGrpSpPr/>
              <p:nvPr/>
            </p:nvGrpSpPr>
            <p:grpSpPr>
              <a:xfrm>
                <a:off x="4193653" y="4184403"/>
                <a:ext cx="43580" cy="37264"/>
                <a:chOff x="4193653" y="4184403"/>
                <a:chExt cx="43580" cy="37264"/>
              </a:xfrm>
            </p:grpSpPr>
            <p:sp>
              <p:nvSpPr>
                <p:cNvPr id="10060" name="Google Shape;10060;p13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3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2" name="Google Shape;10062;p135"/>
              <p:cNvGrpSpPr/>
              <p:nvPr/>
            </p:nvGrpSpPr>
            <p:grpSpPr>
              <a:xfrm>
                <a:off x="4343600" y="3943844"/>
                <a:ext cx="43580" cy="37312"/>
                <a:chOff x="4343600" y="3943844"/>
                <a:chExt cx="43580" cy="37312"/>
              </a:xfrm>
            </p:grpSpPr>
            <p:sp>
              <p:nvSpPr>
                <p:cNvPr id="10063" name="Google Shape;10063;p13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3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5" name="Google Shape;10065;p135"/>
              <p:cNvGrpSpPr/>
              <p:nvPr/>
            </p:nvGrpSpPr>
            <p:grpSpPr>
              <a:xfrm>
                <a:off x="4172339" y="3381693"/>
                <a:ext cx="31499" cy="27001"/>
                <a:chOff x="4172339" y="3381693"/>
                <a:chExt cx="31499" cy="27001"/>
              </a:xfrm>
            </p:grpSpPr>
            <p:sp>
              <p:nvSpPr>
                <p:cNvPr id="10066" name="Google Shape;10066;p13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3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show="0">
  <p:cSld>
    <p:spTree>
      <p:nvGrpSpPr>
        <p:cNvPr id="1" name="Shape 10071"/>
        <p:cNvGrpSpPr/>
        <p:nvPr/>
      </p:nvGrpSpPr>
      <p:grpSpPr>
        <a:xfrm>
          <a:off x="0" y="0"/>
          <a:ext cx="0" cy="0"/>
          <a:chOff x="0" y="0"/>
          <a:chExt cx="0" cy="0"/>
        </a:xfrm>
      </p:grpSpPr>
      <p:grpSp>
        <p:nvGrpSpPr>
          <p:cNvPr id="10072" name="Google Shape;10072;p136"/>
          <p:cNvGrpSpPr/>
          <p:nvPr/>
        </p:nvGrpSpPr>
        <p:grpSpPr>
          <a:xfrm>
            <a:off x="2126623" y="3607908"/>
            <a:ext cx="1102891" cy="760337"/>
            <a:chOff x="4967783" y="2151471"/>
            <a:chExt cx="3920692" cy="2702940"/>
          </a:xfrm>
        </p:grpSpPr>
        <p:grpSp>
          <p:nvGrpSpPr>
            <p:cNvPr id="10073" name="Google Shape;10073;p136"/>
            <p:cNvGrpSpPr/>
            <p:nvPr/>
          </p:nvGrpSpPr>
          <p:grpSpPr>
            <a:xfrm>
              <a:off x="5045709" y="2252109"/>
              <a:ext cx="3761071" cy="2501708"/>
              <a:chOff x="2691784" y="1805334"/>
              <a:chExt cx="3761071" cy="2501708"/>
            </a:xfrm>
          </p:grpSpPr>
          <p:sp>
            <p:nvSpPr>
              <p:cNvPr id="10074" name="Google Shape;10074;p13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3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3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3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3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3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3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1" name="Google Shape;10081;p136"/>
            <p:cNvGrpSpPr/>
            <p:nvPr/>
          </p:nvGrpSpPr>
          <p:grpSpPr>
            <a:xfrm>
              <a:off x="4967783" y="2151471"/>
              <a:ext cx="3920692" cy="2702940"/>
              <a:chOff x="2613858" y="1704696"/>
              <a:chExt cx="3920692" cy="2702940"/>
            </a:xfrm>
          </p:grpSpPr>
          <p:sp>
            <p:nvSpPr>
              <p:cNvPr id="10082" name="Google Shape;10082;p13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3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3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3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3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7" name="Google Shape;10087;p136"/>
          <p:cNvGrpSpPr/>
          <p:nvPr/>
        </p:nvGrpSpPr>
        <p:grpSpPr>
          <a:xfrm>
            <a:off x="3530532" y="1496185"/>
            <a:ext cx="1561911" cy="708580"/>
            <a:chOff x="3530532" y="1496185"/>
            <a:chExt cx="1561911" cy="708580"/>
          </a:xfrm>
        </p:grpSpPr>
        <p:grpSp>
          <p:nvGrpSpPr>
            <p:cNvPr id="10088" name="Google Shape;10088;p136"/>
            <p:cNvGrpSpPr/>
            <p:nvPr/>
          </p:nvGrpSpPr>
          <p:grpSpPr>
            <a:xfrm>
              <a:off x="3720318" y="1857562"/>
              <a:ext cx="1372125" cy="54"/>
              <a:chOff x="3720318" y="1857562"/>
              <a:chExt cx="1372125" cy="54"/>
            </a:xfrm>
          </p:grpSpPr>
          <p:cxnSp>
            <p:nvCxnSpPr>
              <p:cNvPr id="10089" name="Google Shape;10089;p136"/>
              <p:cNvCxnSpPr>
                <a:endCxn id="1009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91" name="Google Shape;10091;p13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92" name="Google Shape;10092;p13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93" name="Google Shape;10093;p136"/>
              <p:cNvCxnSpPr>
                <a:stCxn id="1009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094" name="Google Shape;10094;p136"/>
            <p:cNvGrpSpPr/>
            <p:nvPr/>
          </p:nvGrpSpPr>
          <p:grpSpPr>
            <a:xfrm>
              <a:off x="3567462" y="1496185"/>
              <a:ext cx="286500" cy="272914"/>
              <a:chOff x="3567462" y="1496185"/>
              <a:chExt cx="286500" cy="272914"/>
            </a:xfrm>
          </p:grpSpPr>
          <p:cxnSp>
            <p:nvCxnSpPr>
              <p:cNvPr id="10095" name="Google Shape;10095;p13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096" name="Google Shape;10096;p13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7" name="Google Shape;10097;p13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3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9" name="Google Shape;10099;p136"/>
            <p:cNvGrpSpPr/>
            <p:nvPr/>
          </p:nvGrpSpPr>
          <p:grpSpPr>
            <a:xfrm>
              <a:off x="3929014" y="1960574"/>
              <a:ext cx="286500" cy="242342"/>
              <a:chOff x="3929014" y="1960574"/>
              <a:chExt cx="286500" cy="242342"/>
            </a:xfrm>
          </p:grpSpPr>
          <p:cxnSp>
            <p:nvCxnSpPr>
              <p:cNvPr id="10100" name="Google Shape;10100;p13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101" name="Google Shape;10101;p13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2" name="Google Shape;10102;p136"/>
            <p:cNvGrpSpPr/>
            <p:nvPr/>
          </p:nvGrpSpPr>
          <p:grpSpPr>
            <a:xfrm>
              <a:off x="4290828" y="1496185"/>
              <a:ext cx="286500" cy="272914"/>
              <a:chOff x="4290828" y="1496185"/>
              <a:chExt cx="286500" cy="272914"/>
            </a:xfrm>
          </p:grpSpPr>
          <p:cxnSp>
            <p:nvCxnSpPr>
              <p:cNvPr id="10103" name="Google Shape;10103;p13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104" name="Google Shape;10104;p13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5" name="Google Shape;10105;p13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3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6" name="Google Shape;10106;p136"/>
            <p:cNvGrpSpPr/>
            <p:nvPr/>
          </p:nvGrpSpPr>
          <p:grpSpPr>
            <a:xfrm>
              <a:off x="4657726" y="1959674"/>
              <a:ext cx="286500" cy="245092"/>
              <a:chOff x="4657726" y="1959674"/>
              <a:chExt cx="286500" cy="245092"/>
            </a:xfrm>
          </p:grpSpPr>
          <p:cxnSp>
            <p:nvCxnSpPr>
              <p:cNvPr id="10107" name="Google Shape;10107;p13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108" name="Google Shape;10108;p13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09" name="Google Shape;10109;p136"/>
          <p:cNvGrpSpPr/>
          <p:nvPr/>
        </p:nvGrpSpPr>
        <p:grpSpPr>
          <a:xfrm>
            <a:off x="3512551" y="2358282"/>
            <a:ext cx="1597032" cy="378649"/>
            <a:chOff x="3512551" y="2358282"/>
            <a:chExt cx="1597032" cy="378649"/>
          </a:xfrm>
        </p:grpSpPr>
        <p:grpSp>
          <p:nvGrpSpPr>
            <p:cNvPr id="10110" name="Google Shape;10110;p136"/>
            <p:cNvGrpSpPr/>
            <p:nvPr/>
          </p:nvGrpSpPr>
          <p:grpSpPr>
            <a:xfrm>
              <a:off x="3738198" y="2553002"/>
              <a:ext cx="1145834" cy="117"/>
              <a:chOff x="3738198" y="2553002"/>
              <a:chExt cx="1145834" cy="117"/>
            </a:xfrm>
          </p:grpSpPr>
          <p:cxnSp>
            <p:nvCxnSpPr>
              <p:cNvPr id="10111" name="Google Shape;10111;p13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112" name="Google Shape;10112;p13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113" name="Google Shape;10113;p136"/>
              <p:cNvCxnSpPr>
                <a:stCxn id="10114" idx="6"/>
                <a:endCxn id="1011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116" name="Google Shape;10116;p136"/>
            <p:cNvGrpSpPr/>
            <p:nvPr/>
          </p:nvGrpSpPr>
          <p:grpSpPr>
            <a:xfrm>
              <a:off x="3969644" y="2440153"/>
              <a:ext cx="225900" cy="296779"/>
              <a:chOff x="3969644" y="2440153"/>
              <a:chExt cx="225900" cy="296779"/>
            </a:xfrm>
          </p:grpSpPr>
          <p:cxnSp>
            <p:nvCxnSpPr>
              <p:cNvPr id="10117" name="Google Shape;10117;p13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115" name="Google Shape;10115;p13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3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136"/>
            <p:cNvGrpSpPr/>
            <p:nvPr/>
          </p:nvGrpSpPr>
          <p:grpSpPr>
            <a:xfrm>
              <a:off x="4426818" y="2358282"/>
              <a:ext cx="225600" cy="307471"/>
              <a:chOff x="4426818" y="2358282"/>
              <a:chExt cx="225600" cy="307471"/>
            </a:xfrm>
          </p:grpSpPr>
          <p:cxnSp>
            <p:nvCxnSpPr>
              <p:cNvPr id="10120" name="Google Shape;10120;p136"/>
              <p:cNvCxnSpPr>
                <a:stCxn id="1012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122" name="Google Shape;10122;p13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3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136"/>
            <p:cNvGrpSpPr/>
            <p:nvPr/>
          </p:nvGrpSpPr>
          <p:grpSpPr>
            <a:xfrm>
              <a:off x="4883984" y="2440153"/>
              <a:ext cx="225600" cy="296479"/>
              <a:chOff x="4883984" y="2440153"/>
              <a:chExt cx="225600" cy="296479"/>
            </a:xfrm>
          </p:grpSpPr>
          <p:cxnSp>
            <p:nvCxnSpPr>
              <p:cNvPr id="10124" name="Google Shape;10124;p13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125" name="Google Shape;10125;p13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3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136"/>
            <p:cNvGrpSpPr/>
            <p:nvPr/>
          </p:nvGrpSpPr>
          <p:grpSpPr>
            <a:xfrm>
              <a:off x="3512551" y="2358356"/>
              <a:ext cx="225647" cy="307629"/>
              <a:chOff x="2182679" y="2005014"/>
              <a:chExt cx="792300" cy="1080158"/>
            </a:xfrm>
          </p:grpSpPr>
          <p:cxnSp>
            <p:nvCxnSpPr>
              <p:cNvPr id="10128" name="Google Shape;10128;p136"/>
              <p:cNvCxnSpPr>
                <a:stCxn id="1012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114" name="Google Shape;10114;p13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3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136"/>
          <p:cNvGrpSpPr/>
          <p:nvPr/>
        </p:nvGrpSpPr>
        <p:grpSpPr>
          <a:xfrm>
            <a:off x="6872633" y="1182079"/>
            <a:ext cx="1559809" cy="722610"/>
            <a:chOff x="634175" y="2986275"/>
            <a:chExt cx="3147949" cy="1458344"/>
          </a:xfrm>
        </p:grpSpPr>
        <p:cxnSp>
          <p:nvCxnSpPr>
            <p:cNvPr id="10131" name="Google Shape;10131;p136"/>
            <p:cNvCxnSpPr>
              <a:stCxn id="10132" idx="4"/>
              <a:endCxn id="1013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134" name="Google Shape;10134;p136"/>
            <p:cNvCxnSpPr>
              <a:stCxn id="10133" idx="0"/>
              <a:endCxn id="1013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136" name="Google Shape;10136;p136"/>
            <p:cNvCxnSpPr>
              <a:stCxn id="10135" idx="4"/>
              <a:endCxn id="1013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138" name="Google Shape;10138;p136"/>
            <p:cNvCxnSpPr>
              <a:stCxn id="10137" idx="0"/>
              <a:endCxn id="1013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139" name="Google Shape;10139;p13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135" name="Google Shape;10135;p13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132" name="Google Shape;10132;p13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137" name="Google Shape;10137;p13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133" name="Google Shape;10133;p13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140" name="Google Shape;10140;p136"/>
          <p:cNvGrpSpPr/>
          <p:nvPr/>
        </p:nvGrpSpPr>
        <p:grpSpPr>
          <a:xfrm>
            <a:off x="3526424" y="2891987"/>
            <a:ext cx="1570719" cy="294123"/>
            <a:chOff x="998425" y="1182125"/>
            <a:chExt cx="1065400" cy="199500"/>
          </a:xfrm>
        </p:grpSpPr>
        <p:sp>
          <p:nvSpPr>
            <p:cNvPr id="10141" name="Google Shape;10141;p13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3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3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3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3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136"/>
          <p:cNvGrpSpPr/>
          <p:nvPr/>
        </p:nvGrpSpPr>
        <p:grpSpPr>
          <a:xfrm>
            <a:off x="6869680" y="2009474"/>
            <a:ext cx="1565716" cy="366729"/>
            <a:chOff x="1247650" y="2075423"/>
            <a:chExt cx="6648477" cy="1557238"/>
          </a:xfrm>
        </p:grpSpPr>
        <p:sp>
          <p:nvSpPr>
            <p:cNvPr id="10147" name="Google Shape;10147;p13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3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3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3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3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3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136"/>
          <p:cNvGrpSpPr/>
          <p:nvPr/>
        </p:nvGrpSpPr>
        <p:grpSpPr>
          <a:xfrm>
            <a:off x="6853992" y="3158289"/>
            <a:ext cx="1597061" cy="663440"/>
            <a:chOff x="6796238" y="3158297"/>
            <a:chExt cx="1630319" cy="677257"/>
          </a:xfrm>
        </p:grpSpPr>
        <p:cxnSp>
          <p:nvCxnSpPr>
            <p:cNvPr id="10154" name="Google Shape;10154;p13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155" name="Google Shape;10155;p13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156" name="Google Shape;10156;p13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157" name="Google Shape;10157;p13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158" name="Google Shape;10158;p136"/>
            <p:cNvGrpSpPr/>
            <p:nvPr/>
          </p:nvGrpSpPr>
          <p:grpSpPr>
            <a:xfrm>
              <a:off x="6796238" y="3311904"/>
              <a:ext cx="1630319" cy="377697"/>
              <a:chOff x="6796238" y="3311904"/>
              <a:chExt cx="1630319" cy="377697"/>
            </a:xfrm>
          </p:grpSpPr>
          <p:sp>
            <p:nvSpPr>
              <p:cNvPr id="10159" name="Google Shape;10159;p13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3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3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62" name="Google Shape;10162;p136"/>
          <p:cNvGrpSpPr/>
          <p:nvPr/>
        </p:nvGrpSpPr>
        <p:grpSpPr>
          <a:xfrm>
            <a:off x="5375130" y="1179681"/>
            <a:ext cx="1368606" cy="1593805"/>
            <a:chOff x="1839112" y="2209163"/>
            <a:chExt cx="1918159" cy="2233784"/>
          </a:xfrm>
        </p:grpSpPr>
        <p:sp>
          <p:nvSpPr>
            <p:cNvPr id="10163" name="Google Shape;10163;p13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3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3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66" name="Google Shape;10166;p136"/>
            <p:cNvCxnSpPr>
              <a:stCxn id="10163" idx="6"/>
              <a:endCxn id="1016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167" name="Google Shape;10167;p136"/>
            <p:cNvCxnSpPr>
              <a:stCxn id="10164" idx="4"/>
              <a:endCxn id="1016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169" name="Google Shape;10169;p136"/>
            <p:cNvCxnSpPr>
              <a:stCxn id="10168" idx="6"/>
              <a:endCxn id="1016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170" name="Google Shape;10170;p136"/>
            <p:cNvCxnSpPr>
              <a:stCxn id="10165" idx="4"/>
              <a:endCxn id="1017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168" name="Google Shape;10168;p13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3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3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73" name="Google Shape;10173;p136"/>
            <p:cNvCxnSpPr>
              <a:endCxn id="1017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174" name="Google Shape;10174;p136"/>
          <p:cNvGrpSpPr/>
          <p:nvPr/>
        </p:nvGrpSpPr>
        <p:grpSpPr>
          <a:xfrm>
            <a:off x="3507503" y="1185917"/>
            <a:ext cx="1637968" cy="154942"/>
            <a:chOff x="238125" y="2506075"/>
            <a:chExt cx="7115411" cy="673075"/>
          </a:xfrm>
        </p:grpSpPr>
        <p:sp>
          <p:nvSpPr>
            <p:cNvPr id="10175" name="Google Shape;10175;p13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3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3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3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3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136"/>
          <p:cNvGrpSpPr/>
          <p:nvPr/>
        </p:nvGrpSpPr>
        <p:grpSpPr>
          <a:xfrm>
            <a:off x="746187" y="1507514"/>
            <a:ext cx="2476762" cy="91743"/>
            <a:chOff x="1464850" y="436376"/>
            <a:chExt cx="6001362" cy="222300"/>
          </a:xfrm>
        </p:grpSpPr>
        <p:sp>
          <p:nvSpPr>
            <p:cNvPr id="10181" name="Google Shape;10181;p13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3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3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3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3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86" name="Google Shape;10186;p13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87" name="Google Shape;10187;p13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88" name="Google Shape;10188;p13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89" name="Google Shape;10189;p13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190" name="Google Shape;10190;p136"/>
          <p:cNvGrpSpPr/>
          <p:nvPr/>
        </p:nvGrpSpPr>
        <p:grpSpPr>
          <a:xfrm>
            <a:off x="732455" y="2742980"/>
            <a:ext cx="1452710" cy="651923"/>
            <a:chOff x="803162" y="2667727"/>
            <a:chExt cx="1411906" cy="633611"/>
          </a:xfrm>
        </p:grpSpPr>
        <p:cxnSp>
          <p:nvCxnSpPr>
            <p:cNvPr id="10191" name="Google Shape;10191;p136"/>
            <p:cNvCxnSpPr>
              <a:stCxn id="10192" idx="2"/>
              <a:endCxn id="1019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94" name="Google Shape;10194;p136"/>
            <p:cNvCxnSpPr>
              <a:stCxn id="10195" idx="0"/>
              <a:endCxn id="1019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96" name="Google Shape;10196;p136"/>
            <p:cNvCxnSpPr>
              <a:stCxn id="10195" idx="2"/>
              <a:endCxn id="1019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98" name="Google Shape;10198;p136"/>
            <p:cNvCxnSpPr>
              <a:stCxn id="10199" idx="0"/>
              <a:endCxn id="1019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200" name="Google Shape;10200;p136"/>
            <p:cNvCxnSpPr>
              <a:stCxn id="10193" idx="2"/>
              <a:endCxn id="1020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202" name="Google Shape;10202;p136"/>
            <p:cNvCxnSpPr>
              <a:stCxn id="10203" idx="0"/>
              <a:endCxn id="1019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199" name="Google Shape;10199;p13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97" name="Google Shape;10197;p13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203" name="Google Shape;10203;p13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201" name="Google Shape;10201;p13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93" name="Google Shape;10193;p13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95" name="Google Shape;10195;p13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92" name="Google Shape;10192;p13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204" name="Google Shape;10204;p136"/>
          <p:cNvGrpSpPr/>
          <p:nvPr/>
        </p:nvGrpSpPr>
        <p:grpSpPr>
          <a:xfrm>
            <a:off x="732456" y="1178518"/>
            <a:ext cx="2518541" cy="209309"/>
            <a:chOff x="803163" y="1111966"/>
            <a:chExt cx="2447800" cy="203430"/>
          </a:xfrm>
        </p:grpSpPr>
        <p:grpSp>
          <p:nvGrpSpPr>
            <p:cNvPr id="10205" name="Google Shape;10205;p136"/>
            <p:cNvGrpSpPr/>
            <p:nvPr/>
          </p:nvGrpSpPr>
          <p:grpSpPr>
            <a:xfrm>
              <a:off x="1958180" y="1111966"/>
              <a:ext cx="588019" cy="121396"/>
              <a:chOff x="4808316" y="2800065"/>
              <a:chExt cx="1999386" cy="412910"/>
            </a:xfrm>
          </p:grpSpPr>
          <p:sp>
            <p:nvSpPr>
              <p:cNvPr id="10206" name="Google Shape;10206;p13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7" name="Google Shape;10207;p136"/>
              <p:cNvGrpSpPr/>
              <p:nvPr/>
            </p:nvGrpSpPr>
            <p:grpSpPr>
              <a:xfrm>
                <a:off x="4808316" y="2800065"/>
                <a:ext cx="92400" cy="411825"/>
                <a:chOff x="845575" y="2563700"/>
                <a:chExt cx="92400" cy="411825"/>
              </a:xfrm>
            </p:grpSpPr>
            <p:cxnSp>
              <p:nvCxnSpPr>
                <p:cNvPr id="10208" name="Google Shape;10208;p13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209" name="Google Shape;10209;p13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210" name="Google Shape;10210;p13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211" name="Google Shape;10211;p136"/>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2" name="Google Shape;10212;p136"/>
            <p:cNvGrpSpPr/>
            <p:nvPr/>
          </p:nvGrpSpPr>
          <p:grpSpPr>
            <a:xfrm>
              <a:off x="803163" y="1111974"/>
              <a:ext cx="591158" cy="121545"/>
              <a:chOff x="803163" y="1111974"/>
              <a:chExt cx="591158" cy="121545"/>
            </a:xfrm>
          </p:grpSpPr>
          <p:grpSp>
            <p:nvGrpSpPr>
              <p:cNvPr id="10213" name="Google Shape;10213;p136"/>
              <p:cNvGrpSpPr/>
              <p:nvPr/>
            </p:nvGrpSpPr>
            <p:grpSpPr>
              <a:xfrm>
                <a:off x="803163" y="1111974"/>
                <a:ext cx="27175" cy="121077"/>
                <a:chOff x="845575" y="2563700"/>
                <a:chExt cx="92400" cy="411825"/>
              </a:xfrm>
            </p:grpSpPr>
            <p:cxnSp>
              <p:nvCxnSpPr>
                <p:cNvPr id="10214" name="Google Shape;10214;p13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215" name="Google Shape;10215;p13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6" name="Google Shape;10216;p13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136"/>
            <p:cNvGrpSpPr/>
            <p:nvPr/>
          </p:nvGrpSpPr>
          <p:grpSpPr>
            <a:xfrm>
              <a:off x="1381910" y="1194219"/>
              <a:ext cx="588341" cy="121177"/>
              <a:chOff x="1381910" y="1194219"/>
              <a:chExt cx="588341" cy="121177"/>
            </a:xfrm>
          </p:grpSpPr>
          <p:grpSp>
            <p:nvGrpSpPr>
              <p:cNvPr id="10218" name="Google Shape;10218;p136"/>
              <p:cNvGrpSpPr/>
              <p:nvPr/>
            </p:nvGrpSpPr>
            <p:grpSpPr>
              <a:xfrm rot="10800000">
                <a:off x="1381910" y="1194319"/>
                <a:ext cx="27175" cy="121077"/>
                <a:chOff x="2070100" y="2563700"/>
                <a:chExt cx="92400" cy="411825"/>
              </a:xfrm>
            </p:grpSpPr>
            <p:cxnSp>
              <p:nvCxnSpPr>
                <p:cNvPr id="10219" name="Google Shape;10219;p13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220" name="Google Shape;10220;p13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1" name="Google Shape;10221;p13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2" name="Google Shape;10222;p136"/>
            <p:cNvGrpSpPr/>
            <p:nvPr/>
          </p:nvGrpSpPr>
          <p:grpSpPr>
            <a:xfrm>
              <a:off x="2532079" y="1194219"/>
              <a:ext cx="704927" cy="121177"/>
              <a:chOff x="2532079" y="1194219"/>
              <a:chExt cx="704927" cy="121177"/>
            </a:xfrm>
          </p:grpSpPr>
          <p:grpSp>
            <p:nvGrpSpPr>
              <p:cNvPr id="10223" name="Google Shape;10223;p136"/>
              <p:cNvGrpSpPr/>
              <p:nvPr/>
            </p:nvGrpSpPr>
            <p:grpSpPr>
              <a:xfrm rot="10800000">
                <a:off x="2532079" y="1194319"/>
                <a:ext cx="27175" cy="121077"/>
                <a:chOff x="2070100" y="2563700"/>
                <a:chExt cx="92400" cy="411825"/>
              </a:xfrm>
            </p:grpSpPr>
            <p:cxnSp>
              <p:nvCxnSpPr>
                <p:cNvPr id="10224" name="Google Shape;10224;p13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225" name="Google Shape;10225;p13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6" name="Google Shape;10226;p13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7" name="Google Shape;10227;p136"/>
          <p:cNvGrpSpPr/>
          <p:nvPr/>
        </p:nvGrpSpPr>
        <p:grpSpPr>
          <a:xfrm>
            <a:off x="3525467" y="3875150"/>
            <a:ext cx="1567778" cy="491677"/>
            <a:chOff x="5194708" y="3484366"/>
            <a:chExt cx="3148148" cy="987304"/>
          </a:xfrm>
        </p:grpSpPr>
        <p:grpSp>
          <p:nvGrpSpPr>
            <p:cNvPr id="10228" name="Google Shape;10228;p136"/>
            <p:cNvGrpSpPr/>
            <p:nvPr/>
          </p:nvGrpSpPr>
          <p:grpSpPr>
            <a:xfrm>
              <a:off x="7531521" y="3484366"/>
              <a:ext cx="811335" cy="987304"/>
              <a:chOff x="3379425" y="1617275"/>
              <a:chExt cx="1090650" cy="1327200"/>
            </a:xfrm>
          </p:grpSpPr>
          <p:sp>
            <p:nvSpPr>
              <p:cNvPr id="10229" name="Google Shape;10229;p13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3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3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2" name="Google Shape;10232;p136"/>
            <p:cNvGrpSpPr/>
            <p:nvPr/>
          </p:nvGrpSpPr>
          <p:grpSpPr>
            <a:xfrm>
              <a:off x="6752546" y="3484366"/>
              <a:ext cx="811428" cy="987304"/>
              <a:chOff x="2332275" y="1617275"/>
              <a:chExt cx="1090775" cy="1327200"/>
            </a:xfrm>
          </p:grpSpPr>
          <p:sp>
            <p:nvSpPr>
              <p:cNvPr id="10233" name="Google Shape;10233;p13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3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3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6" name="Google Shape;10236;p136"/>
            <p:cNvGrpSpPr/>
            <p:nvPr/>
          </p:nvGrpSpPr>
          <p:grpSpPr>
            <a:xfrm>
              <a:off x="5973664" y="3484366"/>
              <a:ext cx="811335" cy="987304"/>
              <a:chOff x="1285250" y="1617275"/>
              <a:chExt cx="1090650" cy="1327200"/>
            </a:xfrm>
          </p:grpSpPr>
          <p:sp>
            <p:nvSpPr>
              <p:cNvPr id="10237" name="Google Shape;10237;p13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3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3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0" name="Google Shape;10240;p136"/>
            <p:cNvGrpSpPr/>
            <p:nvPr/>
          </p:nvGrpSpPr>
          <p:grpSpPr>
            <a:xfrm>
              <a:off x="5194708" y="3484366"/>
              <a:ext cx="811409" cy="987304"/>
              <a:chOff x="238125" y="1617275"/>
              <a:chExt cx="1090750" cy="1327200"/>
            </a:xfrm>
          </p:grpSpPr>
          <p:sp>
            <p:nvSpPr>
              <p:cNvPr id="10241" name="Google Shape;10241;p13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3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3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44" name="Google Shape;10244;p136"/>
          <p:cNvGrpSpPr/>
          <p:nvPr/>
        </p:nvGrpSpPr>
        <p:grpSpPr>
          <a:xfrm>
            <a:off x="3486076" y="3355561"/>
            <a:ext cx="1616964" cy="346256"/>
            <a:chOff x="1808063" y="4294338"/>
            <a:chExt cx="3370782" cy="721817"/>
          </a:xfrm>
        </p:grpSpPr>
        <p:sp>
          <p:nvSpPr>
            <p:cNvPr id="10245" name="Google Shape;10245;p13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3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3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3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3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3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3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3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3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3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136"/>
          <p:cNvGrpSpPr/>
          <p:nvPr/>
        </p:nvGrpSpPr>
        <p:grpSpPr>
          <a:xfrm>
            <a:off x="764288" y="3641590"/>
            <a:ext cx="1295882" cy="646587"/>
            <a:chOff x="834100" y="3642869"/>
            <a:chExt cx="1259483" cy="628426"/>
          </a:xfrm>
        </p:grpSpPr>
        <p:sp>
          <p:nvSpPr>
            <p:cNvPr id="10256" name="Google Shape;10256;p13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3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3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3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3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3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3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3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3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3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3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3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3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3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3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3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3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3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3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3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3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3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3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3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3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136"/>
            <p:cNvGrpSpPr/>
            <p:nvPr/>
          </p:nvGrpSpPr>
          <p:grpSpPr>
            <a:xfrm>
              <a:off x="1360364" y="3847835"/>
              <a:ext cx="208119" cy="224359"/>
              <a:chOff x="1360769" y="3847100"/>
              <a:chExt cx="208119" cy="224359"/>
            </a:xfrm>
          </p:grpSpPr>
          <p:sp>
            <p:nvSpPr>
              <p:cNvPr id="10282" name="Google Shape;10282;p13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3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3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3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3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3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13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3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3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3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3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3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3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3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3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3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3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3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3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3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2" name="Google Shape;10302;p13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3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3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3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3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3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3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3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3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3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3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3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3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3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136"/>
          <p:cNvGrpSpPr/>
          <p:nvPr/>
        </p:nvGrpSpPr>
        <p:grpSpPr>
          <a:xfrm rot="5400000">
            <a:off x="5977401" y="3438087"/>
            <a:ext cx="164064" cy="1414916"/>
            <a:chOff x="4428249" y="1369375"/>
            <a:chExt cx="36905" cy="429569"/>
          </a:xfrm>
        </p:grpSpPr>
        <p:sp>
          <p:nvSpPr>
            <p:cNvPr id="10317" name="Google Shape;10317;p13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3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3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3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3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3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3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3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3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3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3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3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3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3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3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3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3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3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3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3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3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3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3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3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3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3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13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3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3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3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3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3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136"/>
          <p:cNvGrpSpPr/>
          <p:nvPr/>
        </p:nvGrpSpPr>
        <p:grpSpPr>
          <a:xfrm rot="10800000" flipH="1">
            <a:off x="5349830" y="3026630"/>
            <a:ext cx="1419207" cy="24808"/>
            <a:chOff x="219558" y="4738465"/>
            <a:chExt cx="5852400" cy="102300"/>
          </a:xfrm>
        </p:grpSpPr>
        <p:cxnSp>
          <p:nvCxnSpPr>
            <p:cNvPr id="10350" name="Google Shape;10350;p13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351" name="Google Shape;10351;p136"/>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36"/>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36"/>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36"/>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36"/>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6" name="Google Shape;10356;p136"/>
          <p:cNvGrpSpPr/>
          <p:nvPr/>
        </p:nvGrpSpPr>
        <p:grpSpPr>
          <a:xfrm>
            <a:off x="5361148" y="3399694"/>
            <a:ext cx="1396570" cy="385016"/>
            <a:chOff x="5286284" y="2966544"/>
            <a:chExt cx="1396570" cy="385016"/>
          </a:xfrm>
        </p:grpSpPr>
        <p:cxnSp>
          <p:nvCxnSpPr>
            <p:cNvPr id="10357" name="Google Shape;10357;p13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358" name="Google Shape;10358;p13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359" name="Google Shape;10359;p136"/>
            <p:cNvGrpSpPr/>
            <p:nvPr/>
          </p:nvGrpSpPr>
          <p:grpSpPr>
            <a:xfrm>
              <a:off x="5287688" y="3173364"/>
              <a:ext cx="1395166" cy="74100"/>
              <a:chOff x="5287688" y="3173364"/>
              <a:chExt cx="1395166" cy="74100"/>
            </a:xfrm>
          </p:grpSpPr>
          <p:cxnSp>
            <p:nvCxnSpPr>
              <p:cNvPr id="10360" name="Google Shape;10360;p13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361" name="Google Shape;10361;p13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362" name="Google Shape;10362;p13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63" name="Google Shape;10363;p13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64" name="Google Shape;10364;p13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65" name="Google Shape;10365;p13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66" name="Google Shape;10366;p13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67" name="Google Shape;10367;p13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368" name="Google Shape;10368;p13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369" name="Google Shape;10369;p136"/>
          <p:cNvGrpSpPr/>
          <p:nvPr/>
        </p:nvGrpSpPr>
        <p:grpSpPr>
          <a:xfrm>
            <a:off x="2047214" y="1818470"/>
            <a:ext cx="1182276" cy="662027"/>
            <a:chOff x="2029517" y="1732295"/>
            <a:chExt cx="1149068" cy="643432"/>
          </a:xfrm>
        </p:grpSpPr>
        <p:grpSp>
          <p:nvGrpSpPr>
            <p:cNvPr id="10370" name="Google Shape;10370;p136"/>
            <p:cNvGrpSpPr/>
            <p:nvPr/>
          </p:nvGrpSpPr>
          <p:grpSpPr>
            <a:xfrm>
              <a:off x="2708660" y="1746937"/>
              <a:ext cx="455427" cy="244429"/>
              <a:chOff x="2700693" y="1746937"/>
              <a:chExt cx="455427" cy="244429"/>
            </a:xfrm>
          </p:grpSpPr>
          <p:grpSp>
            <p:nvGrpSpPr>
              <p:cNvPr id="10371" name="Google Shape;10371;p136"/>
              <p:cNvGrpSpPr/>
              <p:nvPr/>
            </p:nvGrpSpPr>
            <p:grpSpPr>
              <a:xfrm>
                <a:off x="2905682" y="1782817"/>
                <a:ext cx="250438" cy="208549"/>
                <a:chOff x="2905682" y="1782817"/>
                <a:chExt cx="250438" cy="208549"/>
              </a:xfrm>
            </p:grpSpPr>
            <p:cxnSp>
              <p:nvCxnSpPr>
                <p:cNvPr id="10372" name="Google Shape;10372;p13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73" name="Google Shape;10373;p13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136"/>
              <p:cNvGrpSpPr/>
              <p:nvPr/>
            </p:nvGrpSpPr>
            <p:grpSpPr>
              <a:xfrm>
                <a:off x="2700693" y="1746937"/>
                <a:ext cx="449967" cy="72374"/>
                <a:chOff x="2700693" y="1746937"/>
                <a:chExt cx="449967" cy="72374"/>
              </a:xfrm>
            </p:grpSpPr>
            <p:cxnSp>
              <p:nvCxnSpPr>
                <p:cNvPr id="10375" name="Google Shape;10375;p13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76" name="Google Shape;10376;p13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77" name="Google Shape;10377;p136"/>
            <p:cNvGrpSpPr/>
            <p:nvPr/>
          </p:nvGrpSpPr>
          <p:grpSpPr>
            <a:xfrm>
              <a:off x="2029517" y="1732295"/>
              <a:ext cx="1149068" cy="643432"/>
              <a:chOff x="2029517" y="1732295"/>
              <a:chExt cx="1149068" cy="643432"/>
            </a:xfrm>
          </p:grpSpPr>
          <p:grpSp>
            <p:nvGrpSpPr>
              <p:cNvPr id="10378" name="Google Shape;10378;p136"/>
              <p:cNvGrpSpPr/>
              <p:nvPr/>
            </p:nvGrpSpPr>
            <p:grpSpPr>
              <a:xfrm>
                <a:off x="2703618" y="2103152"/>
                <a:ext cx="474966" cy="260017"/>
                <a:chOff x="2703618" y="2103152"/>
                <a:chExt cx="474966" cy="260017"/>
              </a:xfrm>
            </p:grpSpPr>
            <p:grpSp>
              <p:nvGrpSpPr>
                <p:cNvPr id="10379" name="Google Shape;10379;p136"/>
                <p:cNvGrpSpPr/>
                <p:nvPr/>
              </p:nvGrpSpPr>
              <p:grpSpPr>
                <a:xfrm>
                  <a:off x="2703618" y="2290640"/>
                  <a:ext cx="450291" cy="72529"/>
                  <a:chOff x="2703618" y="2290640"/>
                  <a:chExt cx="450291" cy="72529"/>
                </a:xfrm>
              </p:grpSpPr>
              <p:cxnSp>
                <p:nvCxnSpPr>
                  <p:cNvPr id="10380" name="Google Shape;10380;p13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81" name="Google Shape;10381;p13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136"/>
                <p:cNvGrpSpPr/>
                <p:nvPr/>
              </p:nvGrpSpPr>
              <p:grpSpPr>
                <a:xfrm>
                  <a:off x="2908607" y="2103152"/>
                  <a:ext cx="269977" cy="223538"/>
                  <a:chOff x="2908607" y="2103152"/>
                  <a:chExt cx="269977" cy="223538"/>
                </a:xfrm>
              </p:grpSpPr>
              <p:cxnSp>
                <p:nvCxnSpPr>
                  <p:cNvPr id="10383" name="Google Shape;10383;p13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84" name="Google Shape;10384;p13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5" name="Google Shape;10385;p136"/>
              <p:cNvGrpSpPr/>
              <p:nvPr/>
            </p:nvGrpSpPr>
            <p:grpSpPr>
              <a:xfrm>
                <a:off x="2029517" y="1732295"/>
                <a:ext cx="685827" cy="643432"/>
                <a:chOff x="2029517" y="1732295"/>
                <a:chExt cx="685827" cy="643432"/>
              </a:xfrm>
            </p:grpSpPr>
            <p:sp>
              <p:nvSpPr>
                <p:cNvPr id="10386" name="Google Shape;10386;p13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7" name="Google Shape;10387;p136"/>
                <p:cNvGrpSpPr/>
                <p:nvPr/>
              </p:nvGrpSpPr>
              <p:grpSpPr>
                <a:xfrm>
                  <a:off x="2158948" y="1732295"/>
                  <a:ext cx="556396" cy="333108"/>
                  <a:chOff x="2158948" y="1732295"/>
                  <a:chExt cx="556396" cy="333108"/>
                </a:xfrm>
              </p:grpSpPr>
              <p:cxnSp>
                <p:nvCxnSpPr>
                  <p:cNvPr id="10388" name="Google Shape;10388;p13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389" name="Google Shape;10389;p13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136"/>
                <p:cNvGrpSpPr/>
                <p:nvPr/>
              </p:nvGrpSpPr>
              <p:grpSpPr>
                <a:xfrm>
                  <a:off x="2159908" y="2065057"/>
                  <a:ext cx="550884" cy="310670"/>
                  <a:chOff x="2159908" y="2065057"/>
                  <a:chExt cx="550884" cy="310670"/>
                </a:xfrm>
              </p:grpSpPr>
              <p:cxnSp>
                <p:nvCxnSpPr>
                  <p:cNvPr id="10391" name="Google Shape;10391;p13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392" name="Google Shape;10392;p13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393" name="Google Shape;10393;p136"/>
          <p:cNvGrpSpPr/>
          <p:nvPr/>
        </p:nvGrpSpPr>
        <p:grpSpPr>
          <a:xfrm>
            <a:off x="732462" y="1766083"/>
            <a:ext cx="962651" cy="810058"/>
            <a:chOff x="732462" y="1766083"/>
            <a:chExt cx="962651" cy="810058"/>
          </a:xfrm>
        </p:grpSpPr>
        <p:grpSp>
          <p:nvGrpSpPr>
            <p:cNvPr id="10394" name="Google Shape;10394;p136"/>
            <p:cNvGrpSpPr/>
            <p:nvPr/>
          </p:nvGrpSpPr>
          <p:grpSpPr>
            <a:xfrm>
              <a:off x="732462" y="1908333"/>
              <a:ext cx="339369" cy="524756"/>
              <a:chOff x="844912" y="1819635"/>
              <a:chExt cx="329836" cy="510016"/>
            </a:xfrm>
          </p:grpSpPr>
          <p:sp>
            <p:nvSpPr>
              <p:cNvPr id="10395" name="Google Shape;10395;p13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3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3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3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3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3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136"/>
            <p:cNvGrpSpPr/>
            <p:nvPr/>
          </p:nvGrpSpPr>
          <p:grpSpPr>
            <a:xfrm>
              <a:off x="1184858" y="2256650"/>
              <a:ext cx="510255" cy="319491"/>
              <a:chOff x="1284601" y="2158168"/>
              <a:chExt cx="495923" cy="310517"/>
            </a:xfrm>
          </p:grpSpPr>
          <p:sp>
            <p:nvSpPr>
              <p:cNvPr id="10402" name="Google Shape;10402;p13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3" name="Google Shape;10403;p136"/>
              <p:cNvGrpSpPr/>
              <p:nvPr/>
            </p:nvGrpSpPr>
            <p:grpSpPr>
              <a:xfrm>
                <a:off x="1507666" y="2158168"/>
                <a:ext cx="272858" cy="310517"/>
                <a:chOff x="1507666" y="2158168"/>
                <a:chExt cx="272858" cy="310517"/>
              </a:xfrm>
            </p:grpSpPr>
            <p:grpSp>
              <p:nvGrpSpPr>
                <p:cNvPr id="10404" name="Google Shape;10404;p136"/>
                <p:cNvGrpSpPr/>
                <p:nvPr/>
              </p:nvGrpSpPr>
              <p:grpSpPr>
                <a:xfrm>
                  <a:off x="1507666" y="2176104"/>
                  <a:ext cx="166395" cy="273149"/>
                  <a:chOff x="1507666" y="2176104"/>
                  <a:chExt cx="166395" cy="273149"/>
                </a:xfrm>
              </p:grpSpPr>
              <p:sp>
                <p:nvSpPr>
                  <p:cNvPr id="10405" name="Google Shape;10405;p13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3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3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3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3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3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3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2" name="Google Shape;10412;p13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3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14" name="Google Shape;10414;p136"/>
            <p:cNvGrpSpPr/>
            <p:nvPr/>
          </p:nvGrpSpPr>
          <p:grpSpPr>
            <a:xfrm>
              <a:off x="1184858" y="1766083"/>
              <a:ext cx="510255" cy="319491"/>
              <a:chOff x="1284601" y="1681380"/>
              <a:chExt cx="495923" cy="310517"/>
            </a:xfrm>
          </p:grpSpPr>
          <p:sp>
            <p:nvSpPr>
              <p:cNvPr id="10415" name="Google Shape;10415;p13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6" name="Google Shape;10416;p136"/>
              <p:cNvGrpSpPr/>
              <p:nvPr/>
            </p:nvGrpSpPr>
            <p:grpSpPr>
              <a:xfrm>
                <a:off x="1507666" y="1681380"/>
                <a:ext cx="272858" cy="310517"/>
                <a:chOff x="1507666" y="1681380"/>
                <a:chExt cx="272858" cy="310517"/>
              </a:xfrm>
            </p:grpSpPr>
            <p:grpSp>
              <p:nvGrpSpPr>
                <p:cNvPr id="10417" name="Google Shape;10417;p136"/>
                <p:cNvGrpSpPr/>
                <p:nvPr/>
              </p:nvGrpSpPr>
              <p:grpSpPr>
                <a:xfrm>
                  <a:off x="1507666" y="1700120"/>
                  <a:ext cx="166395" cy="272984"/>
                  <a:chOff x="1507666" y="1700120"/>
                  <a:chExt cx="166395" cy="272984"/>
                </a:xfrm>
              </p:grpSpPr>
              <p:sp>
                <p:nvSpPr>
                  <p:cNvPr id="10418" name="Google Shape;10418;p13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13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3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13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3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3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3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5" name="Google Shape;10425;p13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3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427" name="Google Shape;10427;p136"/>
          <p:cNvGrpSpPr/>
          <p:nvPr/>
        </p:nvGrpSpPr>
        <p:grpSpPr>
          <a:xfrm>
            <a:off x="6841403" y="2533512"/>
            <a:ext cx="1622269" cy="552443"/>
            <a:chOff x="6894650" y="2574740"/>
            <a:chExt cx="1445100" cy="492111"/>
          </a:xfrm>
        </p:grpSpPr>
        <p:sp>
          <p:nvSpPr>
            <p:cNvPr id="10428" name="Google Shape;10428;p13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3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3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3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3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33" name="Google Shape;10433;p13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434" name="Google Shape;10434;p136"/>
          <p:cNvGrpSpPr/>
          <p:nvPr/>
        </p:nvGrpSpPr>
        <p:grpSpPr>
          <a:xfrm>
            <a:off x="6860946" y="3907768"/>
            <a:ext cx="1583206" cy="475705"/>
            <a:chOff x="6953919" y="3907920"/>
            <a:chExt cx="1377300" cy="475705"/>
          </a:xfrm>
        </p:grpSpPr>
        <p:cxnSp>
          <p:nvCxnSpPr>
            <p:cNvPr id="10435" name="Google Shape;10435;p13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436" name="Google Shape;10436;p13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437" name="Google Shape;10437;p13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438" name="Google Shape;10438;p13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439" name="Google Shape;10439;p13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440" name="Google Shape;10440;p136"/>
          <p:cNvGrpSpPr/>
          <p:nvPr/>
        </p:nvGrpSpPr>
        <p:grpSpPr>
          <a:xfrm>
            <a:off x="2364534" y="2668913"/>
            <a:ext cx="836286" cy="824529"/>
            <a:chOff x="2389399" y="2595741"/>
            <a:chExt cx="812796" cy="801369"/>
          </a:xfrm>
        </p:grpSpPr>
        <p:grpSp>
          <p:nvGrpSpPr>
            <p:cNvPr id="10441" name="Google Shape;10441;p136"/>
            <p:cNvGrpSpPr/>
            <p:nvPr/>
          </p:nvGrpSpPr>
          <p:grpSpPr>
            <a:xfrm>
              <a:off x="2492145" y="2881565"/>
              <a:ext cx="607300" cy="229751"/>
              <a:chOff x="2492145" y="2881565"/>
              <a:chExt cx="607300" cy="229751"/>
            </a:xfrm>
          </p:grpSpPr>
          <p:sp>
            <p:nvSpPr>
              <p:cNvPr id="10442" name="Google Shape;10442;p13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3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3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136"/>
            <p:cNvGrpSpPr/>
            <p:nvPr/>
          </p:nvGrpSpPr>
          <p:grpSpPr>
            <a:xfrm>
              <a:off x="2389399" y="2595741"/>
              <a:ext cx="812796" cy="296825"/>
              <a:chOff x="2389399" y="2595741"/>
              <a:chExt cx="812796" cy="296825"/>
            </a:xfrm>
          </p:grpSpPr>
          <p:grpSp>
            <p:nvGrpSpPr>
              <p:cNvPr id="10446" name="Google Shape;10446;p136"/>
              <p:cNvGrpSpPr/>
              <p:nvPr/>
            </p:nvGrpSpPr>
            <p:grpSpPr>
              <a:xfrm>
                <a:off x="2389399" y="2595741"/>
                <a:ext cx="363638" cy="296825"/>
                <a:chOff x="2389399" y="2595741"/>
                <a:chExt cx="363638" cy="296825"/>
              </a:xfrm>
            </p:grpSpPr>
            <p:grpSp>
              <p:nvGrpSpPr>
                <p:cNvPr id="10447" name="Google Shape;10447;p136"/>
                <p:cNvGrpSpPr/>
                <p:nvPr/>
              </p:nvGrpSpPr>
              <p:grpSpPr>
                <a:xfrm>
                  <a:off x="2493852" y="2794333"/>
                  <a:ext cx="259185" cy="98232"/>
                  <a:chOff x="2493852" y="2794333"/>
                  <a:chExt cx="259185" cy="98232"/>
                </a:xfrm>
              </p:grpSpPr>
              <p:sp>
                <p:nvSpPr>
                  <p:cNvPr id="10448" name="Google Shape;10448;p13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3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3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1" name="Google Shape;10451;p136"/>
                <p:cNvGrpSpPr/>
                <p:nvPr/>
              </p:nvGrpSpPr>
              <p:grpSpPr>
                <a:xfrm>
                  <a:off x="2389399" y="2595741"/>
                  <a:ext cx="224343" cy="182054"/>
                  <a:chOff x="2389399" y="2595741"/>
                  <a:chExt cx="224343" cy="182054"/>
                </a:xfrm>
              </p:grpSpPr>
              <p:sp>
                <p:nvSpPr>
                  <p:cNvPr id="10452" name="Google Shape;10452;p13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3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4" name="Google Shape;10454;p136"/>
              <p:cNvGrpSpPr/>
              <p:nvPr/>
            </p:nvGrpSpPr>
            <p:grpSpPr>
              <a:xfrm>
                <a:off x="2683630" y="2595741"/>
                <a:ext cx="224334" cy="296825"/>
                <a:chOff x="2683630" y="2595741"/>
                <a:chExt cx="224334" cy="296825"/>
              </a:xfrm>
            </p:grpSpPr>
            <p:grpSp>
              <p:nvGrpSpPr>
                <p:cNvPr id="10455" name="Google Shape;10455;p136"/>
                <p:cNvGrpSpPr/>
                <p:nvPr/>
              </p:nvGrpSpPr>
              <p:grpSpPr>
                <a:xfrm>
                  <a:off x="2788083" y="2794333"/>
                  <a:ext cx="15356" cy="98232"/>
                  <a:chOff x="2788083" y="2794333"/>
                  <a:chExt cx="15356" cy="98232"/>
                </a:xfrm>
              </p:grpSpPr>
              <p:sp>
                <p:nvSpPr>
                  <p:cNvPr id="10456" name="Google Shape;10456;p13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3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3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9" name="Google Shape;10459;p136"/>
                <p:cNvGrpSpPr/>
                <p:nvPr/>
              </p:nvGrpSpPr>
              <p:grpSpPr>
                <a:xfrm>
                  <a:off x="2683630" y="2595741"/>
                  <a:ext cx="224334" cy="182054"/>
                  <a:chOff x="2683630" y="2595741"/>
                  <a:chExt cx="224334" cy="182054"/>
                </a:xfrm>
              </p:grpSpPr>
              <p:sp>
                <p:nvSpPr>
                  <p:cNvPr id="10460" name="Google Shape;10460;p13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3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2" name="Google Shape;10462;p136"/>
              <p:cNvGrpSpPr/>
              <p:nvPr/>
            </p:nvGrpSpPr>
            <p:grpSpPr>
              <a:xfrm>
                <a:off x="2838475" y="2595741"/>
                <a:ext cx="363719" cy="296825"/>
                <a:chOff x="2838475" y="2595741"/>
                <a:chExt cx="363719" cy="296825"/>
              </a:xfrm>
            </p:grpSpPr>
            <p:grpSp>
              <p:nvGrpSpPr>
                <p:cNvPr id="10463" name="Google Shape;10463;p136"/>
                <p:cNvGrpSpPr/>
                <p:nvPr/>
              </p:nvGrpSpPr>
              <p:grpSpPr>
                <a:xfrm>
                  <a:off x="2838475" y="2794333"/>
                  <a:ext cx="259185" cy="98232"/>
                  <a:chOff x="2838475" y="2794333"/>
                  <a:chExt cx="259185" cy="98232"/>
                </a:xfrm>
              </p:grpSpPr>
              <p:sp>
                <p:nvSpPr>
                  <p:cNvPr id="10464" name="Google Shape;10464;p13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13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13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136"/>
                <p:cNvGrpSpPr/>
                <p:nvPr/>
              </p:nvGrpSpPr>
              <p:grpSpPr>
                <a:xfrm>
                  <a:off x="2977852" y="2595741"/>
                  <a:ext cx="224343" cy="182054"/>
                  <a:chOff x="2977852" y="2595741"/>
                  <a:chExt cx="224343" cy="182054"/>
                </a:xfrm>
              </p:grpSpPr>
              <p:sp>
                <p:nvSpPr>
                  <p:cNvPr id="10468" name="Google Shape;10468;p13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13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470" name="Google Shape;10470;p136"/>
            <p:cNvGrpSpPr/>
            <p:nvPr/>
          </p:nvGrpSpPr>
          <p:grpSpPr>
            <a:xfrm>
              <a:off x="2389399" y="3100241"/>
              <a:ext cx="812796" cy="296869"/>
              <a:chOff x="2389399" y="3100241"/>
              <a:chExt cx="812796" cy="296869"/>
            </a:xfrm>
          </p:grpSpPr>
          <p:grpSp>
            <p:nvGrpSpPr>
              <p:cNvPr id="10471" name="Google Shape;10471;p136"/>
              <p:cNvGrpSpPr/>
              <p:nvPr/>
            </p:nvGrpSpPr>
            <p:grpSpPr>
              <a:xfrm>
                <a:off x="2683630" y="3100241"/>
                <a:ext cx="224334" cy="296869"/>
                <a:chOff x="2683630" y="3100241"/>
                <a:chExt cx="224334" cy="296869"/>
              </a:xfrm>
            </p:grpSpPr>
            <p:grpSp>
              <p:nvGrpSpPr>
                <p:cNvPr id="10472" name="Google Shape;10472;p136"/>
                <p:cNvGrpSpPr/>
                <p:nvPr/>
              </p:nvGrpSpPr>
              <p:grpSpPr>
                <a:xfrm>
                  <a:off x="2788083" y="3100241"/>
                  <a:ext cx="15356" cy="98237"/>
                  <a:chOff x="2788083" y="3100241"/>
                  <a:chExt cx="15356" cy="98237"/>
                </a:xfrm>
              </p:grpSpPr>
              <p:sp>
                <p:nvSpPr>
                  <p:cNvPr id="10473" name="Google Shape;10473;p13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3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3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136"/>
                <p:cNvGrpSpPr/>
                <p:nvPr/>
              </p:nvGrpSpPr>
              <p:grpSpPr>
                <a:xfrm>
                  <a:off x="2683630" y="3215065"/>
                  <a:ext cx="224334" cy="182045"/>
                  <a:chOff x="2683630" y="3215065"/>
                  <a:chExt cx="224334" cy="182045"/>
                </a:xfrm>
              </p:grpSpPr>
              <p:sp>
                <p:nvSpPr>
                  <p:cNvPr id="10477" name="Google Shape;10477;p13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3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79" name="Google Shape;10479;p136"/>
              <p:cNvGrpSpPr/>
              <p:nvPr/>
            </p:nvGrpSpPr>
            <p:grpSpPr>
              <a:xfrm>
                <a:off x="2389399" y="3100241"/>
                <a:ext cx="363638" cy="296869"/>
                <a:chOff x="2389399" y="3100241"/>
                <a:chExt cx="363638" cy="296869"/>
              </a:xfrm>
            </p:grpSpPr>
            <p:grpSp>
              <p:nvGrpSpPr>
                <p:cNvPr id="10480" name="Google Shape;10480;p136"/>
                <p:cNvGrpSpPr/>
                <p:nvPr/>
              </p:nvGrpSpPr>
              <p:grpSpPr>
                <a:xfrm>
                  <a:off x="2493852" y="3100241"/>
                  <a:ext cx="259185" cy="98237"/>
                  <a:chOff x="2493852" y="3100241"/>
                  <a:chExt cx="259185" cy="98237"/>
                </a:xfrm>
              </p:grpSpPr>
              <p:sp>
                <p:nvSpPr>
                  <p:cNvPr id="10481" name="Google Shape;10481;p13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3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3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136"/>
                <p:cNvGrpSpPr/>
                <p:nvPr/>
              </p:nvGrpSpPr>
              <p:grpSpPr>
                <a:xfrm>
                  <a:off x="2389399" y="3215065"/>
                  <a:ext cx="224343" cy="182045"/>
                  <a:chOff x="2389399" y="3215065"/>
                  <a:chExt cx="224343" cy="182045"/>
                </a:xfrm>
              </p:grpSpPr>
              <p:sp>
                <p:nvSpPr>
                  <p:cNvPr id="10485" name="Google Shape;10485;p13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3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87" name="Google Shape;10487;p136"/>
              <p:cNvGrpSpPr/>
              <p:nvPr/>
            </p:nvGrpSpPr>
            <p:grpSpPr>
              <a:xfrm>
                <a:off x="2838475" y="3100241"/>
                <a:ext cx="363719" cy="296869"/>
                <a:chOff x="2838475" y="3100241"/>
                <a:chExt cx="363719" cy="296869"/>
              </a:xfrm>
            </p:grpSpPr>
            <p:grpSp>
              <p:nvGrpSpPr>
                <p:cNvPr id="10488" name="Google Shape;10488;p136"/>
                <p:cNvGrpSpPr/>
                <p:nvPr/>
              </p:nvGrpSpPr>
              <p:grpSpPr>
                <a:xfrm>
                  <a:off x="2838475" y="3100241"/>
                  <a:ext cx="259185" cy="98237"/>
                  <a:chOff x="2838475" y="3100241"/>
                  <a:chExt cx="259185" cy="98237"/>
                </a:xfrm>
              </p:grpSpPr>
              <p:sp>
                <p:nvSpPr>
                  <p:cNvPr id="10489" name="Google Shape;10489;p13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3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3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136"/>
                <p:cNvGrpSpPr/>
                <p:nvPr/>
              </p:nvGrpSpPr>
              <p:grpSpPr>
                <a:xfrm>
                  <a:off x="2977852" y="3215065"/>
                  <a:ext cx="224343" cy="182045"/>
                  <a:chOff x="2977852" y="3215065"/>
                  <a:chExt cx="224343" cy="182045"/>
                </a:xfrm>
              </p:grpSpPr>
              <p:sp>
                <p:nvSpPr>
                  <p:cNvPr id="10493" name="Google Shape;10493;p13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3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show="0">
  <p:cSld>
    <p:spTree>
      <p:nvGrpSpPr>
        <p:cNvPr id="1" name="Shape 10498"/>
        <p:cNvGrpSpPr/>
        <p:nvPr/>
      </p:nvGrpSpPr>
      <p:grpSpPr>
        <a:xfrm>
          <a:off x="0" y="0"/>
          <a:ext cx="0" cy="0"/>
          <a:chOff x="0" y="0"/>
          <a:chExt cx="0" cy="0"/>
        </a:xfrm>
      </p:grpSpPr>
      <p:grpSp>
        <p:nvGrpSpPr>
          <p:cNvPr id="10499" name="Google Shape;10499;p137"/>
          <p:cNvGrpSpPr/>
          <p:nvPr/>
        </p:nvGrpSpPr>
        <p:grpSpPr>
          <a:xfrm>
            <a:off x="718875" y="3363288"/>
            <a:ext cx="2390414" cy="1024800"/>
            <a:chOff x="728925" y="3296613"/>
            <a:chExt cx="2390414" cy="1024800"/>
          </a:xfrm>
        </p:grpSpPr>
        <p:grpSp>
          <p:nvGrpSpPr>
            <p:cNvPr id="10500" name="Google Shape;10500;p137"/>
            <p:cNvGrpSpPr/>
            <p:nvPr/>
          </p:nvGrpSpPr>
          <p:grpSpPr>
            <a:xfrm>
              <a:off x="728925" y="3619800"/>
              <a:ext cx="2390414" cy="500893"/>
              <a:chOff x="728925" y="3619800"/>
              <a:chExt cx="2390414" cy="500893"/>
            </a:xfrm>
          </p:grpSpPr>
          <p:sp>
            <p:nvSpPr>
              <p:cNvPr id="10501" name="Google Shape;10501;p137"/>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502" name="Google Shape;10502;p137"/>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503" name="Google Shape;10503;p137"/>
            <p:cNvGrpSpPr/>
            <p:nvPr/>
          </p:nvGrpSpPr>
          <p:grpSpPr>
            <a:xfrm>
              <a:off x="1348050" y="3296613"/>
              <a:ext cx="1706152" cy="1024800"/>
              <a:chOff x="1348050" y="3296613"/>
              <a:chExt cx="1706152" cy="1024800"/>
            </a:xfrm>
          </p:grpSpPr>
          <p:sp>
            <p:nvSpPr>
              <p:cNvPr id="10504" name="Google Shape;10504;p137"/>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505" name="Google Shape;10505;p137"/>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506" name="Google Shape;10506;p137"/>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507" name="Google Shape;10507;p137"/>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508" name="Google Shape;10508;p137"/>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509" name="Google Shape;10509;p137"/>
            <p:cNvGrpSpPr/>
            <p:nvPr/>
          </p:nvGrpSpPr>
          <p:grpSpPr>
            <a:xfrm>
              <a:off x="1455707" y="3654858"/>
              <a:ext cx="1491150" cy="417657"/>
              <a:chOff x="1455707" y="3654858"/>
              <a:chExt cx="1491150" cy="417657"/>
            </a:xfrm>
          </p:grpSpPr>
          <p:sp>
            <p:nvSpPr>
              <p:cNvPr id="10510" name="Google Shape;10510;p137"/>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37"/>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37"/>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37"/>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37"/>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37"/>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37"/>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37"/>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37"/>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37"/>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37"/>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37"/>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37"/>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37"/>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37"/>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37"/>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37"/>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37"/>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37"/>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37"/>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530" name="Google Shape;10530;p137"/>
          <p:cNvGraphicFramePr/>
          <p:nvPr/>
        </p:nvGraphicFramePr>
        <p:xfrm>
          <a:off x="5954575" y="2361200"/>
          <a:ext cx="3000000" cy="3000000"/>
        </p:xfrm>
        <a:graphic>
          <a:graphicData uri="http://schemas.openxmlformats.org/drawingml/2006/table">
            <a:tbl>
              <a:tblPr>
                <a:noFill/>
                <a:tableStyleId>{66CF3BB9-356A-4DC6-A1AA-591E68149EF2}</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531" name="Google Shape;10531;p137"/>
          <p:cNvGrpSpPr/>
          <p:nvPr/>
        </p:nvGrpSpPr>
        <p:grpSpPr>
          <a:xfrm>
            <a:off x="727251" y="1188964"/>
            <a:ext cx="2396505" cy="976502"/>
            <a:chOff x="749309" y="1112739"/>
            <a:chExt cx="2371603" cy="976502"/>
          </a:xfrm>
        </p:grpSpPr>
        <p:grpSp>
          <p:nvGrpSpPr>
            <p:cNvPr id="10532" name="Google Shape;10532;p137"/>
            <p:cNvGrpSpPr/>
            <p:nvPr/>
          </p:nvGrpSpPr>
          <p:grpSpPr>
            <a:xfrm>
              <a:off x="1092126" y="1112739"/>
              <a:ext cx="2028786" cy="975464"/>
              <a:chOff x="1092126" y="1112739"/>
              <a:chExt cx="2028786" cy="975464"/>
            </a:xfrm>
          </p:grpSpPr>
          <p:sp>
            <p:nvSpPr>
              <p:cNvPr id="10533" name="Google Shape;10533;p137"/>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37"/>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37"/>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37"/>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37"/>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37"/>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37"/>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37"/>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37"/>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37"/>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37"/>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37"/>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37"/>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37"/>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37"/>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37"/>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37"/>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37"/>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37"/>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37"/>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37"/>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37"/>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37"/>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37"/>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137"/>
            <p:cNvGrpSpPr/>
            <p:nvPr/>
          </p:nvGrpSpPr>
          <p:grpSpPr>
            <a:xfrm>
              <a:off x="749309" y="1112739"/>
              <a:ext cx="314700" cy="975464"/>
              <a:chOff x="749309" y="1112739"/>
              <a:chExt cx="314700" cy="975464"/>
            </a:xfrm>
          </p:grpSpPr>
          <p:sp>
            <p:nvSpPr>
              <p:cNvPr id="10558" name="Google Shape;10558;p137"/>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37"/>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37"/>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37"/>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2" name="Google Shape;10562;p13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13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3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3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566" name="Google Shape;10566;p137"/>
          <p:cNvGraphicFramePr/>
          <p:nvPr/>
        </p:nvGraphicFramePr>
        <p:xfrm>
          <a:off x="5954600" y="1188950"/>
          <a:ext cx="3000000" cy="3000000"/>
        </p:xfrm>
        <a:graphic>
          <a:graphicData uri="http://schemas.openxmlformats.org/drawingml/2006/table">
            <a:tbl>
              <a:tblPr>
                <a:noFill/>
                <a:tableStyleId>{66CF3BB9-356A-4DC6-A1AA-591E68149EF2}</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567" name="Google Shape;10567;p137"/>
          <p:cNvGraphicFramePr/>
          <p:nvPr/>
        </p:nvGraphicFramePr>
        <p:xfrm>
          <a:off x="3375463" y="2361200"/>
          <a:ext cx="3000000" cy="3000000"/>
        </p:xfrm>
        <a:graphic>
          <a:graphicData uri="http://schemas.openxmlformats.org/drawingml/2006/table">
            <a:tbl>
              <a:tblPr>
                <a:noFill/>
                <a:tableStyleId>{66CF3BB9-356A-4DC6-A1AA-591E68149EF2}</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568" name="Google Shape;10568;p137"/>
          <p:cNvGrpSpPr/>
          <p:nvPr/>
        </p:nvGrpSpPr>
        <p:grpSpPr>
          <a:xfrm>
            <a:off x="3377449" y="3352160"/>
            <a:ext cx="2363377" cy="1047062"/>
            <a:chOff x="3358399" y="3285485"/>
            <a:chExt cx="2363377" cy="1047062"/>
          </a:xfrm>
        </p:grpSpPr>
        <p:grpSp>
          <p:nvGrpSpPr>
            <p:cNvPr id="10569" name="Google Shape;10569;p137"/>
            <p:cNvGrpSpPr/>
            <p:nvPr/>
          </p:nvGrpSpPr>
          <p:grpSpPr>
            <a:xfrm>
              <a:off x="3358412" y="3285485"/>
              <a:ext cx="2363244" cy="139500"/>
              <a:chOff x="3358412" y="3285485"/>
              <a:chExt cx="2363244" cy="139500"/>
            </a:xfrm>
          </p:grpSpPr>
          <p:sp>
            <p:nvSpPr>
              <p:cNvPr id="10570" name="Google Shape;10570;p137"/>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37"/>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37"/>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37"/>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37"/>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137"/>
            <p:cNvGrpSpPr/>
            <p:nvPr/>
          </p:nvGrpSpPr>
          <p:grpSpPr>
            <a:xfrm>
              <a:off x="3358412" y="3466996"/>
              <a:ext cx="2363244" cy="139500"/>
              <a:chOff x="3358412" y="3466996"/>
              <a:chExt cx="2363244" cy="139500"/>
            </a:xfrm>
          </p:grpSpPr>
          <p:sp>
            <p:nvSpPr>
              <p:cNvPr id="10576" name="Google Shape;10576;p137"/>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37"/>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37"/>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37"/>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37"/>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137"/>
            <p:cNvGrpSpPr/>
            <p:nvPr/>
          </p:nvGrpSpPr>
          <p:grpSpPr>
            <a:xfrm>
              <a:off x="3358412" y="3648507"/>
              <a:ext cx="2363244" cy="139500"/>
              <a:chOff x="3358412" y="3648507"/>
              <a:chExt cx="2363244" cy="139500"/>
            </a:xfrm>
          </p:grpSpPr>
          <p:sp>
            <p:nvSpPr>
              <p:cNvPr id="10582" name="Google Shape;10582;p137"/>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37"/>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37"/>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37"/>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37"/>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7" name="Google Shape;10587;p137"/>
            <p:cNvGrpSpPr/>
            <p:nvPr/>
          </p:nvGrpSpPr>
          <p:grpSpPr>
            <a:xfrm>
              <a:off x="3358412" y="3830018"/>
              <a:ext cx="2363244" cy="139500"/>
              <a:chOff x="3358412" y="3830018"/>
              <a:chExt cx="2363244" cy="139500"/>
            </a:xfrm>
          </p:grpSpPr>
          <p:sp>
            <p:nvSpPr>
              <p:cNvPr id="10588" name="Google Shape;10588;p137"/>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37"/>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37"/>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37"/>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37"/>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3" name="Google Shape;10593;p137"/>
            <p:cNvGrpSpPr/>
            <p:nvPr/>
          </p:nvGrpSpPr>
          <p:grpSpPr>
            <a:xfrm>
              <a:off x="3358399" y="4011514"/>
              <a:ext cx="2363377" cy="139537"/>
              <a:chOff x="3294800" y="4134603"/>
              <a:chExt cx="2638876" cy="152400"/>
            </a:xfrm>
          </p:grpSpPr>
          <p:sp>
            <p:nvSpPr>
              <p:cNvPr id="10594" name="Google Shape;10594;p13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3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3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3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3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9" name="Google Shape;10599;p137"/>
            <p:cNvGrpSpPr/>
            <p:nvPr/>
          </p:nvGrpSpPr>
          <p:grpSpPr>
            <a:xfrm>
              <a:off x="3358399" y="4193010"/>
              <a:ext cx="2363377" cy="139537"/>
              <a:chOff x="3294800" y="4134603"/>
              <a:chExt cx="2638876" cy="152400"/>
            </a:xfrm>
          </p:grpSpPr>
          <p:sp>
            <p:nvSpPr>
              <p:cNvPr id="10600" name="Google Shape;10600;p13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3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3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3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3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605" name="Google Shape;10605;p137"/>
          <p:cNvGraphicFramePr/>
          <p:nvPr/>
        </p:nvGraphicFramePr>
        <p:xfrm>
          <a:off x="728250" y="2361200"/>
          <a:ext cx="3000000" cy="3000000"/>
        </p:xfrm>
        <a:graphic>
          <a:graphicData uri="http://schemas.openxmlformats.org/drawingml/2006/table">
            <a:tbl>
              <a:tblPr>
                <a:noFill/>
                <a:tableStyleId>{66CF3BB9-356A-4DC6-A1AA-591E68149EF2}</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606" name="Google Shape;10606;p137"/>
          <p:cNvGrpSpPr/>
          <p:nvPr/>
        </p:nvGrpSpPr>
        <p:grpSpPr>
          <a:xfrm>
            <a:off x="4177919" y="2765014"/>
            <a:ext cx="1302095" cy="60959"/>
            <a:chOff x="3558802" y="4011427"/>
            <a:chExt cx="1866000" cy="111300"/>
          </a:xfrm>
        </p:grpSpPr>
        <p:sp>
          <p:nvSpPr>
            <p:cNvPr id="10607" name="Google Shape;10607;p13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3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9" name="Google Shape;10609;p137"/>
          <p:cNvGrpSpPr/>
          <p:nvPr/>
        </p:nvGrpSpPr>
        <p:grpSpPr>
          <a:xfrm>
            <a:off x="4723407" y="3047174"/>
            <a:ext cx="914340" cy="60959"/>
            <a:chOff x="3558802" y="4011427"/>
            <a:chExt cx="1866000" cy="111300"/>
          </a:xfrm>
        </p:grpSpPr>
        <p:sp>
          <p:nvSpPr>
            <p:cNvPr id="10610" name="Google Shape;10610;p13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3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137"/>
          <p:cNvGrpSpPr/>
          <p:nvPr/>
        </p:nvGrpSpPr>
        <p:grpSpPr>
          <a:xfrm>
            <a:off x="5926924" y="3381697"/>
            <a:ext cx="2519825" cy="1001454"/>
            <a:chOff x="1906114" y="789980"/>
            <a:chExt cx="1487676" cy="606868"/>
          </a:xfrm>
        </p:grpSpPr>
        <p:cxnSp>
          <p:nvCxnSpPr>
            <p:cNvPr id="10613" name="Google Shape;10613;p13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614" name="Google Shape;10614;p13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615" name="Google Shape;10615;p13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616" name="Google Shape;10616;p137"/>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617" name="Google Shape;10617;p137"/>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618" name="Google Shape;10618;p137"/>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619" name="Google Shape;10619;p137"/>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620" name="Google Shape;10620;p13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3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3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3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3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3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37"/>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627" name="Google Shape;10627;p137"/>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628" name="Google Shape;10628;p137"/>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629" name="Google Shape;10629;p13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137"/>
          <p:cNvGrpSpPr/>
          <p:nvPr/>
        </p:nvGrpSpPr>
        <p:grpSpPr>
          <a:xfrm>
            <a:off x="3372612" y="1159008"/>
            <a:ext cx="2363393" cy="1005865"/>
            <a:chOff x="3292400" y="1193188"/>
            <a:chExt cx="2615240" cy="1131075"/>
          </a:xfrm>
        </p:grpSpPr>
        <p:sp>
          <p:nvSpPr>
            <p:cNvPr id="10631" name="Google Shape;10631;p137"/>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32" name="Google Shape;10632;p137"/>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33" name="Google Shape;10633;p137"/>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634" name="Google Shape;10634;p137"/>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635" name="Google Shape;10635;p137"/>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636" name="Google Shape;10636;p137"/>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637" name="Google Shape;10637;p137"/>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638" name="Google Shape;10638;p137"/>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639" name="Google Shape;10639;p137"/>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640" name="Google Shape;10640;p137"/>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641" name="Google Shape;10641;p137"/>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42" name="Google Shape;10642;p137"/>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643" name="Google Shape;10643;p137"/>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44" name="Google Shape;10644;p137"/>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645" name="Google Shape;10645;p137"/>
            <p:cNvGrpSpPr/>
            <p:nvPr/>
          </p:nvGrpSpPr>
          <p:grpSpPr>
            <a:xfrm>
              <a:off x="3748438" y="1378608"/>
              <a:ext cx="2159202" cy="903971"/>
              <a:chOff x="1683525" y="2179850"/>
              <a:chExt cx="4519050" cy="2134525"/>
            </a:xfrm>
          </p:grpSpPr>
          <p:sp>
            <p:nvSpPr>
              <p:cNvPr id="10646" name="Google Shape;10646;p13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47" name="Google Shape;10647;p13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48" name="Google Shape;10648;p13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49" name="Google Shape;10649;p13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0" name="Google Shape;10650;p13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1" name="Google Shape;10651;p13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2" name="Google Shape;10652;p13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3" name="Google Shape;10653;p13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4" name="Google Shape;10654;p13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5" name="Google Shape;10655;p13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6" name="Google Shape;10656;p13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57" name="Google Shape;10657;p13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show="0">
  <p:cSld>
    <p:spTree>
      <p:nvGrpSpPr>
        <p:cNvPr id="1" name="Shape 10661"/>
        <p:cNvGrpSpPr/>
        <p:nvPr/>
      </p:nvGrpSpPr>
      <p:grpSpPr>
        <a:xfrm>
          <a:off x="0" y="0"/>
          <a:ext cx="0" cy="0"/>
          <a:chOff x="0" y="0"/>
          <a:chExt cx="0" cy="0"/>
        </a:xfrm>
      </p:grpSpPr>
      <p:grpSp>
        <p:nvGrpSpPr>
          <p:cNvPr id="10662" name="Google Shape;10662;p138"/>
          <p:cNvGrpSpPr/>
          <p:nvPr/>
        </p:nvGrpSpPr>
        <p:grpSpPr>
          <a:xfrm>
            <a:off x="4814684" y="1191441"/>
            <a:ext cx="745431" cy="718863"/>
            <a:chOff x="4249973" y="1201875"/>
            <a:chExt cx="1958568" cy="1888762"/>
          </a:xfrm>
        </p:grpSpPr>
        <p:sp>
          <p:nvSpPr>
            <p:cNvPr id="10663" name="Google Shape;10663;p138"/>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4" name="Google Shape;10664;p138"/>
            <p:cNvGrpSpPr/>
            <p:nvPr/>
          </p:nvGrpSpPr>
          <p:grpSpPr>
            <a:xfrm>
              <a:off x="5853086" y="1789142"/>
              <a:ext cx="355454" cy="1048099"/>
              <a:chOff x="5576108" y="2016725"/>
              <a:chExt cx="565200" cy="1666560"/>
            </a:xfrm>
          </p:grpSpPr>
          <p:sp>
            <p:nvSpPr>
              <p:cNvPr id="10665" name="Google Shape;10665;p138"/>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66" name="Google Shape;10666;p13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7" name="Google Shape;10667;p138"/>
            <p:cNvGrpSpPr/>
            <p:nvPr/>
          </p:nvGrpSpPr>
          <p:grpSpPr>
            <a:xfrm>
              <a:off x="4869455" y="2691676"/>
              <a:ext cx="1013897" cy="398961"/>
              <a:chOff x="4012057" y="3451825"/>
              <a:chExt cx="1612175" cy="634379"/>
            </a:xfrm>
          </p:grpSpPr>
          <p:sp>
            <p:nvSpPr>
              <p:cNvPr id="10668" name="Google Shape;10668;p138"/>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69" name="Google Shape;10669;p13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138"/>
            <p:cNvGrpSpPr/>
            <p:nvPr/>
          </p:nvGrpSpPr>
          <p:grpSpPr>
            <a:xfrm>
              <a:off x="4276937" y="2155961"/>
              <a:ext cx="651965" cy="891358"/>
              <a:chOff x="3069908" y="2599997"/>
              <a:chExt cx="1036675" cy="1417328"/>
            </a:xfrm>
          </p:grpSpPr>
          <p:sp>
            <p:nvSpPr>
              <p:cNvPr id="10671" name="Google Shape;10671;p138"/>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72" name="Google Shape;10672;p13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138"/>
            <p:cNvGrpSpPr/>
            <p:nvPr/>
          </p:nvGrpSpPr>
          <p:grpSpPr>
            <a:xfrm>
              <a:off x="5054918" y="1201875"/>
              <a:ext cx="999548" cy="602711"/>
              <a:chOff x="4306958" y="1082925"/>
              <a:chExt cx="1589359" cy="958358"/>
            </a:xfrm>
          </p:grpSpPr>
          <p:sp>
            <p:nvSpPr>
              <p:cNvPr id="10674" name="Google Shape;10674;p138"/>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75" name="Google Shape;10675;p13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6" name="Google Shape;10676;p138"/>
            <p:cNvGrpSpPr/>
            <p:nvPr/>
          </p:nvGrpSpPr>
          <p:grpSpPr>
            <a:xfrm>
              <a:off x="4249973" y="1303451"/>
              <a:ext cx="799317" cy="841334"/>
              <a:chOff x="3027033" y="1244439"/>
              <a:chExt cx="1270977" cy="1337786"/>
            </a:xfrm>
          </p:grpSpPr>
          <p:sp>
            <p:nvSpPr>
              <p:cNvPr id="10677" name="Google Shape;10677;p138"/>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78" name="Google Shape;10678;p13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9" name="Google Shape;10679;p138"/>
          <p:cNvGrpSpPr/>
          <p:nvPr/>
        </p:nvGrpSpPr>
        <p:grpSpPr>
          <a:xfrm>
            <a:off x="731057" y="2069890"/>
            <a:ext cx="761767" cy="729896"/>
            <a:chOff x="2657744" y="2337745"/>
            <a:chExt cx="832987" cy="798137"/>
          </a:xfrm>
        </p:grpSpPr>
        <p:sp>
          <p:nvSpPr>
            <p:cNvPr id="10680" name="Google Shape;10680;p138"/>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38"/>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3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38"/>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3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3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138"/>
          <p:cNvGrpSpPr/>
          <p:nvPr/>
        </p:nvGrpSpPr>
        <p:grpSpPr>
          <a:xfrm>
            <a:off x="3242022" y="2073097"/>
            <a:ext cx="685569" cy="723586"/>
            <a:chOff x="3398134" y="2057755"/>
            <a:chExt cx="704087" cy="743130"/>
          </a:xfrm>
        </p:grpSpPr>
        <p:grpSp>
          <p:nvGrpSpPr>
            <p:cNvPr id="10687" name="Google Shape;10687;p138"/>
            <p:cNvGrpSpPr/>
            <p:nvPr/>
          </p:nvGrpSpPr>
          <p:grpSpPr>
            <a:xfrm>
              <a:off x="3398134" y="2290183"/>
              <a:ext cx="315300" cy="219900"/>
              <a:chOff x="3398134" y="2290183"/>
              <a:chExt cx="315300" cy="219900"/>
            </a:xfrm>
          </p:grpSpPr>
          <p:sp>
            <p:nvSpPr>
              <p:cNvPr id="10688" name="Google Shape;10688;p138"/>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89" name="Google Shape;10689;p138"/>
              <p:cNvCxnSpPr>
                <a:stCxn id="10688"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690" name="Google Shape;10690;p138"/>
            <p:cNvGrpSpPr/>
            <p:nvPr/>
          </p:nvGrpSpPr>
          <p:grpSpPr>
            <a:xfrm>
              <a:off x="3547823" y="2467358"/>
              <a:ext cx="219900" cy="333527"/>
              <a:chOff x="3547823" y="2467358"/>
              <a:chExt cx="219900" cy="333527"/>
            </a:xfrm>
          </p:grpSpPr>
          <p:sp>
            <p:nvSpPr>
              <p:cNvPr id="10691" name="Google Shape;10691;p138"/>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92" name="Google Shape;10692;p138"/>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693" name="Google Shape;10693;p138"/>
            <p:cNvGrpSpPr/>
            <p:nvPr/>
          </p:nvGrpSpPr>
          <p:grpSpPr>
            <a:xfrm>
              <a:off x="3734138" y="2467358"/>
              <a:ext cx="219900" cy="333527"/>
              <a:chOff x="3734138" y="2467358"/>
              <a:chExt cx="219900" cy="333527"/>
            </a:xfrm>
          </p:grpSpPr>
          <p:sp>
            <p:nvSpPr>
              <p:cNvPr id="10694" name="Google Shape;10694;p138"/>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95" name="Google Shape;10695;p138"/>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696" name="Google Shape;10696;p138"/>
            <p:cNvGrpSpPr/>
            <p:nvPr/>
          </p:nvGrpSpPr>
          <p:grpSpPr>
            <a:xfrm>
              <a:off x="3787560" y="2288011"/>
              <a:ext cx="314661" cy="219900"/>
              <a:chOff x="3787560" y="2288011"/>
              <a:chExt cx="314661" cy="219900"/>
            </a:xfrm>
          </p:grpSpPr>
          <p:sp>
            <p:nvSpPr>
              <p:cNvPr id="10697" name="Google Shape;10697;p138"/>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98" name="Google Shape;10698;p138"/>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699" name="Google Shape;10699;p138"/>
            <p:cNvGrpSpPr/>
            <p:nvPr/>
          </p:nvGrpSpPr>
          <p:grpSpPr>
            <a:xfrm>
              <a:off x="3637290" y="2057755"/>
              <a:ext cx="219900" cy="335499"/>
              <a:chOff x="3637290" y="2057755"/>
              <a:chExt cx="219900" cy="335499"/>
            </a:xfrm>
          </p:grpSpPr>
          <p:sp>
            <p:nvSpPr>
              <p:cNvPr id="10700" name="Google Shape;10700;p138"/>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701" name="Google Shape;10701;p138"/>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702" name="Google Shape;10702;p138"/>
          <p:cNvGrpSpPr/>
          <p:nvPr/>
        </p:nvGrpSpPr>
        <p:grpSpPr>
          <a:xfrm>
            <a:off x="4917244" y="2079792"/>
            <a:ext cx="710153" cy="710153"/>
            <a:chOff x="5007123" y="2079403"/>
            <a:chExt cx="687600" cy="687600"/>
          </a:xfrm>
        </p:grpSpPr>
        <p:sp>
          <p:nvSpPr>
            <p:cNvPr id="10703" name="Google Shape;10703;p138"/>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138"/>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138"/>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138"/>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138"/>
          <p:cNvGrpSpPr/>
          <p:nvPr/>
        </p:nvGrpSpPr>
        <p:grpSpPr>
          <a:xfrm>
            <a:off x="5726681" y="2074299"/>
            <a:ext cx="720998" cy="721183"/>
            <a:chOff x="5797446" y="2063053"/>
            <a:chExt cx="698100" cy="698280"/>
          </a:xfrm>
        </p:grpSpPr>
        <p:sp>
          <p:nvSpPr>
            <p:cNvPr id="10708" name="Google Shape;10708;p138"/>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38"/>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138"/>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138"/>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2" name="Google Shape;10712;p138"/>
          <p:cNvGrpSpPr/>
          <p:nvPr/>
        </p:nvGrpSpPr>
        <p:grpSpPr>
          <a:xfrm>
            <a:off x="8171828" y="3719904"/>
            <a:ext cx="280585" cy="673164"/>
            <a:chOff x="8075075" y="3754290"/>
            <a:chExt cx="255612" cy="613194"/>
          </a:xfrm>
        </p:grpSpPr>
        <p:grpSp>
          <p:nvGrpSpPr>
            <p:cNvPr id="10713" name="Google Shape;10713;p138"/>
            <p:cNvGrpSpPr/>
            <p:nvPr/>
          </p:nvGrpSpPr>
          <p:grpSpPr>
            <a:xfrm>
              <a:off x="8075075" y="3754290"/>
              <a:ext cx="255612" cy="613194"/>
              <a:chOff x="8075075" y="3754290"/>
              <a:chExt cx="255612" cy="613194"/>
            </a:xfrm>
          </p:grpSpPr>
          <p:sp>
            <p:nvSpPr>
              <p:cNvPr id="10714" name="Google Shape;10714;p138"/>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138"/>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6" name="Google Shape;10716;p138"/>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7" name="Google Shape;10717;p138"/>
          <p:cNvGrpSpPr/>
          <p:nvPr/>
        </p:nvGrpSpPr>
        <p:grpSpPr>
          <a:xfrm>
            <a:off x="5288887" y="3708700"/>
            <a:ext cx="470352" cy="683745"/>
            <a:chOff x="1697726" y="3244179"/>
            <a:chExt cx="788124" cy="1146069"/>
          </a:xfrm>
        </p:grpSpPr>
        <p:sp>
          <p:nvSpPr>
            <p:cNvPr id="10718" name="Google Shape;10718;p13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13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0" name="Google Shape;10720;p138"/>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1" name="Google Shape;10721;p138"/>
          <p:cNvGrpSpPr/>
          <p:nvPr/>
        </p:nvGrpSpPr>
        <p:grpSpPr>
          <a:xfrm>
            <a:off x="5910037" y="3719902"/>
            <a:ext cx="293891" cy="293845"/>
            <a:chOff x="6134814" y="3754290"/>
            <a:chExt cx="293891" cy="293845"/>
          </a:xfrm>
        </p:grpSpPr>
        <p:sp>
          <p:nvSpPr>
            <p:cNvPr id="10722" name="Google Shape;10722;p138"/>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138"/>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4" name="Google Shape;10724;p138"/>
          <p:cNvGrpSpPr/>
          <p:nvPr/>
        </p:nvGrpSpPr>
        <p:grpSpPr>
          <a:xfrm>
            <a:off x="5910037" y="4098574"/>
            <a:ext cx="293891" cy="293891"/>
            <a:chOff x="6134814" y="4086186"/>
            <a:chExt cx="293891" cy="293891"/>
          </a:xfrm>
        </p:grpSpPr>
        <p:sp>
          <p:nvSpPr>
            <p:cNvPr id="10725" name="Google Shape;10725;p138"/>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138"/>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7" name="Google Shape;10727;p138"/>
          <p:cNvSpPr/>
          <p:nvPr/>
        </p:nvSpPr>
        <p:spPr>
          <a:xfrm>
            <a:off x="6948464" y="37191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138"/>
          <p:cNvSpPr/>
          <p:nvPr/>
        </p:nvSpPr>
        <p:spPr>
          <a:xfrm rot="10800000">
            <a:off x="6354727" y="37168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9" name="Google Shape;10729;p138"/>
          <p:cNvGrpSpPr/>
          <p:nvPr/>
        </p:nvGrpSpPr>
        <p:grpSpPr>
          <a:xfrm>
            <a:off x="7835013" y="2927266"/>
            <a:ext cx="622883" cy="621944"/>
            <a:chOff x="1187048" y="238125"/>
            <a:chExt cx="5256397" cy="5248476"/>
          </a:xfrm>
        </p:grpSpPr>
        <p:sp>
          <p:nvSpPr>
            <p:cNvPr id="10730" name="Google Shape;10730;p13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138"/>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138"/>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38"/>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138"/>
          <p:cNvGrpSpPr/>
          <p:nvPr/>
        </p:nvGrpSpPr>
        <p:grpSpPr>
          <a:xfrm>
            <a:off x="2292118" y="2936875"/>
            <a:ext cx="1310987" cy="612407"/>
            <a:chOff x="238125" y="1188750"/>
            <a:chExt cx="7140450" cy="3335550"/>
          </a:xfrm>
        </p:grpSpPr>
        <p:sp>
          <p:nvSpPr>
            <p:cNvPr id="10735" name="Google Shape;10735;p13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3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3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3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3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0" name="Google Shape;10740;p138"/>
          <p:cNvGrpSpPr/>
          <p:nvPr/>
        </p:nvGrpSpPr>
        <p:grpSpPr>
          <a:xfrm>
            <a:off x="6617990" y="2927430"/>
            <a:ext cx="1110299" cy="621702"/>
            <a:chOff x="238125" y="1335475"/>
            <a:chExt cx="5418735" cy="3034175"/>
          </a:xfrm>
        </p:grpSpPr>
        <p:sp>
          <p:nvSpPr>
            <p:cNvPr id="10741" name="Google Shape;10741;p13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3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3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4" name="Google Shape;10744;p138"/>
          <p:cNvGrpSpPr/>
          <p:nvPr/>
        </p:nvGrpSpPr>
        <p:grpSpPr>
          <a:xfrm>
            <a:off x="5435649" y="2924327"/>
            <a:ext cx="1074451" cy="627181"/>
            <a:chOff x="5359127" y="2910889"/>
            <a:chExt cx="1097723" cy="640831"/>
          </a:xfrm>
        </p:grpSpPr>
        <p:grpSp>
          <p:nvGrpSpPr>
            <p:cNvPr id="10745" name="Google Shape;10745;p138"/>
            <p:cNvGrpSpPr/>
            <p:nvPr/>
          </p:nvGrpSpPr>
          <p:grpSpPr>
            <a:xfrm>
              <a:off x="5929791" y="3263088"/>
              <a:ext cx="527060" cy="287097"/>
              <a:chOff x="5929791" y="3263088"/>
              <a:chExt cx="527060" cy="287097"/>
            </a:xfrm>
          </p:grpSpPr>
          <p:sp>
            <p:nvSpPr>
              <p:cNvPr id="10746" name="Google Shape;10746;p138"/>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47" name="Google Shape;10747;p138"/>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48" name="Google Shape;10748;p138"/>
            <p:cNvGrpSpPr/>
            <p:nvPr/>
          </p:nvGrpSpPr>
          <p:grpSpPr>
            <a:xfrm>
              <a:off x="5359127" y="3263089"/>
              <a:ext cx="526428" cy="288631"/>
              <a:chOff x="5359127" y="3263089"/>
              <a:chExt cx="526428" cy="288631"/>
            </a:xfrm>
          </p:grpSpPr>
          <p:sp>
            <p:nvSpPr>
              <p:cNvPr id="10749" name="Google Shape;10749;p138"/>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50" name="Google Shape;10750;p138"/>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51" name="Google Shape;10751;p138"/>
            <p:cNvGrpSpPr/>
            <p:nvPr/>
          </p:nvGrpSpPr>
          <p:grpSpPr>
            <a:xfrm>
              <a:off x="5551525" y="2910889"/>
              <a:ext cx="520901" cy="610283"/>
              <a:chOff x="5551525" y="2910889"/>
              <a:chExt cx="520901" cy="610283"/>
            </a:xfrm>
          </p:grpSpPr>
          <p:sp>
            <p:nvSpPr>
              <p:cNvPr id="10752" name="Google Shape;10752;p138"/>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53" name="Google Shape;10753;p138"/>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54" name="Google Shape;10754;p138"/>
            <p:cNvGrpSpPr/>
            <p:nvPr/>
          </p:nvGrpSpPr>
          <p:grpSpPr>
            <a:xfrm>
              <a:off x="5743962" y="2919100"/>
              <a:ext cx="623674" cy="284502"/>
              <a:chOff x="5743962" y="2919100"/>
              <a:chExt cx="623674" cy="284502"/>
            </a:xfrm>
          </p:grpSpPr>
          <p:sp>
            <p:nvSpPr>
              <p:cNvPr id="10755" name="Google Shape;10755;p138"/>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56" name="Google Shape;10756;p138"/>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757" name="Google Shape;10757;p138"/>
          <p:cNvGrpSpPr/>
          <p:nvPr/>
        </p:nvGrpSpPr>
        <p:grpSpPr>
          <a:xfrm>
            <a:off x="7586863" y="2075038"/>
            <a:ext cx="874976" cy="719600"/>
            <a:chOff x="7608988" y="2093194"/>
            <a:chExt cx="817276" cy="672147"/>
          </a:xfrm>
        </p:grpSpPr>
        <p:cxnSp>
          <p:nvCxnSpPr>
            <p:cNvPr id="10758" name="Google Shape;10758;p138"/>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59" name="Google Shape;10759;p138"/>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60" name="Google Shape;10760;p138"/>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61" name="Google Shape;10761;p138"/>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62" name="Google Shape;10762;p138"/>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763" name="Google Shape;10763;p138"/>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764" name="Google Shape;10764;p138"/>
            <p:cNvGrpSpPr/>
            <p:nvPr/>
          </p:nvGrpSpPr>
          <p:grpSpPr>
            <a:xfrm>
              <a:off x="7721175" y="2093194"/>
              <a:ext cx="599587" cy="623846"/>
              <a:chOff x="7721175" y="2093194"/>
              <a:chExt cx="599587" cy="623846"/>
            </a:xfrm>
          </p:grpSpPr>
          <p:grpSp>
            <p:nvGrpSpPr>
              <p:cNvPr id="10765" name="Google Shape;10765;p138"/>
              <p:cNvGrpSpPr/>
              <p:nvPr/>
            </p:nvGrpSpPr>
            <p:grpSpPr>
              <a:xfrm>
                <a:off x="7721175" y="2093194"/>
                <a:ext cx="291605" cy="623846"/>
                <a:chOff x="9405575" y="2061418"/>
                <a:chExt cx="291605" cy="623846"/>
              </a:xfrm>
            </p:grpSpPr>
            <p:sp>
              <p:nvSpPr>
                <p:cNvPr id="10766" name="Google Shape;10766;p13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3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3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3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3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3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3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138"/>
              <p:cNvGrpSpPr/>
              <p:nvPr/>
            </p:nvGrpSpPr>
            <p:grpSpPr>
              <a:xfrm flipH="1">
                <a:off x="8029157" y="2093194"/>
                <a:ext cx="291605" cy="623846"/>
                <a:chOff x="9405575" y="2061418"/>
                <a:chExt cx="291605" cy="623846"/>
              </a:xfrm>
            </p:grpSpPr>
            <p:sp>
              <p:nvSpPr>
                <p:cNvPr id="10774" name="Google Shape;10774;p13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3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3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3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3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3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3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781" name="Google Shape;10781;p138"/>
          <p:cNvGrpSpPr/>
          <p:nvPr/>
        </p:nvGrpSpPr>
        <p:grpSpPr>
          <a:xfrm>
            <a:off x="4031299" y="1191441"/>
            <a:ext cx="712557" cy="785901"/>
            <a:chOff x="4206459" y="1191441"/>
            <a:chExt cx="712557" cy="785901"/>
          </a:xfrm>
        </p:grpSpPr>
        <p:sp>
          <p:nvSpPr>
            <p:cNvPr id="10782" name="Google Shape;10782;p138"/>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38"/>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38"/>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38"/>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6" name="Google Shape;10786;p138"/>
            <p:cNvGrpSpPr/>
            <p:nvPr/>
          </p:nvGrpSpPr>
          <p:grpSpPr>
            <a:xfrm>
              <a:off x="4644280" y="1290523"/>
              <a:ext cx="143716" cy="29463"/>
              <a:chOff x="4644280" y="1290523"/>
              <a:chExt cx="143716" cy="29463"/>
            </a:xfrm>
          </p:grpSpPr>
          <p:sp>
            <p:nvSpPr>
              <p:cNvPr id="10787" name="Google Shape;10787;p138"/>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38"/>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38"/>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38"/>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138"/>
            <p:cNvGrpSpPr/>
            <p:nvPr/>
          </p:nvGrpSpPr>
          <p:grpSpPr>
            <a:xfrm>
              <a:off x="4356567" y="1191441"/>
              <a:ext cx="143690" cy="29488"/>
              <a:chOff x="4356567" y="1191441"/>
              <a:chExt cx="143690" cy="29488"/>
            </a:xfrm>
          </p:grpSpPr>
          <p:sp>
            <p:nvSpPr>
              <p:cNvPr id="10792" name="Google Shape;10792;p138"/>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38"/>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138"/>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38"/>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6" name="Google Shape;10796;p138"/>
            <p:cNvGrpSpPr/>
            <p:nvPr/>
          </p:nvGrpSpPr>
          <p:grpSpPr>
            <a:xfrm>
              <a:off x="4339009" y="1863727"/>
              <a:ext cx="143703" cy="29476"/>
              <a:chOff x="4339009" y="1863727"/>
              <a:chExt cx="143703" cy="29476"/>
            </a:xfrm>
          </p:grpSpPr>
          <p:sp>
            <p:nvSpPr>
              <p:cNvPr id="10797" name="Google Shape;10797;p138"/>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38"/>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38"/>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38"/>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1" name="Google Shape;10801;p138"/>
            <p:cNvGrpSpPr/>
            <p:nvPr/>
          </p:nvGrpSpPr>
          <p:grpSpPr>
            <a:xfrm>
              <a:off x="4206459" y="1607315"/>
              <a:ext cx="29539" cy="142899"/>
              <a:chOff x="4206459" y="1607315"/>
              <a:chExt cx="29539" cy="142899"/>
            </a:xfrm>
          </p:grpSpPr>
          <p:sp>
            <p:nvSpPr>
              <p:cNvPr id="10802" name="Google Shape;10802;p138"/>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38"/>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38"/>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38"/>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6" name="Google Shape;10806;p138"/>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38"/>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38"/>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38"/>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0" name="Google Shape;10810;p138"/>
            <p:cNvGrpSpPr/>
            <p:nvPr/>
          </p:nvGrpSpPr>
          <p:grpSpPr>
            <a:xfrm>
              <a:off x="4889463" y="1423737"/>
              <a:ext cx="29552" cy="142899"/>
              <a:chOff x="4889463" y="1423737"/>
              <a:chExt cx="29552" cy="142899"/>
            </a:xfrm>
          </p:grpSpPr>
          <p:sp>
            <p:nvSpPr>
              <p:cNvPr id="10811" name="Google Shape;10811;p138"/>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138"/>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38"/>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38"/>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138"/>
            <p:cNvGrpSpPr/>
            <p:nvPr/>
          </p:nvGrpSpPr>
          <p:grpSpPr>
            <a:xfrm>
              <a:off x="4771663" y="1876896"/>
              <a:ext cx="108651" cy="100447"/>
              <a:chOff x="4771663" y="1876896"/>
              <a:chExt cx="108651" cy="100447"/>
            </a:xfrm>
          </p:grpSpPr>
          <p:sp>
            <p:nvSpPr>
              <p:cNvPr id="10816" name="Google Shape;10816;p138"/>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138"/>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138"/>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38"/>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0" name="Google Shape;10820;p138"/>
          <p:cNvGrpSpPr/>
          <p:nvPr/>
        </p:nvGrpSpPr>
        <p:grpSpPr>
          <a:xfrm>
            <a:off x="4026774" y="2074664"/>
            <a:ext cx="791287" cy="720350"/>
            <a:chOff x="267375" y="1071875"/>
            <a:chExt cx="470500" cy="428550"/>
          </a:xfrm>
        </p:grpSpPr>
        <p:sp>
          <p:nvSpPr>
            <p:cNvPr id="10821" name="Google Shape;10821;p138"/>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38"/>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138"/>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38"/>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38"/>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38"/>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38"/>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38"/>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9" name="Google Shape;10829;p138"/>
          <p:cNvGrpSpPr/>
          <p:nvPr/>
        </p:nvGrpSpPr>
        <p:grpSpPr>
          <a:xfrm>
            <a:off x="727269" y="3719294"/>
            <a:ext cx="1408444" cy="673166"/>
            <a:chOff x="712664" y="3693287"/>
            <a:chExt cx="1460738" cy="698160"/>
          </a:xfrm>
        </p:grpSpPr>
        <p:grpSp>
          <p:nvGrpSpPr>
            <p:cNvPr id="10830" name="Google Shape;10830;p138"/>
            <p:cNvGrpSpPr/>
            <p:nvPr/>
          </p:nvGrpSpPr>
          <p:grpSpPr>
            <a:xfrm>
              <a:off x="1380079" y="4133090"/>
              <a:ext cx="234048" cy="258099"/>
              <a:chOff x="1380079" y="4133090"/>
              <a:chExt cx="234048" cy="258099"/>
            </a:xfrm>
          </p:grpSpPr>
          <p:sp>
            <p:nvSpPr>
              <p:cNvPr id="10831" name="Google Shape;10831;p138"/>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38"/>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138"/>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138"/>
            <p:cNvGrpSpPr/>
            <p:nvPr/>
          </p:nvGrpSpPr>
          <p:grpSpPr>
            <a:xfrm>
              <a:off x="884610" y="3864082"/>
              <a:ext cx="1118566" cy="527275"/>
              <a:chOff x="890961" y="3865463"/>
              <a:chExt cx="1115221" cy="525698"/>
            </a:xfrm>
          </p:grpSpPr>
          <p:sp>
            <p:nvSpPr>
              <p:cNvPr id="10835" name="Google Shape;10835;p138"/>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38"/>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38"/>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138"/>
            <p:cNvGrpSpPr/>
            <p:nvPr/>
          </p:nvGrpSpPr>
          <p:grpSpPr>
            <a:xfrm>
              <a:off x="712664" y="3693287"/>
              <a:ext cx="1460738" cy="698160"/>
              <a:chOff x="712664" y="3693025"/>
              <a:chExt cx="1460738" cy="698160"/>
            </a:xfrm>
          </p:grpSpPr>
          <p:sp>
            <p:nvSpPr>
              <p:cNvPr id="10839" name="Google Shape;10839;p138"/>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138"/>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38"/>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138"/>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138"/>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138"/>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5" name="Google Shape;10845;p138"/>
          <p:cNvGrpSpPr/>
          <p:nvPr/>
        </p:nvGrpSpPr>
        <p:grpSpPr>
          <a:xfrm>
            <a:off x="3164985" y="1191441"/>
            <a:ext cx="795485" cy="738831"/>
            <a:chOff x="3348603" y="1236445"/>
            <a:chExt cx="749256" cy="695894"/>
          </a:xfrm>
        </p:grpSpPr>
        <p:grpSp>
          <p:nvGrpSpPr>
            <p:cNvPr id="10846" name="Google Shape;10846;p138"/>
            <p:cNvGrpSpPr/>
            <p:nvPr/>
          </p:nvGrpSpPr>
          <p:grpSpPr>
            <a:xfrm>
              <a:off x="3583779" y="1236445"/>
              <a:ext cx="293795" cy="285811"/>
              <a:chOff x="3750225" y="1774000"/>
              <a:chExt cx="149575" cy="145525"/>
            </a:xfrm>
          </p:grpSpPr>
          <p:sp>
            <p:nvSpPr>
              <p:cNvPr id="10847" name="Google Shape;10847;p13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3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9" name="Google Shape;10849;p138"/>
            <p:cNvGrpSpPr/>
            <p:nvPr/>
          </p:nvGrpSpPr>
          <p:grpSpPr>
            <a:xfrm>
              <a:off x="3775534" y="1462599"/>
              <a:ext cx="322325" cy="285958"/>
              <a:chOff x="3847850" y="1889150"/>
              <a:chExt cx="164100" cy="145600"/>
            </a:xfrm>
          </p:grpSpPr>
          <p:sp>
            <p:nvSpPr>
              <p:cNvPr id="10850" name="Google Shape;10850;p13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13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138"/>
            <p:cNvGrpSpPr/>
            <p:nvPr/>
          </p:nvGrpSpPr>
          <p:grpSpPr>
            <a:xfrm>
              <a:off x="3545329" y="1646528"/>
              <a:ext cx="293746" cy="285811"/>
              <a:chOff x="3730650" y="1982800"/>
              <a:chExt cx="149550" cy="145525"/>
            </a:xfrm>
          </p:grpSpPr>
          <p:sp>
            <p:nvSpPr>
              <p:cNvPr id="10853" name="Google Shape;10853;p13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13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138"/>
            <p:cNvGrpSpPr/>
            <p:nvPr/>
          </p:nvGrpSpPr>
          <p:grpSpPr>
            <a:xfrm>
              <a:off x="3348603" y="1415046"/>
              <a:ext cx="294384" cy="284387"/>
              <a:chOff x="3630494" y="1864938"/>
              <a:chExt cx="149875" cy="144800"/>
            </a:xfrm>
          </p:grpSpPr>
          <p:sp>
            <p:nvSpPr>
              <p:cNvPr id="10856" name="Google Shape;10856;p138"/>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138"/>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58" name="Google Shape;10858;p138"/>
          <p:cNvGrpSpPr/>
          <p:nvPr/>
        </p:nvGrpSpPr>
        <p:grpSpPr>
          <a:xfrm>
            <a:off x="2286512" y="3714337"/>
            <a:ext cx="1324924" cy="678083"/>
            <a:chOff x="2413923" y="3711366"/>
            <a:chExt cx="1374117" cy="703260"/>
          </a:xfrm>
        </p:grpSpPr>
        <p:grpSp>
          <p:nvGrpSpPr>
            <p:cNvPr id="10859" name="Google Shape;10859;p138"/>
            <p:cNvGrpSpPr/>
            <p:nvPr/>
          </p:nvGrpSpPr>
          <p:grpSpPr>
            <a:xfrm>
              <a:off x="2413923" y="3711366"/>
              <a:ext cx="1374117" cy="703260"/>
              <a:chOff x="2413923" y="3711366"/>
              <a:chExt cx="1374117" cy="703260"/>
            </a:xfrm>
          </p:grpSpPr>
          <p:sp>
            <p:nvSpPr>
              <p:cNvPr id="10860" name="Google Shape;10860;p138"/>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1" name="Google Shape;10861;p138"/>
              <p:cNvGrpSpPr/>
              <p:nvPr/>
            </p:nvGrpSpPr>
            <p:grpSpPr>
              <a:xfrm>
                <a:off x="2600284" y="3808654"/>
                <a:ext cx="234506" cy="138009"/>
                <a:chOff x="2600284" y="3808654"/>
                <a:chExt cx="234506" cy="138009"/>
              </a:xfrm>
            </p:grpSpPr>
            <p:sp>
              <p:nvSpPr>
                <p:cNvPr id="10862" name="Google Shape;10862;p138"/>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63" name="Google Shape;10863;p138"/>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64" name="Google Shape;10864;p138"/>
              <p:cNvGrpSpPr/>
              <p:nvPr/>
            </p:nvGrpSpPr>
            <p:grpSpPr>
              <a:xfrm>
                <a:off x="3359659" y="3805664"/>
                <a:ext cx="232294" cy="141000"/>
                <a:chOff x="3359659" y="3805664"/>
                <a:chExt cx="232294" cy="141000"/>
              </a:xfrm>
            </p:grpSpPr>
            <p:sp>
              <p:nvSpPr>
                <p:cNvPr id="10865" name="Google Shape;10865;p138"/>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66" name="Google Shape;10866;p138"/>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67" name="Google Shape;10867;p138"/>
              <p:cNvGrpSpPr/>
              <p:nvPr/>
            </p:nvGrpSpPr>
            <p:grpSpPr>
              <a:xfrm>
                <a:off x="3067316" y="3711366"/>
                <a:ext cx="66900" cy="166809"/>
                <a:chOff x="3067316" y="3711366"/>
                <a:chExt cx="66900" cy="166809"/>
              </a:xfrm>
            </p:grpSpPr>
            <p:sp>
              <p:nvSpPr>
                <p:cNvPr id="10868" name="Google Shape;10868;p138"/>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69" name="Google Shape;10869;p138"/>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70" name="Google Shape;10870;p138"/>
              <p:cNvGrpSpPr/>
              <p:nvPr/>
            </p:nvGrpSpPr>
            <p:grpSpPr>
              <a:xfrm>
                <a:off x="2413923" y="4058666"/>
                <a:ext cx="224119" cy="66900"/>
                <a:chOff x="2413923" y="4058666"/>
                <a:chExt cx="224119" cy="66900"/>
              </a:xfrm>
            </p:grpSpPr>
            <p:sp>
              <p:nvSpPr>
                <p:cNvPr id="10871" name="Google Shape;10871;p138"/>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72" name="Google Shape;10872;p138"/>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73" name="Google Shape;10873;p138"/>
              <p:cNvGrpSpPr/>
              <p:nvPr/>
            </p:nvGrpSpPr>
            <p:grpSpPr>
              <a:xfrm>
                <a:off x="3564643" y="4058666"/>
                <a:ext cx="223397" cy="66900"/>
                <a:chOff x="3564643" y="4058666"/>
                <a:chExt cx="223397" cy="66900"/>
              </a:xfrm>
            </p:grpSpPr>
            <p:sp>
              <p:nvSpPr>
                <p:cNvPr id="10874" name="Google Shape;10874;p138"/>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75" name="Google Shape;10875;p138"/>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876" name="Google Shape;10876;p138"/>
            <p:cNvGrpSpPr/>
            <p:nvPr/>
          </p:nvGrpSpPr>
          <p:grpSpPr>
            <a:xfrm>
              <a:off x="2633353" y="3965763"/>
              <a:ext cx="933975" cy="445687"/>
              <a:chOff x="2633353" y="3965763"/>
              <a:chExt cx="933975" cy="445687"/>
            </a:xfrm>
          </p:grpSpPr>
          <p:sp>
            <p:nvSpPr>
              <p:cNvPr id="10877" name="Google Shape;10877;p138"/>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138"/>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79" name="Google Shape;10879;p138"/>
          <p:cNvGrpSpPr/>
          <p:nvPr/>
        </p:nvGrpSpPr>
        <p:grpSpPr>
          <a:xfrm>
            <a:off x="6410784" y="1264884"/>
            <a:ext cx="1131087" cy="587383"/>
            <a:chOff x="238125" y="999450"/>
            <a:chExt cx="7140700" cy="3708225"/>
          </a:xfrm>
        </p:grpSpPr>
        <p:sp>
          <p:nvSpPr>
            <p:cNvPr id="10880" name="Google Shape;10880;p13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13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13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13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38"/>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13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13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13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13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9" name="Google Shape;10889;p138"/>
          <p:cNvGrpSpPr/>
          <p:nvPr/>
        </p:nvGrpSpPr>
        <p:grpSpPr>
          <a:xfrm>
            <a:off x="3762234" y="3714379"/>
            <a:ext cx="1375854" cy="678131"/>
            <a:chOff x="3913765" y="3641905"/>
            <a:chExt cx="1522805" cy="750560"/>
          </a:xfrm>
        </p:grpSpPr>
        <p:grpSp>
          <p:nvGrpSpPr>
            <p:cNvPr id="10890" name="Google Shape;10890;p138"/>
            <p:cNvGrpSpPr/>
            <p:nvPr/>
          </p:nvGrpSpPr>
          <p:grpSpPr>
            <a:xfrm>
              <a:off x="3913765" y="3997002"/>
              <a:ext cx="1522805" cy="395463"/>
              <a:chOff x="3913765" y="3997002"/>
              <a:chExt cx="1522805" cy="395463"/>
            </a:xfrm>
          </p:grpSpPr>
          <p:grpSp>
            <p:nvGrpSpPr>
              <p:cNvPr id="10891" name="Google Shape;10891;p138"/>
              <p:cNvGrpSpPr/>
              <p:nvPr/>
            </p:nvGrpSpPr>
            <p:grpSpPr>
              <a:xfrm>
                <a:off x="3913765" y="4138659"/>
                <a:ext cx="507602" cy="253806"/>
                <a:chOff x="3913765" y="4138659"/>
                <a:chExt cx="507602" cy="253806"/>
              </a:xfrm>
            </p:grpSpPr>
            <p:sp>
              <p:nvSpPr>
                <p:cNvPr id="10892" name="Google Shape;10892;p138"/>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138"/>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894" name="Google Shape;10894;p138"/>
              <p:cNvGrpSpPr/>
              <p:nvPr/>
            </p:nvGrpSpPr>
            <p:grpSpPr>
              <a:xfrm>
                <a:off x="4421361" y="3997002"/>
                <a:ext cx="507618" cy="395463"/>
                <a:chOff x="4421361" y="3997002"/>
                <a:chExt cx="507618" cy="395463"/>
              </a:xfrm>
            </p:grpSpPr>
            <p:sp>
              <p:nvSpPr>
                <p:cNvPr id="10895" name="Google Shape;10895;p138"/>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138"/>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138"/>
              <p:cNvGrpSpPr/>
              <p:nvPr/>
            </p:nvGrpSpPr>
            <p:grpSpPr>
              <a:xfrm>
                <a:off x="4928973" y="4189418"/>
                <a:ext cx="507596" cy="203047"/>
                <a:chOff x="4928973" y="4189418"/>
                <a:chExt cx="507596" cy="203047"/>
              </a:xfrm>
            </p:grpSpPr>
            <p:sp>
              <p:nvSpPr>
                <p:cNvPr id="10898" name="Google Shape;10898;p138"/>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38"/>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0" name="Google Shape;10900;p138"/>
            <p:cNvGrpSpPr/>
            <p:nvPr/>
          </p:nvGrpSpPr>
          <p:grpSpPr>
            <a:xfrm>
              <a:off x="4482186" y="3641905"/>
              <a:ext cx="397605" cy="349784"/>
              <a:chOff x="2906375" y="1159725"/>
              <a:chExt cx="1860575" cy="1636800"/>
            </a:xfrm>
          </p:grpSpPr>
          <p:sp>
            <p:nvSpPr>
              <p:cNvPr id="10901" name="Google Shape;10901;p138"/>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38"/>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38"/>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138"/>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5" name="Google Shape;10905;p138"/>
          <p:cNvGrpSpPr/>
          <p:nvPr/>
        </p:nvGrpSpPr>
        <p:grpSpPr>
          <a:xfrm>
            <a:off x="6546943" y="2074305"/>
            <a:ext cx="940737" cy="721067"/>
            <a:chOff x="6599718" y="2068734"/>
            <a:chExt cx="940737" cy="721067"/>
          </a:xfrm>
        </p:grpSpPr>
        <p:sp>
          <p:nvSpPr>
            <p:cNvPr id="10906" name="Google Shape;10906;p138"/>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38"/>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38"/>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38"/>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138"/>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138"/>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138"/>
            <p:cNvGrpSpPr/>
            <p:nvPr/>
          </p:nvGrpSpPr>
          <p:grpSpPr>
            <a:xfrm>
              <a:off x="6836957" y="2068734"/>
              <a:ext cx="461892" cy="721067"/>
              <a:chOff x="6836957" y="2068734"/>
              <a:chExt cx="461892" cy="721067"/>
            </a:xfrm>
          </p:grpSpPr>
          <p:sp>
            <p:nvSpPr>
              <p:cNvPr id="10913" name="Google Shape;10913;p138"/>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138"/>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138"/>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38"/>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38"/>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38"/>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9" name="Google Shape;10919;p138"/>
              <p:cNvGrpSpPr/>
              <p:nvPr/>
            </p:nvGrpSpPr>
            <p:grpSpPr>
              <a:xfrm>
                <a:off x="6836957" y="2068734"/>
                <a:ext cx="461892" cy="721067"/>
                <a:chOff x="6836957" y="2068734"/>
                <a:chExt cx="461892" cy="721067"/>
              </a:xfrm>
            </p:grpSpPr>
            <p:sp>
              <p:nvSpPr>
                <p:cNvPr id="10920" name="Google Shape;10920;p138"/>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38"/>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38"/>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138"/>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138"/>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38"/>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38"/>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927" name="Google Shape;10927;p138"/>
          <p:cNvGrpSpPr/>
          <p:nvPr/>
        </p:nvGrpSpPr>
        <p:grpSpPr>
          <a:xfrm>
            <a:off x="2430262" y="2078652"/>
            <a:ext cx="712577" cy="712374"/>
            <a:chOff x="2559249" y="2069323"/>
            <a:chExt cx="685566" cy="685634"/>
          </a:xfrm>
        </p:grpSpPr>
        <p:sp>
          <p:nvSpPr>
            <p:cNvPr id="10928" name="Google Shape;10928;p138"/>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38"/>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38"/>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138"/>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38"/>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38"/>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38"/>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38"/>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38"/>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38"/>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38"/>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38"/>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138"/>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138"/>
          <p:cNvGrpSpPr/>
          <p:nvPr/>
        </p:nvGrpSpPr>
        <p:grpSpPr>
          <a:xfrm>
            <a:off x="7612699" y="1191441"/>
            <a:ext cx="845645" cy="711911"/>
            <a:chOff x="951975" y="315800"/>
            <a:chExt cx="5860325" cy="4933550"/>
          </a:xfrm>
        </p:grpSpPr>
        <p:sp>
          <p:nvSpPr>
            <p:cNvPr id="10942" name="Google Shape;10942;p138"/>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38"/>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138"/>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138"/>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138"/>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38"/>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38"/>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38"/>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0" name="Google Shape;10950;p138"/>
          <p:cNvGrpSpPr/>
          <p:nvPr/>
        </p:nvGrpSpPr>
        <p:grpSpPr>
          <a:xfrm>
            <a:off x="3709828" y="2927550"/>
            <a:ext cx="1617932" cy="621724"/>
            <a:chOff x="3862800" y="3038525"/>
            <a:chExt cx="1329006" cy="510698"/>
          </a:xfrm>
        </p:grpSpPr>
        <p:sp>
          <p:nvSpPr>
            <p:cNvPr id="10951" name="Google Shape;10951;p138"/>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38"/>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3" name="Google Shape;10953;p138"/>
            <p:cNvGrpSpPr/>
            <p:nvPr/>
          </p:nvGrpSpPr>
          <p:grpSpPr>
            <a:xfrm>
              <a:off x="3967075" y="3040337"/>
              <a:ext cx="1019927" cy="402126"/>
              <a:chOff x="3967075" y="3040337"/>
              <a:chExt cx="1019927" cy="402126"/>
            </a:xfrm>
          </p:grpSpPr>
          <p:sp>
            <p:nvSpPr>
              <p:cNvPr id="10954" name="Google Shape;10954;p138"/>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38"/>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6" name="Google Shape;10956;p138"/>
            <p:cNvGrpSpPr/>
            <p:nvPr/>
          </p:nvGrpSpPr>
          <p:grpSpPr>
            <a:xfrm>
              <a:off x="4186700" y="3040337"/>
              <a:ext cx="390475" cy="183289"/>
              <a:chOff x="4186700" y="3040337"/>
              <a:chExt cx="390475" cy="183289"/>
            </a:xfrm>
          </p:grpSpPr>
          <p:sp>
            <p:nvSpPr>
              <p:cNvPr id="10957" name="Google Shape;10957;p138"/>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38"/>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9" name="Google Shape;10959;p138"/>
            <p:cNvGrpSpPr/>
            <p:nvPr/>
          </p:nvGrpSpPr>
          <p:grpSpPr>
            <a:xfrm>
              <a:off x="4073727" y="3040337"/>
              <a:ext cx="697794" cy="296263"/>
              <a:chOff x="4073727" y="3040337"/>
              <a:chExt cx="697794" cy="296263"/>
            </a:xfrm>
          </p:grpSpPr>
          <p:sp>
            <p:nvSpPr>
              <p:cNvPr id="10960" name="Google Shape;10960;p138"/>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38"/>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2" name="Google Shape;10962;p138"/>
            <p:cNvGrpSpPr/>
            <p:nvPr/>
          </p:nvGrpSpPr>
          <p:grpSpPr>
            <a:xfrm>
              <a:off x="3862800" y="3038525"/>
              <a:ext cx="1329006" cy="510698"/>
              <a:chOff x="3862800" y="3038525"/>
              <a:chExt cx="1329006" cy="510698"/>
            </a:xfrm>
          </p:grpSpPr>
          <p:sp>
            <p:nvSpPr>
              <p:cNvPr id="10963" name="Google Shape;10963;p138"/>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138"/>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65" name="Google Shape;10965;p138"/>
          <p:cNvGrpSpPr/>
          <p:nvPr/>
        </p:nvGrpSpPr>
        <p:grpSpPr>
          <a:xfrm>
            <a:off x="718150" y="1191441"/>
            <a:ext cx="883205" cy="775176"/>
            <a:chOff x="649648" y="271400"/>
            <a:chExt cx="6215377" cy="5455143"/>
          </a:xfrm>
        </p:grpSpPr>
        <p:sp>
          <p:nvSpPr>
            <p:cNvPr id="10966" name="Google Shape;10966;p138"/>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38"/>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138"/>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138"/>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38"/>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38"/>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38"/>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38"/>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38"/>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38"/>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138"/>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138"/>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138"/>
          <p:cNvGrpSpPr/>
          <p:nvPr/>
        </p:nvGrpSpPr>
        <p:grpSpPr>
          <a:xfrm>
            <a:off x="2326452" y="1191441"/>
            <a:ext cx="767704" cy="815489"/>
            <a:chOff x="2499700" y="1135950"/>
            <a:chExt cx="732402" cy="777990"/>
          </a:xfrm>
        </p:grpSpPr>
        <p:grpSp>
          <p:nvGrpSpPr>
            <p:cNvPr id="10979" name="Google Shape;10979;p138"/>
            <p:cNvGrpSpPr/>
            <p:nvPr/>
          </p:nvGrpSpPr>
          <p:grpSpPr>
            <a:xfrm>
              <a:off x="2499700" y="1135950"/>
              <a:ext cx="732402" cy="694705"/>
              <a:chOff x="2499700" y="1135950"/>
              <a:chExt cx="732402" cy="694705"/>
            </a:xfrm>
          </p:grpSpPr>
          <p:sp>
            <p:nvSpPr>
              <p:cNvPr id="10980" name="Google Shape;10980;p138"/>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38"/>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38"/>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38"/>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38"/>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38"/>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38"/>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38"/>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38"/>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138"/>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138"/>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38"/>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38"/>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38"/>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38"/>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38"/>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38"/>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138"/>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138"/>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38"/>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38"/>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38"/>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38"/>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38"/>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38"/>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138"/>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138"/>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7" name="Google Shape;11007;p138"/>
            <p:cNvGrpSpPr/>
            <p:nvPr/>
          </p:nvGrpSpPr>
          <p:grpSpPr>
            <a:xfrm>
              <a:off x="2517909" y="1188726"/>
              <a:ext cx="702702" cy="725214"/>
              <a:chOff x="2517909" y="1188726"/>
              <a:chExt cx="702702" cy="725214"/>
            </a:xfrm>
          </p:grpSpPr>
          <p:sp>
            <p:nvSpPr>
              <p:cNvPr id="11008" name="Google Shape;11008;p138"/>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38"/>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38"/>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138"/>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38"/>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13" name="Google Shape;11013;p138"/>
          <p:cNvGrpSpPr/>
          <p:nvPr/>
        </p:nvGrpSpPr>
        <p:grpSpPr>
          <a:xfrm>
            <a:off x="1672184" y="1191441"/>
            <a:ext cx="583439" cy="870229"/>
            <a:chOff x="1716825" y="1121550"/>
            <a:chExt cx="622800" cy="928938"/>
          </a:xfrm>
        </p:grpSpPr>
        <p:grpSp>
          <p:nvGrpSpPr>
            <p:cNvPr id="11014" name="Google Shape;11014;p138"/>
            <p:cNvGrpSpPr/>
            <p:nvPr/>
          </p:nvGrpSpPr>
          <p:grpSpPr>
            <a:xfrm>
              <a:off x="1716825" y="1121550"/>
              <a:ext cx="622800" cy="928938"/>
              <a:chOff x="1716825" y="1121550"/>
              <a:chExt cx="622800" cy="928938"/>
            </a:xfrm>
          </p:grpSpPr>
          <p:cxnSp>
            <p:nvCxnSpPr>
              <p:cNvPr id="11015" name="Google Shape;11015;p138"/>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016" name="Google Shape;11016;p138"/>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138"/>
            <p:cNvGrpSpPr/>
            <p:nvPr/>
          </p:nvGrpSpPr>
          <p:grpSpPr>
            <a:xfrm>
              <a:off x="1768050" y="1172775"/>
              <a:ext cx="520200" cy="832000"/>
              <a:chOff x="1768050" y="1172775"/>
              <a:chExt cx="520200" cy="832000"/>
            </a:xfrm>
          </p:grpSpPr>
          <p:cxnSp>
            <p:nvCxnSpPr>
              <p:cNvPr id="11018" name="Google Shape;11018;p138"/>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019" name="Google Shape;11019;p138"/>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38"/>
            <p:cNvGrpSpPr/>
            <p:nvPr/>
          </p:nvGrpSpPr>
          <p:grpSpPr>
            <a:xfrm>
              <a:off x="1820100" y="1225475"/>
              <a:ext cx="416400" cy="729575"/>
              <a:chOff x="1820100" y="1225475"/>
              <a:chExt cx="416400" cy="729575"/>
            </a:xfrm>
          </p:grpSpPr>
          <p:cxnSp>
            <p:nvCxnSpPr>
              <p:cNvPr id="11021" name="Google Shape;11021;p138"/>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022" name="Google Shape;11022;p138"/>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138"/>
            <p:cNvGrpSpPr/>
            <p:nvPr/>
          </p:nvGrpSpPr>
          <p:grpSpPr>
            <a:xfrm>
              <a:off x="1874250" y="1278825"/>
              <a:ext cx="308100" cy="605275"/>
              <a:chOff x="1874250" y="1278825"/>
              <a:chExt cx="308100" cy="605275"/>
            </a:xfrm>
          </p:grpSpPr>
          <p:cxnSp>
            <p:nvCxnSpPr>
              <p:cNvPr id="11024" name="Google Shape;11024;p138"/>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025" name="Google Shape;11025;p138"/>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6" name="Google Shape;11026;p138"/>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7" name="Google Shape;11027;p138"/>
          <p:cNvGrpSpPr/>
          <p:nvPr/>
        </p:nvGrpSpPr>
        <p:grpSpPr>
          <a:xfrm>
            <a:off x="1592007" y="2077763"/>
            <a:ext cx="739072" cy="714152"/>
            <a:chOff x="4334725" y="1355875"/>
            <a:chExt cx="3106650" cy="3001900"/>
          </a:xfrm>
        </p:grpSpPr>
        <p:grpSp>
          <p:nvGrpSpPr>
            <p:cNvPr id="11028" name="Google Shape;11028;p138"/>
            <p:cNvGrpSpPr/>
            <p:nvPr/>
          </p:nvGrpSpPr>
          <p:grpSpPr>
            <a:xfrm>
              <a:off x="4516050" y="1724875"/>
              <a:ext cx="2693725" cy="2632900"/>
              <a:chOff x="4516050" y="1724875"/>
              <a:chExt cx="2693725" cy="2632900"/>
            </a:xfrm>
          </p:grpSpPr>
          <p:sp>
            <p:nvSpPr>
              <p:cNvPr id="11029" name="Google Shape;11029;p138"/>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138"/>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38"/>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138"/>
            <p:cNvGrpSpPr/>
            <p:nvPr/>
          </p:nvGrpSpPr>
          <p:grpSpPr>
            <a:xfrm>
              <a:off x="4334725" y="1355875"/>
              <a:ext cx="3106650" cy="2709650"/>
              <a:chOff x="4334725" y="1355875"/>
              <a:chExt cx="3106650" cy="2709650"/>
            </a:xfrm>
          </p:grpSpPr>
          <p:sp>
            <p:nvSpPr>
              <p:cNvPr id="11033" name="Google Shape;11033;p138"/>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38"/>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138"/>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36" name="Google Shape;11036;p138"/>
          <p:cNvGrpSpPr/>
          <p:nvPr/>
        </p:nvGrpSpPr>
        <p:grpSpPr>
          <a:xfrm>
            <a:off x="7708956" y="3708534"/>
            <a:ext cx="312074" cy="684173"/>
            <a:chOff x="7645573" y="3754300"/>
            <a:chExt cx="293855" cy="644170"/>
          </a:xfrm>
        </p:grpSpPr>
        <p:sp>
          <p:nvSpPr>
            <p:cNvPr id="11037" name="Google Shape;11037;p138"/>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38"/>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138"/>
          <p:cNvGrpSpPr/>
          <p:nvPr/>
        </p:nvGrpSpPr>
        <p:grpSpPr>
          <a:xfrm>
            <a:off x="5630944" y="1191441"/>
            <a:ext cx="709011" cy="739359"/>
            <a:chOff x="5830645" y="1256617"/>
            <a:chExt cx="530340" cy="553040"/>
          </a:xfrm>
        </p:grpSpPr>
        <p:grpSp>
          <p:nvGrpSpPr>
            <p:cNvPr id="11040" name="Google Shape;11040;p138"/>
            <p:cNvGrpSpPr/>
            <p:nvPr/>
          </p:nvGrpSpPr>
          <p:grpSpPr>
            <a:xfrm>
              <a:off x="5830645" y="1256617"/>
              <a:ext cx="259743" cy="269909"/>
              <a:chOff x="5830645" y="1256617"/>
              <a:chExt cx="259743" cy="269909"/>
            </a:xfrm>
          </p:grpSpPr>
          <p:sp>
            <p:nvSpPr>
              <p:cNvPr id="11041" name="Google Shape;11041;p138"/>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38"/>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3" name="Google Shape;11043;p138"/>
            <p:cNvGrpSpPr/>
            <p:nvPr/>
          </p:nvGrpSpPr>
          <p:grpSpPr>
            <a:xfrm>
              <a:off x="6101293" y="1256617"/>
              <a:ext cx="259692" cy="269909"/>
              <a:chOff x="6101293" y="1256617"/>
              <a:chExt cx="259692" cy="269909"/>
            </a:xfrm>
          </p:grpSpPr>
          <p:sp>
            <p:nvSpPr>
              <p:cNvPr id="11044" name="Google Shape;11044;p138"/>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38"/>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138"/>
            <p:cNvGrpSpPr/>
            <p:nvPr/>
          </p:nvGrpSpPr>
          <p:grpSpPr>
            <a:xfrm>
              <a:off x="5830645" y="1539749"/>
              <a:ext cx="259692" cy="269909"/>
              <a:chOff x="5830645" y="1539749"/>
              <a:chExt cx="259692" cy="269909"/>
            </a:xfrm>
          </p:grpSpPr>
          <p:sp>
            <p:nvSpPr>
              <p:cNvPr id="11047" name="Google Shape;11047;p138"/>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38"/>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9" name="Google Shape;11049;p138"/>
            <p:cNvGrpSpPr/>
            <p:nvPr/>
          </p:nvGrpSpPr>
          <p:grpSpPr>
            <a:xfrm>
              <a:off x="6101293" y="1539749"/>
              <a:ext cx="259692" cy="269909"/>
              <a:chOff x="6101293" y="1539749"/>
              <a:chExt cx="259692" cy="269909"/>
            </a:xfrm>
          </p:grpSpPr>
          <p:sp>
            <p:nvSpPr>
              <p:cNvPr id="11050" name="Google Shape;11050;p138"/>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38"/>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2" name="Google Shape;11052;p138"/>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138"/>
          <p:cNvGrpSpPr/>
          <p:nvPr/>
        </p:nvGrpSpPr>
        <p:grpSpPr>
          <a:xfrm>
            <a:off x="732438" y="2927557"/>
            <a:ext cx="1452955" cy="621360"/>
            <a:chOff x="732422" y="2990152"/>
            <a:chExt cx="1337773" cy="572102"/>
          </a:xfrm>
        </p:grpSpPr>
        <p:sp>
          <p:nvSpPr>
            <p:cNvPr id="11054" name="Google Shape;11054;p138"/>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138"/>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38"/>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38"/>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38"/>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138"/>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show="0">
  <p:cSld>
    <p:spTree>
      <p:nvGrpSpPr>
        <p:cNvPr id="1" name="Shape 11063"/>
        <p:cNvGrpSpPr/>
        <p:nvPr/>
      </p:nvGrpSpPr>
      <p:grpSpPr>
        <a:xfrm>
          <a:off x="0" y="0"/>
          <a:ext cx="0" cy="0"/>
          <a:chOff x="0" y="0"/>
          <a:chExt cx="0" cy="0"/>
        </a:xfrm>
      </p:grpSpPr>
      <p:grpSp>
        <p:nvGrpSpPr>
          <p:cNvPr id="11064" name="Google Shape;11064;p139"/>
          <p:cNvGrpSpPr/>
          <p:nvPr/>
        </p:nvGrpSpPr>
        <p:grpSpPr>
          <a:xfrm>
            <a:off x="729238" y="1179665"/>
            <a:ext cx="1636117" cy="1526144"/>
            <a:chOff x="729238" y="1179665"/>
            <a:chExt cx="1636117" cy="1526144"/>
          </a:xfrm>
        </p:grpSpPr>
        <p:grpSp>
          <p:nvGrpSpPr>
            <p:cNvPr id="11065" name="Google Shape;11065;p139"/>
            <p:cNvGrpSpPr/>
            <p:nvPr/>
          </p:nvGrpSpPr>
          <p:grpSpPr>
            <a:xfrm>
              <a:off x="729238" y="1179665"/>
              <a:ext cx="80700" cy="1526144"/>
              <a:chOff x="729238" y="1179665"/>
              <a:chExt cx="80700" cy="1526144"/>
            </a:xfrm>
          </p:grpSpPr>
          <p:sp>
            <p:nvSpPr>
              <p:cNvPr id="11066" name="Google Shape;11066;p139"/>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39"/>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39"/>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139"/>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13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13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3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3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3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3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39"/>
            <p:cNvGrpSpPr/>
            <p:nvPr/>
          </p:nvGrpSpPr>
          <p:grpSpPr>
            <a:xfrm>
              <a:off x="903098" y="1179665"/>
              <a:ext cx="80700" cy="1526144"/>
              <a:chOff x="903098" y="1179665"/>
              <a:chExt cx="80700" cy="1526144"/>
            </a:xfrm>
          </p:grpSpPr>
          <p:sp>
            <p:nvSpPr>
              <p:cNvPr id="11077" name="Google Shape;11077;p139"/>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39"/>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39"/>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39"/>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39"/>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39"/>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3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3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3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3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139"/>
            <p:cNvGrpSpPr/>
            <p:nvPr/>
          </p:nvGrpSpPr>
          <p:grpSpPr>
            <a:xfrm>
              <a:off x="1076958" y="1179665"/>
              <a:ext cx="80700" cy="1526144"/>
              <a:chOff x="1076958" y="1179665"/>
              <a:chExt cx="80700" cy="1526144"/>
            </a:xfrm>
          </p:grpSpPr>
          <p:sp>
            <p:nvSpPr>
              <p:cNvPr id="11088" name="Google Shape;11088;p139"/>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39"/>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39"/>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39"/>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39"/>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139"/>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139"/>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3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3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3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8" name="Google Shape;11098;p139"/>
            <p:cNvGrpSpPr/>
            <p:nvPr/>
          </p:nvGrpSpPr>
          <p:grpSpPr>
            <a:xfrm>
              <a:off x="1247707" y="1179665"/>
              <a:ext cx="80700" cy="1526144"/>
              <a:chOff x="1247707" y="1179665"/>
              <a:chExt cx="80700" cy="1526144"/>
            </a:xfrm>
          </p:grpSpPr>
          <p:sp>
            <p:nvSpPr>
              <p:cNvPr id="11099" name="Google Shape;11099;p139"/>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39"/>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39"/>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3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13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13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3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3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3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3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9" name="Google Shape;11109;p139"/>
            <p:cNvGrpSpPr/>
            <p:nvPr/>
          </p:nvGrpSpPr>
          <p:grpSpPr>
            <a:xfrm>
              <a:off x="1421567" y="1179665"/>
              <a:ext cx="80700" cy="1526144"/>
              <a:chOff x="1421567" y="1179665"/>
              <a:chExt cx="80700" cy="1526144"/>
            </a:xfrm>
          </p:grpSpPr>
          <p:sp>
            <p:nvSpPr>
              <p:cNvPr id="11110" name="Google Shape;11110;p139"/>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39"/>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39"/>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39"/>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139"/>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139"/>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39"/>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39"/>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13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3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139"/>
            <p:cNvGrpSpPr/>
            <p:nvPr/>
          </p:nvGrpSpPr>
          <p:grpSpPr>
            <a:xfrm>
              <a:off x="1592327" y="1179665"/>
              <a:ext cx="80700" cy="1526144"/>
              <a:chOff x="1592327" y="1179665"/>
              <a:chExt cx="80700" cy="1526144"/>
            </a:xfrm>
          </p:grpSpPr>
          <p:sp>
            <p:nvSpPr>
              <p:cNvPr id="11121" name="Google Shape;11121;p139"/>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139"/>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39"/>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39"/>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39"/>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39"/>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3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3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13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13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139"/>
            <p:cNvGrpSpPr/>
            <p:nvPr/>
          </p:nvGrpSpPr>
          <p:grpSpPr>
            <a:xfrm>
              <a:off x="1766187" y="1179665"/>
              <a:ext cx="80700" cy="1526144"/>
              <a:chOff x="1766187" y="1179665"/>
              <a:chExt cx="80700" cy="1526144"/>
            </a:xfrm>
          </p:grpSpPr>
          <p:sp>
            <p:nvSpPr>
              <p:cNvPr id="11132" name="Google Shape;11132;p139"/>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39"/>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39"/>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39"/>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39"/>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39"/>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39"/>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39"/>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39"/>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3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139"/>
            <p:cNvGrpSpPr/>
            <p:nvPr/>
          </p:nvGrpSpPr>
          <p:grpSpPr>
            <a:xfrm>
              <a:off x="1936935" y="1179665"/>
              <a:ext cx="80700" cy="1526144"/>
              <a:chOff x="1936935" y="1179665"/>
              <a:chExt cx="80700" cy="1526144"/>
            </a:xfrm>
          </p:grpSpPr>
          <p:sp>
            <p:nvSpPr>
              <p:cNvPr id="11143" name="Google Shape;11143;p139"/>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39"/>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39"/>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39"/>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39"/>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3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3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3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3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3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3" name="Google Shape;11153;p139"/>
            <p:cNvGrpSpPr/>
            <p:nvPr/>
          </p:nvGrpSpPr>
          <p:grpSpPr>
            <a:xfrm>
              <a:off x="2110795" y="1179665"/>
              <a:ext cx="80700" cy="1526144"/>
              <a:chOff x="2110795" y="1179665"/>
              <a:chExt cx="80700" cy="1526144"/>
            </a:xfrm>
          </p:grpSpPr>
          <p:sp>
            <p:nvSpPr>
              <p:cNvPr id="11154" name="Google Shape;11154;p139"/>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39"/>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39"/>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39"/>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3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3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3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3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3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3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4" name="Google Shape;11164;p139"/>
            <p:cNvGrpSpPr/>
            <p:nvPr/>
          </p:nvGrpSpPr>
          <p:grpSpPr>
            <a:xfrm>
              <a:off x="2284655" y="1179665"/>
              <a:ext cx="80700" cy="1526144"/>
              <a:chOff x="2284655" y="1179665"/>
              <a:chExt cx="80700" cy="1526144"/>
            </a:xfrm>
          </p:grpSpPr>
          <p:sp>
            <p:nvSpPr>
              <p:cNvPr id="11165" name="Google Shape;11165;p139"/>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39"/>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39"/>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39"/>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39"/>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39"/>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3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3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3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3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75" name="Google Shape;11175;p139"/>
          <p:cNvGrpSpPr/>
          <p:nvPr/>
        </p:nvGrpSpPr>
        <p:grpSpPr>
          <a:xfrm>
            <a:off x="2623904" y="1198803"/>
            <a:ext cx="1364248" cy="1102133"/>
            <a:chOff x="2623904" y="1198803"/>
            <a:chExt cx="1364248" cy="1102133"/>
          </a:xfrm>
        </p:grpSpPr>
        <p:grpSp>
          <p:nvGrpSpPr>
            <p:cNvPr id="11176" name="Google Shape;11176;p139"/>
            <p:cNvGrpSpPr/>
            <p:nvPr/>
          </p:nvGrpSpPr>
          <p:grpSpPr>
            <a:xfrm>
              <a:off x="2623907" y="1198803"/>
              <a:ext cx="1364245" cy="273000"/>
              <a:chOff x="2623907" y="1198803"/>
              <a:chExt cx="1364245" cy="273000"/>
            </a:xfrm>
          </p:grpSpPr>
          <p:sp>
            <p:nvSpPr>
              <p:cNvPr id="11177" name="Google Shape;11177;p139"/>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3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3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3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3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139"/>
            <p:cNvGrpSpPr/>
            <p:nvPr/>
          </p:nvGrpSpPr>
          <p:grpSpPr>
            <a:xfrm>
              <a:off x="2623904" y="1476964"/>
              <a:ext cx="1364245" cy="273000"/>
              <a:chOff x="2623904" y="1476964"/>
              <a:chExt cx="1364245" cy="273000"/>
            </a:xfrm>
          </p:grpSpPr>
          <p:sp>
            <p:nvSpPr>
              <p:cNvPr id="11183" name="Google Shape;11183;p139"/>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39"/>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39"/>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3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3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139"/>
            <p:cNvGrpSpPr/>
            <p:nvPr/>
          </p:nvGrpSpPr>
          <p:grpSpPr>
            <a:xfrm>
              <a:off x="2623907" y="1749775"/>
              <a:ext cx="1364245" cy="273000"/>
              <a:chOff x="2623907" y="1749775"/>
              <a:chExt cx="1364245" cy="273000"/>
            </a:xfrm>
          </p:grpSpPr>
          <p:sp>
            <p:nvSpPr>
              <p:cNvPr id="11189" name="Google Shape;11189;p139"/>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39"/>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3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3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3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139"/>
            <p:cNvGrpSpPr/>
            <p:nvPr/>
          </p:nvGrpSpPr>
          <p:grpSpPr>
            <a:xfrm>
              <a:off x="2623904" y="2027936"/>
              <a:ext cx="1364245" cy="273000"/>
              <a:chOff x="2623904" y="2027936"/>
              <a:chExt cx="1364245" cy="273000"/>
            </a:xfrm>
          </p:grpSpPr>
          <p:sp>
            <p:nvSpPr>
              <p:cNvPr id="11195" name="Google Shape;11195;p13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3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3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3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3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00" name="Google Shape;11200;p139"/>
          <p:cNvGrpSpPr/>
          <p:nvPr/>
        </p:nvGrpSpPr>
        <p:grpSpPr>
          <a:xfrm>
            <a:off x="2613365" y="2657986"/>
            <a:ext cx="1387541" cy="159124"/>
            <a:chOff x="3200660" y="2180272"/>
            <a:chExt cx="2563824" cy="378237"/>
          </a:xfrm>
        </p:grpSpPr>
        <p:sp>
          <p:nvSpPr>
            <p:cNvPr id="11201" name="Google Shape;11201;p13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13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13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3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3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3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3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3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3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3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3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3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3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3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3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3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3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3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139"/>
          <p:cNvGrpSpPr/>
          <p:nvPr/>
        </p:nvGrpSpPr>
        <p:grpSpPr>
          <a:xfrm>
            <a:off x="2609890" y="2935811"/>
            <a:ext cx="1390502" cy="159625"/>
            <a:chOff x="3530150" y="2790075"/>
            <a:chExt cx="1962600" cy="225300"/>
          </a:xfrm>
        </p:grpSpPr>
        <p:sp>
          <p:nvSpPr>
            <p:cNvPr id="11220" name="Google Shape;11220;p139"/>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39"/>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139"/>
          <p:cNvGrpSpPr/>
          <p:nvPr/>
        </p:nvGrpSpPr>
        <p:grpSpPr>
          <a:xfrm>
            <a:off x="2610543" y="3214137"/>
            <a:ext cx="1411629" cy="153761"/>
            <a:chOff x="3558802" y="4011427"/>
            <a:chExt cx="1866000" cy="111300"/>
          </a:xfrm>
        </p:grpSpPr>
        <p:sp>
          <p:nvSpPr>
            <p:cNvPr id="11223" name="Google Shape;11223;p13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39"/>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5" name="Google Shape;11225;p139"/>
          <p:cNvGrpSpPr/>
          <p:nvPr/>
        </p:nvGrpSpPr>
        <p:grpSpPr>
          <a:xfrm>
            <a:off x="2610235" y="2419536"/>
            <a:ext cx="1383503" cy="119749"/>
            <a:chOff x="3465975" y="2270276"/>
            <a:chExt cx="1986364" cy="171929"/>
          </a:xfrm>
        </p:grpSpPr>
        <p:sp>
          <p:nvSpPr>
            <p:cNvPr id="11226" name="Google Shape;11226;p13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3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39"/>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39"/>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39"/>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3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39"/>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39"/>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139"/>
          <p:cNvGrpSpPr/>
          <p:nvPr/>
        </p:nvGrpSpPr>
        <p:grpSpPr>
          <a:xfrm>
            <a:off x="2621243" y="3783187"/>
            <a:ext cx="1369531" cy="195460"/>
            <a:chOff x="723300" y="4253549"/>
            <a:chExt cx="2276482" cy="324900"/>
          </a:xfrm>
        </p:grpSpPr>
        <p:sp>
          <p:nvSpPr>
            <p:cNvPr id="11235" name="Google Shape;11235;p13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3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13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3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39"/>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139"/>
          <p:cNvGrpSpPr/>
          <p:nvPr/>
        </p:nvGrpSpPr>
        <p:grpSpPr>
          <a:xfrm>
            <a:off x="2610803" y="3484367"/>
            <a:ext cx="1389066" cy="180119"/>
            <a:chOff x="705948" y="3788465"/>
            <a:chExt cx="2308953" cy="299400"/>
          </a:xfrm>
        </p:grpSpPr>
        <p:sp>
          <p:nvSpPr>
            <p:cNvPr id="11241" name="Google Shape;11241;p13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13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3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39"/>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139"/>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6" name="Google Shape;11246;p139"/>
          <p:cNvGrpSpPr/>
          <p:nvPr/>
        </p:nvGrpSpPr>
        <p:grpSpPr>
          <a:xfrm>
            <a:off x="2658741" y="4097347"/>
            <a:ext cx="1304609" cy="294074"/>
            <a:chOff x="2658741" y="4097347"/>
            <a:chExt cx="1304609" cy="294074"/>
          </a:xfrm>
        </p:grpSpPr>
        <p:grpSp>
          <p:nvGrpSpPr>
            <p:cNvPr id="11247" name="Google Shape;11247;p139"/>
            <p:cNvGrpSpPr/>
            <p:nvPr/>
          </p:nvGrpSpPr>
          <p:grpSpPr>
            <a:xfrm>
              <a:off x="2658741" y="4097347"/>
              <a:ext cx="118572" cy="294074"/>
              <a:chOff x="3343310" y="4475555"/>
              <a:chExt cx="127717" cy="316753"/>
            </a:xfrm>
          </p:grpSpPr>
          <p:sp>
            <p:nvSpPr>
              <p:cNvPr id="11248" name="Google Shape;11248;p13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13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139"/>
            <p:cNvGrpSpPr/>
            <p:nvPr/>
          </p:nvGrpSpPr>
          <p:grpSpPr>
            <a:xfrm>
              <a:off x="3815519" y="4098388"/>
              <a:ext cx="147831" cy="291991"/>
              <a:chOff x="3527539" y="4476677"/>
              <a:chExt cx="159232" cy="314510"/>
            </a:xfrm>
          </p:grpSpPr>
          <p:sp>
            <p:nvSpPr>
              <p:cNvPr id="11251" name="Google Shape;11251;p13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13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139"/>
            <p:cNvGrpSpPr/>
            <p:nvPr/>
          </p:nvGrpSpPr>
          <p:grpSpPr>
            <a:xfrm>
              <a:off x="3511696" y="4098388"/>
              <a:ext cx="147831" cy="291991"/>
              <a:chOff x="3527539" y="4476677"/>
              <a:chExt cx="159232" cy="314510"/>
            </a:xfrm>
          </p:grpSpPr>
          <p:sp>
            <p:nvSpPr>
              <p:cNvPr id="11254" name="Google Shape;11254;p13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3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39"/>
            <p:cNvGrpSpPr/>
            <p:nvPr/>
          </p:nvGrpSpPr>
          <p:grpSpPr>
            <a:xfrm>
              <a:off x="3207874" y="4098388"/>
              <a:ext cx="147831" cy="291991"/>
              <a:chOff x="3527539" y="4476677"/>
              <a:chExt cx="159232" cy="314510"/>
            </a:xfrm>
          </p:grpSpPr>
          <p:sp>
            <p:nvSpPr>
              <p:cNvPr id="11257" name="Google Shape;11257;p13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3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139"/>
            <p:cNvGrpSpPr/>
            <p:nvPr/>
          </p:nvGrpSpPr>
          <p:grpSpPr>
            <a:xfrm>
              <a:off x="2933305" y="4097347"/>
              <a:ext cx="118572" cy="294074"/>
              <a:chOff x="3343310" y="4475555"/>
              <a:chExt cx="127717" cy="316753"/>
            </a:xfrm>
          </p:grpSpPr>
          <p:sp>
            <p:nvSpPr>
              <p:cNvPr id="11260" name="Google Shape;11260;p13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13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2" name="Google Shape;11262;p139"/>
          <p:cNvGrpSpPr/>
          <p:nvPr/>
        </p:nvGrpSpPr>
        <p:grpSpPr>
          <a:xfrm>
            <a:off x="4277571" y="2080469"/>
            <a:ext cx="1433821" cy="191501"/>
            <a:chOff x="4273350" y="2080469"/>
            <a:chExt cx="1433821" cy="191501"/>
          </a:xfrm>
        </p:grpSpPr>
        <p:grpSp>
          <p:nvGrpSpPr>
            <p:cNvPr id="11263" name="Google Shape;11263;p139"/>
            <p:cNvGrpSpPr/>
            <p:nvPr/>
          </p:nvGrpSpPr>
          <p:grpSpPr>
            <a:xfrm>
              <a:off x="4273350" y="2080469"/>
              <a:ext cx="1433821" cy="0"/>
              <a:chOff x="5224975" y="2962250"/>
              <a:chExt cx="1544400" cy="0"/>
            </a:xfrm>
          </p:grpSpPr>
          <p:cxnSp>
            <p:nvCxnSpPr>
              <p:cNvPr id="11264" name="Google Shape;11264;p13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265" name="Google Shape;11265;p139"/>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266" name="Google Shape;11266;p139"/>
            <p:cNvGrpSpPr/>
            <p:nvPr/>
          </p:nvGrpSpPr>
          <p:grpSpPr>
            <a:xfrm>
              <a:off x="4273350" y="2271969"/>
              <a:ext cx="1433821" cy="0"/>
              <a:chOff x="5224975" y="2962250"/>
              <a:chExt cx="1544400" cy="0"/>
            </a:xfrm>
          </p:grpSpPr>
          <p:cxnSp>
            <p:nvCxnSpPr>
              <p:cNvPr id="11267" name="Google Shape;11267;p13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268" name="Google Shape;11268;p139"/>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269" name="Google Shape;11269;p139"/>
          <p:cNvGrpSpPr/>
          <p:nvPr/>
        </p:nvGrpSpPr>
        <p:grpSpPr>
          <a:xfrm>
            <a:off x="4279126" y="1183036"/>
            <a:ext cx="1430711" cy="743389"/>
            <a:chOff x="5159450" y="1919950"/>
            <a:chExt cx="1541050" cy="862500"/>
          </a:xfrm>
        </p:grpSpPr>
        <p:sp>
          <p:nvSpPr>
            <p:cNvPr id="11270" name="Google Shape;11270;p13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271" name="Google Shape;11271;p139"/>
            <p:cNvGrpSpPr/>
            <p:nvPr/>
          </p:nvGrpSpPr>
          <p:grpSpPr>
            <a:xfrm>
              <a:off x="5159450" y="1919950"/>
              <a:ext cx="1541050" cy="862500"/>
              <a:chOff x="5159450" y="1919950"/>
              <a:chExt cx="1541050" cy="862500"/>
            </a:xfrm>
          </p:grpSpPr>
          <p:cxnSp>
            <p:nvCxnSpPr>
              <p:cNvPr id="11272" name="Google Shape;11272;p13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273" name="Google Shape;11273;p13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274" name="Google Shape;11274;p139"/>
          <p:cNvGrpSpPr/>
          <p:nvPr/>
        </p:nvGrpSpPr>
        <p:grpSpPr>
          <a:xfrm>
            <a:off x="4269239" y="2406364"/>
            <a:ext cx="1450484" cy="1052087"/>
            <a:chOff x="5230575" y="1554475"/>
            <a:chExt cx="2137150" cy="1550150"/>
          </a:xfrm>
        </p:grpSpPr>
        <p:sp>
          <p:nvSpPr>
            <p:cNvPr id="11275" name="Google Shape;11275;p139"/>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39"/>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139"/>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139"/>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39"/>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39"/>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39"/>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39"/>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39"/>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139"/>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139"/>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39"/>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39"/>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8" name="Google Shape;11288;p139"/>
          <p:cNvGrpSpPr/>
          <p:nvPr/>
        </p:nvGrpSpPr>
        <p:grpSpPr>
          <a:xfrm rot="10800000">
            <a:off x="4285790" y="3498553"/>
            <a:ext cx="1417383" cy="887946"/>
            <a:chOff x="5645403" y="2920021"/>
            <a:chExt cx="2650800" cy="2180614"/>
          </a:xfrm>
        </p:grpSpPr>
        <p:sp>
          <p:nvSpPr>
            <p:cNvPr id="11289" name="Google Shape;11289;p139"/>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90" name="Google Shape;11290;p139"/>
            <p:cNvCxnSpPr>
              <a:stCxn id="1128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291" name="Google Shape;11291;p139"/>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92" name="Google Shape;11292;p139"/>
            <p:cNvCxnSpPr>
              <a:endCxn id="1129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1293" name="Google Shape;11293;p139"/>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94" name="Google Shape;11294;p139"/>
            <p:cNvCxnSpPr>
              <a:stCxn id="1129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295" name="Google Shape;11295;p139"/>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96" name="Google Shape;11296;p139"/>
            <p:cNvCxnSpPr>
              <a:endCxn id="1129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297" name="Google Shape;11297;p139"/>
          <p:cNvGrpSpPr/>
          <p:nvPr/>
        </p:nvGrpSpPr>
        <p:grpSpPr>
          <a:xfrm>
            <a:off x="7386150" y="2401908"/>
            <a:ext cx="1071743" cy="1021579"/>
            <a:chOff x="7189833" y="2022667"/>
            <a:chExt cx="1251159" cy="1192597"/>
          </a:xfrm>
        </p:grpSpPr>
        <p:sp>
          <p:nvSpPr>
            <p:cNvPr id="11298" name="Google Shape;11298;p139"/>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39"/>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139"/>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39"/>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2" name="Google Shape;11302;p139"/>
          <p:cNvGrpSpPr/>
          <p:nvPr/>
        </p:nvGrpSpPr>
        <p:grpSpPr>
          <a:xfrm>
            <a:off x="727421" y="2828315"/>
            <a:ext cx="1695374" cy="1560837"/>
            <a:chOff x="727421" y="2828315"/>
            <a:chExt cx="1695374" cy="1560837"/>
          </a:xfrm>
        </p:grpSpPr>
        <p:grpSp>
          <p:nvGrpSpPr>
            <p:cNvPr id="11303" name="Google Shape;11303;p139"/>
            <p:cNvGrpSpPr/>
            <p:nvPr/>
          </p:nvGrpSpPr>
          <p:grpSpPr>
            <a:xfrm>
              <a:off x="819108" y="2882501"/>
              <a:ext cx="103104" cy="1426186"/>
              <a:chOff x="4674013" y="3100904"/>
              <a:chExt cx="122758" cy="1698043"/>
            </a:xfrm>
          </p:grpSpPr>
          <p:sp>
            <p:nvSpPr>
              <p:cNvPr id="11304" name="Google Shape;11304;p13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3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3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3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3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3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3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139"/>
            <p:cNvGrpSpPr/>
            <p:nvPr/>
          </p:nvGrpSpPr>
          <p:grpSpPr>
            <a:xfrm>
              <a:off x="1062475" y="2882501"/>
              <a:ext cx="103104" cy="1426186"/>
              <a:chOff x="4940438" y="3100904"/>
              <a:chExt cx="122758" cy="1698043"/>
            </a:xfrm>
          </p:grpSpPr>
          <p:sp>
            <p:nvSpPr>
              <p:cNvPr id="11312" name="Google Shape;11312;p13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3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3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3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3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3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3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9" name="Google Shape;11319;p139"/>
            <p:cNvGrpSpPr/>
            <p:nvPr/>
          </p:nvGrpSpPr>
          <p:grpSpPr>
            <a:xfrm>
              <a:off x="1299324" y="2882501"/>
              <a:ext cx="103104" cy="1426186"/>
              <a:chOff x="5206863" y="3100904"/>
              <a:chExt cx="122758" cy="1698043"/>
            </a:xfrm>
          </p:grpSpPr>
          <p:sp>
            <p:nvSpPr>
              <p:cNvPr id="11320" name="Google Shape;11320;p13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3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3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3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3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3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3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7" name="Google Shape;11327;p139"/>
            <p:cNvGrpSpPr/>
            <p:nvPr/>
          </p:nvGrpSpPr>
          <p:grpSpPr>
            <a:xfrm>
              <a:off x="1786057" y="2882501"/>
              <a:ext cx="103104" cy="1426186"/>
              <a:chOff x="6006138" y="3143629"/>
              <a:chExt cx="122758" cy="1698043"/>
            </a:xfrm>
          </p:grpSpPr>
          <p:sp>
            <p:nvSpPr>
              <p:cNvPr id="11328" name="Google Shape;11328;p13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3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3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3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3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3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3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139"/>
            <p:cNvGrpSpPr/>
            <p:nvPr/>
          </p:nvGrpSpPr>
          <p:grpSpPr>
            <a:xfrm>
              <a:off x="2029422" y="2882501"/>
              <a:ext cx="103104" cy="1426186"/>
              <a:chOff x="6805413" y="3100904"/>
              <a:chExt cx="122758" cy="1698043"/>
            </a:xfrm>
          </p:grpSpPr>
          <p:sp>
            <p:nvSpPr>
              <p:cNvPr id="11336" name="Google Shape;11336;p13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3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3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3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3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3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3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3" name="Google Shape;11343;p139"/>
            <p:cNvGrpSpPr/>
            <p:nvPr/>
          </p:nvGrpSpPr>
          <p:grpSpPr>
            <a:xfrm>
              <a:off x="727421" y="2828315"/>
              <a:ext cx="1695374" cy="1560837"/>
              <a:chOff x="734799" y="2782450"/>
              <a:chExt cx="1571100" cy="1577400"/>
            </a:xfrm>
          </p:grpSpPr>
          <p:cxnSp>
            <p:nvCxnSpPr>
              <p:cNvPr id="11344" name="Google Shape;11344;p13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345" name="Google Shape;11345;p13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346" name="Google Shape;11346;p139"/>
            <p:cNvGrpSpPr/>
            <p:nvPr/>
          </p:nvGrpSpPr>
          <p:grpSpPr>
            <a:xfrm>
              <a:off x="2272795" y="2882501"/>
              <a:ext cx="103104" cy="1426186"/>
              <a:chOff x="5206863" y="3100904"/>
              <a:chExt cx="122758" cy="1698043"/>
            </a:xfrm>
          </p:grpSpPr>
          <p:sp>
            <p:nvSpPr>
              <p:cNvPr id="11347" name="Google Shape;11347;p13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3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3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3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3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3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3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139"/>
            <p:cNvGrpSpPr/>
            <p:nvPr/>
          </p:nvGrpSpPr>
          <p:grpSpPr>
            <a:xfrm>
              <a:off x="1542694" y="2882501"/>
              <a:ext cx="103104" cy="1426186"/>
              <a:chOff x="6006138" y="3143629"/>
              <a:chExt cx="122758" cy="1698043"/>
            </a:xfrm>
          </p:grpSpPr>
          <p:sp>
            <p:nvSpPr>
              <p:cNvPr id="11355" name="Google Shape;11355;p13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3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3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3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3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3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3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62" name="Google Shape;11362;p139"/>
          <p:cNvGrpSpPr/>
          <p:nvPr/>
        </p:nvGrpSpPr>
        <p:grpSpPr>
          <a:xfrm>
            <a:off x="5936000" y="2405887"/>
            <a:ext cx="1248543" cy="1025319"/>
            <a:chOff x="5183758" y="1210600"/>
            <a:chExt cx="3605380" cy="2960783"/>
          </a:xfrm>
        </p:grpSpPr>
        <p:sp>
          <p:nvSpPr>
            <p:cNvPr id="11363" name="Google Shape;11363;p13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3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3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3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67" name="Google Shape;11367;p139"/>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368" name="Google Shape;11368;p139"/>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369" name="Google Shape;11369;p139"/>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370" name="Google Shape;11370;p139"/>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371" name="Google Shape;11371;p139"/>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139"/>
          <p:cNvGrpSpPr/>
          <p:nvPr/>
        </p:nvGrpSpPr>
        <p:grpSpPr>
          <a:xfrm>
            <a:off x="5793062" y="3544204"/>
            <a:ext cx="2664831" cy="843440"/>
            <a:chOff x="5916567" y="1099697"/>
            <a:chExt cx="2556683" cy="809211"/>
          </a:xfrm>
        </p:grpSpPr>
        <p:sp>
          <p:nvSpPr>
            <p:cNvPr id="11373" name="Google Shape;11373;p139"/>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39"/>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39"/>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39"/>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39"/>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39"/>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39"/>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39"/>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1" name="Google Shape;11381;p139"/>
          <p:cNvGrpSpPr/>
          <p:nvPr/>
        </p:nvGrpSpPr>
        <p:grpSpPr>
          <a:xfrm>
            <a:off x="5900602" y="1193063"/>
            <a:ext cx="1299851" cy="1023338"/>
            <a:chOff x="5900602" y="1193063"/>
            <a:chExt cx="1299851" cy="1023338"/>
          </a:xfrm>
        </p:grpSpPr>
        <p:grpSp>
          <p:nvGrpSpPr>
            <p:cNvPr id="11382" name="Google Shape;11382;p139"/>
            <p:cNvGrpSpPr/>
            <p:nvPr/>
          </p:nvGrpSpPr>
          <p:grpSpPr>
            <a:xfrm>
              <a:off x="6743564" y="1193063"/>
              <a:ext cx="456889" cy="700379"/>
              <a:chOff x="6743564" y="1193063"/>
              <a:chExt cx="456889" cy="700379"/>
            </a:xfrm>
          </p:grpSpPr>
          <p:grpSp>
            <p:nvGrpSpPr>
              <p:cNvPr id="11383" name="Google Shape;11383;p139"/>
              <p:cNvGrpSpPr/>
              <p:nvPr/>
            </p:nvGrpSpPr>
            <p:grpSpPr>
              <a:xfrm>
                <a:off x="6743564" y="1690731"/>
                <a:ext cx="214402" cy="202710"/>
                <a:chOff x="6743564" y="1690731"/>
                <a:chExt cx="214402" cy="202710"/>
              </a:xfrm>
            </p:grpSpPr>
            <p:sp>
              <p:nvSpPr>
                <p:cNvPr id="11384" name="Google Shape;11384;p139"/>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39"/>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6" name="Google Shape;11386;p139"/>
              <p:cNvGrpSpPr/>
              <p:nvPr/>
            </p:nvGrpSpPr>
            <p:grpSpPr>
              <a:xfrm>
                <a:off x="6915505" y="1193063"/>
                <a:ext cx="284947" cy="589637"/>
                <a:chOff x="6915505" y="1193063"/>
                <a:chExt cx="284947" cy="589637"/>
              </a:xfrm>
            </p:grpSpPr>
            <p:sp>
              <p:nvSpPr>
                <p:cNvPr id="11387" name="Google Shape;11387;p13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88" name="Google Shape;11388;p139"/>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389" name="Google Shape;11389;p139"/>
            <p:cNvGrpSpPr/>
            <p:nvPr/>
          </p:nvGrpSpPr>
          <p:grpSpPr>
            <a:xfrm>
              <a:off x="6520337" y="1193063"/>
              <a:ext cx="341815" cy="801589"/>
              <a:chOff x="6520337" y="1193063"/>
              <a:chExt cx="341815" cy="801589"/>
            </a:xfrm>
          </p:grpSpPr>
          <p:grpSp>
            <p:nvGrpSpPr>
              <p:cNvPr id="11390" name="Google Shape;11390;p139"/>
              <p:cNvGrpSpPr/>
              <p:nvPr/>
            </p:nvGrpSpPr>
            <p:grpSpPr>
              <a:xfrm>
                <a:off x="6520337" y="1589527"/>
                <a:ext cx="213950" cy="405125"/>
                <a:chOff x="6520337" y="1589527"/>
                <a:chExt cx="213950" cy="405125"/>
              </a:xfrm>
            </p:grpSpPr>
            <p:sp>
              <p:nvSpPr>
                <p:cNvPr id="11391" name="Google Shape;11391;p13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39"/>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139"/>
              <p:cNvGrpSpPr/>
              <p:nvPr/>
            </p:nvGrpSpPr>
            <p:grpSpPr>
              <a:xfrm>
                <a:off x="6577204" y="1193063"/>
                <a:ext cx="284947" cy="453562"/>
                <a:chOff x="6577204" y="1193063"/>
                <a:chExt cx="284947" cy="453562"/>
              </a:xfrm>
            </p:grpSpPr>
            <p:sp>
              <p:nvSpPr>
                <p:cNvPr id="11394" name="Google Shape;11394;p13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95" name="Google Shape;11395;p139"/>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396" name="Google Shape;11396;p139"/>
            <p:cNvGrpSpPr/>
            <p:nvPr/>
          </p:nvGrpSpPr>
          <p:grpSpPr>
            <a:xfrm>
              <a:off x="6238903" y="1193063"/>
              <a:ext cx="300475" cy="901782"/>
              <a:chOff x="6238903" y="1193063"/>
              <a:chExt cx="300475" cy="901782"/>
            </a:xfrm>
          </p:grpSpPr>
          <p:grpSp>
            <p:nvGrpSpPr>
              <p:cNvPr id="11397" name="Google Shape;11397;p139"/>
              <p:cNvGrpSpPr/>
              <p:nvPr/>
            </p:nvGrpSpPr>
            <p:grpSpPr>
              <a:xfrm>
                <a:off x="6290865" y="1489315"/>
                <a:ext cx="248514" cy="605530"/>
                <a:chOff x="6290865" y="1489315"/>
                <a:chExt cx="248514" cy="605530"/>
              </a:xfrm>
            </p:grpSpPr>
            <p:sp>
              <p:nvSpPr>
                <p:cNvPr id="11398" name="Google Shape;11398;p13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39"/>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139"/>
              <p:cNvGrpSpPr/>
              <p:nvPr/>
            </p:nvGrpSpPr>
            <p:grpSpPr>
              <a:xfrm>
                <a:off x="6238903" y="1193063"/>
                <a:ext cx="284947" cy="327512"/>
                <a:chOff x="6238903" y="1193063"/>
                <a:chExt cx="284947" cy="327512"/>
              </a:xfrm>
            </p:grpSpPr>
            <p:sp>
              <p:nvSpPr>
                <p:cNvPr id="11401" name="Google Shape;11401;p13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02" name="Google Shape;11402;p139"/>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403" name="Google Shape;11403;p139"/>
            <p:cNvGrpSpPr/>
            <p:nvPr/>
          </p:nvGrpSpPr>
          <p:grpSpPr>
            <a:xfrm>
              <a:off x="5900602" y="1193063"/>
              <a:ext cx="444345" cy="1023338"/>
              <a:chOff x="5900602" y="1193063"/>
              <a:chExt cx="444345" cy="1023338"/>
            </a:xfrm>
          </p:grpSpPr>
          <p:grpSp>
            <p:nvGrpSpPr>
              <p:cNvPr id="11404" name="Google Shape;11404;p139"/>
              <p:cNvGrpSpPr/>
              <p:nvPr/>
            </p:nvGrpSpPr>
            <p:grpSpPr>
              <a:xfrm>
                <a:off x="6046501" y="1367785"/>
                <a:ext cx="298446" cy="848616"/>
                <a:chOff x="6046501" y="1367785"/>
                <a:chExt cx="298446" cy="848616"/>
              </a:xfrm>
            </p:grpSpPr>
            <p:sp>
              <p:nvSpPr>
                <p:cNvPr id="11405" name="Google Shape;11405;p13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39"/>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139"/>
              <p:cNvGrpSpPr/>
              <p:nvPr/>
            </p:nvGrpSpPr>
            <p:grpSpPr>
              <a:xfrm>
                <a:off x="5900602" y="1193063"/>
                <a:ext cx="284947" cy="182312"/>
                <a:chOff x="5900602" y="1193063"/>
                <a:chExt cx="284947" cy="182312"/>
              </a:xfrm>
            </p:grpSpPr>
            <p:sp>
              <p:nvSpPr>
                <p:cNvPr id="11408" name="Google Shape;11408;p13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09" name="Google Shape;11409;p13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410" name="Google Shape;11410;p139"/>
          <p:cNvGrpSpPr/>
          <p:nvPr/>
        </p:nvGrpSpPr>
        <p:grpSpPr>
          <a:xfrm>
            <a:off x="7238484" y="1193208"/>
            <a:ext cx="1219413" cy="1051365"/>
            <a:chOff x="7287122" y="1165658"/>
            <a:chExt cx="1219413" cy="1051365"/>
          </a:xfrm>
        </p:grpSpPr>
        <p:grpSp>
          <p:nvGrpSpPr>
            <p:cNvPr id="11411" name="Google Shape;11411;p139"/>
            <p:cNvGrpSpPr/>
            <p:nvPr/>
          </p:nvGrpSpPr>
          <p:grpSpPr>
            <a:xfrm>
              <a:off x="7287122" y="1969723"/>
              <a:ext cx="1219413" cy="247300"/>
              <a:chOff x="7287122" y="1969723"/>
              <a:chExt cx="1219413" cy="247300"/>
            </a:xfrm>
          </p:grpSpPr>
          <p:sp>
            <p:nvSpPr>
              <p:cNvPr id="11412" name="Google Shape;11412;p13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3" name="Google Shape;11413;p139"/>
              <p:cNvGrpSpPr/>
              <p:nvPr/>
            </p:nvGrpSpPr>
            <p:grpSpPr>
              <a:xfrm>
                <a:off x="7287122" y="2063892"/>
                <a:ext cx="1151753" cy="73428"/>
                <a:chOff x="7287122" y="2063892"/>
                <a:chExt cx="1151753" cy="73428"/>
              </a:xfrm>
            </p:grpSpPr>
            <p:sp>
              <p:nvSpPr>
                <p:cNvPr id="11414" name="Google Shape;11414;p13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15" name="Google Shape;11415;p13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416" name="Google Shape;11416;p139"/>
            <p:cNvGrpSpPr/>
            <p:nvPr/>
          </p:nvGrpSpPr>
          <p:grpSpPr>
            <a:xfrm>
              <a:off x="7287122" y="1712201"/>
              <a:ext cx="1219403" cy="246767"/>
              <a:chOff x="7287122" y="1712201"/>
              <a:chExt cx="1219403" cy="246767"/>
            </a:xfrm>
          </p:grpSpPr>
          <p:sp>
            <p:nvSpPr>
              <p:cNvPr id="11417" name="Google Shape;11417;p13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8" name="Google Shape;11418;p139"/>
              <p:cNvGrpSpPr/>
              <p:nvPr/>
            </p:nvGrpSpPr>
            <p:grpSpPr>
              <a:xfrm>
                <a:off x="7287122" y="1842861"/>
                <a:ext cx="1005303" cy="73419"/>
                <a:chOff x="7287122" y="1842861"/>
                <a:chExt cx="1005303" cy="73419"/>
              </a:xfrm>
            </p:grpSpPr>
            <p:sp>
              <p:nvSpPr>
                <p:cNvPr id="11419" name="Google Shape;11419;p13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20" name="Google Shape;11420;p13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421" name="Google Shape;11421;p139"/>
            <p:cNvGrpSpPr/>
            <p:nvPr/>
          </p:nvGrpSpPr>
          <p:grpSpPr>
            <a:xfrm>
              <a:off x="7287122" y="1447520"/>
              <a:ext cx="1219403" cy="286667"/>
              <a:chOff x="7287122" y="1447520"/>
              <a:chExt cx="1219403" cy="286667"/>
            </a:xfrm>
          </p:grpSpPr>
          <p:sp>
            <p:nvSpPr>
              <p:cNvPr id="11422" name="Google Shape;11422;p13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139"/>
              <p:cNvGrpSpPr/>
              <p:nvPr/>
            </p:nvGrpSpPr>
            <p:grpSpPr>
              <a:xfrm>
                <a:off x="7287122" y="1581977"/>
                <a:ext cx="852803" cy="73428"/>
                <a:chOff x="7287122" y="1581977"/>
                <a:chExt cx="852803" cy="73428"/>
              </a:xfrm>
            </p:grpSpPr>
            <p:sp>
              <p:nvSpPr>
                <p:cNvPr id="11424" name="Google Shape;11424;p13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25" name="Google Shape;11425;p13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426" name="Google Shape;11426;p139"/>
            <p:cNvGrpSpPr/>
            <p:nvPr/>
          </p:nvGrpSpPr>
          <p:grpSpPr>
            <a:xfrm>
              <a:off x="7287122" y="1165658"/>
              <a:ext cx="1219403" cy="344253"/>
              <a:chOff x="7287122" y="1165658"/>
              <a:chExt cx="1219403" cy="344253"/>
            </a:xfrm>
          </p:grpSpPr>
          <p:sp>
            <p:nvSpPr>
              <p:cNvPr id="11427" name="Google Shape;11427;p13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8" name="Google Shape;11428;p139"/>
              <p:cNvGrpSpPr/>
              <p:nvPr/>
            </p:nvGrpSpPr>
            <p:grpSpPr>
              <a:xfrm>
                <a:off x="7287122" y="1341025"/>
                <a:ext cx="695703" cy="73419"/>
                <a:chOff x="7287122" y="1341025"/>
                <a:chExt cx="695703" cy="73419"/>
              </a:xfrm>
            </p:grpSpPr>
            <p:sp>
              <p:nvSpPr>
                <p:cNvPr id="11429" name="Google Shape;11429;p13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30" name="Google Shape;11430;p13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1434"/>
        <p:cNvGrpSpPr/>
        <p:nvPr/>
      </p:nvGrpSpPr>
      <p:grpSpPr>
        <a:xfrm>
          <a:off x="0" y="0"/>
          <a:ext cx="0" cy="0"/>
          <a:chOff x="0" y="0"/>
          <a:chExt cx="0" cy="0"/>
        </a:xfrm>
      </p:grpSpPr>
      <p:sp>
        <p:nvSpPr>
          <p:cNvPr id="11435" name="Google Shape;11435;p14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436" name="Google Shape;11436;p140"/>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437" name="Google Shape;11437;p140"/>
          <p:cNvGrpSpPr/>
          <p:nvPr/>
        </p:nvGrpSpPr>
        <p:grpSpPr>
          <a:xfrm>
            <a:off x="845855" y="2307733"/>
            <a:ext cx="340168" cy="298978"/>
            <a:chOff x="892750" y="267400"/>
            <a:chExt cx="483125" cy="424625"/>
          </a:xfrm>
        </p:grpSpPr>
        <p:sp>
          <p:nvSpPr>
            <p:cNvPr id="11438" name="Google Shape;11438;p140"/>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39" name="Google Shape;11439;p140"/>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40" name="Google Shape;11440;p140"/>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41" name="Google Shape;11441;p140"/>
          <p:cNvGrpSpPr/>
          <p:nvPr/>
        </p:nvGrpSpPr>
        <p:grpSpPr>
          <a:xfrm>
            <a:off x="1284289" y="2287121"/>
            <a:ext cx="298996" cy="340204"/>
            <a:chOff x="1516475" y="238075"/>
            <a:chExt cx="424650" cy="483175"/>
          </a:xfrm>
        </p:grpSpPr>
        <p:sp>
          <p:nvSpPr>
            <p:cNvPr id="11442" name="Google Shape;11442;p140"/>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43" name="Google Shape;11443;p140"/>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44" name="Google Shape;11444;p140"/>
          <p:cNvGrpSpPr/>
          <p:nvPr/>
        </p:nvGrpSpPr>
        <p:grpSpPr>
          <a:xfrm>
            <a:off x="1677380" y="2367520"/>
            <a:ext cx="341488" cy="179405"/>
            <a:chOff x="2080675" y="352325"/>
            <a:chExt cx="485000" cy="254800"/>
          </a:xfrm>
        </p:grpSpPr>
        <p:sp>
          <p:nvSpPr>
            <p:cNvPr id="11445" name="Google Shape;11445;p140"/>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46" name="Google Shape;11446;p140"/>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47" name="Google Shape;11447;p140"/>
          <p:cNvGrpSpPr/>
          <p:nvPr/>
        </p:nvGrpSpPr>
        <p:grpSpPr>
          <a:xfrm>
            <a:off x="2126559" y="2287138"/>
            <a:ext cx="298996" cy="340168"/>
            <a:chOff x="2705375" y="238125"/>
            <a:chExt cx="424650" cy="483125"/>
          </a:xfrm>
        </p:grpSpPr>
        <p:sp>
          <p:nvSpPr>
            <p:cNvPr id="11448" name="Google Shape;11448;p140"/>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49" name="Google Shape;11449;p140"/>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50" name="Google Shape;11450;p140"/>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51" name="Google Shape;11451;p140"/>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52" name="Google Shape;11452;p140"/>
          <p:cNvGrpSpPr/>
          <p:nvPr/>
        </p:nvGrpSpPr>
        <p:grpSpPr>
          <a:xfrm>
            <a:off x="2542700" y="2287455"/>
            <a:ext cx="301161" cy="339535"/>
            <a:chOff x="3299850" y="238575"/>
            <a:chExt cx="427725" cy="482225"/>
          </a:xfrm>
        </p:grpSpPr>
        <p:sp>
          <p:nvSpPr>
            <p:cNvPr id="11453" name="Google Shape;11453;p140"/>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54" name="Google Shape;11454;p140"/>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55" name="Google Shape;11455;p140"/>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56" name="Google Shape;11456;p140"/>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57" name="Google Shape;11457;p140"/>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58" name="Google Shape;11458;p140"/>
          <p:cNvGrpSpPr/>
          <p:nvPr/>
        </p:nvGrpSpPr>
        <p:grpSpPr>
          <a:xfrm>
            <a:off x="2929622" y="2287138"/>
            <a:ext cx="352455" cy="340168"/>
            <a:chOff x="3857225" y="238125"/>
            <a:chExt cx="500575" cy="483125"/>
          </a:xfrm>
        </p:grpSpPr>
        <p:sp>
          <p:nvSpPr>
            <p:cNvPr id="11459" name="Google Shape;11459;p140"/>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60" name="Google Shape;11460;p140"/>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61" name="Google Shape;11461;p140"/>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62" name="Google Shape;11462;p140"/>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63" name="Google Shape;11463;p140"/>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64" name="Google Shape;11464;p140"/>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65" name="Google Shape;11465;p140"/>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466" name="Google Shape;11466;p140"/>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467" name="Google Shape;11467;p140"/>
          <p:cNvGrpSpPr/>
          <p:nvPr/>
        </p:nvGrpSpPr>
        <p:grpSpPr>
          <a:xfrm>
            <a:off x="3776398" y="2287165"/>
            <a:ext cx="340186" cy="340116"/>
            <a:chOff x="5053900" y="238200"/>
            <a:chExt cx="483150" cy="483050"/>
          </a:xfrm>
        </p:grpSpPr>
        <p:sp>
          <p:nvSpPr>
            <p:cNvPr id="11468" name="Google Shape;11468;p140"/>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69" name="Google Shape;11469;p140"/>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0" name="Google Shape;11470;p140"/>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1" name="Google Shape;11471;p140"/>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72" name="Google Shape;11472;p140"/>
          <p:cNvGrpSpPr/>
          <p:nvPr/>
        </p:nvGrpSpPr>
        <p:grpSpPr>
          <a:xfrm>
            <a:off x="4190348" y="2287138"/>
            <a:ext cx="340168" cy="340168"/>
            <a:chOff x="5648375" y="238125"/>
            <a:chExt cx="483125" cy="483125"/>
          </a:xfrm>
        </p:grpSpPr>
        <p:sp>
          <p:nvSpPr>
            <p:cNvPr id="11473" name="Google Shape;11473;p140"/>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4" name="Google Shape;11474;p140"/>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5" name="Google Shape;11475;p140"/>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6" name="Google Shape;11476;p140"/>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7" name="Google Shape;11477;p140"/>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8" name="Google Shape;11478;p140"/>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79" name="Google Shape;11479;p140"/>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80" name="Google Shape;11480;p140"/>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81" name="Google Shape;11481;p140"/>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82" name="Google Shape;11482;p140"/>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83" name="Google Shape;11483;p140"/>
          <p:cNvGrpSpPr/>
          <p:nvPr/>
        </p:nvGrpSpPr>
        <p:grpSpPr>
          <a:xfrm>
            <a:off x="4607035" y="2287138"/>
            <a:ext cx="340168" cy="340168"/>
            <a:chOff x="6242825" y="238125"/>
            <a:chExt cx="483125" cy="483125"/>
          </a:xfrm>
        </p:grpSpPr>
        <p:sp>
          <p:nvSpPr>
            <p:cNvPr id="11484" name="Google Shape;11484;p140"/>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85" name="Google Shape;11485;p140"/>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86" name="Google Shape;11486;p140"/>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87" name="Google Shape;11487;p140"/>
          <p:cNvGrpSpPr/>
          <p:nvPr/>
        </p:nvGrpSpPr>
        <p:grpSpPr>
          <a:xfrm>
            <a:off x="844156" y="2727362"/>
            <a:ext cx="343566" cy="298943"/>
            <a:chOff x="889275" y="861850"/>
            <a:chExt cx="487950" cy="424575"/>
          </a:xfrm>
        </p:grpSpPr>
        <p:sp>
          <p:nvSpPr>
            <p:cNvPr id="11488" name="Google Shape;11488;p140"/>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89" name="Google Shape;11489;p140"/>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90" name="Google Shape;11490;p140"/>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91" name="Google Shape;11491;p140"/>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492" name="Google Shape;11492;p140"/>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93" name="Google Shape;11493;p140"/>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494" name="Google Shape;11494;p140"/>
          <p:cNvGrpSpPr/>
          <p:nvPr/>
        </p:nvGrpSpPr>
        <p:grpSpPr>
          <a:xfrm>
            <a:off x="2105973" y="2706749"/>
            <a:ext cx="340168" cy="340168"/>
            <a:chOff x="2676100" y="832575"/>
            <a:chExt cx="483125" cy="483125"/>
          </a:xfrm>
        </p:grpSpPr>
        <p:sp>
          <p:nvSpPr>
            <p:cNvPr id="11495" name="Google Shape;11495;p140"/>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96" name="Google Shape;11496;p140"/>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97" name="Google Shape;11497;p140"/>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498" name="Google Shape;11498;p140"/>
          <p:cNvGrpSpPr/>
          <p:nvPr/>
        </p:nvGrpSpPr>
        <p:grpSpPr>
          <a:xfrm>
            <a:off x="2517477" y="2706749"/>
            <a:ext cx="351610" cy="340168"/>
            <a:chOff x="3270550" y="832575"/>
            <a:chExt cx="499375" cy="483125"/>
          </a:xfrm>
        </p:grpSpPr>
        <p:sp>
          <p:nvSpPr>
            <p:cNvPr id="11499" name="Google Shape;11499;p140"/>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00" name="Google Shape;11500;p140"/>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01" name="Google Shape;11501;p140"/>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02" name="Google Shape;11502;p140"/>
          <p:cNvGrpSpPr/>
          <p:nvPr/>
        </p:nvGrpSpPr>
        <p:grpSpPr>
          <a:xfrm>
            <a:off x="2935756" y="2717381"/>
            <a:ext cx="340186" cy="318904"/>
            <a:chOff x="3865000" y="847675"/>
            <a:chExt cx="483150" cy="452925"/>
          </a:xfrm>
        </p:grpSpPr>
        <p:sp>
          <p:nvSpPr>
            <p:cNvPr id="11503" name="Google Shape;11503;p140"/>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04" name="Google Shape;11504;p140"/>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05" name="Google Shape;11505;p140"/>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06" name="Google Shape;11506;p140"/>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07" name="Google Shape;11507;p140"/>
          <p:cNvGrpSpPr/>
          <p:nvPr/>
        </p:nvGrpSpPr>
        <p:grpSpPr>
          <a:xfrm>
            <a:off x="3351439" y="2727300"/>
            <a:ext cx="344798" cy="299066"/>
            <a:chOff x="4452900" y="861750"/>
            <a:chExt cx="489700" cy="424750"/>
          </a:xfrm>
        </p:grpSpPr>
        <p:sp>
          <p:nvSpPr>
            <p:cNvPr id="11508" name="Google Shape;11508;p140"/>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09" name="Google Shape;11509;p140"/>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10" name="Google Shape;11510;p140"/>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11" name="Google Shape;11511;p140"/>
          <p:cNvGrpSpPr/>
          <p:nvPr/>
        </p:nvGrpSpPr>
        <p:grpSpPr>
          <a:xfrm>
            <a:off x="3768671" y="2706758"/>
            <a:ext cx="355641" cy="340151"/>
            <a:chOff x="5049750" y="832600"/>
            <a:chExt cx="505100" cy="483100"/>
          </a:xfrm>
        </p:grpSpPr>
        <p:sp>
          <p:nvSpPr>
            <p:cNvPr id="11512" name="Google Shape;11512;p140"/>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13" name="Google Shape;11513;p140"/>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14" name="Google Shape;11514;p140"/>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515" name="Google Shape;11515;p140"/>
          <p:cNvGrpSpPr/>
          <p:nvPr/>
        </p:nvGrpSpPr>
        <p:grpSpPr>
          <a:xfrm>
            <a:off x="4627621" y="2706749"/>
            <a:ext cx="298996" cy="340168"/>
            <a:chOff x="6272100" y="832575"/>
            <a:chExt cx="424650" cy="483125"/>
          </a:xfrm>
        </p:grpSpPr>
        <p:sp>
          <p:nvSpPr>
            <p:cNvPr id="11516" name="Google Shape;11516;p140"/>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17" name="Google Shape;11517;p140"/>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18" name="Google Shape;11518;p140"/>
          <p:cNvGrpSpPr/>
          <p:nvPr/>
        </p:nvGrpSpPr>
        <p:grpSpPr>
          <a:xfrm>
            <a:off x="845828" y="3125798"/>
            <a:ext cx="340221" cy="340186"/>
            <a:chOff x="893650" y="1428000"/>
            <a:chExt cx="483200" cy="483150"/>
          </a:xfrm>
        </p:grpSpPr>
        <p:sp>
          <p:nvSpPr>
            <p:cNvPr id="11519" name="Google Shape;11519;p140"/>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20" name="Google Shape;11520;p140"/>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21" name="Google Shape;11521;p140"/>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22" name="Google Shape;11522;p140"/>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23" name="Google Shape;11523;p140"/>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24" name="Google Shape;11524;p140"/>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525" name="Google Shape;11525;p140"/>
          <p:cNvGrpSpPr/>
          <p:nvPr/>
        </p:nvGrpSpPr>
        <p:grpSpPr>
          <a:xfrm>
            <a:off x="2099646" y="3146463"/>
            <a:ext cx="352825" cy="298855"/>
            <a:chOff x="2676100" y="1456375"/>
            <a:chExt cx="501100" cy="424450"/>
          </a:xfrm>
        </p:grpSpPr>
        <p:sp>
          <p:nvSpPr>
            <p:cNvPr id="11526" name="Google Shape;11526;p140"/>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27" name="Google Shape;11527;p140"/>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28" name="Google Shape;11528;p140"/>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29" name="Google Shape;11529;p140"/>
          <p:cNvGrpSpPr/>
          <p:nvPr/>
        </p:nvGrpSpPr>
        <p:grpSpPr>
          <a:xfrm>
            <a:off x="2523170" y="3125806"/>
            <a:ext cx="340221" cy="340168"/>
            <a:chOff x="3270475" y="1427025"/>
            <a:chExt cx="483200" cy="483125"/>
          </a:xfrm>
        </p:grpSpPr>
        <p:sp>
          <p:nvSpPr>
            <p:cNvPr id="11530" name="Google Shape;11530;p140"/>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31" name="Google Shape;11531;p140"/>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32" name="Google Shape;11532;p140"/>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33" name="Google Shape;11533;p140"/>
          <p:cNvGrpSpPr/>
          <p:nvPr/>
        </p:nvGrpSpPr>
        <p:grpSpPr>
          <a:xfrm>
            <a:off x="2934083" y="3125780"/>
            <a:ext cx="343530" cy="340221"/>
            <a:chOff x="3860250" y="1427025"/>
            <a:chExt cx="487900" cy="483200"/>
          </a:xfrm>
        </p:grpSpPr>
        <p:sp>
          <p:nvSpPr>
            <p:cNvPr id="11534" name="Google Shape;11534;p140"/>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35" name="Google Shape;11535;p140"/>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36" name="Google Shape;11536;p140"/>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37" name="Google Shape;11537;p140"/>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38" name="Google Shape;11538;p140"/>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539" name="Google Shape;11539;p140"/>
          <p:cNvGrpSpPr/>
          <p:nvPr/>
        </p:nvGrpSpPr>
        <p:grpSpPr>
          <a:xfrm>
            <a:off x="4190322" y="3125806"/>
            <a:ext cx="340221" cy="340168"/>
            <a:chOff x="5648375" y="1427025"/>
            <a:chExt cx="483200" cy="483125"/>
          </a:xfrm>
        </p:grpSpPr>
        <p:sp>
          <p:nvSpPr>
            <p:cNvPr id="11540" name="Google Shape;11540;p140"/>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41" name="Google Shape;11541;p140"/>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42" name="Google Shape;11542;p140"/>
          <p:cNvGrpSpPr/>
          <p:nvPr/>
        </p:nvGrpSpPr>
        <p:grpSpPr>
          <a:xfrm>
            <a:off x="4604808" y="3125789"/>
            <a:ext cx="344622" cy="340204"/>
            <a:chOff x="6238300" y="1426975"/>
            <a:chExt cx="489450" cy="483175"/>
          </a:xfrm>
        </p:grpSpPr>
        <p:sp>
          <p:nvSpPr>
            <p:cNvPr id="11543" name="Google Shape;11543;p140"/>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44" name="Google Shape;11544;p140"/>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45" name="Google Shape;11545;p140"/>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46" name="Google Shape;11546;p140"/>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547" name="Google Shape;11547;p140"/>
          <p:cNvGrpSpPr/>
          <p:nvPr/>
        </p:nvGrpSpPr>
        <p:grpSpPr>
          <a:xfrm>
            <a:off x="1263703" y="3544794"/>
            <a:ext cx="340168" cy="340186"/>
            <a:chOff x="1487200" y="2021475"/>
            <a:chExt cx="483125" cy="483150"/>
          </a:xfrm>
        </p:grpSpPr>
        <p:sp>
          <p:nvSpPr>
            <p:cNvPr id="11548" name="Google Shape;11548;p140"/>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49" name="Google Shape;11549;p140"/>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0" name="Google Shape;11550;p140"/>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1" name="Google Shape;11551;p140"/>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52" name="Google Shape;11552;p140"/>
          <p:cNvGrpSpPr/>
          <p:nvPr/>
        </p:nvGrpSpPr>
        <p:grpSpPr>
          <a:xfrm>
            <a:off x="1678040" y="3565398"/>
            <a:ext cx="340168" cy="298978"/>
            <a:chOff x="2081650" y="2050750"/>
            <a:chExt cx="483125" cy="424625"/>
          </a:xfrm>
        </p:grpSpPr>
        <p:sp>
          <p:nvSpPr>
            <p:cNvPr id="11553" name="Google Shape;11553;p140"/>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4" name="Google Shape;11554;p140"/>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5" name="Google Shape;11555;p140"/>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6" name="Google Shape;11556;p140"/>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7" name="Google Shape;11557;p140"/>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8" name="Google Shape;11558;p140"/>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59" name="Google Shape;11559;p140"/>
          <p:cNvGrpSpPr/>
          <p:nvPr/>
        </p:nvGrpSpPr>
        <p:grpSpPr>
          <a:xfrm>
            <a:off x="2105973" y="3588721"/>
            <a:ext cx="340168" cy="252332"/>
            <a:chOff x="2676100" y="2083800"/>
            <a:chExt cx="483125" cy="358375"/>
          </a:xfrm>
        </p:grpSpPr>
        <p:sp>
          <p:nvSpPr>
            <p:cNvPr id="11560" name="Google Shape;11560;p140"/>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1" name="Google Shape;11561;p140"/>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62" name="Google Shape;11562;p140"/>
          <p:cNvGrpSpPr/>
          <p:nvPr/>
        </p:nvGrpSpPr>
        <p:grpSpPr>
          <a:xfrm>
            <a:off x="2531487" y="3554766"/>
            <a:ext cx="323587" cy="320242"/>
            <a:chOff x="3282325" y="2035675"/>
            <a:chExt cx="459575" cy="454825"/>
          </a:xfrm>
        </p:grpSpPr>
        <p:sp>
          <p:nvSpPr>
            <p:cNvPr id="11563" name="Google Shape;11563;p140"/>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4" name="Google Shape;11564;p140"/>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5" name="Google Shape;11565;p140"/>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6" name="Google Shape;11566;p140"/>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67" name="Google Shape;11567;p140"/>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8" name="Google Shape;11568;p140"/>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569" name="Google Shape;11569;p140"/>
          <p:cNvGrpSpPr/>
          <p:nvPr/>
        </p:nvGrpSpPr>
        <p:grpSpPr>
          <a:xfrm>
            <a:off x="3776187" y="3544803"/>
            <a:ext cx="340608" cy="340168"/>
            <a:chOff x="5053900" y="2021500"/>
            <a:chExt cx="483750" cy="483125"/>
          </a:xfrm>
        </p:grpSpPr>
        <p:sp>
          <p:nvSpPr>
            <p:cNvPr id="11570" name="Google Shape;11570;p140"/>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1" name="Google Shape;11571;p140"/>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2" name="Google Shape;11572;p140"/>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3" name="Google Shape;11573;p140"/>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4" name="Google Shape;11574;p140"/>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5" name="Google Shape;11575;p140"/>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6" name="Google Shape;11576;p140"/>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7" name="Google Shape;11577;p140"/>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78" name="Google Shape;11578;p140"/>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579" name="Google Shape;11579;p140"/>
          <p:cNvGrpSpPr/>
          <p:nvPr/>
        </p:nvGrpSpPr>
        <p:grpSpPr>
          <a:xfrm>
            <a:off x="4601286" y="3547971"/>
            <a:ext cx="351663" cy="333831"/>
            <a:chOff x="6222125" y="2025975"/>
            <a:chExt cx="499450" cy="474125"/>
          </a:xfrm>
        </p:grpSpPr>
        <p:sp>
          <p:nvSpPr>
            <p:cNvPr id="11580" name="Google Shape;11580;p140"/>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1" name="Google Shape;11581;p140"/>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2" name="Google Shape;11582;p140"/>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83" name="Google Shape;11583;p140"/>
          <p:cNvGrpSpPr/>
          <p:nvPr/>
        </p:nvGrpSpPr>
        <p:grpSpPr>
          <a:xfrm>
            <a:off x="5058848" y="2364541"/>
            <a:ext cx="335504" cy="185953"/>
            <a:chOff x="896050" y="2725450"/>
            <a:chExt cx="476500" cy="264100"/>
          </a:xfrm>
        </p:grpSpPr>
        <p:sp>
          <p:nvSpPr>
            <p:cNvPr id="11584" name="Google Shape;11584;p140"/>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5" name="Google Shape;11585;p140"/>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6" name="Google Shape;11586;p140"/>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87" name="Google Shape;11587;p140"/>
          <p:cNvGrpSpPr/>
          <p:nvPr/>
        </p:nvGrpSpPr>
        <p:grpSpPr>
          <a:xfrm>
            <a:off x="5489588" y="2287425"/>
            <a:ext cx="340168" cy="340186"/>
            <a:chOff x="1487200" y="2615925"/>
            <a:chExt cx="483125" cy="483150"/>
          </a:xfrm>
        </p:grpSpPr>
        <p:sp>
          <p:nvSpPr>
            <p:cNvPr id="11588" name="Google Shape;11588;p140"/>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9" name="Google Shape;11589;p140"/>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0" name="Google Shape;11590;p140"/>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91" name="Google Shape;11591;p140"/>
          <p:cNvGrpSpPr/>
          <p:nvPr/>
        </p:nvGrpSpPr>
        <p:grpSpPr>
          <a:xfrm>
            <a:off x="5889537" y="2287425"/>
            <a:ext cx="353564" cy="340186"/>
            <a:chOff x="2077575" y="2615925"/>
            <a:chExt cx="502150" cy="483150"/>
          </a:xfrm>
        </p:grpSpPr>
        <p:sp>
          <p:nvSpPr>
            <p:cNvPr id="11592" name="Google Shape;11592;p140"/>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3" name="Google Shape;11593;p140"/>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4" name="Google Shape;11594;p140"/>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5" name="Google Shape;11595;p140"/>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96" name="Google Shape;11596;p140"/>
          <p:cNvGrpSpPr/>
          <p:nvPr/>
        </p:nvGrpSpPr>
        <p:grpSpPr>
          <a:xfrm>
            <a:off x="6313326" y="2303452"/>
            <a:ext cx="334536" cy="308132"/>
            <a:chOff x="2680100" y="2638725"/>
            <a:chExt cx="475125" cy="437625"/>
          </a:xfrm>
        </p:grpSpPr>
        <p:sp>
          <p:nvSpPr>
            <p:cNvPr id="11597" name="Google Shape;11597;p140"/>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8" name="Google Shape;11598;p140"/>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9" name="Google Shape;11599;p140"/>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0" name="Google Shape;11600;p140"/>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01" name="Google Shape;11601;p140"/>
          <p:cNvGrpSpPr/>
          <p:nvPr/>
        </p:nvGrpSpPr>
        <p:grpSpPr>
          <a:xfrm>
            <a:off x="6778965" y="2287425"/>
            <a:ext cx="239183" cy="340186"/>
            <a:chOff x="3342275" y="2615925"/>
            <a:chExt cx="339700" cy="483150"/>
          </a:xfrm>
        </p:grpSpPr>
        <p:sp>
          <p:nvSpPr>
            <p:cNvPr id="11602" name="Google Shape;11602;p140"/>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3" name="Google Shape;11603;p140"/>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04" name="Google Shape;11604;p140"/>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5" name="Google Shape;11605;p140"/>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6" name="Google Shape;11606;p140"/>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07" name="Google Shape;11607;p140"/>
          <p:cNvGrpSpPr/>
          <p:nvPr/>
        </p:nvGrpSpPr>
        <p:grpSpPr>
          <a:xfrm>
            <a:off x="6415846" y="3956426"/>
            <a:ext cx="339482" cy="339271"/>
            <a:chOff x="5648900" y="2616600"/>
            <a:chExt cx="482150" cy="481850"/>
          </a:xfrm>
        </p:grpSpPr>
        <p:sp>
          <p:nvSpPr>
            <p:cNvPr id="11608" name="Google Shape;11608;p140"/>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9" name="Google Shape;11609;p140"/>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10" name="Google Shape;11610;p140"/>
          <p:cNvGrpSpPr/>
          <p:nvPr/>
        </p:nvGrpSpPr>
        <p:grpSpPr>
          <a:xfrm>
            <a:off x="4735130" y="3963142"/>
            <a:ext cx="325626" cy="325694"/>
            <a:chOff x="6242825" y="2615925"/>
            <a:chExt cx="483125" cy="483225"/>
          </a:xfrm>
        </p:grpSpPr>
        <p:sp>
          <p:nvSpPr>
            <p:cNvPr id="11611" name="Google Shape;11611;p140"/>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2" name="Google Shape;11612;p140"/>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3" name="Google Shape;11613;p140"/>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4" name="Google Shape;11614;p140"/>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5" name="Google Shape;11615;p140"/>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16" name="Google Shape;11616;p140"/>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17" name="Google Shape;11617;p140"/>
          <p:cNvGrpSpPr/>
          <p:nvPr/>
        </p:nvGrpSpPr>
        <p:grpSpPr>
          <a:xfrm>
            <a:off x="5488629" y="2707036"/>
            <a:ext cx="342087" cy="340186"/>
            <a:chOff x="1487200" y="3210375"/>
            <a:chExt cx="485850" cy="483150"/>
          </a:xfrm>
        </p:grpSpPr>
        <p:sp>
          <p:nvSpPr>
            <p:cNvPr id="11618" name="Google Shape;11618;p140"/>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9" name="Google Shape;11619;p140"/>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0" name="Google Shape;11620;p140"/>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21" name="Google Shape;11621;p140"/>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2" name="Google Shape;11622;p140"/>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23" name="Google Shape;11623;p140"/>
          <p:cNvGrpSpPr/>
          <p:nvPr/>
        </p:nvGrpSpPr>
        <p:grpSpPr>
          <a:xfrm>
            <a:off x="6727988" y="2707027"/>
            <a:ext cx="341136" cy="340204"/>
            <a:chOff x="3269875" y="3210400"/>
            <a:chExt cx="484500" cy="483175"/>
          </a:xfrm>
        </p:grpSpPr>
        <p:sp>
          <p:nvSpPr>
            <p:cNvPr id="11624" name="Google Shape;11624;p140"/>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5" name="Google Shape;11625;p140"/>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26" name="Google Shape;11626;p140"/>
          <p:cNvGrpSpPr/>
          <p:nvPr/>
        </p:nvGrpSpPr>
        <p:grpSpPr>
          <a:xfrm>
            <a:off x="7227082" y="2706666"/>
            <a:ext cx="170216" cy="340925"/>
            <a:chOff x="3985700" y="3210375"/>
            <a:chExt cx="241750" cy="484200"/>
          </a:xfrm>
        </p:grpSpPr>
        <p:sp>
          <p:nvSpPr>
            <p:cNvPr id="11627" name="Google Shape;11627;p140"/>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8" name="Google Shape;11628;p140"/>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29" name="Google Shape;11629;p140"/>
          <p:cNvGrpSpPr/>
          <p:nvPr/>
        </p:nvGrpSpPr>
        <p:grpSpPr>
          <a:xfrm>
            <a:off x="7566351" y="2707678"/>
            <a:ext cx="339007" cy="338901"/>
            <a:chOff x="4460225" y="3211300"/>
            <a:chExt cx="481475" cy="481325"/>
          </a:xfrm>
        </p:grpSpPr>
        <p:sp>
          <p:nvSpPr>
            <p:cNvPr id="11630" name="Google Shape;11630;p140"/>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1" name="Google Shape;11631;p140"/>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32" name="Google Shape;11632;p140"/>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33" name="Google Shape;11633;p140"/>
          <p:cNvGrpSpPr/>
          <p:nvPr/>
        </p:nvGrpSpPr>
        <p:grpSpPr>
          <a:xfrm>
            <a:off x="6859688" y="3985756"/>
            <a:ext cx="342034" cy="280654"/>
            <a:chOff x="5647000" y="3252650"/>
            <a:chExt cx="485775" cy="398600"/>
          </a:xfrm>
        </p:grpSpPr>
        <p:sp>
          <p:nvSpPr>
            <p:cNvPr id="11634" name="Google Shape;11634;p140"/>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5" name="Google Shape;11635;p140"/>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6" name="Google Shape;11636;p140"/>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7" name="Google Shape;11637;p140"/>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8" name="Google Shape;11638;p140"/>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39" name="Google Shape;11639;p140"/>
          <p:cNvGrpSpPr/>
          <p:nvPr/>
        </p:nvGrpSpPr>
        <p:grpSpPr>
          <a:xfrm>
            <a:off x="5165128" y="3991768"/>
            <a:ext cx="326536" cy="268454"/>
            <a:chOff x="6242450" y="3252800"/>
            <a:chExt cx="484475" cy="398300"/>
          </a:xfrm>
        </p:grpSpPr>
        <p:sp>
          <p:nvSpPr>
            <p:cNvPr id="11640" name="Google Shape;11640;p140"/>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1" name="Google Shape;11641;p140"/>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2" name="Google Shape;11642;p140"/>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43" name="Google Shape;11643;p140"/>
          <p:cNvGrpSpPr/>
          <p:nvPr/>
        </p:nvGrpSpPr>
        <p:grpSpPr>
          <a:xfrm>
            <a:off x="5077111" y="3126102"/>
            <a:ext cx="298978" cy="340168"/>
            <a:chOff x="922025" y="3804850"/>
            <a:chExt cx="424625" cy="483125"/>
          </a:xfrm>
        </p:grpSpPr>
        <p:sp>
          <p:nvSpPr>
            <p:cNvPr id="11644" name="Google Shape;11644;p140"/>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5" name="Google Shape;11645;p140"/>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46" name="Google Shape;11646;p140"/>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47" name="Google Shape;11647;p140"/>
          <p:cNvGrpSpPr/>
          <p:nvPr/>
        </p:nvGrpSpPr>
        <p:grpSpPr>
          <a:xfrm>
            <a:off x="5909841" y="3126102"/>
            <a:ext cx="312955" cy="340168"/>
            <a:chOff x="2100300" y="3804850"/>
            <a:chExt cx="444475" cy="483125"/>
          </a:xfrm>
        </p:grpSpPr>
        <p:sp>
          <p:nvSpPr>
            <p:cNvPr id="11648" name="Google Shape;11648;p140"/>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9" name="Google Shape;11649;p140"/>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50" name="Google Shape;11650;p140"/>
          <p:cNvGrpSpPr/>
          <p:nvPr/>
        </p:nvGrpSpPr>
        <p:grpSpPr>
          <a:xfrm>
            <a:off x="6333463" y="3126102"/>
            <a:ext cx="294261" cy="340168"/>
            <a:chOff x="2708700" y="3804850"/>
            <a:chExt cx="417925" cy="483125"/>
          </a:xfrm>
        </p:grpSpPr>
        <p:sp>
          <p:nvSpPr>
            <p:cNvPr id="11651" name="Google Shape;11651;p140"/>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2" name="Google Shape;11652;p140"/>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3" name="Google Shape;11653;p140"/>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4" name="Google Shape;11654;p140"/>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55" name="Google Shape;11655;p140"/>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6" name="Google Shape;11656;p140"/>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57" name="Google Shape;11657;p140"/>
          <p:cNvGrpSpPr/>
          <p:nvPr/>
        </p:nvGrpSpPr>
        <p:grpSpPr>
          <a:xfrm>
            <a:off x="7570338" y="3127378"/>
            <a:ext cx="331033" cy="337616"/>
            <a:chOff x="4467450" y="3808475"/>
            <a:chExt cx="470150" cy="479500"/>
          </a:xfrm>
        </p:grpSpPr>
        <p:sp>
          <p:nvSpPr>
            <p:cNvPr id="11658" name="Google Shape;11658;p140"/>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9" name="Google Shape;11659;p140"/>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0" name="Google Shape;11660;p140"/>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1" name="Google Shape;11661;p140"/>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62" name="Google Shape;11662;p140"/>
          <p:cNvGrpSpPr/>
          <p:nvPr/>
        </p:nvGrpSpPr>
        <p:grpSpPr>
          <a:xfrm>
            <a:off x="7990685" y="3126102"/>
            <a:ext cx="340186" cy="340168"/>
            <a:chOff x="5053900" y="3804850"/>
            <a:chExt cx="483150" cy="483125"/>
          </a:xfrm>
        </p:grpSpPr>
        <p:sp>
          <p:nvSpPr>
            <p:cNvPr id="11663" name="Google Shape;11663;p140"/>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4" name="Google Shape;11664;p140"/>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5" name="Google Shape;11665;p140"/>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6" name="Google Shape;11666;p140"/>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67" name="Google Shape;11667;p140"/>
          <p:cNvGrpSpPr/>
          <p:nvPr/>
        </p:nvGrpSpPr>
        <p:grpSpPr>
          <a:xfrm>
            <a:off x="7306081" y="3956021"/>
            <a:ext cx="340168" cy="340168"/>
            <a:chOff x="5648375" y="3804850"/>
            <a:chExt cx="483125" cy="483125"/>
          </a:xfrm>
        </p:grpSpPr>
        <p:sp>
          <p:nvSpPr>
            <p:cNvPr id="11668" name="Google Shape;11668;p140"/>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9" name="Google Shape;11669;p140"/>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0" name="Google Shape;11670;p140"/>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1" name="Google Shape;11671;p140"/>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72" name="Google Shape;11672;p140"/>
          <p:cNvGrpSpPr/>
          <p:nvPr/>
        </p:nvGrpSpPr>
        <p:grpSpPr>
          <a:xfrm>
            <a:off x="5596036" y="3968278"/>
            <a:ext cx="280923" cy="315449"/>
            <a:chOff x="6276025" y="3812400"/>
            <a:chExt cx="416800" cy="468025"/>
          </a:xfrm>
        </p:grpSpPr>
        <p:sp>
          <p:nvSpPr>
            <p:cNvPr id="11673" name="Google Shape;11673;p140"/>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4" name="Google Shape;11674;p140"/>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5" name="Google Shape;11675;p140"/>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6" name="Google Shape;11676;p140"/>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77" name="Google Shape;11677;p140"/>
          <p:cNvGrpSpPr/>
          <p:nvPr/>
        </p:nvGrpSpPr>
        <p:grpSpPr>
          <a:xfrm>
            <a:off x="5055293" y="3545089"/>
            <a:ext cx="342615" cy="340186"/>
            <a:chOff x="890400" y="4399350"/>
            <a:chExt cx="486600" cy="483150"/>
          </a:xfrm>
        </p:grpSpPr>
        <p:sp>
          <p:nvSpPr>
            <p:cNvPr id="11678" name="Google Shape;11678;p140"/>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9" name="Google Shape;11679;p140"/>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0" name="Google Shape;11680;p140"/>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81" name="Google Shape;11681;p140"/>
          <p:cNvGrpSpPr/>
          <p:nvPr/>
        </p:nvGrpSpPr>
        <p:grpSpPr>
          <a:xfrm>
            <a:off x="5489588" y="3560368"/>
            <a:ext cx="340168" cy="309628"/>
            <a:chOff x="1487200" y="4421025"/>
            <a:chExt cx="483125" cy="439750"/>
          </a:xfrm>
        </p:grpSpPr>
        <p:sp>
          <p:nvSpPr>
            <p:cNvPr id="11682" name="Google Shape;11682;p140"/>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3" name="Google Shape;11683;p140"/>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4" name="Google Shape;11684;p140"/>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5" name="Google Shape;11685;p140"/>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86" name="Google Shape;11686;p140"/>
          <p:cNvGrpSpPr/>
          <p:nvPr/>
        </p:nvGrpSpPr>
        <p:grpSpPr>
          <a:xfrm>
            <a:off x="5893867" y="3545107"/>
            <a:ext cx="344903" cy="340151"/>
            <a:chOff x="2079300" y="4399325"/>
            <a:chExt cx="489850" cy="483100"/>
          </a:xfrm>
        </p:grpSpPr>
        <p:sp>
          <p:nvSpPr>
            <p:cNvPr id="11687" name="Google Shape;11687;p140"/>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8" name="Google Shape;11688;p140"/>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89" name="Google Shape;11689;p140"/>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90" name="Google Shape;11690;p140"/>
          <p:cNvGrpSpPr/>
          <p:nvPr/>
        </p:nvGrpSpPr>
        <p:grpSpPr>
          <a:xfrm>
            <a:off x="6760439" y="3545107"/>
            <a:ext cx="276236" cy="340151"/>
            <a:chOff x="3316000" y="4399325"/>
            <a:chExt cx="392325" cy="483100"/>
          </a:xfrm>
        </p:grpSpPr>
        <p:sp>
          <p:nvSpPr>
            <p:cNvPr id="11691" name="Google Shape;11691;p140"/>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92" name="Google Shape;11692;p140"/>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93" name="Google Shape;11693;p140"/>
          <p:cNvGrpSpPr/>
          <p:nvPr/>
        </p:nvGrpSpPr>
        <p:grpSpPr>
          <a:xfrm>
            <a:off x="7185179" y="3545089"/>
            <a:ext cx="254022" cy="340186"/>
            <a:chOff x="3926225" y="4399275"/>
            <a:chExt cx="360775" cy="483150"/>
          </a:xfrm>
        </p:grpSpPr>
        <p:sp>
          <p:nvSpPr>
            <p:cNvPr id="11694" name="Google Shape;11694;p140"/>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95" name="Google Shape;11695;p140"/>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96" name="Google Shape;11696;p140"/>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97" name="Google Shape;11697;p140"/>
          <p:cNvGrpSpPr/>
          <p:nvPr/>
        </p:nvGrpSpPr>
        <p:grpSpPr>
          <a:xfrm>
            <a:off x="7990738" y="3545151"/>
            <a:ext cx="340080" cy="340063"/>
            <a:chOff x="5053975" y="4399375"/>
            <a:chExt cx="483000" cy="482975"/>
          </a:xfrm>
        </p:grpSpPr>
        <p:sp>
          <p:nvSpPr>
            <p:cNvPr id="11698" name="Google Shape;11698;p140"/>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99" name="Google Shape;11699;p140"/>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0" name="Google Shape;11700;p140"/>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01" name="Google Shape;11701;p140"/>
          <p:cNvGrpSpPr/>
          <p:nvPr/>
        </p:nvGrpSpPr>
        <p:grpSpPr>
          <a:xfrm>
            <a:off x="7750609" y="3956042"/>
            <a:ext cx="340168" cy="340168"/>
            <a:chOff x="5648375" y="4399300"/>
            <a:chExt cx="483125" cy="483125"/>
          </a:xfrm>
        </p:grpSpPr>
        <p:sp>
          <p:nvSpPr>
            <p:cNvPr id="11702" name="Google Shape;11702;p140"/>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3" name="Google Shape;11703;p140"/>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04" name="Google Shape;11704;p140"/>
          <p:cNvGrpSpPr/>
          <p:nvPr/>
        </p:nvGrpSpPr>
        <p:grpSpPr>
          <a:xfrm>
            <a:off x="5981331" y="3974637"/>
            <a:ext cx="330007" cy="302744"/>
            <a:chOff x="6239575" y="4416275"/>
            <a:chExt cx="489625" cy="449175"/>
          </a:xfrm>
        </p:grpSpPr>
        <p:sp>
          <p:nvSpPr>
            <p:cNvPr id="11705" name="Google Shape;11705;p140"/>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6" name="Google Shape;11706;p140"/>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7" name="Google Shape;11707;p140"/>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08" name="Google Shape;11708;p140"/>
          <p:cNvGrpSpPr/>
          <p:nvPr/>
        </p:nvGrpSpPr>
        <p:grpSpPr>
          <a:xfrm>
            <a:off x="3084610" y="3971815"/>
            <a:ext cx="308234" cy="308234"/>
            <a:chOff x="892750" y="4993750"/>
            <a:chExt cx="483125" cy="483125"/>
          </a:xfrm>
        </p:grpSpPr>
        <p:sp>
          <p:nvSpPr>
            <p:cNvPr id="11709" name="Google Shape;11709;p140"/>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0" name="Google Shape;11710;p140"/>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1" name="Google Shape;11711;p140"/>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12" name="Google Shape;11712;p140"/>
          <p:cNvGrpSpPr/>
          <p:nvPr/>
        </p:nvGrpSpPr>
        <p:grpSpPr>
          <a:xfrm>
            <a:off x="3497219" y="3971815"/>
            <a:ext cx="308234" cy="308234"/>
            <a:chOff x="1487200" y="4993750"/>
            <a:chExt cx="483125" cy="483125"/>
          </a:xfrm>
        </p:grpSpPr>
        <p:sp>
          <p:nvSpPr>
            <p:cNvPr id="11713" name="Google Shape;11713;p140"/>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4" name="Google Shape;11714;p140"/>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15" name="Google Shape;11715;p140"/>
          <p:cNvGrpSpPr/>
          <p:nvPr/>
        </p:nvGrpSpPr>
        <p:grpSpPr>
          <a:xfrm>
            <a:off x="3909829" y="3971815"/>
            <a:ext cx="308234" cy="308234"/>
            <a:chOff x="2081650" y="4993750"/>
            <a:chExt cx="483125" cy="483125"/>
          </a:xfrm>
        </p:grpSpPr>
        <p:sp>
          <p:nvSpPr>
            <p:cNvPr id="11716" name="Google Shape;11716;p140"/>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7" name="Google Shape;11717;p140"/>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18" name="Google Shape;11718;p140"/>
          <p:cNvGrpSpPr/>
          <p:nvPr/>
        </p:nvGrpSpPr>
        <p:grpSpPr>
          <a:xfrm>
            <a:off x="1491328" y="3979188"/>
            <a:ext cx="293982" cy="293982"/>
            <a:chOff x="2676100" y="4993750"/>
            <a:chExt cx="483125" cy="483125"/>
          </a:xfrm>
        </p:grpSpPr>
        <p:sp>
          <p:nvSpPr>
            <p:cNvPr id="11719" name="Google Shape;11719;p140"/>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0" name="Google Shape;11720;p140"/>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1" name="Google Shape;11721;p140"/>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22" name="Google Shape;11722;p140"/>
          <p:cNvGrpSpPr/>
          <p:nvPr/>
        </p:nvGrpSpPr>
        <p:grpSpPr>
          <a:xfrm>
            <a:off x="4322435" y="3971815"/>
            <a:ext cx="308234" cy="308234"/>
            <a:chOff x="3270550" y="4993750"/>
            <a:chExt cx="483125" cy="483125"/>
          </a:xfrm>
        </p:grpSpPr>
        <p:sp>
          <p:nvSpPr>
            <p:cNvPr id="11723" name="Google Shape;11723;p140"/>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4" name="Google Shape;11724;p140"/>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5" name="Google Shape;11725;p140"/>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26" name="Google Shape;11726;p140"/>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27" name="Google Shape;11727;p140"/>
          <p:cNvGrpSpPr/>
          <p:nvPr/>
        </p:nvGrpSpPr>
        <p:grpSpPr>
          <a:xfrm>
            <a:off x="2288093" y="3979142"/>
            <a:ext cx="293997" cy="294073"/>
            <a:chOff x="4459450" y="4993700"/>
            <a:chExt cx="483150" cy="483275"/>
          </a:xfrm>
        </p:grpSpPr>
        <p:sp>
          <p:nvSpPr>
            <p:cNvPr id="11728" name="Google Shape;11728;p140"/>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9" name="Google Shape;11729;p140"/>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30" name="Google Shape;11730;p140"/>
          <p:cNvGrpSpPr/>
          <p:nvPr/>
        </p:nvGrpSpPr>
        <p:grpSpPr>
          <a:xfrm>
            <a:off x="2686471" y="3979142"/>
            <a:ext cx="293997" cy="294073"/>
            <a:chOff x="5053900" y="4993700"/>
            <a:chExt cx="483150" cy="483275"/>
          </a:xfrm>
        </p:grpSpPr>
        <p:sp>
          <p:nvSpPr>
            <p:cNvPr id="11731" name="Google Shape;11731;p140"/>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32" name="Google Shape;11732;p140"/>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1736"/>
        <p:cNvGrpSpPr/>
        <p:nvPr/>
      </p:nvGrpSpPr>
      <p:grpSpPr>
        <a:xfrm>
          <a:off x="0" y="0"/>
          <a:ext cx="0" cy="0"/>
          <a:chOff x="0" y="0"/>
          <a:chExt cx="0" cy="0"/>
        </a:xfrm>
      </p:grpSpPr>
      <p:sp>
        <p:nvSpPr>
          <p:cNvPr id="11737" name="Google Shape;11737;p141"/>
          <p:cNvSpPr/>
          <p:nvPr/>
        </p:nvSpPr>
        <p:spPr>
          <a:xfrm>
            <a:off x="844100" y="1534006"/>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41"/>
          <p:cNvSpPr/>
          <p:nvPr/>
        </p:nvSpPr>
        <p:spPr>
          <a:xfrm>
            <a:off x="844104" y="199861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41"/>
          <p:cNvSpPr/>
          <p:nvPr/>
        </p:nvSpPr>
        <p:spPr>
          <a:xfrm>
            <a:off x="852434" y="2428395"/>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0" name="Google Shape;11740;p141"/>
          <p:cNvGrpSpPr/>
          <p:nvPr/>
        </p:nvGrpSpPr>
        <p:grpSpPr>
          <a:xfrm>
            <a:off x="2987728" y="1561903"/>
            <a:ext cx="371882" cy="373766"/>
            <a:chOff x="-41270450" y="1973375"/>
            <a:chExt cx="315850" cy="317450"/>
          </a:xfrm>
        </p:grpSpPr>
        <p:sp>
          <p:nvSpPr>
            <p:cNvPr id="11741" name="Google Shape;11741;p141"/>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41"/>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41"/>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41"/>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5" name="Google Shape;11745;p141"/>
          <p:cNvGrpSpPr/>
          <p:nvPr/>
        </p:nvGrpSpPr>
        <p:grpSpPr>
          <a:xfrm>
            <a:off x="3005407" y="2008859"/>
            <a:ext cx="395871" cy="372088"/>
            <a:chOff x="-41291625" y="2339025"/>
            <a:chExt cx="336225" cy="316025"/>
          </a:xfrm>
        </p:grpSpPr>
        <p:sp>
          <p:nvSpPr>
            <p:cNvPr id="11746" name="Google Shape;11746;p141"/>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41"/>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8" name="Google Shape;11748;p141"/>
          <p:cNvSpPr/>
          <p:nvPr/>
        </p:nvSpPr>
        <p:spPr>
          <a:xfrm>
            <a:off x="2982027" y="2195874"/>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41"/>
          <p:cNvSpPr/>
          <p:nvPr/>
        </p:nvSpPr>
        <p:spPr>
          <a:xfrm>
            <a:off x="3016426" y="244114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41"/>
          <p:cNvSpPr/>
          <p:nvPr/>
        </p:nvSpPr>
        <p:spPr>
          <a:xfrm>
            <a:off x="1807487" y="2877846"/>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41"/>
          <p:cNvSpPr/>
          <p:nvPr/>
        </p:nvSpPr>
        <p:spPr>
          <a:xfrm>
            <a:off x="1759274" y="3307876"/>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41"/>
          <p:cNvSpPr/>
          <p:nvPr/>
        </p:nvSpPr>
        <p:spPr>
          <a:xfrm>
            <a:off x="1735189" y="380191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41"/>
          <p:cNvSpPr/>
          <p:nvPr/>
        </p:nvSpPr>
        <p:spPr>
          <a:xfrm>
            <a:off x="3953247" y="2878081"/>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54" name="Google Shape;11754;p141"/>
          <p:cNvGrpSpPr/>
          <p:nvPr/>
        </p:nvGrpSpPr>
        <p:grpSpPr>
          <a:xfrm>
            <a:off x="1229534" y="1533910"/>
            <a:ext cx="396931" cy="373147"/>
            <a:chOff x="-42804750" y="1949600"/>
            <a:chExt cx="337125" cy="316925"/>
          </a:xfrm>
        </p:grpSpPr>
        <p:sp>
          <p:nvSpPr>
            <p:cNvPr id="11755" name="Google Shape;11755;p141"/>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41"/>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41"/>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8" name="Google Shape;11758;p141"/>
          <p:cNvGrpSpPr/>
          <p:nvPr/>
        </p:nvGrpSpPr>
        <p:grpSpPr>
          <a:xfrm>
            <a:off x="1292211" y="1986607"/>
            <a:ext cx="335706" cy="364258"/>
            <a:chOff x="-42778750" y="2320125"/>
            <a:chExt cx="285125" cy="309375"/>
          </a:xfrm>
        </p:grpSpPr>
        <p:sp>
          <p:nvSpPr>
            <p:cNvPr id="11759" name="Google Shape;11759;p141"/>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41"/>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1" name="Google Shape;11761;p141"/>
          <p:cNvGrpSpPr/>
          <p:nvPr/>
        </p:nvGrpSpPr>
        <p:grpSpPr>
          <a:xfrm>
            <a:off x="1269879" y="2433612"/>
            <a:ext cx="375591" cy="374678"/>
            <a:chOff x="-42796875" y="2680675"/>
            <a:chExt cx="319000" cy="318225"/>
          </a:xfrm>
        </p:grpSpPr>
        <p:sp>
          <p:nvSpPr>
            <p:cNvPr id="11762" name="Google Shape;11762;p141"/>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41"/>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141"/>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41"/>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41"/>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7" name="Google Shape;11767;p141"/>
          <p:cNvSpPr/>
          <p:nvPr/>
        </p:nvSpPr>
        <p:spPr>
          <a:xfrm>
            <a:off x="3439644" y="1559525"/>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41"/>
          <p:cNvSpPr/>
          <p:nvPr/>
        </p:nvSpPr>
        <p:spPr>
          <a:xfrm>
            <a:off x="3459773" y="204099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41"/>
          <p:cNvSpPr/>
          <p:nvPr/>
        </p:nvSpPr>
        <p:spPr>
          <a:xfrm>
            <a:off x="3469303" y="244114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41"/>
          <p:cNvSpPr/>
          <p:nvPr/>
        </p:nvSpPr>
        <p:spPr>
          <a:xfrm>
            <a:off x="2230466" y="2877846"/>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41"/>
          <p:cNvSpPr/>
          <p:nvPr/>
        </p:nvSpPr>
        <p:spPr>
          <a:xfrm>
            <a:off x="2117481" y="3661407"/>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2" name="Google Shape;11772;p141"/>
          <p:cNvGrpSpPr/>
          <p:nvPr/>
        </p:nvGrpSpPr>
        <p:grpSpPr>
          <a:xfrm>
            <a:off x="2168150" y="3311887"/>
            <a:ext cx="390426" cy="369586"/>
            <a:chOff x="-39055650" y="2315975"/>
            <a:chExt cx="331600" cy="313900"/>
          </a:xfrm>
        </p:grpSpPr>
        <p:sp>
          <p:nvSpPr>
            <p:cNvPr id="11773" name="Google Shape;11773;p141"/>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41"/>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75" name="Google Shape;11775;p141"/>
          <p:cNvSpPr/>
          <p:nvPr/>
        </p:nvSpPr>
        <p:spPr>
          <a:xfrm>
            <a:off x="2174857" y="382988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41"/>
          <p:cNvSpPr/>
          <p:nvPr/>
        </p:nvSpPr>
        <p:spPr>
          <a:xfrm>
            <a:off x="3995440" y="3297221"/>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7" name="Google Shape;11777;p141"/>
          <p:cNvGrpSpPr/>
          <p:nvPr/>
        </p:nvGrpSpPr>
        <p:grpSpPr>
          <a:xfrm>
            <a:off x="1659816" y="1534087"/>
            <a:ext cx="380241" cy="371793"/>
            <a:chOff x="-42430625" y="1949750"/>
            <a:chExt cx="322950" cy="315775"/>
          </a:xfrm>
        </p:grpSpPr>
        <p:sp>
          <p:nvSpPr>
            <p:cNvPr id="11778" name="Google Shape;11778;p141"/>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41"/>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41"/>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41"/>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2" name="Google Shape;11782;p141"/>
          <p:cNvSpPr/>
          <p:nvPr/>
        </p:nvSpPr>
        <p:spPr>
          <a:xfrm>
            <a:off x="1719036" y="1981654"/>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141"/>
          <p:cNvSpPr/>
          <p:nvPr/>
        </p:nvSpPr>
        <p:spPr>
          <a:xfrm>
            <a:off x="1696509" y="241409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41"/>
          <p:cNvSpPr/>
          <p:nvPr/>
        </p:nvSpPr>
        <p:spPr>
          <a:xfrm>
            <a:off x="3917021" y="1568326"/>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41"/>
          <p:cNvSpPr/>
          <p:nvPr/>
        </p:nvSpPr>
        <p:spPr>
          <a:xfrm>
            <a:off x="3936416" y="200761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41"/>
          <p:cNvSpPr/>
          <p:nvPr/>
        </p:nvSpPr>
        <p:spPr>
          <a:xfrm>
            <a:off x="3906859" y="243994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41"/>
          <p:cNvSpPr/>
          <p:nvPr/>
        </p:nvSpPr>
        <p:spPr>
          <a:xfrm>
            <a:off x="2616350" y="2874814"/>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141"/>
          <p:cNvGrpSpPr/>
          <p:nvPr/>
        </p:nvGrpSpPr>
        <p:grpSpPr>
          <a:xfrm>
            <a:off x="2623344" y="3310032"/>
            <a:ext cx="372824" cy="372058"/>
            <a:chOff x="-38686275" y="2314400"/>
            <a:chExt cx="316650" cy="316000"/>
          </a:xfrm>
        </p:grpSpPr>
        <p:sp>
          <p:nvSpPr>
            <p:cNvPr id="11789" name="Google Shape;11789;p141"/>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41"/>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1" name="Google Shape;11791;p141"/>
          <p:cNvGrpSpPr/>
          <p:nvPr/>
        </p:nvGrpSpPr>
        <p:grpSpPr>
          <a:xfrm>
            <a:off x="2621946" y="3802072"/>
            <a:ext cx="375620" cy="373736"/>
            <a:chOff x="-38686275" y="2682250"/>
            <a:chExt cx="319025" cy="317425"/>
          </a:xfrm>
        </p:grpSpPr>
        <p:sp>
          <p:nvSpPr>
            <p:cNvPr id="11792" name="Google Shape;11792;p141"/>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41"/>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4" name="Google Shape;11794;p141"/>
          <p:cNvGrpSpPr/>
          <p:nvPr/>
        </p:nvGrpSpPr>
        <p:grpSpPr>
          <a:xfrm>
            <a:off x="3940328" y="3800615"/>
            <a:ext cx="391368" cy="376650"/>
            <a:chOff x="-37534750" y="2668075"/>
            <a:chExt cx="332400" cy="319900"/>
          </a:xfrm>
        </p:grpSpPr>
        <p:sp>
          <p:nvSpPr>
            <p:cNvPr id="11795" name="Google Shape;11795;p141"/>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41"/>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7" name="Google Shape;11797;p141"/>
          <p:cNvSpPr/>
          <p:nvPr/>
        </p:nvSpPr>
        <p:spPr>
          <a:xfrm>
            <a:off x="2106751" y="1533329"/>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8" name="Google Shape;11798;p141"/>
          <p:cNvGrpSpPr/>
          <p:nvPr/>
        </p:nvGrpSpPr>
        <p:grpSpPr>
          <a:xfrm>
            <a:off x="2131694" y="1981750"/>
            <a:ext cx="375591" cy="374060"/>
            <a:chOff x="-42062025" y="2316000"/>
            <a:chExt cx="319000" cy="317700"/>
          </a:xfrm>
        </p:grpSpPr>
        <p:sp>
          <p:nvSpPr>
            <p:cNvPr id="11799" name="Google Shape;11799;p141"/>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41"/>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1" name="Google Shape;11801;p141"/>
          <p:cNvSpPr/>
          <p:nvPr/>
        </p:nvSpPr>
        <p:spPr>
          <a:xfrm>
            <a:off x="2135027" y="2413185"/>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2" name="Google Shape;11802;p141"/>
          <p:cNvGrpSpPr/>
          <p:nvPr/>
        </p:nvGrpSpPr>
        <p:grpSpPr>
          <a:xfrm>
            <a:off x="876569" y="2892853"/>
            <a:ext cx="330143" cy="368173"/>
            <a:chOff x="-40150450" y="1977325"/>
            <a:chExt cx="280400" cy="312700"/>
          </a:xfrm>
        </p:grpSpPr>
        <p:sp>
          <p:nvSpPr>
            <p:cNvPr id="11803" name="Google Shape;11803;p141"/>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41"/>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41"/>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41"/>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7" name="Google Shape;11807;p141"/>
          <p:cNvGrpSpPr/>
          <p:nvPr/>
        </p:nvGrpSpPr>
        <p:grpSpPr>
          <a:xfrm>
            <a:off x="870534" y="3352072"/>
            <a:ext cx="342211" cy="372824"/>
            <a:chOff x="-40160700" y="2339625"/>
            <a:chExt cx="290650" cy="316650"/>
          </a:xfrm>
        </p:grpSpPr>
        <p:sp>
          <p:nvSpPr>
            <p:cNvPr id="11808" name="Google Shape;11808;p141"/>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41"/>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141"/>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41"/>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141"/>
          <p:cNvGrpSpPr/>
          <p:nvPr/>
        </p:nvGrpSpPr>
        <p:grpSpPr>
          <a:xfrm>
            <a:off x="852359" y="3802529"/>
            <a:ext cx="375591" cy="372824"/>
            <a:chOff x="-40171725" y="2705875"/>
            <a:chExt cx="319000" cy="316650"/>
          </a:xfrm>
        </p:grpSpPr>
        <p:sp>
          <p:nvSpPr>
            <p:cNvPr id="11813" name="Google Shape;11813;p141"/>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41"/>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5" name="Google Shape;11815;p141"/>
          <p:cNvGrpSpPr/>
          <p:nvPr/>
        </p:nvGrpSpPr>
        <p:grpSpPr>
          <a:xfrm>
            <a:off x="3109957" y="2876984"/>
            <a:ext cx="272686" cy="373766"/>
            <a:chOff x="-38275925" y="1946600"/>
            <a:chExt cx="231600" cy="317450"/>
          </a:xfrm>
        </p:grpSpPr>
        <p:sp>
          <p:nvSpPr>
            <p:cNvPr id="11816" name="Google Shape;11816;p141"/>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41"/>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8" name="Google Shape;11818;p141"/>
          <p:cNvSpPr/>
          <p:nvPr/>
        </p:nvSpPr>
        <p:spPr>
          <a:xfrm>
            <a:off x="3057873" y="3308700"/>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41"/>
          <p:cNvSpPr/>
          <p:nvPr/>
        </p:nvSpPr>
        <p:spPr>
          <a:xfrm>
            <a:off x="3137950" y="380160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20" name="Google Shape;11820;p141"/>
          <p:cNvGrpSpPr/>
          <p:nvPr/>
        </p:nvGrpSpPr>
        <p:grpSpPr>
          <a:xfrm>
            <a:off x="2173841" y="4274426"/>
            <a:ext cx="382096" cy="371911"/>
            <a:chOff x="-37190575" y="1951325"/>
            <a:chExt cx="324525" cy="315875"/>
          </a:xfrm>
        </p:grpSpPr>
        <p:sp>
          <p:nvSpPr>
            <p:cNvPr id="11821" name="Google Shape;11821;p141"/>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41"/>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41"/>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41"/>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41"/>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6" name="Google Shape;11826;p141"/>
          <p:cNvSpPr/>
          <p:nvPr/>
        </p:nvSpPr>
        <p:spPr>
          <a:xfrm>
            <a:off x="2541596" y="1531475"/>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27" name="Google Shape;11827;p141"/>
          <p:cNvGrpSpPr/>
          <p:nvPr/>
        </p:nvGrpSpPr>
        <p:grpSpPr>
          <a:xfrm>
            <a:off x="2574144" y="2060577"/>
            <a:ext cx="373736" cy="293055"/>
            <a:chOff x="-41694200" y="2382950"/>
            <a:chExt cx="317425" cy="248900"/>
          </a:xfrm>
        </p:grpSpPr>
        <p:sp>
          <p:nvSpPr>
            <p:cNvPr id="11828" name="Google Shape;11828;p141"/>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41"/>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0" name="Google Shape;11830;p141"/>
          <p:cNvGrpSpPr/>
          <p:nvPr/>
        </p:nvGrpSpPr>
        <p:grpSpPr>
          <a:xfrm>
            <a:off x="2570967" y="2413885"/>
            <a:ext cx="375591" cy="373766"/>
            <a:chOff x="-41695775" y="2683025"/>
            <a:chExt cx="319000" cy="317450"/>
          </a:xfrm>
        </p:grpSpPr>
        <p:sp>
          <p:nvSpPr>
            <p:cNvPr id="11831" name="Google Shape;11831;p141"/>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41"/>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41"/>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141"/>
          <p:cNvGrpSpPr/>
          <p:nvPr/>
        </p:nvGrpSpPr>
        <p:grpSpPr>
          <a:xfrm>
            <a:off x="1313266" y="2906655"/>
            <a:ext cx="342211" cy="375620"/>
            <a:chOff x="-39792875" y="1971800"/>
            <a:chExt cx="290650" cy="319025"/>
          </a:xfrm>
        </p:grpSpPr>
        <p:sp>
          <p:nvSpPr>
            <p:cNvPr id="11835" name="Google Shape;11835;p141"/>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41"/>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7" name="Google Shape;11837;p141"/>
          <p:cNvGrpSpPr/>
          <p:nvPr/>
        </p:nvGrpSpPr>
        <p:grpSpPr>
          <a:xfrm>
            <a:off x="1323705" y="3354881"/>
            <a:ext cx="324609" cy="374825"/>
            <a:chOff x="-39783425" y="2337925"/>
            <a:chExt cx="275700" cy="318350"/>
          </a:xfrm>
        </p:grpSpPr>
        <p:sp>
          <p:nvSpPr>
            <p:cNvPr id="11838" name="Google Shape;11838;p141"/>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41"/>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0" name="Google Shape;11840;p141"/>
          <p:cNvSpPr/>
          <p:nvPr/>
        </p:nvSpPr>
        <p:spPr>
          <a:xfrm>
            <a:off x="1296433" y="3802308"/>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1" name="Google Shape;11841;p141"/>
          <p:cNvGrpSpPr/>
          <p:nvPr/>
        </p:nvGrpSpPr>
        <p:grpSpPr>
          <a:xfrm>
            <a:off x="3490328" y="2878839"/>
            <a:ext cx="383950" cy="372618"/>
            <a:chOff x="-37956150" y="1948175"/>
            <a:chExt cx="326100" cy="316475"/>
          </a:xfrm>
        </p:grpSpPr>
        <p:sp>
          <p:nvSpPr>
            <p:cNvPr id="11842" name="Google Shape;11842;p141"/>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41"/>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41"/>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5" name="Google Shape;11845;p141"/>
          <p:cNvGrpSpPr/>
          <p:nvPr/>
        </p:nvGrpSpPr>
        <p:grpSpPr>
          <a:xfrm>
            <a:off x="3497847" y="3386092"/>
            <a:ext cx="375620" cy="243015"/>
            <a:chOff x="-37953000" y="2379000"/>
            <a:chExt cx="319025" cy="206400"/>
          </a:xfrm>
        </p:grpSpPr>
        <p:sp>
          <p:nvSpPr>
            <p:cNvPr id="11846" name="Google Shape;11846;p141"/>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41"/>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41"/>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41"/>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41"/>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51" name="Google Shape;11851;p141"/>
          <p:cNvSpPr/>
          <p:nvPr/>
        </p:nvSpPr>
        <p:spPr>
          <a:xfrm>
            <a:off x="3490950" y="380160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41"/>
          <p:cNvSpPr/>
          <p:nvPr/>
        </p:nvSpPr>
        <p:spPr>
          <a:xfrm>
            <a:off x="2669201" y="427348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41"/>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54" name="Google Shape;11854;p141"/>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1855" name="Google Shape;11855;p141"/>
          <p:cNvSpPr/>
          <p:nvPr/>
        </p:nvSpPr>
        <p:spPr>
          <a:xfrm>
            <a:off x="4866545" y="1581240"/>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56" name="Google Shape;11856;p141"/>
          <p:cNvGrpSpPr/>
          <p:nvPr/>
        </p:nvGrpSpPr>
        <p:grpSpPr>
          <a:xfrm>
            <a:off x="4865594" y="2008353"/>
            <a:ext cx="354107" cy="355063"/>
            <a:chOff x="-28467625" y="2331750"/>
            <a:chExt cx="296150" cy="296950"/>
          </a:xfrm>
        </p:grpSpPr>
        <p:sp>
          <p:nvSpPr>
            <p:cNvPr id="11857" name="Google Shape;11857;p141"/>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41"/>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9" name="Google Shape;11859;p141"/>
          <p:cNvGrpSpPr/>
          <p:nvPr/>
        </p:nvGrpSpPr>
        <p:grpSpPr>
          <a:xfrm>
            <a:off x="4879719" y="2451434"/>
            <a:ext cx="325858" cy="351327"/>
            <a:chOff x="-28461325" y="2701925"/>
            <a:chExt cx="272525" cy="293825"/>
          </a:xfrm>
        </p:grpSpPr>
        <p:sp>
          <p:nvSpPr>
            <p:cNvPr id="11860" name="Google Shape;11860;p141"/>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41"/>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41"/>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3" name="Google Shape;11863;p141"/>
          <p:cNvGrpSpPr/>
          <p:nvPr/>
        </p:nvGrpSpPr>
        <p:grpSpPr>
          <a:xfrm>
            <a:off x="7103910" y="1625071"/>
            <a:ext cx="354107" cy="226974"/>
            <a:chOff x="-26585200" y="2025375"/>
            <a:chExt cx="296150" cy="189825"/>
          </a:xfrm>
        </p:grpSpPr>
        <p:sp>
          <p:nvSpPr>
            <p:cNvPr id="11864" name="Google Shape;11864;p141"/>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41"/>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41"/>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41"/>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41"/>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141"/>
          <p:cNvGrpSpPr/>
          <p:nvPr/>
        </p:nvGrpSpPr>
        <p:grpSpPr>
          <a:xfrm>
            <a:off x="7104373" y="2009294"/>
            <a:ext cx="353180" cy="353180"/>
            <a:chOff x="-26584425" y="2340425"/>
            <a:chExt cx="295375" cy="295375"/>
          </a:xfrm>
        </p:grpSpPr>
        <p:sp>
          <p:nvSpPr>
            <p:cNvPr id="11870" name="Google Shape;11870;p141"/>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41"/>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141"/>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41"/>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41"/>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41"/>
          <p:cNvGrpSpPr/>
          <p:nvPr/>
        </p:nvGrpSpPr>
        <p:grpSpPr>
          <a:xfrm>
            <a:off x="7099202" y="2450388"/>
            <a:ext cx="363523" cy="353419"/>
            <a:chOff x="-26585200" y="2710400"/>
            <a:chExt cx="304025" cy="295575"/>
          </a:xfrm>
        </p:grpSpPr>
        <p:sp>
          <p:nvSpPr>
            <p:cNvPr id="11876" name="Google Shape;11876;p141"/>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41"/>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141"/>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141"/>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41"/>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41"/>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41"/>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41"/>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41"/>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41"/>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41"/>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41"/>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8" name="Google Shape;11888;p141"/>
          <p:cNvGrpSpPr/>
          <p:nvPr/>
        </p:nvGrpSpPr>
        <p:grpSpPr>
          <a:xfrm>
            <a:off x="5754337" y="2891866"/>
            <a:ext cx="354136" cy="353210"/>
            <a:chOff x="-24709875" y="1970225"/>
            <a:chExt cx="296175" cy="295400"/>
          </a:xfrm>
        </p:grpSpPr>
        <p:sp>
          <p:nvSpPr>
            <p:cNvPr id="11889" name="Google Shape;11889;p141"/>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41"/>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141"/>
          <p:cNvGrpSpPr/>
          <p:nvPr/>
        </p:nvGrpSpPr>
        <p:grpSpPr>
          <a:xfrm>
            <a:off x="5786352" y="3338744"/>
            <a:ext cx="290107" cy="354107"/>
            <a:chOff x="-24683100" y="2340425"/>
            <a:chExt cx="242625" cy="296150"/>
          </a:xfrm>
        </p:grpSpPr>
        <p:sp>
          <p:nvSpPr>
            <p:cNvPr id="11892" name="Google Shape;11892;p141"/>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41"/>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41"/>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41"/>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6" name="Google Shape;11896;p141"/>
          <p:cNvSpPr/>
          <p:nvPr/>
        </p:nvSpPr>
        <p:spPr>
          <a:xfrm>
            <a:off x="5786789" y="3779910"/>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7" name="Google Shape;11897;p141"/>
          <p:cNvGrpSpPr/>
          <p:nvPr/>
        </p:nvGrpSpPr>
        <p:grpSpPr>
          <a:xfrm>
            <a:off x="7992594" y="2891866"/>
            <a:ext cx="360713" cy="353210"/>
            <a:chOff x="-22881800" y="1971800"/>
            <a:chExt cx="301675" cy="295400"/>
          </a:xfrm>
        </p:grpSpPr>
        <p:sp>
          <p:nvSpPr>
            <p:cNvPr id="11898" name="Google Shape;11898;p141"/>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41"/>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41"/>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41"/>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41"/>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41"/>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4" name="Google Shape;11904;p141"/>
          <p:cNvSpPr/>
          <p:nvPr/>
        </p:nvSpPr>
        <p:spPr>
          <a:xfrm>
            <a:off x="5326091" y="1561466"/>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41"/>
          <p:cNvSpPr/>
          <p:nvPr/>
        </p:nvSpPr>
        <p:spPr>
          <a:xfrm>
            <a:off x="5304434" y="2008907"/>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6" name="Google Shape;11906;p141"/>
          <p:cNvGrpSpPr/>
          <p:nvPr/>
        </p:nvGrpSpPr>
        <p:grpSpPr>
          <a:xfrm>
            <a:off x="5368939" y="2450029"/>
            <a:ext cx="227930" cy="354136"/>
            <a:chOff x="-28043900" y="2701925"/>
            <a:chExt cx="190625" cy="296175"/>
          </a:xfrm>
        </p:grpSpPr>
        <p:sp>
          <p:nvSpPr>
            <p:cNvPr id="11907" name="Google Shape;11907;p141"/>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41"/>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41"/>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41"/>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41"/>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2" name="Google Shape;11912;p141"/>
          <p:cNvGrpSpPr/>
          <p:nvPr/>
        </p:nvGrpSpPr>
        <p:grpSpPr>
          <a:xfrm>
            <a:off x="7541805" y="1561968"/>
            <a:ext cx="354136" cy="353180"/>
            <a:chOff x="-26215025" y="1971025"/>
            <a:chExt cx="296175" cy="295375"/>
          </a:xfrm>
        </p:grpSpPr>
        <p:sp>
          <p:nvSpPr>
            <p:cNvPr id="11913" name="Google Shape;11913;p141"/>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141"/>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41"/>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41"/>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41"/>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41"/>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41"/>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41"/>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1" name="Google Shape;11921;p141"/>
          <p:cNvGrpSpPr/>
          <p:nvPr/>
        </p:nvGrpSpPr>
        <p:grpSpPr>
          <a:xfrm>
            <a:off x="7541327" y="2009758"/>
            <a:ext cx="355093" cy="352253"/>
            <a:chOff x="-26215825" y="2341200"/>
            <a:chExt cx="296975" cy="294600"/>
          </a:xfrm>
        </p:grpSpPr>
        <p:sp>
          <p:nvSpPr>
            <p:cNvPr id="11922" name="Google Shape;11922;p141"/>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41"/>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4" name="Google Shape;11924;p141"/>
          <p:cNvGrpSpPr/>
          <p:nvPr/>
        </p:nvGrpSpPr>
        <p:grpSpPr>
          <a:xfrm>
            <a:off x="7573357" y="2450508"/>
            <a:ext cx="291033" cy="353180"/>
            <a:chOff x="-26179575" y="2710600"/>
            <a:chExt cx="243400" cy="295375"/>
          </a:xfrm>
        </p:grpSpPr>
        <p:sp>
          <p:nvSpPr>
            <p:cNvPr id="11925" name="Google Shape;11925;p141"/>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41"/>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41"/>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141"/>
          <p:cNvGrpSpPr/>
          <p:nvPr/>
        </p:nvGrpSpPr>
        <p:grpSpPr>
          <a:xfrm>
            <a:off x="6212417" y="2891881"/>
            <a:ext cx="337187" cy="353180"/>
            <a:chOff x="-24328675" y="1971025"/>
            <a:chExt cx="282000" cy="295375"/>
          </a:xfrm>
        </p:grpSpPr>
        <p:sp>
          <p:nvSpPr>
            <p:cNvPr id="11929" name="Google Shape;11929;p141"/>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41"/>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1" name="Google Shape;11931;p141"/>
          <p:cNvGrpSpPr/>
          <p:nvPr/>
        </p:nvGrpSpPr>
        <p:grpSpPr>
          <a:xfrm>
            <a:off x="6214778" y="3339207"/>
            <a:ext cx="332464" cy="353180"/>
            <a:chOff x="-24330250" y="2340425"/>
            <a:chExt cx="278050" cy="295375"/>
          </a:xfrm>
        </p:grpSpPr>
        <p:sp>
          <p:nvSpPr>
            <p:cNvPr id="11932" name="Google Shape;11932;p141"/>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41"/>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41"/>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41"/>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41"/>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41"/>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41"/>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141"/>
          <p:cNvGrpSpPr/>
          <p:nvPr/>
        </p:nvGrpSpPr>
        <p:grpSpPr>
          <a:xfrm>
            <a:off x="6204420" y="3780420"/>
            <a:ext cx="353180" cy="353180"/>
            <a:chOff x="-24338900" y="2710600"/>
            <a:chExt cx="295375" cy="295375"/>
          </a:xfrm>
        </p:grpSpPr>
        <p:sp>
          <p:nvSpPr>
            <p:cNvPr id="11940" name="Google Shape;11940;p141"/>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41"/>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2" name="Google Shape;11942;p141"/>
          <p:cNvGrpSpPr/>
          <p:nvPr/>
        </p:nvGrpSpPr>
        <p:grpSpPr>
          <a:xfrm>
            <a:off x="7995419" y="3339805"/>
            <a:ext cx="355063" cy="351984"/>
            <a:chOff x="-22859750" y="2335900"/>
            <a:chExt cx="296950" cy="294375"/>
          </a:xfrm>
        </p:grpSpPr>
        <p:sp>
          <p:nvSpPr>
            <p:cNvPr id="11943" name="Google Shape;11943;p141"/>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41"/>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41"/>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6" name="Google Shape;11946;p141"/>
          <p:cNvGrpSpPr/>
          <p:nvPr/>
        </p:nvGrpSpPr>
        <p:grpSpPr>
          <a:xfrm>
            <a:off x="5774767" y="1561953"/>
            <a:ext cx="311749" cy="353210"/>
            <a:chOff x="-27710725" y="1959200"/>
            <a:chExt cx="260725" cy="295400"/>
          </a:xfrm>
        </p:grpSpPr>
        <p:sp>
          <p:nvSpPr>
            <p:cNvPr id="11947" name="Google Shape;11947;p141"/>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41"/>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9" name="Google Shape;11949;p141"/>
          <p:cNvGrpSpPr/>
          <p:nvPr/>
        </p:nvGrpSpPr>
        <p:grpSpPr>
          <a:xfrm>
            <a:off x="5752631" y="2070499"/>
            <a:ext cx="356020" cy="230770"/>
            <a:chOff x="-27728850" y="2382950"/>
            <a:chExt cx="297750" cy="193000"/>
          </a:xfrm>
        </p:grpSpPr>
        <p:sp>
          <p:nvSpPr>
            <p:cNvPr id="11950" name="Google Shape;11950;p141"/>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41"/>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41"/>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53" name="Google Shape;11953;p141"/>
          <p:cNvSpPr/>
          <p:nvPr/>
        </p:nvSpPr>
        <p:spPr>
          <a:xfrm>
            <a:off x="5753569" y="2456827"/>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41"/>
          <p:cNvSpPr/>
          <p:nvPr/>
        </p:nvSpPr>
        <p:spPr>
          <a:xfrm>
            <a:off x="7984417" y="1561466"/>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5" name="Google Shape;11955;p141"/>
          <p:cNvGrpSpPr/>
          <p:nvPr/>
        </p:nvGrpSpPr>
        <p:grpSpPr>
          <a:xfrm>
            <a:off x="7983975" y="2018710"/>
            <a:ext cx="354136" cy="334348"/>
            <a:chOff x="-25844850" y="2357750"/>
            <a:chExt cx="296175" cy="279625"/>
          </a:xfrm>
        </p:grpSpPr>
        <p:sp>
          <p:nvSpPr>
            <p:cNvPr id="11956" name="Google Shape;11956;p141"/>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41"/>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41"/>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41"/>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41"/>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41"/>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2" name="Google Shape;11962;p141"/>
          <p:cNvSpPr/>
          <p:nvPr/>
        </p:nvSpPr>
        <p:spPr>
          <a:xfrm>
            <a:off x="7982071" y="2450116"/>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3" name="Google Shape;11963;p141"/>
          <p:cNvGrpSpPr/>
          <p:nvPr/>
        </p:nvGrpSpPr>
        <p:grpSpPr>
          <a:xfrm>
            <a:off x="6712883" y="2891866"/>
            <a:ext cx="228887" cy="353210"/>
            <a:chOff x="-23917525" y="1970225"/>
            <a:chExt cx="191425" cy="295400"/>
          </a:xfrm>
        </p:grpSpPr>
        <p:sp>
          <p:nvSpPr>
            <p:cNvPr id="11964" name="Google Shape;11964;p141"/>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41"/>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41"/>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141"/>
          <p:cNvGrpSpPr/>
          <p:nvPr/>
        </p:nvGrpSpPr>
        <p:grpSpPr>
          <a:xfrm>
            <a:off x="6668164" y="3338744"/>
            <a:ext cx="318325" cy="354107"/>
            <a:chOff x="-23952175" y="2340425"/>
            <a:chExt cx="266225" cy="296150"/>
          </a:xfrm>
        </p:grpSpPr>
        <p:sp>
          <p:nvSpPr>
            <p:cNvPr id="11968" name="Google Shape;11968;p141"/>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41"/>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0" name="Google Shape;11970;p141"/>
          <p:cNvSpPr/>
          <p:nvPr/>
        </p:nvSpPr>
        <p:spPr>
          <a:xfrm>
            <a:off x="6641253" y="3780732"/>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1" name="Google Shape;11971;p141"/>
          <p:cNvGrpSpPr/>
          <p:nvPr/>
        </p:nvGrpSpPr>
        <p:grpSpPr>
          <a:xfrm>
            <a:off x="8053336" y="3779000"/>
            <a:ext cx="239230" cy="356020"/>
            <a:chOff x="-22811700" y="2700350"/>
            <a:chExt cx="200075" cy="297750"/>
          </a:xfrm>
        </p:grpSpPr>
        <p:sp>
          <p:nvSpPr>
            <p:cNvPr id="11972" name="Google Shape;11972;p141"/>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41"/>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41"/>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5" name="Google Shape;11975;p141"/>
          <p:cNvGrpSpPr/>
          <p:nvPr/>
        </p:nvGrpSpPr>
        <p:grpSpPr>
          <a:xfrm>
            <a:off x="6201787" y="1561490"/>
            <a:ext cx="355063" cy="354136"/>
            <a:chOff x="-27358650" y="1961575"/>
            <a:chExt cx="296950" cy="296175"/>
          </a:xfrm>
        </p:grpSpPr>
        <p:sp>
          <p:nvSpPr>
            <p:cNvPr id="11976" name="Google Shape;11976;p141"/>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41"/>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8" name="Google Shape;11978;p141"/>
          <p:cNvSpPr/>
          <p:nvPr/>
        </p:nvSpPr>
        <p:spPr>
          <a:xfrm>
            <a:off x="6243686" y="2009236"/>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41"/>
          <p:cNvSpPr/>
          <p:nvPr/>
        </p:nvSpPr>
        <p:spPr>
          <a:xfrm>
            <a:off x="6202255" y="2449997"/>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41"/>
          <p:cNvSpPr/>
          <p:nvPr/>
        </p:nvSpPr>
        <p:spPr>
          <a:xfrm>
            <a:off x="4883479" y="2892321"/>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1" name="Google Shape;11981;p141"/>
          <p:cNvGrpSpPr/>
          <p:nvPr/>
        </p:nvGrpSpPr>
        <p:grpSpPr>
          <a:xfrm>
            <a:off x="4865631" y="3349565"/>
            <a:ext cx="356946" cy="332464"/>
            <a:chOff x="-25477800" y="2357750"/>
            <a:chExt cx="298525" cy="278050"/>
          </a:xfrm>
        </p:grpSpPr>
        <p:sp>
          <p:nvSpPr>
            <p:cNvPr id="11982" name="Google Shape;11982;p141"/>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41"/>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4" name="Google Shape;11984;p141"/>
          <p:cNvSpPr/>
          <p:nvPr/>
        </p:nvSpPr>
        <p:spPr>
          <a:xfrm>
            <a:off x="4867009" y="3780313"/>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5" name="Google Shape;11985;p141"/>
          <p:cNvGrpSpPr/>
          <p:nvPr/>
        </p:nvGrpSpPr>
        <p:grpSpPr>
          <a:xfrm>
            <a:off x="7100357" y="2891881"/>
            <a:ext cx="354136" cy="353180"/>
            <a:chOff x="-23599325" y="1971025"/>
            <a:chExt cx="296175" cy="295375"/>
          </a:xfrm>
        </p:grpSpPr>
        <p:sp>
          <p:nvSpPr>
            <p:cNvPr id="11986" name="Google Shape;11986;p141"/>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41"/>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8" name="Google Shape;11988;p141"/>
          <p:cNvSpPr/>
          <p:nvPr/>
        </p:nvSpPr>
        <p:spPr>
          <a:xfrm>
            <a:off x="7101239" y="3338237"/>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41"/>
          <p:cNvSpPr/>
          <p:nvPr/>
        </p:nvSpPr>
        <p:spPr>
          <a:xfrm>
            <a:off x="7098877" y="3791209"/>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41"/>
          <p:cNvSpPr/>
          <p:nvPr/>
        </p:nvSpPr>
        <p:spPr>
          <a:xfrm>
            <a:off x="6201949" y="4272972"/>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1" name="Google Shape;11991;p141"/>
          <p:cNvGrpSpPr/>
          <p:nvPr/>
        </p:nvGrpSpPr>
        <p:grpSpPr>
          <a:xfrm>
            <a:off x="6644801" y="1561609"/>
            <a:ext cx="360713" cy="353897"/>
            <a:chOff x="-26993200" y="1961775"/>
            <a:chExt cx="301675" cy="295975"/>
          </a:xfrm>
        </p:grpSpPr>
        <p:sp>
          <p:nvSpPr>
            <p:cNvPr id="11992" name="Google Shape;11992;p141"/>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41"/>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41"/>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141"/>
          <p:cNvGrpSpPr/>
          <p:nvPr/>
        </p:nvGrpSpPr>
        <p:grpSpPr>
          <a:xfrm>
            <a:off x="6669761" y="2009294"/>
            <a:ext cx="310792" cy="353180"/>
            <a:chOff x="-26970350" y="2332550"/>
            <a:chExt cx="259925" cy="295375"/>
          </a:xfrm>
        </p:grpSpPr>
        <p:sp>
          <p:nvSpPr>
            <p:cNvPr id="11996" name="Google Shape;11996;p141"/>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41"/>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141"/>
          <p:cNvGrpSpPr/>
          <p:nvPr/>
        </p:nvGrpSpPr>
        <p:grpSpPr>
          <a:xfrm>
            <a:off x="6649046" y="2482059"/>
            <a:ext cx="352223" cy="290077"/>
            <a:chOff x="-26986100" y="2735800"/>
            <a:chExt cx="294575" cy="242600"/>
          </a:xfrm>
        </p:grpSpPr>
        <p:sp>
          <p:nvSpPr>
            <p:cNvPr id="11999" name="Google Shape;11999;p141"/>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41"/>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141"/>
          <p:cNvSpPr/>
          <p:nvPr/>
        </p:nvSpPr>
        <p:spPr>
          <a:xfrm>
            <a:off x="5308694" y="2891857"/>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141"/>
          <p:cNvGrpSpPr/>
          <p:nvPr/>
        </p:nvGrpSpPr>
        <p:grpSpPr>
          <a:xfrm>
            <a:off x="5308265" y="3338744"/>
            <a:ext cx="353180" cy="354107"/>
            <a:chOff x="-25104475" y="2340425"/>
            <a:chExt cx="295375" cy="296150"/>
          </a:xfrm>
        </p:grpSpPr>
        <p:sp>
          <p:nvSpPr>
            <p:cNvPr id="12003" name="Google Shape;12003;p141"/>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41"/>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41"/>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41"/>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41"/>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41"/>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41"/>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41"/>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41"/>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2" name="Google Shape;12012;p141"/>
          <p:cNvSpPr/>
          <p:nvPr/>
        </p:nvSpPr>
        <p:spPr>
          <a:xfrm>
            <a:off x="5306811" y="3825122"/>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3" name="Google Shape;12013;p141"/>
          <p:cNvGrpSpPr/>
          <p:nvPr/>
        </p:nvGrpSpPr>
        <p:grpSpPr>
          <a:xfrm>
            <a:off x="7548093" y="2891403"/>
            <a:ext cx="355063" cy="354136"/>
            <a:chOff x="-23229925" y="1970225"/>
            <a:chExt cx="296950" cy="296175"/>
          </a:xfrm>
        </p:grpSpPr>
        <p:sp>
          <p:nvSpPr>
            <p:cNvPr id="12014" name="Google Shape;12014;p141"/>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41"/>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41"/>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41"/>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141"/>
          <p:cNvGrpSpPr/>
          <p:nvPr/>
        </p:nvGrpSpPr>
        <p:grpSpPr>
          <a:xfrm>
            <a:off x="7590466" y="3338266"/>
            <a:ext cx="270318" cy="355063"/>
            <a:chOff x="-23177950" y="2340425"/>
            <a:chExt cx="226075" cy="296950"/>
          </a:xfrm>
        </p:grpSpPr>
        <p:sp>
          <p:nvSpPr>
            <p:cNvPr id="12019" name="Google Shape;12019;p141"/>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41"/>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1" name="Google Shape;12021;p141"/>
          <p:cNvGrpSpPr/>
          <p:nvPr/>
        </p:nvGrpSpPr>
        <p:grpSpPr>
          <a:xfrm>
            <a:off x="7548556" y="3779942"/>
            <a:ext cx="354136" cy="354136"/>
            <a:chOff x="-23229150" y="2710600"/>
            <a:chExt cx="296175" cy="296175"/>
          </a:xfrm>
        </p:grpSpPr>
        <p:sp>
          <p:nvSpPr>
            <p:cNvPr id="12022" name="Google Shape;12022;p141"/>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41"/>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4" name="Google Shape;12024;p141"/>
          <p:cNvSpPr/>
          <p:nvPr/>
        </p:nvSpPr>
        <p:spPr>
          <a:xfrm>
            <a:off x="6650549" y="4273454"/>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2028"/>
        <p:cNvGrpSpPr/>
        <p:nvPr/>
      </p:nvGrpSpPr>
      <p:grpSpPr>
        <a:xfrm>
          <a:off x="0" y="0"/>
          <a:ext cx="0" cy="0"/>
          <a:chOff x="0" y="0"/>
          <a:chExt cx="0" cy="0"/>
        </a:xfrm>
      </p:grpSpPr>
      <p:sp>
        <p:nvSpPr>
          <p:cNvPr id="12029" name="Google Shape;12029;p142"/>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30" name="Google Shape;12030;p142"/>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031" name="Google Shape;12031;p142"/>
          <p:cNvGrpSpPr/>
          <p:nvPr/>
        </p:nvGrpSpPr>
        <p:grpSpPr>
          <a:xfrm>
            <a:off x="854368" y="1541720"/>
            <a:ext cx="366269" cy="366240"/>
            <a:chOff x="-65131525" y="1914325"/>
            <a:chExt cx="316650" cy="316625"/>
          </a:xfrm>
        </p:grpSpPr>
        <p:sp>
          <p:nvSpPr>
            <p:cNvPr id="12032" name="Google Shape;12032;p142"/>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42"/>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4" name="Google Shape;12034;p142"/>
          <p:cNvGrpSpPr/>
          <p:nvPr/>
        </p:nvGrpSpPr>
        <p:grpSpPr>
          <a:xfrm>
            <a:off x="854368" y="2022007"/>
            <a:ext cx="366269" cy="366269"/>
            <a:chOff x="-65131525" y="2281350"/>
            <a:chExt cx="316650" cy="316650"/>
          </a:xfrm>
        </p:grpSpPr>
        <p:sp>
          <p:nvSpPr>
            <p:cNvPr id="12035" name="Google Shape;12035;p142"/>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42"/>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7" name="Google Shape;12037;p142"/>
          <p:cNvGrpSpPr/>
          <p:nvPr/>
        </p:nvGrpSpPr>
        <p:grpSpPr>
          <a:xfrm>
            <a:off x="857564" y="2487006"/>
            <a:ext cx="359878" cy="367165"/>
            <a:chOff x="-65129950" y="2646800"/>
            <a:chExt cx="311125" cy="317425"/>
          </a:xfrm>
        </p:grpSpPr>
        <p:sp>
          <p:nvSpPr>
            <p:cNvPr id="12038" name="Google Shape;12038;p142"/>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42"/>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0" name="Google Shape;12040;p142"/>
          <p:cNvGrpSpPr/>
          <p:nvPr/>
        </p:nvGrpSpPr>
        <p:grpSpPr>
          <a:xfrm>
            <a:off x="3060897" y="1540332"/>
            <a:ext cx="368987" cy="369016"/>
            <a:chOff x="-63252250" y="1930850"/>
            <a:chExt cx="319000" cy="319025"/>
          </a:xfrm>
        </p:grpSpPr>
        <p:sp>
          <p:nvSpPr>
            <p:cNvPr id="12041" name="Google Shape;12041;p142"/>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42"/>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3" name="Google Shape;12043;p142"/>
          <p:cNvSpPr/>
          <p:nvPr/>
        </p:nvSpPr>
        <p:spPr>
          <a:xfrm>
            <a:off x="3052893" y="20211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4" name="Google Shape;12044;p142"/>
          <p:cNvGrpSpPr/>
          <p:nvPr/>
        </p:nvGrpSpPr>
        <p:grpSpPr>
          <a:xfrm>
            <a:off x="3061808" y="2486543"/>
            <a:ext cx="367165" cy="368091"/>
            <a:chOff x="-63250675" y="2664125"/>
            <a:chExt cx="317425" cy="318225"/>
          </a:xfrm>
        </p:grpSpPr>
        <p:sp>
          <p:nvSpPr>
            <p:cNvPr id="12045" name="Google Shape;12045;p142"/>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42"/>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42"/>
          <p:cNvGrpSpPr/>
          <p:nvPr/>
        </p:nvGrpSpPr>
        <p:grpSpPr>
          <a:xfrm>
            <a:off x="1738471" y="2962950"/>
            <a:ext cx="363522" cy="361266"/>
            <a:chOff x="-61354075" y="1940500"/>
            <a:chExt cx="314275" cy="312325"/>
          </a:xfrm>
        </p:grpSpPr>
        <p:sp>
          <p:nvSpPr>
            <p:cNvPr id="12048" name="Google Shape;12048;p142"/>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42"/>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42"/>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42"/>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2" name="Google Shape;12052;p142"/>
          <p:cNvGrpSpPr/>
          <p:nvPr/>
        </p:nvGrpSpPr>
        <p:grpSpPr>
          <a:xfrm>
            <a:off x="1737098" y="3411502"/>
            <a:ext cx="366269" cy="336195"/>
            <a:chOff x="-61354875" y="2322300"/>
            <a:chExt cx="316650" cy="290650"/>
          </a:xfrm>
        </p:grpSpPr>
        <p:sp>
          <p:nvSpPr>
            <p:cNvPr id="12053" name="Google Shape;12053;p142"/>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42"/>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42"/>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6" name="Google Shape;12056;p142"/>
          <p:cNvGrpSpPr/>
          <p:nvPr/>
        </p:nvGrpSpPr>
        <p:grpSpPr>
          <a:xfrm>
            <a:off x="1737098" y="3839066"/>
            <a:ext cx="366269" cy="366269"/>
            <a:chOff x="-61354875" y="2671225"/>
            <a:chExt cx="316650" cy="316650"/>
          </a:xfrm>
        </p:grpSpPr>
        <p:sp>
          <p:nvSpPr>
            <p:cNvPr id="12057" name="Google Shape;12057;p142"/>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42"/>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42"/>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42"/>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42"/>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2" name="Google Shape;12062;p142"/>
          <p:cNvGrpSpPr/>
          <p:nvPr/>
        </p:nvGrpSpPr>
        <p:grpSpPr>
          <a:xfrm>
            <a:off x="3952502" y="2958801"/>
            <a:ext cx="368987" cy="369566"/>
            <a:chOff x="-59502375" y="1904375"/>
            <a:chExt cx="319000" cy="319500"/>
          </a:xfrm>
        </p:grpSpPr>
        <p:sp>
          <p:nvSpPr>
            <p:cNvPr id="12063" name="Google Shape;12063;p142"/>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42"/>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42"/>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6" name="Google Shape;12066;p142"/>
          <p:cNvGrpSpPr/>
          <p:nvPr/>
        </p:nvGrpSpPr>
        <p:grpSpPr>
          <a:xfrm>
            <a:off x="1298621" y="1543007"/>
            <a:ext cx="368987" cy="363666"/>
            <a:chOff x="-64774725" y="1916550"/>
            <a:chExt cx="319000" cy="314400"/>
          </a:xfrm>
        </p:grpSpPr>
        <p:sp>
          <p:nvSpPr>
            <p:cNvPr id="12067" name="Google Shape;12067;p142"/>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42"/>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9" name="Google Shape;12069;p142"/>
          <p:cNvGrpSpPr/>
          <p:nvPr/>
        </p:nvGrpSpPr>
        <p:grpSpPr>
          <a:xfrm>
            <a:off x="1299979" y="2020186"/>
            <a:ext cx="366269" cy="369913"/>
            <a:chOff x="-64764500" y="2280550"/>
            <a:chExt cx="316650" cy="319800"/>
          </a:xfrm>
        </p:grpSpPr>
        <p:sp>
          <p:nvSpPr>
            <p:cNvPr id="12070" name="Google Shape;12070;p142"/>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42"/>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2" name="Google Shape;12072;p142"/>
          <p:cNvSpPr/>
          <p:nvPr/>
        </p:nvSpPr>
        <p:spPr>
          <a:xfrm>
            <a:off x="1316753" y="24874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3" name="Google Shape;12073;p142"/>
          <p:cNvGrpSpPr/>
          <p:nvPr/>
        </p:nvGrpSpPr>
        <p:grpSpPr>
          <a:xfrm>
            <a:off x="3512023" y="1579963"/>
            <a:ext cx="365344" cy="289753"/>
            <a:chOff x="-62882850" y="1999375"/>
            <a:chExt cx="315850" cy="250500"/>
          </a:xfrm>
        </p:grpSpPr>
        <p:sp>
          <p:nvSpPr>
            <p:cNvPr id="12074" name="Google Shape;12074;p142"/>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42"/>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6" name="Google Shape;12076;p142"/>
          <p:cNvGrpSpPr/>
          <p:nvPr/>
        </p:nvGrpSpPr>
        <p:grpSpPr>
          <a:xfrm>
            <a:off x="3503362" y="2021545"/>
            <a:ext cx="382665" cy="367194"/>
            <a:chOff x="-62890750" y="2296300"/>
            <a:chExt cx="330825" cy="317450"/>
          </a:xfrm>
        </p:grpSpPr>
        <p:sp>
          <p:nvSpPr>
            <p:cNvPr id="12077" name="Google Shape;12077;p142"/>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42"/>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42"/>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0" name="Google Shape;12080;p142"/>
          <p:cNvGrpSpPr/>
          <p:nvPr/>
        </p:nvGrpSpPr>
        <p:grpSpPr>
          <a:xfrm>
            <a:off x="3512023" y="2487006"/>
            <a:ext cx="365344" cy="367165"/>
            <a:chOff x="-62882850" y="2664925"/>
            <a:chExt cx="315850" cy="317425"/>
          </a:xfrm>
        </p:grpSpPr>
        <p:sp>
          <p:nvSpPr>
            <p:cNvPr id="12081" name="Google Shape;12081;p142"/>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42"/>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83" name="Google Shape;12083;p142"/>
          <p:cNvSpPr/>
          <p:nvPr/>
        </p:nvSpPr>
        <p:spPr>
          <a:xfrm>
            <a:off x="2175712" y="29613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4" name="Google Shape;12084;p142"/>
          <p:cNvGrpSpPr/>
          <p:nvPr/>
        </p:nvGrpSpPr>
        <p:grpSpPr>
          <a:xfrm>
            <a:off x="2183172" y="3399646"/>
            <a:ext cx="366269" cy="359907"/>
            <a:chOff x="-60988625" y="2310475"/>
            <a:chExt cx="316650" cy="311150"/>
          </a:xfrm>
        </p:grpSpPr>
        <p:sp>
          <p:nvSpPr>
            <p:cNvPr id="12085" name="Google Shape;12085;p142"/>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42"/>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42"/>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42"/>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42"/>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42"/>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1" name="Google Shape;12091;p142"/>
          <p:cNvGrpSpPr/>
          <p:nvPr/>
        </p:nvGrpSpPr>
        <p:grpSpPr>
          <a:xfrm>
            <a:off x="2183634" y="3837809"/>
            <a:ext cx="365344" cy="368785"/>
            <a:chOff x="-60987050" y="2671400"/>
            <a:chExt cx="315850" cy="318825"/>
          </a:xfrm>
        </p:grpSpPr>
        <p:sp>
          <p:nvSpPr>
            <p:cNvPr id="12092" name="Google Shape;12092;p142"/>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42"/>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4" name="Google Shape;12094;p142"/>
          <p:cNvGrpSpPr/>
          <p:nvPr/>
        </p:nvGrpSpPr>
        <p:grpSpPr>
          <a:xfrm>
            <a:off x="3952500" y="3400571"/>
            <a:ext cx="368987" cy="358056"/>
            <a:chOff x="-59481900" y="2290800"/>
            <a:chExt cx="319000" cy="309550"/>
          </a:xfrm>
        </p:grpSpPr>
        <p:sp>
          <p:nvSpPr>
            <p:cNvPr id="12095" name="Google Shape;12095;p142"/>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42"/>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42"/>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42"/>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42"/>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42"/>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142"/>
          <p:cNvGrpSpPr/>
          <p:nvPr/>
        </p:nvGrpSpPr>
        <p:grpSpPr>
          <a:xfrm>
            <a:off x="1741805" y="1541344"/>
            <a:ext cx="368987" cy="366992"/>
            <a:chOff x="-64401400" y="1914475"/>
            <a:chExt cx="319000" cy="317275"/>
          </a:xfrm>
        </p:grpSpPr>
        <p:sp>
          <p:nvSpPr>
            <p:cNvPr id="12102" name="Google Shape;12102;p142"/>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42"/>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42"/>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5" name="Google Shape;12105;p142"/>
          <p:cNvGrpSpPr/>
          <p:nvPr/>
        </p:nvGrpSpPr>
        <p:grpSpPr>
          <a:xfrm>
            <a:off x="1806493" y="2022383"/>
            <a:ext cx="239610" cy="365517"/>
            <a:chOff x="-64343900" y="2282125"/>
            <a:chExt cx="207150" cy="316000"/>
          </a:xfrm>
        </p:grpSpPr>
        <p:sp>
          <p:nvSpPr>
            <p:cNvPr id="12106" name="Google Shape;12106;p142"/>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42"/>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8" name="Google Shape;12108;p142"/>
          <p:cNvSpPr/>
          <p:nvPr/>
        </p:nvSpPr>
        <p:spPr>
          <a:xfrm>
            <a:off x="1736288" y="24856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9" name="Google Shape;12109;p142"/>
          <p:cNvGrpSpPr/>
          <p:nvPr/>
        </p:nvGrpSpPr>
        <p:grpSpPr>
          <a:xfrm>
            <a:off x="3986941" y="1541604"/>
            <a:ext cx="318873" cy="366471"/>
            <a:chOff x="-62496925" y="1931475"/>
            <a:chExt cx="275675" cy="316825"/>
          </a:xfrm>
        </p:grpSpPr>
        <p:sp>
          <p:nvSpPr>
            <p:cNvPr id="12110" name="Google Shape;12110;p142"/>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42"/>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2" name="Google Shape;12112;p142"/>
          <p:cNvGrpSpPr/>
          <p:nvPr/>
        </p:nvGrpSpPr>
        <p:grpSpPr>
          <a:xfrm>
            <a:off x="3963691" y="2021429"/>
            <a:ext cx="365373" cy="367426"/>
            <a:chOff x="-62516625" y="2297875"/>
            <a:chExt cx="315875" cy="317650"/>
          </a:xfrm>
        </p:grpSpPr>
        <p:sp>
          <p:nvSpPr>
            <p:cNvPr id="12113" name="Google Shape;12113;p142"/>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42"/>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142"/>
          <p:cNvGrpSpPr/>
          <p:nvPr/>
        </p:nvGrpSpPr>
        <p:grpSpPr>
          <a:xfrm>
            <a:off x="3962332" y="2503388"/>
            <a:ext cx="368091" cy="334402"/>
            <a:chOff x="-62518200" y="2692475"/>
            <a:chExt cx="318225" cy="289100"/>
          </a:xfrm>
        </p:grpSpPr>
        <p:sp>
          <p:nvSpPr>
            <p:cNvPr id="12116" name="Google Shape;12116;p142"/>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42"/>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8" name="Google Shape;12118;p142"/>
          <p:cNvGrpSpPr/>
          <p:nvPr/>
        </p:nvGrpSpPr>
        <p:grpSpPr>
          <a:xfrm>
            <a:off x="2648986" y="2960912"/>
            <a:ext cx="309793" cy="365344"/>
            <a:chOff x="-60597975" y="1939525"/>
            <a:chExt cx="267825" cy="315850"/>
          </a:xfrm>
        </p:grpSpPr>
        <p:sp>
          <p:nvSpPr>
            <p:cNvPr id="12119" name="Google Shape;12119;p142"/>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42"/>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1" name="Google Shape;12121;p142"/>
          <p:cNvGrpSpPr/>
          <p:nvPr/>
        </p:nvGrpSpPr>
        <p:grpSpPr>
          <a:xfrm>
            <a:off x="2619389" y="3395337"/>
            <a:ext cx="368987" cy="368525"/>
            <a:chOff x="-60620800" y="2304600"/>
            <a:chExt cx="319000" cy="318600"/>
          </a:xfrm>
        </p:grpSpPr>
        <p:sp>
          <p:nvSpPr>
            <p:cNvPr id="12122" name="Google Shape;12122;p142"/>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42"/>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42"/>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142"/>
          <p:cNvGrpSpPr/>
          <p:nvPr/>
        </p:nvGrpSpPr>
        <p:grpSpPr>
          <a:xfrm>
            <a:off x="2620748" y="3890988"/>
            <a:ext cx="366269" cy="262426"/>
            <a:chOff x="-60621600" y="2716100"/>
            <a:chExt cx="316650" cy="226875"/>
          </a:xfrm>
        </p:grpSpPr>
        <p:sp>
          <p:nvSpPr>
            <p:cNvPr id="12126" name="Google Shape;12126;p142"/>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42"/>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8" name="Google Shape;12128;p142"/>
          <p:cNvGrpSpPr/>
          <p:nvPr/>
        </p:nvGrpSpPr>
        <p:grpSpPr>
          <a:xfrm>
            <a:off x="3957965" y="3839081"/>
            <a:ext cx="358056" cy="366240"/>
            <a:chOff x="-59475600" y="2658625"/>
            <a:chExt cx="309550" cy="316625"/>
          </a:xfrm>
        </p:grpSpPr>
        <p:sp>
          <p:nvSpPr>
            <p:cNvPr id="12129" name="Google Shape;12129;p142"/>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42"/>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42"/>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142"/>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42"/>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42"/>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42"/>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6" name="Google Shape;12136;p142"/>
          <p:cNvSpPr/>
          <p:nvPr/>
        </p:nvSpPr>
        <p:spPr>
          <a:xfrm>
            <a:off x="2175657" y="15421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42"/>
          <p:cNvSpPr/>
          <p:nvPr/>
        </p:nvSpPr>
        <p:spPr>
          <a:xfrm>
            <a:off x="2203001" y="20206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8" name="Google Shape;12138;p142"/>
          <p:cNvGrpSpPr/>
          <p:nvPr/>
        </p:nvGrpSpPr>
        <p:grpSpPr>
          <a:xfrm>
            <a:off x="2233086" y="2487006"/>
            <a:ext cx="263294" cy="367165"/>
            <a:chOff x="-63987100" y="2646800"/>
            <a:chExt cx="227625" cy="317425"/>
          </a:xfrm>
        </p:grpSpPr>
        <p:sp>
          <p:nvSpPr>
            <p:cNvPr id="12139" name="Google Shape;12139;p142"/>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42"/>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1" name="Google Shape;12141;p142"/>
          <p:cNvGrpSpPr/>
          <p:nvPr/>
        </p:nvGrpSpPr>
        <p:grpSpPr>
          <a:xfrm>
            <a:off x="852428" y="2958627"/>
            <a:ext cx="358056" cy="369913"/>
            <a:chOff x="-62148000" y="1930075"/>
            <a:chExt cx="309550" cy="319800"/>
          </a:xfrm>
        </p:grpSpPr>
        <p:sp>
          <p:nvSpPr>
            <p:cNvPr id="12142" name="Google Shape;12142;p142"/>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42"/>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4" name="Google Shape;12144;p142"/>
          <p:cNvGrpSpPr/>
          <p:nvPr/>
        </p:nvGrpSpPr>
        <p:grpSpPr>
          <a:xfrm>
            <a:off x="849695" y="3396913"/>
            <a:ext cx="363522" cy="365373"/>
            <a:chOff x="-62150375" y="2297875"/>
            <a:chExt cx="314275" cy="315875"/>
          </a:xfrm>
        </p:grpSpPr>
        <p:sp>
          <p:nvSpPr>
            <p:cNvPr id="12145" name="Google Shape;12145;p142"/>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42"/>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42"/>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42"/>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42"/>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42"/>
          <p:cNvGrpSpPr/>
          <p:nvPr/>
        </p:nvGrpSpPr>
        <p:grpSpPr>
          <a:xfrm>
            <a:off x="848322" y="3838156"/>
            <a:ext cx="366269" cy="368091"/>
            <a:chOff x="-62150375" y="2664925"/>
            <a:chExt cx="316650" cy="318225"/>
          </a:xfrm>
        </p:grpSpPr>
        <p:sp>
          <p:nvSpPr>
            <p:cNvPr id="12151" name="Google Shape;12151;p142"/>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42"/>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42"/>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42"/>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5" name="Google Shape;12155;p142"/>
          <p:cNvGrpSpPr/>
          <p:nvPr/>
        </p:nvGrpSpPr>
        <p:grpSpPr>
          <a:xfrm>
            <a:off x="3065911" y="2959133"/>
            <a:ext cx="367165" cy="368901"/>
            <a:chOff x="-60254550" y="1938025"/>
            <a:chExt cx="317425" cy="318925"/>
          </a:xfrm>
        </p:grpSpPr>
        <p:sp>
          <p:nvSpPr>
            <p:cNvPr id="12156" name="Google Shape;12156;p142"/>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42"/>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42"/>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42"/>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142"/>
          <p:cNvGrpSpPr/>
          <p:nvPr/>
        </p:nvGrpSpPr>
        <p:grpSpPr>
          <a:xfrm>
            <a:off x="3040249" y="3396389"/>
            <a:ext cx="366648" cy="366420"/>
            <a:chOff x="6479471" y="2079003"/>
            <a:chExt cx="348923" cy="348706"/>
          </a:xfrm>
        </p:grpSpPr>
        <p:sp>
          <p:nvSpPr>
            <p:cNvPr id="12161" name="Google Shape;12161;p142"/>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2" name="Google Shape;12162;p142"/>
            <p:cNvGrpSpPr/>
            <p:nvPr/>
          </p:nvGrpSpPr>
          <p:grpSpPr>
            <a:xfrm>
              <a:off x="6520582" y="2079003"/>
              <a:ext cx="307811" cy="348706"/>
              <a:chOff x="-60218325" y="2304850"/>
              <a:chExt cx="279625" cy="316775"/>
            </a:xfrm>
          </p:grpSpPr>
          <p:sp>
            <p:nvSpPr>
              <p:cNvPr id="12163" name="Google Shape;12163;p142"/>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42"/>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42"/>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42"/>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42"/>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42"/>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42"/>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70" name="Google Shape;12170;p142"/>
          <p:cNvGrpSpPr/>
          <p:nvPr/>
        </p:nvGrpSpPr>
        <p:grpSpPr>
          <a:xfrm>
            <a:off x="3094149" y="3837707"/>
            <a:ext cx="310690" cy="368987"/>
            <a:chOff x="-60232500" y="2671225"/>
            <a:chExt cx="268600" cy="319000"/>
          </a:xfrm>
        </p:grpSpPr>
        <p:sp>
          <p:nvSpPr>
            <p:cNvPr id="12171" name="Google Shape;12171;p142"/>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42"/>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142"/>
          <p:cNvGrpSpPr/>
          <p:nvPr/>
        </p:nvGrpSpPr>
        <p:grpSpPr>
          <a:xfrm>
            <a:off x="2179643" y="4286341"/>
            <a:ext cx="365373" cy="368987"/>
            <a:chOff x="-59100700" y="1911950"/>
            <a:chExt cx="315875" cy="319000"/>
          </a:xfrm>
        </p:grpSpPr>
        <p:sp>
          <p:nvSpPr>
            <p:cNvPr id="12174" name="Google Shape;12174;p142"/>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42"/>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42"/>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42"/>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42"/>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42"/>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42"/>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42"/>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42"/>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42"/>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142"/>
          <p:cNvGrpSpPr/>
          <p:nvPr/>
        </p:nvGrpSpPr>
        <p:grpSpPr>
          <a:xfrm>
            <a:off x="2621810" y="1541821"/>
            <a:ext cx="379918" cy="366038"/>
            <a:chOff x="-63665750" y="1914325"/>
            <a:chExt cx="328450" cy="316450"/>
          </a:xfrm>
        </p:grpSpPr>
        <p:sp>
          <p:nvSpPr>
            <p:cNvPr id="12185" name="Google Shape;12185;p142"/>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42"/>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7" name="Google Shape;12187;p142"/>
          <p:cNvGrpSpPr/>
          <p:nvPr/>
        </p:nvGrpSpPr>
        <p:grpSpPr>
          <a:xfrm>
            <a:off x="2626814" y="2020865"/>
            <a:ext cx="369913" cy="368554"/>
            <a:chOff x="-63666550" y="2278975"/>
            <a:chExt cx="319800" cy="318625"/>
          </a:xfrm>
        </p:grpSpPr>
        <p:sp>
          <p:nvSpPr>
            <p:cNvPr id="12188" name="Google Shape;12188;p142"/>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142"/>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142"/>
          <p:cNvGrpSpPr/>
          <p:nvPr/>
        </p:nvGrpSpPr>
        <p:grpSpPr>
          <a:xfrm>
            <a:off x="2624081" y="2486890"/>
            <a:ext cx="375378" cy="367397"/>
            <a:chOff x="-63669700" y="2646600"/>
            <a:chExt cx="324525" cy="317625"/>
          </a:xfrm>
        </p:grpSpPr>
        <p:sp>
          <p:nvSpPr>
            <p:cNvPr id="12191" name="Google Shape;12191;p142"/>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42"/>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3" name="Google Shape;12193;p142"/>
          <p:cNvGrpSpPr/>
          <p:nvPr/>
        </p:nvGrpSpPr>
        <p:grpSpPr>
          <a:xfrm>
            <a:off x="1286361" y="2960218"/>
            <a:ext cx="366269" cy="366732"/>
            <a:chOff x="-61784125" y="1931250"/>
            <a:chExt cx="316650" cy="317050"/>
          </a:xfrm>
        </p:grpSpPr>
        <p:sp>
          <p:nvSpPr>
            <p:cNvPr id="12194" name="Google Shape;12194;p142"/>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42"/>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42"/>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42"/>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8" name="Google Shape;12198;p142"/>
          <p:cNvGrpSpPr/>
          <p:nvPr/>
        </p:nvGrpSpPr>
        <p:grpSpPr>
          <a:xfrm>
            <a:off x="1286360" y="3396465"/>
            <a:ext cx="366269" cy="366269"/>
            <a:chOff x="-61783350" y="2297100"/>
            <a:chExt cx="316650" cy="316650"/>
          </a:xfrm>
        </p:grpSpPr>
        <p:sp>
          <p:nvSpPr>
            <p:cNvPr id="12199" name="Google Shape;12199;p142"/>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42"/>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142"/>
          <p:cNvGrpSpPr/>
          <p:nvPr/>
        </p:nvGrpSpPr>
        <p:grpSpPr>
          <a:xfrm>
            <a:off x="1286360" y="3837548"/>
            <a:ext cx="366269" cy="369305"/>
            <a:chOff x="-61782550" y="2664925"/>
            <a:chExt cx="316650" cy="319275"/>
          </a:xfrm>
        </p:grpSpPr>
        <p:sp>
          <p:nvSpPr>
            <p:cNvPr id="12202" name="Google Shape;12202;p142"/>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42"/>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42"/>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42"/>
          <p:cNvGrpSpPr/>
          <p:nvPr/>
        </p:nvGrpSpPr>
        <p:grpSpPr>
          <a:xfrm>
            <a:off x="3508137" y="2968936"/>
            <a:ext cx="367165" cy="349294"/>
            <a:chOff x="-59889100" y="1945025"/>
            <a:chExt cx="317425" cy="301975"/>
          </a:xfrm>
        </p:grpSpPr>
        <p:sp>
          <p:nvSpPr>
            <p:cNvPr id="12206" name="Google Shape;12206;p142"/>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42"/>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42"/>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42"/>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0" name="Google Shape;12210;p142"/>
          <p:cNvSpPr/>
          <p:nvPr/>
        </p:nvSpPr>
        <p:spPr>
          <a:xfrm>
            <a:off x="3501697" y="34360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1" name="Google Shape;12211;p142"/>
          <p:cNvGrpSpPr/>
          <p:nvPr/>
        </p:nvGrpSpPr>
        <p:grpSpPr>
          <a:xfrm>
            <a:off x="3507226" y="3839471"/>
            <a:ext cx="368987" cy="365459"/>
            <a:chOff x="-59889100" y="2671925"/>
            <a:chExt cx="319000" cy="315950"/>
          </a:xfrm>
        </p:grpSpPr>
        <p:sp>
          <p:nvSpPr>
            <p:cNvPr id="12212" name="Google Shape;12212;p142"/>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42"/>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42"/>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42"/>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6" name="Google Shape;12216;p142"/>
          <p:cNvGrpSpPr/>
          <p:nvPr/>
        </p:nvGrpSpPr>
        <p:grpSpPr>
          <a:xfrm>
            <a:off x="2620204" y="4281976"/>
            <a:ext cx="367165" cy="366269"/>
            <a:chOff x="-59092025" y="2296300"/>
            <a:chExt cx="317425" cy="316650"/>
          </a:xfrm>
        </p:grpSpPr>
        <p:sp>
          <p:nvSpPr>
            <p:cNvPr id="12217" name="Google Shape;12217;p142"/>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42"/>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9" name="Google Shape;12219;p142"/>
          <p:cNvGrpSpPr/>
          <p:nvPr/>
        </p:nvGrpSpPr>
        <p:grpSpPr>
          <a:xfrm>
            <a:off x="4865611" y="1532895"/>
            <a:ext cx="353174" cy="347599"/>
            <a:chOff x="683125" y="1955275"/>
            <a:chExt cx="299325" cy="294600"/>
          </a:xfrm>
        </p:grpSpPr>
        <p:sp>
          <p:nvSpPr>
            <p:cNvPr id="12220" name="Google Shape;12220;p142"/>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42"/>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42"/>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42"/>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142"/>
          <p:cNvGrpSpPr/>
          <p:nvPr/>
        </p:nvGrpSpPr>
        <p:grpSpPr>
          <a:xfrm>
            <a:off x="4866541" y="1983453"/>
            <a:ext cx="351315" cy="349486"/>
            <a:chOff x="685475" y="2318350"/>
            <a:chExt cx="297750" cy="296200"/>
          </a:xfrm>
        </p:grpSpPr>
        <p:sp>
          <p:nvSpPr>
            <p:cNvPr id="12225" name="Google Shape;12225;p142"/>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42"/>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142"/>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8" name="Google Shape;12228;p142"/>
          <p:cNvSpPr/>
          <p:nvPr/>
        </p:nvSpPr>
        <p:spPr>
          <a:xfrm>
            <a:off x="4867924" y="24252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9" name="Google Shape;12229;p142"/>
          <p:cNvGrpSpPr/>
          <p:nvPr/>
        </p:nvGrpSpPr>
        <p:grpSpPr>
          <a:xfrm>
            <a:off x="7094699" y="1532659"/>
            <a:ext cx="309517" cy="348071"/>
            <a:chOff x="2523000" y="1954875"/>
            <a:chExt cx="262325" cy="295000"/>
          </a:xfrm>
        </p:grpSpPr>
        <p:sp>
          <p:nvSpPr>
            <p:cNvPr id="12230" name="Google Shape;12230;p142"/>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42"/>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2" name="Google Shape;12232;p142"/>
          <p:cNvGrpSpPr/>
          <p:nvPr/>
        </p:nvGrpSpPr>
        <p:grpSpPr>
          <a:xfrm>
            <a:off x="7073800" y="1983925"/>
            <a:ext cx="351315" cy="348542"/>
            <a:chOff x="2508825" y="2318350"/>
            <a:chExt cx="297750" cy="295400"/>
          </a:xfrm>
        </p:grpSpPr>
        <p:sp>
          <p:nvSpPr>
            <p:cNvPr id="12233" name="Google Shape;12233;p142"/>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42"/>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5" name="Google Shape;12235;p142"/>
          <p:cNvSpPr/>
          <p:nvPr/>
        </p:nvSpPr>
        <p:spPr>
          <a:xfrm>
            <a:off x="7074663" y="24252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6" name="Google Shape;12236;p142"/>
          <p:cNvGrpSpPr/>
          <p:nvPr/>
        </p:nvGrpSpPr>
        <p:grpSpPr>
          <a:xfrm>
            <a:off x="5747373" y="2897978"/>
            <a:ext cx="347599" cy="348513"/>
            <a:chOff x="4321150" y="1946600"/>
            <a:chExt cx="294600" cy="295375"/>
          </a:xfrm>
        </p:grpSpPr>
        <p:sp>
          <p:nvSpPr>
            <p:cNvPr id="12237" name="Google Shape;12237;p142"/>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42"/>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42"/>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0" name="Google Shape;12240;p142"/>
          <p:cNvSpPr/>
          <p:nvPr/>
        </p:nvSpPr>
        <p:spPr>
          <a:xfrm>
            <a:off x="5744000" y="33980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42"/>
          <p:cNvSpPr/>
          <p:nvPr/>
        </p:nvSpPr>
        <p:spPr>
          <a:xfrm>
            <a:off x="5744472" y="38362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42"/>
          <p:cNvSpPr/>
          <p:nvPr/>
        </p:nvSpPr>
        <p:spPr>
          <a:xfrm>
            <a:off x="8020096" y="28988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42"/>
          <p:cNvSpPr/>
          <p:nvPr/>
        </p:nvSpPr>
        <p:spPr>
          <a:xfrm>
            <a:off x="5310365" y="15319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4" name="Google Shape;12244;p142"/>
          <p:cNvGrpSpPr/>
          <p:nvPr/>
        </p:nvGrpSpPr>
        <p:grpSpPr>
          <a:xfrm>
            <a:off x="5309921" y="1983925"/>
            <a:ext cx="352230" cy="348542"/>
            <a:chOff x="1049375" y="2318350"/>
            <a:chExt cx="298525" cy="295400"/>
          </a:xfrm>
        </p:grpSpPr>
        <p:sp>
          <p:nvSpPr>
            <p:cNvPr id="12245" name="Google Shape;12245;p142"/>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42"/>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42"/>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42"/>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142"/>
          <p:cNvGrpSpPr/>
          <p:nvPr/>
        </p:nvGrpSpPr>
        <p:grpSpPr>
          <a:xfrm>
            <a:off x="5310393" y="2424376"/>
            <a:ext cx="351286" cy="351286"/>
            <a:chOff x="1049375" y="2680675"/>
            <a:chExt cx="297725" cy="297725"/>
          </a:xfrm>
        </p:grpSpPr>
        <p:sp>
          <p:nvSpPr>
            <p:cNvPr id="12250" name="Google Shape;12250;p142"/>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42"/>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2" name="Google Shape;12252;p142"/>
          <p:cNvGrpSpPr/>
          <p:nvPr/>
        </p:nvGrpSpPr>
        <p:grpSpPr>
          <a:xfrm>
            <a:off x="7523845" y="1532423"/>
            <a:ext cx="348513" cy="348542"/>
            <a:chOff x="2872725" y="1954475"/>
            <a:chExt cx="295375" cy="295400"/>
          </a:xfrm>
        </p:grpSpPr>
        <p:sp>
          <p:nvSpPr>
            <p:cNvPr id="12253" name="Google Shape;12253;p142"/>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42"/>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42"/>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6" name="Google Shape;12256;p142"/>
          <p:cNvGrpSpPr/>
          <p:nvPr/>
        </p:nvGrpSpPr>
        <p:grpSpPr>
          <a:xfrm>
            <a:off x="7545216" y="1982996"/>
            <a:ext cx="305771" cy="350401"/>
            <a:chOff x="2890050" y="2318350"/>
            <a:chExt cx="259150" cy="296975"/>
          </a:xfrm>
        </p:grpSpPr>
        <p:sp>
          <p:nvSpPr>
            <p:cNvPr id="12257" name="Google Shape;12257;p142"/>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42"/>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9" name="Google Shape;12259;p142"/>
          <p:cNvSpPr/>
          <p:nvPr/>
        </p:nvSpPr>
        <p:spPr>
          <a:xfrm>
            <a:off x="7585093" y="24247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0" name="Google Shape;12260;p142"/>
          <p:cNvGrpSpPr/>
          <p:nvPr/>
        </p:nvGrpSpPr>
        <p:grpSpPr>
          <a:xfrm>
            <a:off x="6187732" y="2898450"/>
            <a:ext cx="347569" cy="347569"/>
            <a:chOff x="4685050" y="1945825"/>
            <a:chExt cx="294575" cy="294575"/>
          </a:xfrm>
        </p:grpSpPr>
        <p:sp>
          <p:nvSpPr>
            <p:cNvPr id="12261" name="Google Shape;12261;p142"/>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42"/>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42"/>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42"/>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42"/>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6" name="Google Shape;12266;p142"/>
          <p:cNvSpPr/>
          <p:nvPr/>
        </p:nvSpPr>
        <p:spPr>
          <a:xfrm>
            <a:off x="6187137" y="33873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42"/>
          <p:cNvSpPr/>
          <p:nvPr/>
        </p:nvSpPr>
        <p:spPr>
          <a:xfrm>
            <a:off x="6208050" y="38352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8" name="Google Shape;12268;p142"/>
          <p:cNvGrpSpPr/>
          <p:nvPr/>
        </p:nvGrpSpPr>
        <p:grpSpPr>
          <a:xfrm>
            <a:off x="7958004" y="3387425"/>
            <a:ext cx="348513" cy="347599"/>
            <a:chOff x="6131900" y="2301825"/>
            <a:chExt cx="295375" cy="294600"/>
          </a:xfrm>
        </p:grpSpPr>
        <p:sp>
          <p:nvSpPr>
            <p:cNvPr id="12269" name="Google Shape;12269;p142"/>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42"/>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42"/>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42"/>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3" name="Google Shape;12273;p142"/>
          <p:cNvGrpSpPr/>
          <p:nvPr/>
        </p:nvGrpSpPr>
        <p:grpSpPr>
          <a:xfrm>
            <a:off x="5753997" y="1531966"/>
            <a:ext cx="351315" cy="349457"/>
            <a:chOff x="1412450" y="1954475"/>
            <a:chExt cx="297750" cy="296175"/>
          </a:xfrm>
        </p:grpSpPr>
        <p:sp>
          <p:nvSpPr>
            <p:cNvPr id="12274" name="Google Shape;12274;p142"/>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42"/>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6" name="Google Shape;12276;p142"/>
          <p:cNvSpPr/>
          <p:nvPr/>
        </p:nvSpPr>
        <p:spPr>
          <a:xfrm>
            <a:off x="5755346" y="19852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7" name="Google Shape;12277;p142"/>
          <p:cNvGrpSpPr/>
          <p:nvPr/>
        </p:nvGrpSpPr>
        <p:grpSpPr>
          <a:xfrm>
            <a:off x="5753997" y="2424494"/>
            <a:ext cx="351315" cy="351050"/>
            <a:chOff x="1413250" y="2680675"/>
            <a:chExt cx="297750" cy="297525"/>
          </a:xfrm>
        </p:grpSpPr>
        <p:sp>
          <p:nvSpPr>
            <p:cNvPr id="12278" name="Google Shape;12278;p142"/>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42"/>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42"/>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42"/>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2" name="Google Shape;12282;p142"/>
          <p:cNvSpPr/>
          <p:nvPr/>
        </p:nvSpPr>
        <p:spPr>
          <a:xfrm>
            <a:off x="8012357" y="15319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42"/>
          <p:cNvSpPr/>
          <p:nvPr/>
        </p:nvSpPr>
        <p:spPr>
          <a:xfrm>
            <a:off x="7964498" y="19841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42"/>
          <p:cNvSpPr/>
          <p:nvPr/>
        </p:nvSpPr>
        <p:spPr>
          <a:xfrm>
            <a:off x="7971931" y="24252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5" name="Google Shape;12285;p142"/>
          <p:cNvGrpSpPr/>
          <p:nvPr/>
        </p:nvGrpSpPr>
        <p:grpSpPr>
          <a:xfrm>
            <a:off x="6630407" y="2898111"/>
            <a:ext cx="350371" cy="348247"/>
            <a:chOff x="5045775" y="1946400"/>
            <a:chExt cx="296950" cy="295150"/>
          </a:xfrm>
        </p:grpSpPr>
        <p:sp>
          <p:nvSpPr>
            <p:cNvPr id="12286" name="Google Shape;12286;p142"/>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42"/>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142"/>
          <p:cNvGrpSpPr/>
          <p:nvPr/>
        </p:nvGrpSpPr>
        <p:grpSpPr>
          <a:xfrm>
            <a:off x="6629006" y="3406938"/>
            <a:ext cx="353174" cy="308573"/>
            <a:chOff x="5046550" y="2327025"/>
            <a:chExt cx="299325" cy="261525"/>
          </a:xfrm>
        </p:grpSpPr>
        <p:sp>
          <p:nvSpPr>
            <p:cNvPr id="12289" name="Google Shape;12289;p142"/>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42"/>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42"/>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2" name="Google Shape;12292;p142"/>
          <p:cNvSpPr/>
          <p:nvPr/>
        </p:nvSpPr>
        <p:spPr>
          <a:xfrm>
            <a:off x="6707866" y="38352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93" name="Google Shape;12293;p142"/>
          <p:cNvGrpSpPr/>
          <p:nvPr/>
        </p:nvGrpSpPr>
        <p:grpSpPr>
          <a:xfrm>
            <a:off x="7956604" y="3836276"/>
            <a:ext cx="351315" cy="348513"/>
            <a:chOff x="6167350" y="2672800"/>
            <a:chExt cx="297750" cy="295375"/>
          </a:xfrm>
        </p:grpSpPr>
        <p:sp>
          <p:nvSpPr>
            <p:cNvPr id="12294" name="Google Shape;12294;p142"/>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42"/>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42"/>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42"/>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42"/>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9" name="Google Shape;12299;p142"/>
          <p:cNvGrpSpPr/>
          <p:nvPr/>
        </p:nvGrpSpPr>
        <p:grpSpPr>
          <a:xfrm>
            <a:off x="6197601" y="1531509"/>
            <a:ext cx="347599" cy="350371"/>
            <a:chOff x="1777925" y="1953700"/>
            <a:chExt cx="294600" cy="296950"/>
          </a:xfrm>
        </p:grpSpPr>
        <p:sp>
          <p:nvSpPr>
            <p:cNvPr id="12300" name="Google Shape;12300;p142"/>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42"/>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42"/>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42"/>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142"/>
          <p:cNvGrpSpPr/>
          <p:nvPr/>
        </p:nvGrpSpPr>
        <p:grpSpPr>
          <a:xfrm>
            <a:off x="6213411" y="1984397"/>
            <a:ext cx="315977" cy="347599"/>
            <a:chOff x="1790525" y="2319150"/>
            <a:chExt cx="267800" cy="294600"/>
          </a:xfrm>
        </p:grpSpPr>
        <p:sp>
          <p:nvSpPr>
            <p:cNvPr id="12305" name="Google Shape;12305;p142"/>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42"/>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7" name="Google Shape;12307;p142"/>
          <p:cNvSpPr/>
          <p:nvPr/>
        </p:nvSpPr>
        <p:spPr>
          <a:xfrm>
            <a:off x="6196153" y="24247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8" name="Google Shape;12308;p142"/>
          <p:cNvGrpSpPr/>
          <p:nvPr/>
        </p:nvGrpSpPr>
        <p:grpSpPr>
          <a:xfrm>
            <a:off x="4866386" y="2897963"/>
            <a:ext cx="349457" cy="348542"/>
            <a:chOff x="3599700" y="1954475"/>
            <a:chExt cx="296175" cy="295400"/>
          </a:xfrm>
        </p:grpSpPr>
        <p:sp>
          <p:nvSpPr>
            <p:cNvPr id="12309" name="Google Shape;12309;p142"/>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42"/>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42"/>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142"/>
          <p:cNvGrpSpPr/>
          <p:nvPr/>
        </p:nvGrpSpPr>
        <p:grpSpPr>
          <a:xfrm>
            <a:off x="4867316" y="3387426"/>
            <a:ext cx="347599" cy="347599"/>
            <a:chOff x="3601275" y="2319150"/>
            <a:chExt cx="294600" cy="294600"/>
          </a:xfrm>
        </p:grpSpPr>
        <p:sp>
          <p:nvSpPr>
            <p:cNvPr id="12313" name="Google Shape;12313;p142"/>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42"/>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5" name="Google Shape;12315;p142"/>
          <p:cNvSpPr/>
          <p:nvPr/>
        </p:nvSpPr>
        <p:spPr>
          <a:xfrm>
            <a:off x="4866749" y="38362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6" name="Google Shape;12316;p142"/>
          <p:cNvGrpSpPr/>
          <p:nvPr/>
        </p:nvGrpSpPr>
        <p:grpSpPr>
          <a:xfrm>
            <a:off x="7087019" y="2897521"/>
            <a:ext cx="328071" cy="349427"/>
            <a:chOff x="5421475" y="1945825"/>
            <a:chExt cx="278050" cy="296150"/>
          </a:xfrm>
        </p:grpSpPr>
        <p:sp>
          <p:nvSpPr>
            <p:cNvPr id="12317" name="Google Shape;12317;p142"/>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142"/>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42"/>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42"/>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42"/>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42"/>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42"/>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142"/>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5" name="Google Shape;12325;p142"/>
          <p:cNvSpPr/>
          <p:nvPr/>
        </p:nvSpPr>
        <p:spPr>
          <a:xfrm>
            <a:off x="7074326" y="33855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6" name="Google Shape;12326;p142"/>
          <p:cNvGrpSpPr/>
          <p:nvPr/>
        </p:nvGrpSpPr>
        <p:grpSpPr>
          <a:xfrm>
            <a:off x="7075869" y="3898073"/>
            <a:ext cx="350371" cy="224918"/>
            <a:chOff x="5411225" y="2726350"/>
            <a:chExt cx="296950" cy="190625"/>
          </a:xfrm>
        </p:grpSpPr>
        <p:sp>
          <p:nvSpPr>
            <p:cNvPr id="12327" name="Google Shape;12327;p142"/>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42"/>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9" name="Google Shape;12329;p142"/>
          <p:cNvGrpSpPr/>
          <p:nvPr/>
        </p:nvGrpSpPr>
        <p:grpSpPr>
          <a:xfrm>
            <a:off x="6185904" y="4287346"/>
            <a:ext cx="351286" cy="326390"/>
            <a:chOff x="6524150" y="1938725"/>
            <a:chExt cx="297725" cy="276625"/>
          </a:xfrm>
        </p:grpSpPr>
        <p:sp>
          <p:nvSpPr>
            <p:cNvPr id="12330" name="Google Shape;12330;p142"/>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42"/>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42"/>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42"/>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4" name="Google Shape;12334;p142"/>
          <p:cNvGrpSpPr/>
          <p:nvPr/>
        </p:nvGrpSpPr>
        <p:grpSpPr>
          <a:xfrm>
            <a:off x="6637536" y="1531966"/>
            <a:ext cx="350401" cy="349457"/>
            <a:chOff x="2141000" y="1954475"/>
            <a:chExt cx="296975" cy="296175"/>
          </a:xfrm>
        </p:grpSpPr>
        <p:sp>
          <p:nvSpPr>
            <p:cNvPr id="12335" name="Google Shape;12335;p142"/>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42"/>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42"/>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42"/>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9" name="Google Shape;12339;p142"/>
          <p:cNvGrpSpPr/>
          <p:nvPr/>
        </p:nvGrpSpPr>
        <p:grpSpPr>
          <a:xfrm>
            <a:off x="6631047" y="1983807"/>
            <a:ext cx="363380" cy="348778"/>
            <a:chOff x="2140225" y="2318650"/>
            <a:chExt cx="307975" cy="295600"/>
          </a:xfrm>
        </p:grpSpPr>
        <p:sp>
          <p:nvSpPr>
            <p:cNvPr id="12340" name="Google Shape;12340;p142"/>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42"/>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2" name="Google Shape;12342;p142"/>
          <p:cNvGrpSpPr/>
          <p:nvPr/>
        </p:nvGrpSpPr>
        <p:grpSpPr>
          <a:xfrm>
            <a:off x="6636607" y="2425305"/>
            <a:ext cx="352259" cy="349427"/>
            <a:chOff x="2139425" y="2682250"/>
            <a:chExt cx="298550" cy="296150"/>
          </a:xfrm>
        </p:grpSpPr>
        <p:sp>
          <p:nvSpPr>
            <p:cNvPr id="12343" name="Google Shape;12343;p142"/>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42"/>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42"/>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42"/>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7" name="Google Shape;12347;p142"/>
          <p:cNvGrpSpPr/>
          <p:nvPr/>
        </p:nvGrpSpPr>
        <p:grpSpPr>
          <a:xfrm>
            <a:off x="5301219" y="2939791"/>
            <a:ext cx="350401" cy="264888"/>
            <a:chOff x="3962775" y="1990700"/>
            <a:chExt cx="296975" cy="224500"/>
          </a:xfrm>
        </p:grpSpPr>
        <p:sp>
          <p:nvSpPr>
            <p:cNvPr id="12348" name="Google Shape;12348;p142"/>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42"/>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142"/>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42"/>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2" name="Google Shape;12352;p142"/>
          <p:cNvGrpSpPr/>
          <p:nvPr/>
        </p:nvGrpSpPr>
        <p:grpSpPr>
          <a:xfrm>
            <a:off x="5301691" y="3386497"/>
            <a:ext cx="349457" cy="349457"/>
            <a:chOff x="3963575" y="2317575"/>
            <a:chExt cx="296175" cy="296175"/>
          </a:xfrm>
        </p:grpSpPr>
        <p:sp>
          <p:nvSpPr>
            <p:cNvPr id="12353" name="Google Shape;12353;p142"/>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42"/>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42"/>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42"/>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42"/>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42"/>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42"/>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42"/>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42"/>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42"/>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42"/>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42"/>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42"/>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42"/>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42"/>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42"/>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9" name="Google Shape;12369;p142"/>
          <p:cNvGrpSpPr/>
          <p:nvPr/>
        </p:nvGrpSpPr>
        <p:grpSpPr>
          <a:xfrm>
            <a:off x="5301691" y="3836276"/>
            <a:ext cx="349457" cy="348513"/>
            <a:chOff x="3962775" y="2683025"/>
            <a:chExt cx="296175" cy="295375"/>
          </a:xfrm>
        </p:grpSpPr>
        <p:sp>
          <p:nvSpPr>
            <p:cNvPr id="12370" name="Google Shape;12370;p142"/>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42"/>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42"/>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3" name="Google Shape;12373;p142"/>
          <p:cNvSpPr/>
          <p:nvPr/>
        </p:nvSpPr>
        <p:spPr>
          <a:xfrm>
            <a:off x="7513275" y="28979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4" name="Google Shape;12374;p142"/>
          <p:cNvGrpSpPr/>
          <p:nvPr/>
        </p:nvGrpSpPr>
        <p:grpSpPr>
          <a:xfrm>
            <a:off x="7516228" y="3386968"/>
            <a:ext cx="348513" cy="348513"/>
            <a:chOff x="5775900" y="2308125"/>
            <a:chExt cx="295375" cy="295375"/>
          </a:xfrm>
        </p:grpSpPr>
        <p:sp>
          <p:nvSpPr>
            <p:cNvPr id="12375" name="Google Shape;12375;p142"/>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42"/>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42"/>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142"/>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42"/>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142"/>
          <p:cNvGrpSpPr/>
          <p:nvPr/>
        </p:nvGrpSpPr>
        <p:grpSpPr>
          <a:xfrm>
            <a:off x="7537142" y="3835804"/>
            <a:ext cx="306686" cy="349457"/>
            <a:chOff x="5794025" y="2673575"/>
            <a:chExt cx="259925" cy="296175"/>
          </a:xfrm>
        </p:grpSpPr>
        <p:sp>
          <p:nvSpPr>
            <p:cNvPr id="12381" name="Google Shape;12381;p142"/>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42"/>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83" name="Google Shape;12383;p142"/>
          <p:cNvSpPr/>
          <p:nvPr/>
        </p:nvSpPr>
        <p:spPr>
          <a:xfrm>
            <a:off x="6637977" y="43068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2387"/>
        <p:cNvGrpSpPr/>
        <p:nvPr/>
      </p:nvGrpSpPr>
      <p:grpSpPr>
        <a:xfrm>
          <a:off x="0" y="0"/>
          <a:ext cx="0" cy="0"/>
          <a:chOff x="0" y="0"/>
          <a:chExt cx="0" cy="0"/>
        </a:xfrm>
      </p:grpSpPr>
      <p:sp>
        <p:nvSpPr>
          <p:cNvPr id="12388" name="Google Shape;12388;p143"/>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389" name="Google Shape;12389;p143"/>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390" name="Google Shape;12390;p143"/>
          <p:cNvGrpSpPr/>
          <p:nvPr/>
        </p:nvGrpSpPr>
        <p:grpSpPr>
          <a:xfrm>
            <a:off x="882957" y="1534450"/>
            <a:ext cx="292442" cy="355741"/>
            <a:chOff x="-35830350" y="1912725"/>
            <a:chExt cx="241050" cy="293225"/>
          </a:xfrm>
        </p:grpSpPr>
        <p:sp>
          <p:nvSpPr>
            <p:cNvPr id="12391" name="Google Shape;12391;p143"/>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43"/>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143"/>
          <p:cNvGrpSpPr/>
          <p:nvPr/>
        </p:nvGrpSpPr>
        <p:grpSpPr>
          <a:xfrm>
            <a:off x="851444" y="1994048"/>
            <a:ext cx="355468" cy="353587"/>
            <a:chOff x="-35854750" y="2272675"/>
            <a:chExt cx="293000" cy="291450"/>
          </a:xfrm>
        </p:grpSpPr>
        <p:sp>
          <p:nvSpPr>
            <p:cNvPr id="12394" name="Google Shape;12394;p143"/>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43"/>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43"/>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43"/>
          <p:cNvGrpSpPr/>
          <p:nvPr/>
        </p:nvGrpSpPr>
        <p:grpSpPr>
          <a:xfrm>
            <a:off x="850958" y="2448634"/>
            <a:ext cx="356438" cy="354558"/>
            <a:chOff x="-35853975" y="2631825"/>
            <a:chExt cx="293800" cy="292250"/>
          </a:xfrm>
        </p:grpSpPr>
        <p:sp>
          <p:nvSpPr>
            <p:cNvPr id="12398" name="Google Shape;12398;p143"/>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43"/>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43"/>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143"/>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143"/>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3" name="Google Shape;12403;p143"/>
          <p:cNvGrpSpPr/>
          <p:nvPr/>
        </p:nvGrpSpPr>
        <p:grpSpPr>
          <a:xfrm>
            <a:off x="3089562" y="1535527"/>
            <a:ext cx="353587" cy="353587"/>
            <a:chOff x="-34032200" y="1916675"/>
            <a:chExt cx="291450" cy="291450"/>
          </a:xfrm>
        </p:grpSpPr>
        <p:sp>
          <p:nvSpPr>
            <p:cNvPr id="12404" name="Google Shape;12404;p143"/>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43"/>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43"/>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43"/>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8" name="Google Shape;12408;p143"/>
          <p:cNvSpPr/>
          <p:nvPr/>
        </p:nvSpPr>
        <p:spPr>
          <a:xfrm>
            <a:off x="3086014" y="1992728"/>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09" name="Google Shape;12409;p143"/>
          <p:cNvGrpSpPr/>
          <p:nvPr/>
        </p:nvGrpSpPr>
        <p:grpSpPr>
          <a:xfrm>
            <a:off x="3089092" y="2448634"/>
            <a:ext cx="354527" cy="354558"/>
            <a:chOff x="-34032200" y="2634975"/>
            <a:chExt cx="292225" cy="292250"/>
          </a:xfrm>
        </p:grpSpPr>
        <p:sp>
          <p:nvSpPr>
            <p:cNvPr id="12410" name="Google Shape;12410;p143"/>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143"/>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43"/>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3" name="Google Shape;12413;p143"/>
          <p:cNvGrpSpPr/>
          <p:nvPr/>
        </p:nvGrpSpPr>
        <p:grpSpPr>
          <a:xfrm>
            <a:off x="1739487" y="2914882"/>
            <a:ext cx="358379" cy="354527"/>
            <a:chOff x="-32245875" y="1938725"/>
            <a:chExt cx="295400" cy="292225"/>
          </a:xfrm>
        </p:grpSpPr>
        <p:sp>
          <p:nvSpPr>
            <p:cNvPr id="12414" name="Google Shape;12414;p143"/>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43"/>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43"/>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143"/>
          <p:cNvGrpSpPr/>
          <p:nvPr/>
        </p:nvGrpSpPr>
        <p:grpSpPr>
          <a:xfrm>
            <a:off x="1736150" y="3384280"/>
            <a:ext cx="365052" cy="352162"/>
            <a:chOff x="-32243500" y="2299850"/>
            <a:chExt cx="300900" cy="290275"/>
          </a:xfrm>
        </p:grpSpPr>
        <p:sp>
          <p:nvSpPr>
            <p:cNvPr id="12418" name="Google Shape;12418;p143"/>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43"/>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0" name="Google Shape;12420;p143"/>
          <p:cNvSpPr/>
          <p:nvPr/>
        </p:nvSpPr>
        <p:spPr>
          <a:xfrm>
            <a:off x="1737541" y="3844649"/>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1" name="Google Shape;12421;p143"/>
          <p:cNvGrpSpPr/>
          <p:nvPr/>
        </p:nvGrpSpPr>
        <p:grpSpPr>
          <a:xfrm>
            <a:off x="1299432" y="1534571"/>
            <a:ext cx="354527" cy="355498"/>
            <a:chOff x="-35495600" y="1912725"/>
            <a:chExt cx="292225" cy="293025"/>
          </a:xfrm>
        </p:grpSpPr>
        <p:sp>
          <p:nvSpPr>
            <p:cNvPr id="12422" name="Google Shape;12422;p143"/>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43"/>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43"/>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5" name="Google Shape;12425;p143"/>
          <p:cNvSpPr/>
          <p:nvPr/>
        </p:nvSpPr>
        <p:spPr>
          <a:xfrm>
            <a:off x="1295266" y="1993775"/>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6" name="Google Shape;12426;p143"/>
          <p:cNvGrpSpPr/>
          <p:nvPr/>
        </p:nvGrpSpPr>
        <p:grpSpPr>
          <a:xfrm>
            <a:off x="1299432" y="2449119"/>
            <a:ext cx="354527" cy="353587"/>
            <a:chOff x="-35495600" y="2631825"/>
            <a:chExt cx="292225" cy="291450"/>
          </a:xfrm>
        </p:grpSpPr>
        <p:sp>
          <p:nvSpPr>
            <p:cNvPr id="12427" name="Google Shape;12427;p143"/>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43"/>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43"/>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43"/>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143"/>
          <p:cNvGrpSpPr/>
          <p:nvPr/>
        </p:nvGrpSpPr>
        <p:grpSpPr>
          <a:xfrm>
            <a:off x="3537081" y="1535527"/>
            <a:ext cx="353587" cy="353587"/>
            <a:chOff x="-33673825" y="1916675"/>
            <a:chExt cx="291450" cy="291450"/>
          </a:xfrm>
        </p:grpSpPr>
        <p:sp>
          <p:nvSpPr>
            <p:cNvPr id="12432" name="Google Shape;12432;p143"/>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43"/>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143"/>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43"/>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143"/>
          <p:cNvGrpSpPr/>
          <p:nvPr/>
        </p:nvGrpSpPr>
        <p:grpSpPr>
          <a:xfrm>
            <a:off x="3534700" y="1993107"/>
            <a:ext cx="358349" cy="355468"/>
            <a:chOff x="-33676975" y="2275050"/>
            <a:chExt cx="295375" cy="293000"/>
          </a:xfrm>
        </p:grpSpPr>
        <p:sp>
          <p:nvSpPr>
            <p:cNvPr id="12437" name="Google Shape;12437;p143"/>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143"/>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43"/>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143"/>
          <p:cNvGrpSpPr/>
          <p:nvPr/>
        </p:nvGrpSpPr>
        <p:grpSpPr>
          <a:xfrm>
            <a:off x="3537081" y="2448406"/>
            <a:ext cx="353587" cy="355013"/>
            <a:chOff x="-33673825" y="2634975"/>
            <a:chExt cx="291450" cy="292625"/>
          </a:xfrm>
        </p:grpSpPr>
        <p:sp>
          <p:nvSpPr>
            <p:cNvPr id="12441" name="Google Shape;12441;p143"/>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143"/>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143"/>
          <p:cNvGrpSpPr/>
          <p:nvPr/>
        </p:nvGrpSpPr>
        <p:grpSpPr>
          <a:xfrm>
            <a:off x="2205089" y="2915322"/>
            <a:ext cx="329687" cy="353648"/>
            <a:chOff x="-31874100" y="1939525"/>
            <a:chExt cx="271750" cy="291500"/>
          </a:xfrm>
        </p:grpSpPr>
        <p:sp>
          <p:nvSpPr>
            <p:cNvPr id="12444" name="Google Shape;12444;p143"/>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43"/>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6" name="Google Shape;12446;p143"/>
          <p:cNvSpPr/>
          <p:nvPr/>
        </p:nvSpPr>
        <p:spPr>
          <a:xfrm>
            <a:off x="2211275" y="3383767"/>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7" name="Google Shape;12447;p143"/>
          <p:cNvGrpSpPr/>
          <p:nvPr/>
        </p:nvGrpSpPr>
        <p:grpSpPr>
          <a:xfrm>
            <a:off x="2186451" y="3844343"/>
            <a:ext cx="366963" cy="352768"/>
            <a:chOff x="-31889075" y="2658950"/>
            <a:chExt cx="302475" cy="290775"/>
          </a:xfrm>
        </p:grpSpPr>
        <p:sp>
          <p:nvSpPr>
            <p:cNvPr id="12448" name="Google Shape;12448;p143"/>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43"/>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0" name="Google Shape;12450;p143"/>
          <p:cNvSpPr/>
          <p:nvPr/>
        </p:nvSpPr>
        <p:spPr>
          <a:xfrm>
            <a:off x="3974577" y="3383282"/>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1" name="Google Shape;12451;p143"/>
          <p:cNvGrpSpPr/>
          <p:nvPr/>
        </p:nvGrpSpPr>
        <p:grpSpPr>
          <a:xfrm>
            <a:off x="1747421" y="1534571"/>
            <a:ext cx="354527" cy="355498"/>
            <a:chOff x="-35136450" y="1912725"/>
            <a:chExt cx="292225" cy="293025"/>
          </a:xfrm>
        </p:grpSpPr>
        <p:sp>
          <p:nvSpPr>
            <p:cNvPr id="12452" name="Google Shape;12452;p143"/>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43"/>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43"/>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5" name="Google Shape;12455;p143"/>
          <p:cNvGrpSpPr/>
          <p:nvPr/>
        </p:nvGrpSpPr>
        <p:grpSpPr>
          <a:xfrm>
            <a:off x="1747891" y="1993790"/>
            <a:ext cx="353587" cy="354103"/>
            <a:chOff x="-35134875" y="2272675"/>
            <a:chExt cx="291450" cy="291875"/>
          </a:xfrm>
        </p:grpSpPr>
        <p:sp>
          <p:nvSpPr>
            <p:cNvPr id="12456" name="Google Shape;12456;p143"/>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43"/>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43"/>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43"/>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0" name="Google Shape;12460;p143"/>
          <p:cNvGrpSpPr/>
          <p:nvPr/>
        </p:nvGrpSpPr>
        <p:grpSpPr>
          <a:xfrm>
            <a:off x="1789458" y="2449119"/>
            <a:ext cx="270453" cy="353587"/>
            <a:chOff x="-35101800" y="2631050"/>
            <a:chExt cx="222925" cy="291450"/>
          </a:xfrm>
        </p:grpSpPr>
        <p:sp>
          <p:nvSpPr>
            <p:cNvPr id="12461" name="Google Shape;12461;p143"/>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43"/>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143"/>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43"/>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5" name="Google Shape;12465;p143"/>
          <p:cNvSpPr/>
          <p:nvPr/>
        </p:nvSpPr>
        <p:spPr>
          <a:xfrm>
            <a:off x="3982155" y="1534859"/>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66" name="Google Shape;12466;p143"/>
          <p:cNvGrpSpPr/>
          <p:nvPr/>
        </p:nvGrpSpPr>
        <p:grpSpPr>
          <a:xfrm>
            <a:off x="3977510" y="1993107"/>
            <a:ext cx="353587" cy="355468"/>
            <a:chOff x="-33314675" y="2275050"/>
            <a:chExt cx="291450" cy="293000"/>
          </a:xfrm>
        </p:grpSpPr>
        <p:sp>
          <p:nvSpPr>
            <p:cNvPr id="12467" name="Google Shape;12467;p143"/>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43"/>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43"/>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0" name="Google Shape;12470;p143"/>
          <p:cNvSpPr/>
          <p:nvPr/>
        </p:nvSpPr>
        <p:spPr>
          <a:xfrm>
            <a:off x="3973071" y="2447907"/>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71" name="Google Shape;12471;p143"/>
          <p:cNvGrpSpPr/>
          <p:nvPr/>
        </p:nvGrpSpPr>
        <p:grpSpPr>
          <a:xfrm>
            <a:off x="2639701" y="2915367"/>
            <a:ext cx="353587" cy="353557"/>
            <a:chOff x="-31523625" y="1939525"/>
            <a:chExt cx="291450" cy="291425"/>
          </a:xfrm>
        </p:grpSpPr>
        <p:sp>
          <p:nvSpPr>
            <p:cNvPr id="12472" name="Google Shape;12472;p143"/>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43"/>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43"/>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43"/>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43"/>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43"/>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43"/>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43"/>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43"/>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43"/>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43"/>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3" name="Google Shape;12483;p143"/>
          <p:cNvGrpSpPr/>
          <p:nvPr/>
        </p:nvGrpSpPr>
        <p:grpSpPr>
          <a:xfrm>
            <a:off x="2638746" y="3383568"/>
            <a:ext cx="355498" cy="353587"/>
            <a:chOff x="-31523625" y="2298675"/>
            <a:chExt cx="293025" cy="291450"/>
          </a:xfrm>
        </p:grpSpPr>
        <p:sp>
          <p:nvSpPr>
            <p:cNvPr id="12484" name="Google Shape;12484;p143"/>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43"/>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43"/>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7" name="Google Shape;12487;p143"/>
          <p:cNvSpPr/>
          <p:nvPr/>
        </p:nvSpPr>
        <p:spPr>
          <a:xfrm>
            <a:off x="2633984" y="3842739"/>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43"/>
          <p:cNvSpPr/>
          <p:nvPr/>
        </p:nvSpPr>
        <p:spPr>
          <a:xfrm>
            <a:off x="3975533" y="3844164"/>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9" name="Google Shape;12489;p143"/>
          <p:cNvGrpSpPr/>
          <p:nvPr/>
        </p:nvGrpSpPr>
        <p:grpSpPr>
          <a:xfrm>
            <a:off x="2205934" y="1535542"/>
            <a:ext cx="331598" cy="353557"/>
            <a:chOff x="-34767825" y="1914325"/>
            <a:chExt cx="273325" cy="291425"/>
          </a:xfrm>
        </p:grpSpPr>
        <p:sp>
          <p:nvSpPr>
            <p:cNvPr id="12490" name="Google Shape;12490;p143"/>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43"/>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43"/>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143"/>
          <p:cNvGrpSpPr/>
          <p:nvPr/>
        </p:nvGrpSpPr>
        <p:grpSpPr>
          <a:xfrm>
            <a:off x="2193513" y="1993092"/>
            <a:ext cx="356438" cy="355498"/>
            <a:chOff x="-34778075" y="2272675"/>
            <a:chExt cx="293800" cy="293025"/>
          </a:xfrm>
        </p:grpSpPr>
        <p:sp>
          <p:nvSpPr>
            <p:cNvPr id="12494" name="Google Shape;12494;p143"/>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43"/>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43"/>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7" name="Google Shape;12497;p143"/>
          <p:cNvGrpSpPr/>
          <p:nvPr/>
        </p:nvGrpSpPr>
        <p:grpSpPr>
          <a:xfrm>
            <a:off x="2194939" y="2449119"/>
            <a:ext cx="353587" cy="353587"/>
            <a:chOff x="-34776500" y="2631825"/>
            <a:chExt cx="291450" cy="291450"/>
          </a:xfrm>
        </p:grpSpPr>
        <p:sp>
          <p:nvSpPr>
            <p:cNvPr id="12498" name="Google Shape;12498;p143"/>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43"/>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43"/>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1" name="Google Shape;12501;p143"/>
          <p:cNvGrpSpPr/>
          <p:nvPr/>
        </p:nvGrpSpPr>
        <p:grpSpPr>
          <a:xfrm>
            <a:off x="853628" y="2912973"/>
            <a:ext cx="354527" cy="358349"/>
            <a:chOff x="-32956300" y="1915900"/>
            <a:chExt cx="292225" cy="295375"/>
          </a:xfrm>
        </p:grpSpPr>
        <p:sp>
          <p:nvSpPr>
            <p:cNvPr id="12502" name="Google Shape;12502;p143"/>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43"/>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4" name="Google Shape;12504;p143"/>
          <p:cNvSpPr/>
          <p:nvPr/>
        </p:nvSpPr>
        <p:spPr>
          <a:xfrm>
            <a:off x="850648" y="3383782"/>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43"/>
          <p:cNvSpPr/>
          <p:nvPr/>
        </p:nvSpPr>
        <p:spPr>
          <a:xfrm>
            <a:off x="850162" y="3843679"/>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6" name="Google Shape;12506;p143"/>
          <p:cNvGrpSpPr/>
          <p:nvPr/>
        </p:nvGrpSpPr>
        <p:grpSpPr>
          <a:xfrm>
            <a:off x="3081101" y="2915367"/>
            <a:ext cx="356438" cy="353557"/>
            <a:chOff x="-31166825" y="1939525"/>
            <a:chExt cx="293800" cy="291425"/>
          </a:xfrm>
        </p:grpSpPr>
        <p:sp>
          <p:nvSpPr>
            <p:cNvPr id="12507" name="Google Shape;12507;p143"/>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43"/>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43"/>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43"/>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43"/>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43"/>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43"/>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43"/>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43"/>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43"/>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43"/>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8" name="Google Shape;12518;p143"/>
          <p:cNvGrpSpPr/>
          <p:nvPr/>
        </p:nvGrpSpPr>
        <p:grpSpPr>
          <a:xfrm>
            <a:off x="3082057" y="3383295"/>
            <a:ext cx="354527" cy="354133"/>
            <a:chOff x="-31165250" y="2298675"/>
            <a:chExt cx="292225" cy="291900"/>
          </a:xfrm>
        </p:grpSpPr>
        <p:sp>
          <p:nvSpPr>
            <p:cNvPr id="12519" name="Google Shape;12519;p143"/>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43"/>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43"/>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143"/>
          <p:cNvGrpSpPr/>
          <p:nvPr/>
        </p:nvGrpSpPr>
        <p:grpSpPr>
          <a:xfrm>
            <a:off x="3082542" y="3843949"/>
            <a:ext cx="353557" cy="353557"/>
            <a:chOff x="-31164450" y="2657050"/>
            <a:chExt cx="291425" cy="291425"/>
          </a:xfrm>
        </p:grpSpPr>
        <p:sp>
          <p:nvSpPr>
            <p:cNvPr id="12523" name="Google Shape;12523;p143"/>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43"/>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43"/>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43"/>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27" name="Google Shape;12527;p143"/>
          <p:cNvSpPr/>
          <p:nvPr/>
        </p:nvSpPr>
        <p:spPr>
          <a:xfrm>
            <a:off x="2188967" y="4264670"/>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8" name="Google Shape;12528;p143"/>
          <p:cNvGrpSpPr/>
          <p:nvPr/>
        </p:nvGrpSpPr>
        <p:grpSpPr>
          <a:xfrm>
            <a:off x="2632987" y="1535178"/>
            <a:ext cx="358349" cy="354285"/>
            <a:chOff x="-34421275" y="1912725"/>
            <a:chExt cx="295375" cy="292025"/>
          </a:xfrm>
        </p:grpSpPr>
        <p:sp>
          <p:nvSpPr>
            <p:cNvPr id="12529" name="Google Shape;12529;p143"/>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43"/>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1" name="Google Shape;12531;p143"/>
          <p:cNvGrpSpPr/>
          <p:nvPr/>
        </p:nvGrpSpPr>
        <p:grpSpPr>
          <a:xfrm>
            <a:off x="2632032" y="1993093"/>
            <a:ext cx="360260" cy="355498"/>
            <a:chOff x="-34418125" y="2271100"/>
            <a:chExt cx="296950" cy="293025"/>
          </a:xfrm>
        </p:grpSpPr>
        <p:sp>
          <p:nvSpPr>
            <p:cNvPr id="12532" name="Google Shape;12532;p143"/>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43"/>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143"/>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43"/>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43"/>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7" name="Google Shape;12537;p143"/>
          <p:cNvGrpSpPr/>
          <p:nvPr/>
        </p:nvGrpSpPr>
        <p:grpSpPr>
          <a:xfrm>
            <a:off x="2632987" y="2449119"/>
            <a:ext cx="358349" cy="353587"/>
            <a:chOff x="-34421275" y="2631050"/>
            <a:chExt cx="295375" cy="291450"/>
          </a:xfrm>
        </p:grpSpPr>
        <p:sp>
          <p:nvSpPr>
            <p:cNvPr id="12538" name="Google Shape;12538;p143"/>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43"/>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43"/>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43"/>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42" name="Google Shape;12542;p143"/>
          <p:cNvSpPr/>
          <p:nvPr/>
        </p:nvSpPr>
        <p:spPr>
          <a:xfrm>
            <a:off x="1299154" y="2915050"/>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43"/>
          <p:cNvSpPr/>
          <p:nvPr/>
        </p:nvSpPr>
        <p:spPr>
          <a:xfrm>
            <a:off x="1299154" y="3383782"/>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43"/>
          <p:cNvSpPr/>
          <p:nvPr/>
        </p:nvSpPr>
        <p:spPr>
          <a:xfrm>
            <a:off x="1290085" y="3843815"/>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5" name="Google Shape;12545;p143"/>
          <p:cNvGrpSpPr/>
          <p:nvPr/>
        </p:nvGrpSpPr>
        <p:grpSpPr>
          <a:xfrm>
            <a:off x="3537620" y="2915837"/>
            <a:ext cx="353587" cy="352617"/>
            <a:chOff x="-30805300" y="1938725"/>
            <a:chExt cx="291450" cy="290650"/>
          </a:xfrm>
        </p:grpSpPr>
        <p:sp>
          <p:nvSpPr>
            <p:cNvPr id="12546" name="Google Shape;12546;p143"/>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43"/>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8" name="Google Shape;12548;p143"/>
          <p:cNvGrpSpPr/>
          <p:nvPr/>
        </p:nvGrpSpPr>
        <p:grpSpPr>
          <a:xfrm>
            <a:off x="3538105" y="3383765"/>
            <a:ext cx="352617" cy="353193"/>
            <a:chOff x="-30805300" y="2298675"/>
            <a:chExt cx="290650" cy="291125"/>
          </a:xfrm>
        </p:grpSpPr>
        <p:sp>
          <p:nvSpPr>
            <p:cNvPr id="12549" name="Google Shape;12549;p143"/>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43"/>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43"/>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43"/>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143"/>
          <p:cNvGrpSpPr/>
          <p:nvPr/>
        </p:nvGrpSpPr>
        <p:grpSpPr>
          <a:xfrm>
            <a:off x="3537635" y="3843949"/>
            <a:ext cx="353557" cy="353557"/>
            <a:chOff x="-30806075" y="2657050"/>
            <a:chExt cx="291425" cy="291425"/>
          </a:xfrm>
        </p:grpSpPr>
        <p:sp>
          <p:nvSpPr>
            <p:cNvPr id="12554" name="Google Shape;12554;p143"/>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43"/>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43"/>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7" name="Google Shape;12557;p143"/>
          <p:cNvGrpSpPr/>
          <p:nvPr/>
        </p:nvGrpSpPr>
        <p:grpSpPr>
          <a:xfrm>
            <a:off x="2639681" y="4301756"/>
            <a:ext cx="353557" cy="353557"/>
            <a:chOff x="-30064925" y="2332550"/>
            <a:chExt cx="291425" cy="291425"/>
          </a:xfrm>
        </p:grpSpPr>
        <p:sp>
          <p:nvSpPr>
            <p:cNvPr id="12558" name="Google Shape;12558;p143"/>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43"/>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43"/>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1" name="Google Shape;12561;p143"/>
          <p:cNvGrpSpPr/>
          <p:nvPr/>
        </p:nvGrpSpPr>
        <p:grpSpPr>
          <a:xfrm>
            <a:off x="3983068" y="2911256"/>
            <a:ext cx="348855" cy="347879"/>
            <a:chOff x="2821450" y="2957850"/>
            <a:chExt cx="259275" cy="258550"/>
          </a:xfrm>
        </p:grpSpPr>
        <p:sp>
          <p:nvSpPr>
            <p:cNvPr id="12562" name="Google Shape;12562;p143"/>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43"/>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43"/>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2565" name="Google Shape;12565;p143"/>
          <p:cNvGrpSpPr/>
          <p:nvPr/>
        </p:nvGrpSpPr>
        <p:grpSpPr>
          <a:xfrm>
            <a:off x="4858100" y="1532274"/>
            <a:ext cx="361090" cy="361090"/>
            <a:chOff x="-57970450" y="1903275"/>
            <a:chExt cx="318225" cy="318225"/>
          </a:xfrm>
        </p:grpSpPr>
        <p:sp>
          <p:nvSpPr>
            <p:cNvPr id="12566" name="Google Shape;12566;p143"/>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43"/>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43"/>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43"/>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0" name="Google Shape;12570;p143"/>
          <p:cNvGrpSpPr/>
          <p:nvPr/>
        </p:nvGrpSpPr>
        <p:grpSpPr>
          <a:xfrm>
            <a:off x="4880000" y="2008231"/>
            <a:ext cx="317290" cy="359303"/>
            <a:chOff x="-57950750" y="2296300"/>
            <a:chExt cx="279625" cy="316650"/>
          </a:xfrm>
        </p:grpSpPr>
        <p:sp>
          <p:nvSpPr>
            <p:cNvPr id="12571" name="Google Shape;12571;p143"/>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43"/>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43"/>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43"/>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5" name="Google Shape;12575;p143"/>
          <p:cNvGrpSpPr/>
          <p:nvPr/>
        </p:nvGrpSpPr>
        <p:grpSpPr>
          <a:xfrm>
            <a:off x="4858214" y="2459907"/>
            <a:ext cx="360863" cy="360211"/>
            <a:chOff x="-57969675" y="2687750"/>
            <a:chExt cx="318025" cy="317450"/>
          </a:xfrm>
        </p:grpSpPr>
        <p:sp>
          <p:nvSpPr>
            <p:cNvPr id="12576" name="Google Shape;12576;p143"/>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43"/>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43"/>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43"/>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0" name="Google Shape;12580;p143"/>
          <p:cNvGrpSpPr/>
          <p:nvPr/>
        </p:nvGrpSpPr>
        <p:grpSpPr>
          <a:xfrm>
            <a:off x="7067397" y="1532274"/>
            <a:ext cx="363785" cy="361090"/>
            <a:chOff x="-56012425" y="1903275"/>
            <a:chExt cx="320600" cy="318225"/>
          </a:xfrm>
        </p:grpSpPr>
        <p:sp>
          <p:nvSpPr>
            <p:cNvPr id="12581" name="Google Shape;12581;p143"/>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43"/>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43"/>
          <p:cNvGrpSpPr/>
          <p:nvPr/>
        </p:nvGrpSpPr>
        <p:grpSpPr>
          <a:xfrm>
            <a:off x="7068290" y="2006443"/>
            <a:ext cx="361998" cy="361998"/>
            <a:chOff x="-56010850" y="2294725"/>
            <a:chExt cx="319025" cy="319025"/>
          </a:xfrm>
        </p:grpSpPr>
        <p:sp>
          <p:nvSpPr>
            <p:cNvPr id="12584" name="Google Shape;12584;p143"/>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43"/>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43"/>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43"/>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8" name="Google Shape;12588;p143"/>
          <p:cNvGrpSpPr/>
          <p:nvPr/>
        </p:nvGrpSpPr>
        <p:grpSpPr>
          <a:xfrm>
            <a:off x="7068305" y="2459027"/>
            <a:ext cx="361969" cy="361090"/>
            <a:chOff x="-56010050" y="2686975"/>
            <a:chExt cx="319000" cy="318225"/>
          </a:xfrm>
        </p:grpSpPr>
        <p:sp>
          <p:nvSpPr>
            <p:cNvPr id="12589" name="Google Shape;12589;p143"/>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143"/>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43"/>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43"/>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3" name="Google Shape;12593;p143"/>
          <p:cNvGrpSpPr/>
          <p:nvPr/>
        </p:nvGrpSpPr>
        <p:grpSpPr>
          <a:xfrm>
            <a:off x="5753801" y="2911936"/>
            <a:ext cx="361998" cy="361090"/>
            <a:chOff x="-54081175" y="1903275"/>
            <a:chExt cx="319025" cy="318225"/>
          </a:xfrm>
        </p:grpSpPr>
        <p:sp>
          <p:nvSpPr>
            <p:cNvPr id="12594" name="Google Shape;12594;p143"/>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43"/>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6" name="Google Shape;12596;p143"/>
          <p:cNvGrpSpPr/>
          <p:nvPr/>
        </p:nvGrpSpPr>
        <p:grpSpPr>
          <a:xfrm>
            <a:off x="5776154" y="3365399"/>
            <a:ext cx="317290" cy="360211"/>
            <a:chOff x="-54063050" y="2296300"/>
            <a:chExt cx="279625" cy="317450"/>
          </a:xfrm>
        </p:grpSpPr>
        <p:sp>
          <p:nvSpPr>
            <p:cNvPr id="12597" name="Google Shape;12597;p143"/>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43"/>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43"/>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43"/>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1" name="Google Shape;12601;p143"/>
          <p:cNvGrpSpPr/>
          <p:nvPr/>
        </p:nvGrpSpPr>
        <p:grpSpPr>
          <a:xfrm>
            <a:off x="5776154" y="3829461"/>
            <a:ext cx="317290" cy="361033"/>
            <a:chOff x="-54061475" y="2685450"/>
            <a:chExt cx="279625" cy="318175"/>
          </a:xfrm>
        </p:grpSpPr>
        <p:sp>
          <p:nvSpPr>
            <p:cNvPr id="12602" name="Google Shape;12602;p143"/>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43"/>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43"/>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43"/>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6" name="Google Shape;12606;p143"/>
          <p:cNvGrpSpPr/>
          <p:nvPr/>
        </p:nvGrpSpPr>
        <p:grpSpPr>
          <a:xfrm>
            <a:off x="8029690" y="2921780"/>
            <a:ext cx="275278" cy="361969"/>
            <a:chOff x="-52074300" y="1911950"/>
            <a:chExt cx="242600" cy="319000"/>
          </a:xfrm>
        </p:grpSpPr>
        <p:sp>
          <p:nvSpPr>
            <p:cNvPr id="12607" name="Google Shape;12607;p143"/>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43"/>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43"/>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43"/>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143"/>
          <p:cNvGrpSpPr/>
          <p:nvPr/>
        </p:nvGrpSpPr>
        <p:grpSpPr>
          <a:xfrm>
            <a:off x="5287689" y="1533182"/>
            <a:ext cx="361998" cy="361090"/>
            <a:chOff x="-57578225" y="1904075"/>
            <a:chExt cx="319025" cy="318225"/>
          </a:xfrm>
        </p:grpSpPr>
        <p:sp>
          <p:nvSpPr>
            <p:cNvPr id="12612" name="Google Shape;12612;p143"/>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43"/>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43"/>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43"/>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143"/>
          <p:cNvGrpSpPr/>
          <p:nvPr/>
        </p:nvGrpSpPr>
        <p:grpSpPr>
          <a:xfrm>
            <a:off x="5310042" y="2006443"/>
            <a:ext cx="317290" cy="361090"/>
            <a:chOff x="-57558525" y="2294725"/>
            <a:chExt cx="279625" cy="318225"/>
          </a:xfrm>
        </p:grpSpPr>
        <p:sp>
          <p:nvSpPr>
            <p:cNvPr id="12617" name="Google Shape;12617;p143"/>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43"/>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43"/>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43"/>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43"/>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143"/>
          <p:cNvGrpSpPr/>
          <p:nvPr/>
        </p:nvGrpSpPr>
        <p:grpSpPr>
          <a:xfrm>
            <a:off x="5285901" y="2459027"/>
            <a:ext cx="365572" cy="361969"/>
            <a:chOff x="-57579800" y="2686975"/>
            <a:chExt cx="322175" cy="319000"/>
          </a:xfrm>
        </p:grpSpPr>
        <p:sp>
          <p:nvSpPr>
            <p:cNvPr id="12623" name="Google Shape;12623;p143"/>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43"/>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143"/>
          <p:cNvGrpSpPr/>
          <p:nvPr/>
        </p:nvGrpSpPr>
        <p:grpSpPr>
          <a:xfrm>
            <a:off x="7510682" y="2006443"/>
            <a:ext cx="367359" cy="361090"/>
            <a:chOff x="-55620975" y="2294725"/>
            <a:chExt cx="323750" cy="318225"/>
          </a:xfrm>
        </p:grpSpPr>
        <p:sp>
          <p:nvSpPr>
            <p:cNvPr id="12626" name="Google Shape;12626;p143"/>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43"/>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43"/>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43"/>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43"/>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43"/>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2" name="Google Shape;12632;p143"/>
          <p:cNvGrpSpPr/>
          <p:nvPr/>
        </p:nvGrpSpPr>
        <p:grpSpPr>
          <a:xfrm>
            <a:off x="7512923" y="2458942"/>
            <a:ext cx="362877" cy="361175"/>
            <a:chOff x="-55620175" y="2686900"/>
            <a:chExt cx="319800" cy="318300"/>
          </a:xfrm>
        </p:grpSpPr>
        <p:sp>
          <p:nvSpPr>
            <p:cNvPr id="12633" name="Google Shape;12633;p143"/>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43"/>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43"/>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43"/>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143"/>
          <p:cNvGrpSpPr/>
          <p:nvPr/>
        </p:nvGrpSpPr>
        <p:grpSpPr>
          <a:xfrm>
            <a:off x="6198887" y="2911936"/>
            <a:ext cx="361969" cy="361090"/>
            <a:chOff x="-53690500" y="1903275"/>
            <a:chExt cx="319000" cy="318225"/>
          </a:xfrm>
        </p:grpSpPr>
        <p:sp>
          <p:nvSpPr>
            <p:cNvPr id="12638" name="Google Shape;12638;p143"/>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43"/>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43"/>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43"/>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2" name="Google Shape;12642;p143"/>
          <p:cNvGrpSpPr/>
          <p:nvPr/>
        </p:nvGrpSpPr>
        <p:grpSpPr>
          <a:xfrm>
            <a:off x="6221226" y="3365399"/>
            <a:ext cx="317290" cy="359303"/>
            <a:chOff x="-53670800" y="2296300"/>
            <a:chExt cx="279625" cy="316650"/>
          </a:xfrm>
        </p:grpSpPr>
        <p:sp>
          <p:nvSpPr>
            <p:cNvPr id="12643" name="Google Shape;12643;p143"/>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43"/>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43"/>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43"/>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7" name="Google Shape;12647;p143"/>
          <p:cNvGrpSpPr/>
          <p:nvPr/>
        </p:nvGrpSpPr>
        <p:grpSpPr>
          <a:xfrm>
            <a:off x="6198887" y="3830738"/>
            <a:ext cx="361969" cy="361544"/>
            <a:chOff x="-53690500" y="2686575"/>
            <a:chExt cx="319000" cy="318625"/>
          </a:xfrm>
        </p:grpSpPr>
        <p:sp>
          <p:nvSpPr>
            <p:cNvPr id="12648" name="Google Shape;12648;p143"/>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43"/>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43"/>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43"/>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2" name="Google Shape;12652;p143"/>
          <p:cNvGrpSpPr/>
          <p:nvPr/>
        </p:nvGrpSpPr>
        <p:grpSpPr>
          <a:xfrm>
            <a:off x="8008669" y="3373598"/>
            <a:ext cx="317319" cy="360948"/>
            <a:chOff x="-52092425" y="2303525"/>
            <a:chExt cx="279650" cy="318100"/>
          </a:xfrm>
        </p:grpSpPr>
        <p:sp>
          <p:nvSpPr>
            <p:cNvPr id="12653" name="Google Shape;12653;p143"/>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43"/>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43"/>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43"/>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43"/>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8" name="Google Shape;12658;p143"/>
          <p:cNvGrpSpPr/>
          <p:nvPr/>
        </p:nvGrpSpPr>
        <p:grpSpPr>
          <a:xfrm>
            <a:off x="5727728" y="1534061"/>
            <a:ext cx="363756" cy="361090"/>
            <a:chOff x="-57189125" y="1904850"/>
            <a:chExt cx="320575" cy="318225"/>
          </a:xfrm>
        </p:grpSpPr>
        <p:sp>
          <p:nvSpPr>
            <p:cNvPr id="12659" name="Google Shape;12659;p143"/>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43"/>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43"/>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43"/>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43"/>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4" name="Google Shape;12664;p143"/>
          <p:cNvGrpSpPr/>
          <p:nvPr/>
        </p:nvGrpSpPr>
        <p:grpSpPr>
          <a:xfrm>
            <a:off x="5728621" y="2028797"/>
            <a:ext cx="361969" cy="316411"/>
            <a:chOff x="-57187550" y="2314425"/>
            <a:chExt cx="319000" cy="278850"/>
          </a:xfrm>
        </p:grpSpPr>
        <p:sp>
          <p:nvSpPr>
            <p:cNvPr id="12665" name="Google Shape;12665;p143"/>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43"/>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43"/>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43"/>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9" name="Google Shape;12669;p143"/>
          <p:cNvGrpSpPr/>
          <p:nvPr/>
        </p:nvGrpSpPr>
        <p:grpSpPr>
          <a:xfrm>
            <a:off x="5745585" y="2458346"/>
            <a:ext cx="328042" cy="361771"/>
            <a:chOff x="-57172600" y="2686375"/>
            <a:chExt cx="289100" cy="318825"/>
          </a:xfrm>
        </p:grpSpPr>
        <p:sp>
          <p:nvSpPr>
            <p:cNvPr id="12670" name="Google Shape;12670;p143"/>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43"/>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43"/>
          <p:cNvGrpSpPr/>
          <p:nvPr/>
        </p:nvGrpSpPr>
        <p:grpSpPr>
          <a:xfrm>
            <a:off x="7958434" y="1532274"/>
            <a:ext cx="361090" cy="359303"/>
            <a:chOff x="-55225575" y="1903275"/>
            <a:chExt cx="318225" cy="316650"/>
          </a:xfrm>
        </p:grpSpPr>
        <p:sp>
          <p:nvSpPr>
            <p:cNvPr id="12673" name="Google Shape;12673;p143"/>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43"/>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43"/>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43"/>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43"/>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143"/>
          <p:cNvGrpSpPr/>
          <p:nvPr/>
        </p:nvGrpSpPr>
        <p:grpSpPr>
          <a:xfrm>
            <a:off x="7969611" y="2008231"/>
            <a:ext cx="338736" cy="359303"/>
            <a:chOff x="-55217700" y="2296300"/>
            <a:chExt cx="298525" cy="316650"/>
          </a:xfrm>
        </p:grpSpPr>
        <p:sp>
          <p:nvSpPr>
            <p:cNvPr id="12679" name="Google Shape;12679;p143"/>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43"/>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43"/>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143"/>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3" name="Google Shape;12683;p143"/>
          <p:cNvGrpSpPr/>
          <p:nvPr/>
        </p:nvGrpSpPr>
        <p:grpSpPr>
          <a:xfrm>
            <a:off x="7957541" y="2460814"/>
            <a:ext cx="362877" cy="359303"/>
            <a:chOff x="-55229525" y="2688550"/>
            <a:chExt cx="319800" cy="316650"/>
          </a:xfrm>
        </p:grpSpPr>
        <p:sp>
          <p:nvSpPr>
            <p:cNvPr id="12684" name="Google Shape;12684;p143"/>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43"/>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43"/>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43"/>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8" name="Google Shape;12688;p143"/>
          <p:cNvGrpSpPr/>
          <p:nvPr/>
        </p:nvGrpSpPr>
        <p:grpSpPr>
          <a:xfrm>
            <a:off x="6653760" y="2911936"/>
            <a:ext cx="338765" cy="361090"/>
            <a:chOff x="-53288825" y="1903275"/>
            <a:chExt cx="298550" cy="318225"/>
          </a:xfrm>
        </p:grpSpPr>
        <p:sp>
          <p:nvSpPr>
            <p:cNvPr id="12689" name="Google Shape;12689;p143"/>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43"/>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43"/>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2" name="Google Shape;12692;p143"/>
          <p:cNvGrpSpPr/>
          <p:nvPr/>
        </p:nvGrpSpPr>
        <p:grpSpPr>
          <a:xfrm>
            <a:off x="6642143" y="3363612"/>
            <a:ext cx="361998" cy="361090"/>
            <a:chOff x="-53299850" y="2294725"/>
            <a:chExt cx="319025" cy="318225"/>
          </a:xfrm>
        </p:grpSpPr>
        <p:sp>
          <p:nvSpPr>
            <p:cNvPr id="12693" name="Google Shape;12693;p143"/>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43"/>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5" name="Google Shape;12695;p143"/>
          <p:cNvGrpSpPr/>
          <p:nvPr/>
        </p:nvGrpSpPr>
        <p:grpSpPr>
          <a:xfrm>
            <a:off x="6664936" y="3832071"/>
            <a:ext cx="316411" cy="360211"/>
            <a:chOff x="-53278575" y="2687750"/>
            <a:chExt cx="278850" cy="317450"/>
          </a:xfrm>
        </p:grpSpPr>
        <p:sp>
          <p:nvSpPr>
            <p:cNvPr id="12696" name="Google Shape;12696;p143"/>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43"/>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43"/>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43"/>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143"/>
          <p:cNvGrpSpPr/>
          <p:nvPr/>
        </p:nvGrpSpPr>
        <p:grpSpPr>
          <a:xfrm>
            <a:off x="7986330" y="3831759"/>
            <a:ext cx="361998" cy="362310"/>
            <a:chOff x="-52101875" y="2687475"/>
            <a:chExt cx="319025" cy="319300"/>
          </a:xfrm>
        </p:grpSpPr>
        <p:sp>
          <p:nvSpPr>
            <p:cNvPr id="12701" name="Google Shape;12701;p143"/>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43"/>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43"/>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43"/>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5" name="Google Shape;12705;p143"/>
          <p:cNvGrpSpPr/>
          <p:nvPr/>
        </p:nvGrpSpPr>
        <p:grpSpPr>
          <a:xfrm>
            <a:off x="6201079" y="1533182"/>
            <a:ext cx="317290" cy="361090"/>
            <a:chOff x="-56774050" y="1904075"/>
            <a:chExt cx="279625" cy="318225"/>
          </a:xfrm>
        </p:grpSpPr>
        <p:sp>
          <p:nvSpPr>
            <p:cNvPr id="12706" name="Google Shape;12706;p143"/>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43"/>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8" name="Google Shape;12708;p143"/>
          <p:cNvGrpSpPr/>
          <p:nvPr/>
        </p:nvGrpSpPr>
        <p:grpSpPr>
          <a:xfrm>
            <a:off x="6201079" y="2006443"/>
            <a:ext cx="317290" cy="361090"/>
            <a:chOff x="-56774850" y="2294725"/>
            <a:chExt cx="279625" cy="318225"/>
          </a:xfrm>
        </p:grpSpPr>
        <p:sp>
          <p:nvSpPr>
            <p:cNvPr id="12709" name="Google Shape;12709;p143"/>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43"/>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43"/>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2" name="Google Shape;12712;p143"/>
          <p:cNvGrpSpPr/>
          <p:nvPr/>
        </p:nvGrpSpPr>
        <p:grpSpPr>
          <a:xfrm>
            <a:off x="6222086" y="2459027"/>
            <a:ext cx="275278" cy="360182"/>
            <a:chOff x="-56756725" y="2686975"/>
            <a:chExt cx="242600" cy="317425"/>
          </a:xfrm>
        </p:grpSpPr>
        <p:sp>
          <p:nvSpPr>
            <p:cNvPr id="12713" name="Google Shape;12713;p143"/>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43"/>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43"/>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6" name="Google Shape;12716;p143"/>
          <p:cNvGrpSpPr/>
          <p:nvPr/>
        </p:nvGrpSpPr>
        <p:grpSpPr>
          <a:xfrm>
            <a:off x="4870518" y="2911936"/>
            <a:ext cx="337346" cy="361998"/>
            <a:chOff x="-54826975" y="1903275"/>
            <a:chExt cx="297300" cy="319025"/>
          </a:xfrm>
        </p:grpSpPr>
        <p:sp>
          <p:nvSpPr>
            <p:cNvPr id="12717" name="Google Shape;12717;p143"/>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43"/>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43"/>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143"/>
          <p:cNvGrpSpPr/>
          <p:nvPr/>
        </p:nvGrpSpPr>
        <p:grpSpPr>
          <a:xfrm>
            <a:off x="4858206" y="3365399"/>
            <a:ext cx="361969" cy="359274"/>
            <a:chOff x="-54836500" y="2296300"/>
            <a:chExt cx="319000" cy="316625"/>
          </a:xfrm>
        </p:grpSpPr>
        <p:sp>
          <p:nvSpPr>
            <p:cNvPr id="12721" name="Google Shape;12721;p143"/>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43"/>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43"/>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43"/>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5" name="Google Shape;12725;p143"/>
          <p:cNvGrpSpPr/>
          <p:nvPr/>
        </p:nvGrpSpPr>
        <p:grpSpPr>
          <a:xfrm>
            <a:off x="4879652" y="3832071"/>
            <a:ext cx="319078" cy="361090"/>
            <a:chOff x="-54817600" y="2687750"/>
            <a:chExt cx="281200" cy="318225"/>
          </a:xfrm>
        </p:grpSpPr>
        <p:sp>
          <p:nvSpPr>
            <p:cNvPr id="12726" name="Google Shape;12726;p143"/>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43"/>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43"/>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43"/>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0" name="Google Shape;12730;p143"/>
          <p:cNvGrpSpPr/>
          <p:nvPr/>
        </p:nvGrpSpPr>
        <p:grpSpPr>
          <a:xfrm>
            <a:off x="7110476" y="2911936"/>
            <a:ext cx="317290" cy="359303"/>
            <a:chOff x="-52887125" y="1903275"/>
            <a:chExt cx="279625" cy="316650"/>
          </a:xfrm>
        </p:grpSpPr>
        <p:sp>
          <p:nvSpPr>
            <p:cNvPr id="12731" name="Google Shape;12731;p143"/>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43"/>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43"/>
          <p:cNvGrpSpPr/>
          <p:nvPr/>
        </p:nvGrpSpPr>
        <p:grpSpPr>
          <a:xfrm>
            <a:off x="7089030" y="3362733"/>
            <a:ext cx="360182" cy="361969"/>
            <a:chOff x="-52906025" y="2293950"/>
            <a:chExt cx="317425" cy="319000"/>
          </a:xfrm>
        </p:grpSpPr>
        <p:sp>
          <p:nvSpPr>
            <p:cNvPr id="12734" name="Google Shape;12734;p143"/>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43"/>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43"/>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7" name="Google Shape;12737;p143"/>
          <p:cNvGrpSpPr/>
          <p:nvPr/>
        </p:nvGrpSpPr>
        <p:grpSpPr>
          <a:xfrm>
            <a:off x="7110476" y="3831192"/>
            <a:ext cx="317290" cy="361090"/>
            <a:chOff x="-52887125" y="2686975"/>
            <a:chExt cx="279625" cy="318225"/>
          </a:xfrm>
        </p:grpSpPr>
        <p:sp>
          <p:nvSpPr>
            <p:cNvPr id="12738" name="Google Shape;12738;p143"/>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43"/>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43"/>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43"/>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2" name="Google Shape;12742;p143"/>
          <p:cNvGrpSpPr/>
          <p:nvPr/>
        </p:nvGrpSpPr>
        <p:grpSpPr>
          <a:xfrm>
            <a:off x="6220848" y="4290810"/>
            <a:ext cx="318170" cy="359303"/>
            <a:chOff x="-51722225" y="1915100"/>
            <a:chExt cx="280400" cy="316650"/>
          </a:xfrm>
        </p:grpSpPr>
        <p:sp>
          <p:nvSpPr>
            <p:cNvPr id="12743" name="Google Shape;12743;p143"/>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43"/>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143"/>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43"/>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7" name="Google Shape;12747;p143"/>
          <p:cNvGrpSpPr/>
          <p:nvPr/>
        </p:nvGrpSpPr>
        <p:grpSpPr>
          <a:xfrm>
            <a:off x="6616678" y="1531508"/>
            <a:ext cx="370905" cy="360976"/>
            <a:chOff x="-56407800" y="1902600"/>
            <a:chExt cx="326875" cy="318125"/>
          </a:xfrm>
        </p:grpSpPr>
        <p:sp>
          <p:nvSpPr>
            <p:cNvPr id="12748" name="Google Shape;12748;p143"/>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43"/>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43"/>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143"/>
          <p:cNvGrpSpPr/>
          <p:nvPr/>
        </p:nvGrpSpPr>
        <p:grpSpPr>
          <a:xfrm>
            <a:off x="6622479" y="2018074"/>
            <a:ext cx="359303" cy="338736"/>
            <a:chOff x="-56401500" y="2304975"/>
            <a:chExt cx="316650" cy="298525"/>
          </a:xfrm>
        </p:grpSpPr>
        <p:sp>
          <p:nvSpPr>
            <p:cNvPr id="12752" name="Google Shape;12752;p143"/>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43"/>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43"/>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43"/>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6" name="Google Shape;12756;p143"/>
          <p:cNvGrpSpPr/>
          <p:nvPr/>
        </p:nvGrpSpPr>
        <p:grpSpPr>
          <a:xfrm>
            <a:off x="5328863" y="2910149"/>
            <a:ext cx="319985" cy="361090"/>
            <a:chOff x="-54426150" y="1901700"/>
            <a:chExt cx="282000" cy="318225"/>
          </a:xfrm>
        </p:grpSpPr>
        <p:sp>
          <p:nvSpPr>
            <p:cNvPr id="12757" name="Google Shape;12757;p143"/>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43"/>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43"/>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43"/>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1" name="Google Shape;12761;p143"/>
          <p:cNvGrpSpPr/>
          <p:nvPr/>
        </p:nvGrpSpPr>
        <p:grpSpPr>
          <a:xfrm>
            <a:off x="5328863" y="3363612"/>
            <a:ext cx="319985" cy="361998"/>
            <a:chOff x="-54426150" y="2294725"/>
            <a:chExt cx="282000" cy="319025"/>
          </a:xfrm>
        </p:grpSpPr>
        <p:sp>
          <p:nvSpPr>
            <p:cNvPr id="12762" name="Google Shape;12762;p143"/>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43"/>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43"/>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43"/>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43"/>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7" name="Google Shape;12767;p143"/>
          <p:cNvGrpSpPr/>
          <p:nvPr/>
        </p:nvGrpSpPr>
        <p:grpSpPr>
          <a:xfrm>
            <a:off x="5327076" y="3831192"/>
            <a:ext cx="323560" cy="361969"/>
            <a:chOff x="-54427725" y="2686975"/>
            <a:chExt cx="285150" cy="319000"/>
          </a:xfrm>
        </p:grpSpPr>
        <p:sp>
          <p:nvSpPr>
            <p:cNvPr id="12768" name="Google Shape;12768;p143"/>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43"/>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43"/>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43"/>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43"/>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3" name="Google Shape;12773;p143"/>
          <p:cNvGrpSpPr/>
          <p:nvPr/>
        </p:nvGrpSpPr>
        <p:grpSpPr>
          <a:xfrm>
            <a:off x="7533634" y="2912163"/>
            <a:ext cx="359303" cy="359984"/>
            <a:chOff x="-52513800" y="1903475"/>
            <a:chExt cx="316650" cy="317250"/>
          </a:xfrm>
        </p:grpSpPr>
        <p:sp>
          <p:nvSpPr>
            <p:cNvPr id="12774" name="Google Shape;12774;p143"/>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43"/>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143"/>
          <p:cNvGrpSpPr/>
          <p:nvPr/>
        </p:nvGrpSpPr>
        <p:grpSpPr>
          <a:xfrm>
            <a:off x="7543464" y="3364520"/>
            <a:ext cx="339644" cy="360182"/>
            <a:chOff x="-52505925" y="2295525"/>
            <a:chExt cx="299325" cy="317425"/>
          </a:xfrm>
        </p:grpSpPr>
        <p:sp>
          <p:nvSpPr>
            <p:cNvPr id="12777" name="Google Shape;12777;p143"/>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43"/>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43"/>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43"/>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1" name="Google Shape;12781;p143"/>
          <p:cNvGrpSpPr/>
          <p:nvPr/>
        </p:nvGrpSpPr>
        <p:grpSpPr>
          <a:xfrm>
            <a:off x="7554641" y="3831192"/>
            <a:ext cx="317290" cy="361090"/>
            <a:chOff x="-52494100" y="2686975"/>
            <a:chExt cx="279625" cy="318225"/>
          </a:xfrm>
        </p:grpSpPr>
        <p:sp>
          <p:nvSpPr>
            <p:cNvPr id="12782" name="Google Shape;12782;p143"/>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43"/>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43"/>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43"/>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6" name="Google Shape;12786;p143"/>
          <p:cNvGrpSpPr/>
          <p:nvPr/>
        </p:nvGrpSpPr>
        <p:grpSpPr>
          <a:xfrm>
            <a:off x="6665412" y="4292135"/>
            <a:ext cx="315503" cy="361090"/>
            <a:chOff x="-51708850" y="2305750"/>
            <a:chExt cx="278050" cy="318225"/>
          </a:xfrm>
        </p:grpSpPr>
        <p:sp>
          <p:nvSpPr>
            <p:cNvPr id="12787" name="Google Shape;12787;p143"/>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43"/>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43"/>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0" name="Google Shape;12790;p143"/>
          <p:cNvGrpSpPr/>
          <p:nvPr/>
        </p:nvGrpSpPr>
        <p:grpSpPr>
          <a:xfrm>
            <a:off x="7536807" y="1533922"/>
            <a:ext cx="319089" cy="362073"/>
            <a:chOff x="1044400" y="2917425"/>
            <a:chExt cx="248125" cy="281550"/>
          </a:xfrm>
        </p:grpSpPr>
        <p:sp>
          <p:nvSpPr>
            <p:cNvPr id="12791" name="Google Shape;12791;p143"/>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43"/>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43"/>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43"/>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43"/>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12796" name="Google Shape;12796;p143"/>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2797" name="Google Shape;12797;p143"/>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12798" name="Google Shape;12798;p143"/>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43"/>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0" name="Google Shape;12800;p143"/>
          <p:cNvSpPr/>
          <p:nvPr/>
        </p:nvSpPr>
        <p:spPr>
          <a:xfrm>
            <a:off x="6633660" y="2459865"/>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2804"/>
        <p:cNvGrpSpPr/>
        <p:nvPr/>
      </p:nvGrpSpPr>
      <p:grpSpPr>
        <a:xfrm>
          <a:off x="0" y="0"/>
          <a:ext cx="0" cy="0"/>
          <a:chOff x="0" y="0"/>
          <a:chExt cx="0" cy="0"/>
        </a:xfrm>
      </p:grpSpPr>
      <p:sp>
        <p:nvSpPr>
          <p:cNvPr id="12805" name="Google Shape;12805;p144"/>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806" name="Google Shape;12806;p144"/>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807" name="Google Shape;12807;p144"/>
          <p:cNvGrpSpPr/>
          <p:nvPr/>
        </p:nvGrpSpPr>
        <p:grpSpPr>
          <a:xfrm>
            <a:off x="889109" y="1531603"/>
            <a:ext cx="278288" cy="357036"/>
            <a:chOff x="-50489600" y="1947400"/>
            <a:chExt cx="233150" cy="299125"/>
          </a:xfrm>
        </p:grpSpPr>
        <p:sp>
          <p:nvSpPr>
            <p:cNvPr id="12808" name="Google Shape;12808;p144"/>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44"/>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144"/>
          <p:cNvGrpSpPr/>
          <p:nvPr/>
        </p:nvGrpSpPr>
        <p:grpSpPr>
          <a:xfrm>
            <a:off x="849616" y="1986560"/>
            <a:ext cx="357274" cy="358199"/>
            <a:chOff x="-50523475" y="2316000"/>
            <a:chExt cx="299325" cy="300100"/>
          </a:xfrm>
        </p:grpSpPr>
        <p:sp>
          <p:nvSpPr>
            <p:cNvPr id="12811" name="Google Shape;12811;p144"/>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44"/>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3" name="Google Shape;12813;p144"/>
          <p:cNvGrpSpPr/>
          <p:nvPr/>
        </p:nvGrpSpPr>
        <p:grpSpPr>
          <a:xfrm>
            <a:off x="848213" y="2435869"/>
            <a:ext cx="360079" cy="357304"/>
            <a:chOff x="-50524250" y="2686150"/>
            <a:chExt cx="301675" cy="299350"/>
          </a:xfrm>
        </p:grpSpPr>
        <p:sp>
          <p:nvSpPr>
            <p:cNvPr id="12814" name="Google Shape;12814;p144"/>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44"/>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44"/>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44"/>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44"/>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44"/>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0" name="Google Shape;12820;p144"/>
          <p:cNvGrpSpPr/>
          <p:nvPr/>
        </p:nvGrpSpPr>
        <p:grpSpPr>
          <a:xfrm>
            <a:off x="3070976" y="1561682"/>
            <a:ext cx="358199" cy="359154"/>
            <a:chOff x="-48633950" y="1972600"/>
            <a:chExt cx="300100" cy="300900"/>
          </a:xfrm>
        </p:grpSpPr>
        <p:sp>
          <p:nvSpPr>
            <p:cNvPr id="12821" name="Google Shape;12821;p144"/>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44"/>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3" name="Google Shape;12823;p144"/>
          <p:cNvGrpSpPr/>
          <p:nvPr/>
        </p:nvGrpSpPr>
        <p:grpSpPr>
          <a:xfrm>
            <a:off x="3070499" y="2017593"/>
            <a:ext cx="359154" cy="361004"/>
            <a:chOff x="-48634750" y="2342000"/>
            <a:chExt cx="300900" cy="302450"/>
          </a:xfrm>
        </p:grpSpPr>
        <p:sp>
          <p:nvSpPr>
            <p:cNvPr id="12824" name="Google Shape;12824;p144"/>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44"/>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44"/>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44"/>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44"/>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44"/>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44"/>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44"/>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2" name="Google Shape;12832;p144"/>
          <p:cNvGrpSpPr/>
          <p:nvPr/>
        </p:nvGrpSpPr>
        <p:grpSpPr>
          <a:xfrm>
            <a:off x="3071439" y="2465977"/>
            <a:ext cx="357274" cy="357274"/>
            <a:chOff x="-48633175" y="2711375"/>
            <a:chExt cx="299325" cy="299325"/>
          </a:xfrm>
        </p:grpSpPr>
        <p:sp>
          <p:nvSpPr>
            <p:cNvPr id="12833" name="Google Shape;12833;p144"/>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44"/>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144"/>
          <p:cNvGrpSpPr/>
          <p:nvPr/>
        </p:nvGrpSpPr>
        <p:grpSpPr>
          <a:xfrm>
            <a:off x="1757928" y="2917929"/>
            <a:ext cx="314006" cy="358229"/>
            <a:chOff x="-46753100" y="1965500"/>
            <a:chExt cx="263075" cy="300125"/>
          </a:xfrm>
        </p:grpSpPr>
        <p:sp>
          <p:nvSpPr>
            <p:cNvPr id="12836" name="Google Shape;12836;p144"/>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44"/>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8" name="Google Shape;12838;p144"/>
          <p:cNvGrpSpPr/>
          <p:nvPr/>
        </p:nvGrpSpPr>
        <p:grpSpPr>
          <a:xfrm>
            <a:off x="1735354" y="3385142"/>
            <a:ext cx="359154" cy="315916"/>
            <a:chOff x="-46772025" y="2350650"/>
            <a:chExt cx="300900" cy="264675"/>
          </a:xfrm>
        </p:grpSpPr>
        <p:sp>
          <p:nvSpPr>
            <p:cNvPr id="12839" name="Google Shape;12839;p144"/>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44"/>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1" name="Google Shape;12841;p144"/>
          <p:cNvGrpSpPr/>
          <p:nvPr/>
        </p:nvGrpSpPr>
        <p:grpSpPr>
          <a:xfrm>
            <a:off x="1735354" y="3819420"/>
            <a:ext cx="359154" cy="359154"/>
            <a:chOff x="-46772025" y="2701925"/>
            <a:chExt cx="300900" cy="300900"/>
          </a:xfrm>
        </p:grpSpPr>
        <p:sp>
          <p:nvSpPr>
            <p:cNvPr id="12842" name="Google Shape;12842;p144"/>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44"/>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4" name="Google Shape;12844;p144"/>
          <p:cNvSpPr/>
          <p:nvPr/>
        </p:nvSpPr>
        <p:spPr>
          <a:xfrm>
            <a:off x="3964861" y="29601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45" name="Google Shape;12845;p144"/>
          <p:cNvGrpSpPr/>
          <p:nvPr/>
        </p:nvGrpSpPr>
        <p:grpSpPr>
          <a:xfrm>
            <a:off x="1293035" y="1532528"/>
            <a:ext cx="358199" cy="359154"/>
            <a:chOff x="-50154075" y="1948175"/>
            <a:chExt cx="300100" cy="300900"/>
          </a:xfrm>
        </p:grpSpPr>
        <p:sp>
          <p:nvSpPr>
            <p:cNvPr id="12846" name="Google Shape;12846;p144"/>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44"/>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8" name="Google Shape;12848;p144"/>
          <p:cNvGrpSpPr/>
          <p:nvPr/>
        </p:nvGrpSpPr>
        <p:grpSpPr>
          <a:xfrm>
            <a:off x="1293035" y="1987485"/>
            <a:ext cx="358199" cy="358229"/>
            <a:chOff x="-50154850" y="2316775"/>
            <a:chExt cx="300100" cy="300125"/>
          </a:xfrm>
        </p:grpSpPr>
        <p:sp>
          <p:nvSpPr>
            <p:cNvPr id="12849" name="Google Shape;12849;p144"/>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44"/>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144"/>
          <p:cNvGrpSpPr/>
          <p:nvPr/>
        </p:nvGrpSpPr>
        <p:grpSpPr>
          <a:xfrm>
            <a:off x="1288813" y="2434496"/>
            <a:ext cx="366644" cy="356558"/>
            <a:chOff x="-50158000" y="2685000"/>
            <a:chExt cx="307175" cy="298725"/>
          </a:xfrm>
        </p:grpSpPr>
        <p:sp>
          <p:nvSpPr>
            <p:cNvPr id="12852" name="Google Shape;12852;p144"/>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44"/>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144"/>
          <p:cNvGrpSpPr/>
          <p:nvPr/>
        </p:nvGrpSpPr>
        <p:grpSpPr>
          <a:xfrm>
            <a:off x="3521599" y="1562607"/>
            <a:ext cx="361004" cy="358229"/>
            <a:chOff x="-48266125" y="1973375"/>
            <a:chExt cx="302450" cy="300125"/>
          </a:xfrm>
        </p:grpSpPr>
        <p:sp>
          <p:nvSpPr>
            <p:cNvPr id="12855" name="Google Shape;12855;p144"/>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44"/>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44"/>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44"/>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44"/>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44"/>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1" name="Google Shape;12861;p144"/>
          <p:cNvGrpSpPr/>
          <p:nvPr/>
        </p:nvGrpSpPr>
        <p:grpSpPr>
          <a:xfrm>
            <a:off x="3548844" y="2018369"/>
            <a:ext cx="306516" cy="358349"/>
            <a:chOff x="-48237000" y="2342650"/>
            <a:chExt cx="256800" cy="300225"/>
          </a:xfrm>
        </p:grpSpPr>
        <p:sp>
          <p:nvSpPr>
            <p:cNvPr id="12862" name="Google Shape;12862;p144"/>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44"/>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44"/>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5" name="Google Shape;12865;p144"/>
          <p:cNvGrpSpPr/>
          <p:nvPr/>
        </p:nvGrpSpPr>
        <p:grpSpPr>
          <a:xfrm>
            <a:off x="2180338" y="2918646"/>
            <a:ext cx="361034" cy="355633"/>
            <a:chOff x="-46404975" y="1966100"/>
            <a:chExt cx="302475" cy="297950"/>
          </a:xfrm>
        </p:grpSpPr>
        <p:sp>
          <p:nvSpPr>
            <p:cNvPr id="12866" name="Google Shape;12866;p144"/>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44"/>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44"/>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44"/>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0" name="Google Shape;12870;p144"/>
          <p:cNvGrpSpPr/>
          <p:nvPr/>
        </p:nvGrpSpPr>
        <p:grpSpPr>
          <a:xfrm>
            <a:off x="2181740" y="3364463"/>
            <a:ext cx="358229" cy="358199"/>
            <a:chOff x="-46401050" y="2333325"/>
            <a:chExt cx="300125" cy="300100"/>
          </a:xfrm>
        </p:grpSpPr>
        <p:sp>
          <p:nvSpPr>
            <p:cNvPr id="12871" name="Google Shape;12871;p144"/>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44"/>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44"/>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44"/>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5" name="Google Shape;12875;p144"/>
          <p:cNvSpPr/>
          <p:nvPr/>
        </p:nvSpPr>
        <p:spPr>
          <a:xfrm>
            <a:off x="2183438" y="38201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76" name="Google Shape;12876;p144"/>
          <p:cNvGrpSpPr/>
          <p:nvPr/>
        </p:nvGrpSpPr>
        <p:grpSpPr>
          <a:xfrm>
            <a:off x="3961830" y="3374818"/>
            <a:ext cx="359154" cy="359124"/>
            <a:chOff x="-44914800" y="2342000"/>
            <a:chExt cx="300900" cy="300875"/>
          </a:xfrm>
        </p:grpSpPr>
        <p:sp>
          <p:nvSpPr>
            <p:cNvPr id="12877" name="Google Shape;12877;p144"/>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44"/>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44"/>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0" name="Google Shape;12880;p144"/>
          <p:cNvSpPr/>
          <p:nvPr/>
        </p:nvSpPr>
        <p:spPr>
          <a:xfrm>
            <a:off x="1739586" y="15317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1" name="Google Shape;12881;p144"/>
          <p:cNvGrpSpPr/>
          <p:nvPr/>
        </p:nvGrpSpPr>
        <p:grpSpPr>
          <a:xfrm>
            <a:off x="1735816" y="1987336"/>
            <a:ext cx="359154" cy="357424"/>
            <a:chOff x="-49786250" y="2316650"/>
            <a:chExt cx="300900" cy="299450"/>
          </a:xfrm>
        </p:grpSpPr>
        <p:sp>
          <p:nvSpPr>
            <p:cNvPr id="12882" name="Google Shape;12882;p144"/>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44"/>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44"/>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44"/>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44"/>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44"/>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44"/>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9" name="Google Shape;12889;p144"/>
          <p:cNvSpPr/>
          <p:nvPr/>
        </p:nvSpPr>
        <p:spPr>
          <a:xfrm>
            <a:off x="1731604" y="24338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44"/>
          <p:cNvSpPr/>
          <p:nvPr/>
        </p:nvSpPr>
        <p:spPr>
          <a:xfrm>
            <a:off x="3971472" y="15634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1" name="Google Shape;12891;p144"/>
          <p:cNvGrpSpPr/>
          <p:nvPr/>
        </p:nvGrpSpPr>
        <p:grpSpPr>
          <a:xfrm>
            <a:off x="4033144" y="2017593"/>
            <a:ext cx="230365" cy="359124"/>
            <a:chOff x="-47842400" y="2342000"/>
            <a:chExt cx="193000" cy="300875"/>
          </a:xfrm>
        </p:grpSpPr>
        <p:sp>
          <p:nvSpPr>
            <p:cNvPr id="12892" name="Google Shape;12892;p144"/>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44"/>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44"/>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5" name="Google Shape;12895;p144"/>
          <p:cNvGrpSpPr/>
          <p:nvPr/>
        </p:nvGrpSpPr>
        <p:grpSpPr>
          <a:xfrm>
            <a:off x="3969212" y="2465052"/>
            <a:ext cx="358229" cy="359154"/>
            <a:chOff x="-47896750" y="2710600"/>
            <a:chExt cx="300125" cy="300900"/>
          </a:xfrm>
        </p:grpSpPr>
        <p:sp>
          <p:nvSpPr>
            <p:cNvPr id="12896" name="Google Shape;12896;p144"/>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44"/>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44"/>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44"/>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44"/>
          <p:cNvGrpSpPr/>
          <p:nvPr/>
        </p:nvGrpSpPr>
        <p:grpSpPr>
          <a:xfrm>
            <a:off x="2624852" y="2938609"/>
            <a:ext cx="359154" cy="314991"/>
            <a:chOff x="-46033225" y="1982825"/>
            <a:chExt cx="300900" cy="263900"/>
          </a:xfrm>
        </p:grpSpPr>
        <p:sp>
          <p:nvSpPr>
            <p:cNvPr id="12901" name="Google Shape;12901;p144"/>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44"/>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44"/>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4" name="Google Shape;12904;p144"/>
          <p:cNvGrpSpPr/>
          <p:nvPr/>
        </p:nvGrpSpPr>
        <p:grpSpPr>
          <a:xfrm>
            <a:off x="2621569" y="3365866"/>
            <a:ext cx="365719" cy="326151"/>
            <a:chOff x="-46034000" y="2334500"/>
            <a:chExt cx="306400" cy="273250"/>
          </a:xfrm>
        </p:grpSpPr>
        <p:sp>
          <p:nvSpPr>
            <p:cNvPr id="12905" name="Google Shape;12905;p144"/>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44"/>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44"/>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8" name="Google Shape;12908;p144"/>
          <p:cNvGrpSpPr/>
          <p:nvPr/>
        </p:nvGrpSpPr>
        <p:grpSpPr>
          <a:xfrm>
            <a:off x="2667627" y="3820255"/>
            <a:ext cx="273603" cy="356439"/>
            <a:chOff x="-45998575" y="2702625"/>
            <a:chExt cx="229225" cy="298625"/>
          </a:xfrm>
        </p:grpSpPr>
        <p:sp>
          <p:nvSpPr>
            <p:cNvPr id="12909" name="Google Shape;12909;p144"/>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44"/>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44"/>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44"/>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44"/>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44"/>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44"/>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6" name="Google Shape;12916;p144"/>
          <p:cNvSpPr/>
          <p:nvPr/>
        </p:nvSpPr>
        <p:spPr>
          <a:xfrm>
            <a:off x="3986479" y="38413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44"/>
          <p:cNvSpPr/>
          <p:nvPr/>
        </p:nvSpPr>
        <p:spPr>
          <a:xfrm>
            <a:off x="2183447" y="15417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8" name="Google Shape;12918;p144"/>
          <p:cNvGrpSpPr/>
          <p:nvPr/>
        </p:nvGrpSpPr>
        <p:grpSpPr>
          <a:xfrm>
            <a:off x="2203197" y="2434019"/>
            <a:ext cx="314961" cy="361034"/>
            <a:chOff x="-49398750" y="2684600"/>
            <a:chExt cx="263875" cy="302475"/>
          </a:xfrm>
        </p:grpSpPr>
        <p:sp>
          <p:nvSpPr>
            <p:cNvPr id="12919" name="Google Shape;12919;p144"/>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44"/>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44"/>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144"/>
          <p:cNvGrpSpPr/>
          <p:nvPr/>
        </p:nvGrpSpPr>
        <p:grpSpPr>
          <a:xfrm>
            <a:off x="873121" y="2928284"/>
            <a:ext cx="314006" cy="359154"/>
            <a:chOff x="-47509225" y="1974175"/>
            <a:chExt cx="263075" cy="300900"/>
          </a:xfrm>
        </p:grpSpPr>
        <p:sp>
          <p:nvSpPr>
            <p:cNvPr id="12923" name="Google Shape;12923;p144"/>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44"/>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44"/>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44"/>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44"/>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8" name="Google Shape;12928;p144"/>
          <p:cNvGrpSpPr/>
          <p:nvPr/>
        </p:nvGrpSpPr>
        <p:grpSpPr>
          <a:xfrm>
            <a:off x="849622" y="3374818"/>
            <a:ext cx="361004" cy="357961"/>
            <a:chOff x="-47529700" y="2342000"/>
            <a:chExt cx="302450" cy="299900"/>
          </a:xfrm>
        </p:grpSpPr>
        <p:sp>
          <p:nvSpPr>
            <p:cNvPr id="12929" name="Google Shape;12929;p144"/>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44"/>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144"/>
          <p:cNvGrpSpPr/>
          <p:nvPr/>
        </p:nvGrpSpPr>
        <p:grpSpPr>
          <a:xfrm>
            <a:off x="851025" y="3873967"/>
            <a:ext cx="358199" cy="272648"/>
            <a:chOff x="-47527350" y="2747625"/>
            <a:chExt cx="300100" cy="228425"/>
          </a:xfrm>
        </p:grpSpPr>
        <p:sp>
          <p:nvSpPr>
            <p:cNvPr id="12932" name="Google Shape;12932;p144"/>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44"/>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44"/>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44"/>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144"/>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44"/>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38" name="Google Shape;12938;p144"/>
          <p:cNvSpPr/>
          <p:nvPr/>
        </p:nvSpPr>
        <p:spPr>
          <a:xfrm>
            <a:off x="3077474" y="29156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39" name="Google Shape;12939;p144"/>
          <p:cNvGrpSpPr/>
          <p:nvPr/>
        </p:nvGrpSpPr>
        <p:grpSpPr>
          <a:xfrm>
            <a:off x="3073924" y="3387022"/>
            <a:ext cx="358229" cy="314961"/>
            <a:chOff x="-45664625" y="2352225"/>
            <a:chExt cx="300125" cy="263875"/>
          </a:xfrm>
        </p:grpSpPr>
        <p:sp>
          <p:nvSpPr>
            <p:cNvPr id="12940" name="Google Shape;12940;p144"/>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44"/>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44"/>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44"/>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44"/>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44"/>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44"/>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144"/>
          <p:cNvGrpSpPr/>
          <p:nvPr/>
        </p:nvGrpSpPr>
        <p:grpSpPr>
          <a:xfrm>
            <a:off x="3073103" y="3821001"/>
            <a:ext cx="359870" cy="357573"/>
            <a:chOff x="-45665400" y="2703250"/>
            <a:chExt cx="301500" cy="299575"/>
          </a:xfrm>
        </p:grpSpPr>
        <p:sp>
          <p:nvSpPr>
            <p:cNvPr id="12948" name="Google Shape;12948;p144"/>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44"/>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44"/>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44"/>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144"/>
          <p:cNvGrpSpPr/>
          <p:nvPr/>
        </p:nvGrpSpPr>
        <p:grpSpPr>
          <a:xfrm>
            <a:off x="2174760" y="4261937"/>
            <a:ext cx="359154" cy="360109"/>
            <a:chOff x="-44528075" y="1982825"/>
            <a:chExt cx="300900" cy="301700"/>
          </a:xfrm>
        </p:grpSpPr>
        <p:sp>
          <p:nvSpPr>
            <p:cNvPr id="12953" name="Google Shape;12953;p144"/>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44"/>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44"/>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44"/>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44"/>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44"/>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44"/>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60" name="Google Shape;12960;p144"/>
          <p:cNvSpPr/>
          <p:nvPr/>
        </p:nvSpPr>
        <p:spPr>
          <a:xfrm>
            <a:off x="2628711" y="15314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61" name="Google Shape;12961;p144"/>
          <p:cNvGrpSpPr/>
          <p:nvPr/>
        </p:nvGrpSpPr>
        <p:grpSpPr>
          <a:xfrm>
            <a:off x="2625923" y="1987485"/>
            <a:ext cx="358199" cy="358229"/>
            <a:chOff x="-49048250" y="2316775"/>
            <a:chExt cx="300100" cy="300125"/>
          </a:xfrm>
        </p:grpSpPr>
        <p:sp>
          <p:nvSpPr>
            <p:cNvPr id="12962" name="Google Shape;12962;p144"/>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44"/>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44"/>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44"/>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66" name="Google Shape;12966;p144"/>
          <p:cNvSpPr/>
          <p:nvPr/>
        </p:nvSpPr>
        <p:spPr>
          <a:xfrm>
            <a:off x="2627309" y="24351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67" name="Google Shape;12967;p144"/>
          <p:cNvGrpSpPr/>
          <p:nvPr/>
        </p:nvGrpSpPr>
        <p:grpSpPr>
          <a:xfrm>
            <a:off x="1290494" y="2928284"/>
            <a:ext cx="360109" cy="358199"/>
            <a:chOff x="-47160325" y="1974175"/>
            <a:chExt cx="301700" cy="300100"/>
          </a:xfrm>
        </p:grpSpPr>
        <p:sp>
          <p:nvSpPr>
            <p:cNvPr id="12968" name="Google Shape;12968;p144"/>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44"/>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144"/>
          <p:cNvGrpSpPr/>
          <p:nvPr/>
        </p:nvGrpSpPr>
        <p:grpSpPr>
          <a:xfrm>
            <a:off x="1290971" y="3374818"/>
            <a:ext cx="359154" cy="359124"/>
            <a:chOff x="-47159525" y="2342000"/>
            <a:chExt cx="300900" cy="300875"/>
          </a:xfrm>
        </p:grpSpPr>
        <p:sp>
          <p:nvSpPr>
            <p:cNvPr id="12971" name="Google Shape;12971;p144"/>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44"/>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44"/>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44"/>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44"/>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6" name="Google Shape;12976;p144"/>
          <p:cNvGrpSpPr/>
          <p:nvPr/>
        </p:nvGrpSpPr>
        <p:grpSpPr>
          <a:xfrm>
            <a:off x="1291448" y="3831654"/>
            <a:ext cx="358199" cy="359154"/>
            <a:chOff x="-47157950" y="2712175"/>
            <a:chExt cx="300100" cy="300900"/>
          </a:xfrm>
        </p:grpSpPr>
        <p:sp>
          <p:nvSpPr>
            <p:cNvPr id="12977" name="Google Shape;12977;p144"/>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44"/>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44"/>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44"/>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44"/>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44"/>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44"/>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84" name="Google Shape;12984;p144"/>
          <p:cNvSpPr/>
          <p:nvPr/>
        </p:nvSpPr>
        <p:spPr>
          <a:xfrm>
            <a:off x="3538211" y="29178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85" name="Google Shape;12985;p144"/>
          <p:cNvGrpSpPr/>
          <p:nvPr/>
        </p:nvGrpSpPr>
        <p:grpSpPr>
          <a:xfrm>
            <a:off x="3535175" y="3364463"/>
            <a:ext cx="315886" cy="358199"/>
            <a:chOff x="-45278675" y="2333325"/>
            <a:chExt cx="264650" cy="300100"/>
          </a:xfrm>
        </p:grpSpPr>
        <p:sp>
          <p:nvSpPr>
            <p:cNvPr id="12986" name="Google Shape;12986;p144"/>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44"/>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44"/>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44"/>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0" name="Google Shape;12990;p144"/>
          <p:cNvGrpSpPr/>
          <p:nvPr/>
        </p:nvGrpSpPr>
        <p:grpSpPr>
          <a:xfrm>
            <a:off x="3545500" y="3819420"/>
            <a:ext cx="295237" cy="358229"/>
            <a:chOff x="-45270025" y="2701925"/>
            <a:chExt cx="247350" cy="300125"/>
          </a:xfrm>
        </p:grpSpPr>
        <p:sp>
          <p:nvSpPr>
            <p:cNvPr id="12991" name="Google Shape;12991;p144"/>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44"/>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44"/>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44"/>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5" name="Google Shape;12995;p144"/>
          <p:cNvSpPr/>
          <p:nvPr/>
        </p:nvSpPr>
        <p:spPr>
          <a:xfrm>
            <a:off x="2628699" y="42899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6" name="Google Shape;12996;p144"/>
          <p:cNvGrpSpPr/>
          <p:nvPr/>
        </p:nvGrpSpPr>
        <p:grpSpPr>
          <a:xfrm>
            <a:off x="2209567" y="1972337"/>
            <a:ext cx="307444" cy="366556"/>
            <a:chOff x="2209567" y="1972337"/>
            <a:chExt cx="307444" cy="366556"/>
          </a:xfrm>
        </p:grpSpPr>
        <p:sp>
          <p:nvSpPr>
            <p:cNvPr id="12997" name="Google Shape;12997;p144"/>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44"/>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44"/>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0" name="Google Shape;13000;p144"/>
            <p:cNvGrpSpPr/>
            <p:nvPr/>
          </p:nvGrpSpPr>
          <p:grpSpPr>
            <a:xfrm>
              <a:off x="2209567" y="2078266"/>
              <a:ext cx="307444" cy="260626"/>
              <a:chOff x="1636184" y="2959225"/>
              <a:chExt cx="232666" cy="197250"/>
            </a:xfrm>
          </p:grpSpPr>
          <p:sp>
            <p:nvSpPr>
              <p:cNvPr id="13001" name="Google Shape;13001;p144"/>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44"/>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44"/>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13004" name="Google Shape;13004;p144"/>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grpSp>
        <p:nvGrpSpPr>
          <p:cNvPr id="13005" name="Google Shape;13005;p144"/>
          <p:cNvGrpSpPr/>
          <p:nvPr/>
        </p:nvGrpSpPr>
        <p:grpSpPr>
          <a:xfrm>
            <a:off x="3577265" y="2463611"/>
            <a:ext cx="258542" cy="365154"/>
            <a:chOff x="-47300587" y="123275"/>
            <a:chExt cx="190975" cy="269725"/>
          </a:xfrm>
        </p:grpSpPr>
        <p:sp>
          <p:nvSpPr>
            <p:cNvPr id="13006" name="Google Shape;13006;p144"/>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44"/>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44"/>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44"/>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44"/>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1" name="Google Shape;13011;p144"/>
          <p:cNvGrpSpPr/>
          <p:nvPr/>
        </p:nvGrpSpPr>
        <p:grpSpPr>
          <a:xfrm>
            <a:off x="4870788" y="1532801"/>
            <a:ext cx="342328" cy="339793"/>
            <a:chOff x="-13966675" y="1639700"/>
            <a:chExt cx="354450" cy="351825"/>
          </a:xfrm>
        </p:grpSpPr>
        <p:sp>
          <p:nvSpPr>
            <p:cNvPr id="13012" name="Google Shape;13012;p144"/>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44"/>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44"/>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44"/>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44"/>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7" name="Google Shape;13017;p144"/>
          <p:cNvSpPr/>
          <p:nvPr/>
        </p:nvSpPr>
        <p:spPr>
          <a:xfrm>
            <a:off x="4871549" y="19397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44"/>
          <p:cNvSpPr/>
          <p:nvPr/>
        </p:nvSpPr>
        <p:spPr>
          <a:xfrm>
            <a:off x="4932020" y="23494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9" name="Google Shape;13019;p144"/>
          <p:cNvGrpSpPr/>
          <p:nvPr/>
        </p:nvGrpSpPr>
        <p:grpSpPr>
          <a:xfrm>
            <a:off x="6667277" y="1532487"/>
            <a:ext cx="340034" cy="340420"/>
            <a:chOff x="-12199250" y="1662675"/>
            <a:chExt cx="352075" cy="352475"/>
          </a:xfrm>
        </p:grpSpPr>
        <p:sp>
          <p:nvSpPr>
            <p:cNvPr id="13020" name="Google Shape;13020;p144"/>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44"/>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44"/>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3" name="Google Shape;13023;p144"/>
          <p:cNvGrpSpPr/>
          <p:nvPr/>
        </p:nvGrpSpPr>
        <p:grpSpPr>
          <a:xfrm>
            <a:off x="6666130" y="1939354"/>
            <a:ext cx="342328" cy="342328"/>
            <a:chOff x="-12199250" y="2096250"/>
            <a:chExt cx="354450" cy="354450"/>
          </a:xfrm>
        </p:grpSpPr>
        <p:sp>
          <p:nvSpPr>
            <p:cNvPr id="13024" name="Google Shape;13024;p144"/>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44"/>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6" name="Google Shape;13026;p144"/>
          <p:cNvGrpSpPr/>
          <p:nvPr/>
        </p:nvGrpSpPr>
        <p:grpSpPr>
          <a:xfrm>
            <a:off x="6667277" y="2348308"/>
            <a:ext cx="340034" cy="341579"/>
            <a:chOff x="-12199250" y="2530225"/>
            <a:chExt cx="352075" cy="353675"/>
          </a:xfrm>
        </p:grpSpPr>
        <p:sp>
          <p:nvSpPr>
            <p:cNvPr id="13027" name="Google Shape;13027;p144"/>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44"/>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44"/>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44"/>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31" name="Google Shape;13031;p144"/>
          <p:cNvSpPr/>
          <p:nvPr/>
        </p:nvSpPr>
        <p:spPr>
          <a:xfrm>
            <a:off x="4871163" y="27790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2" name="Google Shape;13032;p144"/>
          <p:cNvGrpSpPr/>
          <p:nvPr/>
        </p:nvGrpSpPr>
        <p:grpSpPr>
          <a:xfrm>
            <a:off x="4870788" y="3188088"/>
            <a:ext cx="342328" cy="339310"/>
            <a:chOff x="-10462550" y="2057650"/>
            <a:chExt cx="354450" cy="351325"/>
          </a:xfrm>
        </p:grpSpPr>
        <p:sp>
          <p:nvSpPr>
            <p:cNvPr id="13033" name="Google Shape;13033;p144"/>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44"/>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35" name="Google Shape;13035;p144"/>
          <p:cNvSpPr/>
          <p:nvPr/>
        </p:nvSpPr>
        <p:spPr>
          <a:xfrm>
            <a:off x="7591624" y="28055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6" name="Google Shape;13036;p144"/>
          <p:cNvGrpSpPr/>
          <p:nvPr/>
        </p:nvGrpSpPr>
        <p:grpSpPr>
          <a:xfrm>
            <a:off x="6649772" y="2779651"/>
            <a:ext cx="375044" cy="340541"/>
            <a:chOff x="-8692750" y="1622100"/>
            <a:chExt cx="388325" cy="352600"/>
          </a:xfrm>
        </p:grpSpPr>
        <p:sp>
          <p:nvSpPr>
            <p:cNvPr id="13037" name="Google Shape;13037;p144"/>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44"/>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9" name="Google Shape;13039;p144"/>
          <p:cNvGrpSpPr/>
          <p:nvPr/>
        </p:nvGrpSpPr>
        <p:grpSpPr>
          <a:xfrm>
            <a:off x="5304253" y="1531907"/>
            <a:ext cx="341555" cy="341579"/>
            <a:chOff x="-13529550" y="1639425"/>
            <a:chExt cx="353650" cy="353675"/>
          </a:xfrm>
        </p:grpSpPr>
        <p:sp>
          <p:nvSpPr>
            <p:cNvPr id="13040" name="Google Shape;13040;p144"/>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44"/>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44"/>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44"/>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44"/>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44"/>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44"/>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44"/>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8" name="Google Shape;13048;p144"/>
          <p:cNvGrpSpPr/>
          <p:nvPr/>
        </p:nvGrpSpPr>
        <p:grpSpPr>
          <a:xfrm>
            <a:off x="5303106" y="1940489"/>
            <a:ext cx="343849" cy="340058"/>
            <a:chOff x="-13531925" y="2075775"/>
            <a:chExt cx="356025" cy="352100"/>
          </a:xfrm>
        </p:grpSpPr>
        <p:sp>
          <p:nvSpPr>
            <p:cNvPr id="13049" name="Google Shape;13049;p144"/>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44"/>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144"/>
          <p:cNvGrpSpPr/>
          <p:nvPr/>
        </p:nvGrpSpPr>
        <p:grpSpPr>
          <a:xfrm>
            <a:off x="5304627" y="2348694"/>
            <a:ext cx="340807" cy="340807"/>
            <a:chOff x="-13528775" y="2507400"/>
            <a:chExt cx="352875" cy="352875"/>
          </a:xfrm>
        </p:grpSpPr>
        <p:sp>
          <p:nvSpPr>
            <p:cNvPr id="13052" name="Google Shape;13052;p144"/>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44"/>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44"/>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144"/>
          <p:cNvSpPr/>
          <p:nvPr/>
        </p:nvSpPr>
        <p:spPr>
          <a:xfrm>
            <a:off x="7123388" y="15631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44"/>
          <p:cNvSpPr/>
          <p:nvPr/>
        </p:nvSpPr>
        <p:spPr>
          <a:xfrm>
            <a:off x="7123014" y="19402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7" name="Google Shape;13057;p144"/>
          <p:cNvGrpSpPr/>
          <p:nvPr/>
        </p:nvGrpSpPr>
        <p:grpSpPr>
          <a:xfrm>
            <a:off x="7140133" y="2348308"/>
            <a:ext cx="308090" cy="341579"/>
            <a:chOff x="-11747150" y="2530225"/>
            <a:chExt cx="319000" cy="353675"/>
          </a:xfrm>
        </p:grpSpPr>
        <p:sp>
          <p:nvSpPr>
            <p:cNvPr id="13058" name="Google Shape;13058;p144"/>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44"/>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0" name="Google Shape;13060;p144"/>
          <p:cNvGrpSpPr/>
          <p:nvPr/>
        </p:nvGrpSpPr>
        <p:grpSpPr>
          <a:xfrm>
            <a:off x="5304627" y="2779519"/>
            <a:ext cx="340807" cy="340807"/>
            <a:chOff x="-10027775" y="1622900"/>
            <a:chExt cx="352875" cy="352875"/>
          </a:xfrm>
        </p:grpSpPr>
        <p:sp>
          <p:nvSpPr>
            <p:cNvPr id="13061" name="Google Shape;13061;p144"/>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44"/>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44"/>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44"/>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44"/>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44"/>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7" name="Google Shape;13067;p144"/>
          <p:cNvSpPr/>
          <p:nvPr/>
        </p:nvSpPr>
        <p:spPr>
          <a:xfrm>
            <a:off x="5311472" y="31868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8" name="Google Shape;13068;p144"/>
          <p:cNvGrpSpPr/>
          <p:nvPr/>
        </p:nvGrpSpPr>
        <p:grpSpPr>
          <a:xfrm>
            <a:off x="8031595" y="2805183"/>
            <a:ext cx="322553" cy="342328"/>
            <a:chOff x="-10019125" y="2490075"/>
            <a:chExt cx="333975" cy="354450"/>
          </a:xfrm>
        </p:grpSpPr>
        <p:sp>
          <p:nvSpPr>
            <p:cNvPr id="13069" name="Google Shape;13069;p144"/>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44"/>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44"/>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44"/>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3" name="Google Shape;13073;p144"/>
          <p:cNvGrpSpPr/>
          <p:nvPr/>
        </p:nvGrpSpPr>
        <p:grpSpPr>
          <a:xfrm>
            <a:off x="6661180" y="3186193"/>
            <a:ext cx="352227" cy="343100"/>
            <a:chOff x="-8684100" y="2032450"/>
            <a:chExt cx="364700" cy="355250"/>
          </a:xfrm>
        </p:grpSpPr>
        <p:sp>
          <p:nvSpPr>
            <p:cNvPr id="13074" name="Google Shape;13074;p144"/>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44"/>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44"/>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77" name="Google Shape;13077;p144"/>
          <p:cNvSpPr/>
          <p:nvPr/>
        </p:nvSpPr>
        <p:spPr>
          <a:xfrm>
            <a:off x="5773709" y="15322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78" name="Google Shape;13078;p144"/>
          <p:cNvGrpSpPr/>
          <p:nvPr/>
        </p:nvGrpSpPr>
        <p:grpSpPr>
          <a:xfrm>
            <a:off x="5752039" y="1939656"/>
            <a:ext cx="343849" cy="341724"/>
            <a:chOff x="-13095575" y="2073400"/>
            <a:chExt cx="356025" cy="353825"/>
          </a:xfrm>
        </p:grpSpPr>
        <p:sp>
          <p:nvSpPr>
            <p:cNvPr id="13079" name="Google Shape;13079;p144"/>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44"/>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44"/>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44"/>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44"/>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44"/>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44"/>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44"/>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7" name="Google Shape;13087;p144"/>
          <p:cNvSpPr/>
          <p:nvPr/>
        </p:nvSpPr>
        <p:spPr>
          <a:xfrm>
            <a:off x="5753174" y="23486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8" name="Google Shape;13088;p144"/>
          <p:cNvGrpSpPr/>
          <p:nvPr/>
        </p:nvGrpSpPr>
        <p:grpSpPr>
          <a:xfrm>
            <a:off x="7576787" y="1531485"/>
            <a:ext cx="343100" cy="342424"/>
            <a:chOff x="-11332875" y="1660700"/>
            <a:chExt cx="355250" cy="354550"/>
          </a:xfrm>
        </p:grpSpPr>
        <p:sp>
          <p:nvSpPr>
            <p:cNvPr id="13089" name="Google Shape;13089;p144"/>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44"/>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44"/>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44"/>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93" name="Google Shape;13093;p144"/>
          <p:cNvSpPr/>
          <p:nvPr/>
        </p:nvSpPr>
        <p:spPr>
          <a:xfrm>
            <a:off x="7575652" y="19408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44"/>
          <p:cNvSpPr/>
          <p:nvPr/>
        </p:nvSpPr>
        <p:spPr>
          <a:xfrm>
            <a:off x="7576413" y="23696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95" name="Google Shape;13095;p144"/>
          <p:cNvGrpSpPr/>
          <p:nvPr/>
        </p:nvGrpSpPr>
        <p:grpSpPr>
          <a:xfrm>
            <a:off x="5774096" y="2777997"/>
            <a:ext cx="299736" cy="343849"/>
            <a:chOff x="-9570950" y="1622100"/>
            <a:chExt cx="310350" cy="356025"/>
          </a:xfrm>
        </p:grpSpPr>
        <p:sp>
          <p:nvSpPr>
            <p:cNvPr id="13096" name="Google Shape;13096;p144"/>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44"/>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8" name="Google Shape;13098;p144"/>
          <p:cNvGrpSpPr/>
          <p:nvPr/>
        </p:nvGrpSpPr>
        <p:grpSpPr>
          <a:xfrm>
            <a:off x="5752800" y="3186953"/>
            <a:ext cx="342328" cy="341579"/>
            <a:chOff x="-9594575" y="2056875"/>
            <a:chExt cx="354450" cy="353675"/>
          </a:xfrm>
        </p:grpSpPr>
        <p:sp>
          <p:nvSpPr>
            <p:cNvPr id="13099" name="Google Shape;13099;p144"/>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44"/>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44"/>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02" name="Google Shape;13102;p144"/>
          <p:cNvSpPr/>
          <p:nvPr/>
        </p:nvSpPr>
        <p:spPr>
          <a:xfrm>
            <a:off x="7123002" y="32173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03" name="Google Shape;13103;p144"/>
          <p:cNvGrpSpPr/>
          <p:nvPr/>
        </p:nvGrpSpPr>
        <p:grpSpPr>
          <a:xfrm>
            <a:off x="6208482" y="1532293"/>
            <a:ext cx="342328" cy="340807"/>
            <a:chOff x="-12661600" y="1640225"/>
            <a:chExt cx="354450" cy="352875"/>
          </a:xfrm>
        </p:grpSpPr>
        <p:sp>
          <p:nvSpPr>
            <p:cNvPr id="13104" name="Google Shape;13104;p144"/>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44"/>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44"/>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7" name="Google Shape;13107;p144"/>
          <p:cNvGrpSpPr/>
          <p:nvPr/>
        </p:nvGrpSpPr>
        <p:grpSpPr>
          <a:xfrm>
            <a:off x="6208857" y="1960831"/>
            <a:ext cx="341579" cy="299374"/>
            <a:chOff x="-12660025" y="2096250"/>
            <a:chExt cx="353675" cy="309975"/>
          </a:xfrm>
        </p:grpSpPr>
        <p:sp>
          <p:nvSpPr>
            <p:cNvPr id="13108" name="Google Shape;13108;p144"/>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44"/>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44"/>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44"/>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44"/>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44"/>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4" name="Google Shape;13114;p144"/>
          <p:cNvGrpSpPr/>
          <p:nvPr/>
        </p:nvGrpSpPr>
        <p:grpSpPr>
          <a:xfrm>
            <a:off x="6207335" y="2348127"/>
            <a:ext cx="344622" cy="341941"/>
            <a:chOff x="-12663175" y="2506800"/>
            <a:chExt cx="356825" cy="354050"/>
          </a:xfrm>
        </p:grpSpPr>
        <p:sp>
          <p:nvSpPr>
            <p:cNvPr id="13115" name="Google Shape;13115;p144"/>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44"/>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44"/>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44"/>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144"/>
          <p:cNvGrpSpPr/>
          <p:nvPr/>
        </p:nvGrpSpPr>
        <p:grpSpPr>
          <a:xfrm>
            <a:off x="8022468" y="1531907"/>
            <a:ext cx="340807" cy="341579"/>
            <a:chOff x="-10896525" y="1663050"/>
            <a:chExt cx="352875" cy="353675"/>
          </a:xfrm>
        </p:grpSpPr>
        <p:sp>
          <p:nvSpPr>
            <p:cNvPr id="13120" name="Google Shape;13120;p144"/>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44"/>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2" name="Google Shape;13122;p144"/>
          <p:cNvSpPr/>
          <p:nvPr/>
        </p:nvSpPr>
        <p:spPr>
          <a:xfrm>
            <a:off x="8061643" y="19396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3" name="Google Shape;13123;p144"/>
          <p:cNvGrpSpPr/>
          <p:nvPr/>
        </p:nvGrpSpPr>
        <p:grpSpPr>
          <a:xfrm>
            <a:off x="8022082" y="2359342"/>
            <a:ext cx="341579" cy="319511"/>
            <a:chOff x="-10898100" y="2542050"/>
            <a:chExt cx="353675" cy="330825"/>
          </a:xfrm>
        </p:grpSpPr>
        <p:sp>
          <p:nvSpPr>
            <p:cNvPr id="13124" name="Google Shape;13124;p144"/>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44"/>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44"/>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44"/>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44"/>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144"/>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0" name="Google Shape;13130;p144"/>
          <p:cNvGrpSpPr/>
          <p:nvPr/>
        </p:nvGrpSpPr>
        <p:grpSpPr>
          <a:xfrm>
            <a:off x="6209617" y="2780207"/>
            <a:ext cx="340058" cy="339430"/>
            <a:chOff x="-9157450" y="1622750"/>
            <a:chExt cx="352100" cy="351450"/>
          </a:xfrm>
        </p:grpSpPr>
        <p:sp>
          <p:nvSpPr>
            <p:cNvPr id="13131" name="Google Shape;13131;p144"/>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44"/>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3" name="Google Shape;13133;p144"/>
          <p:cNvGrpSpPr/>
          <p:nvPr/>
        </p:nvGrpSpPr>
        <p:grpSpPr>
          <a:xfrm>
            <a:off x="6247658" y="3188474"/>
            <a:ext cx="263977" cy="338537"/>
            <a:chOff x="-9119650" y="2056875"/>
            <a:chExt cx="273325" cy="350525"/>
          </a:xfrm>
        </p:grpSpPr>
        <p:sp>
          <p:nvSpPr>
            <p:cNvPr id="13134" name="Google Shape;13134;p144"/>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44"/>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36" name="Google Shape;13136;p144"/>
          <p:cNvSpPr/>
          <p:nvPr/>
        </p:nvSpPr>
        <p:spPr>
          <a:xfrm>
            <a:off x="8022842" y="32173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44"/>
          <p:cNvSpPr/>
          <p:nvPr/>
        </p:nvSpPr>
        <p:spPr>
          <a:xfrm>
            <a:off x="7143562" y="27791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38" name="Google Shape;13138;p144"/>
          <p:cNvGrpSpPr/>
          <p:nvPr/>
        </p:nvGrpSpPr>
        <p:grpSpPr>
          <a:xfrm>
            <a:off x="7576790" y="3217879"/>
            <a:ext cx="343094" cy="341569"/>
            <a:chOff x="6001575" y="3119050"/>
            <a:chExt cx="315025" cy="313625"/>
          </a:xfrm>
        </p:grpSpPr>
        <p:sp>
          <p:nvSpPr>
            <p:cNvPr id="13139" name="Google Shape;13139;p144"/>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44"/>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3144"/>
        <p:cNvGrpSpPr/>
        <p:nvPr/>
      </p:nvGrpSpPr>
      <p:grpSpPr>
        <a:xfrm>
          <a:off x="0" y="0"/>
          <a:ext cx="0" cy="0"/>
          <a:chOff x="0" y="0"/>
          <a:chExt cx="0" cy="0"/>
        </a:xfrm>
      </p:grpSpPr>
      <p:sp>
        <p:nvSpPr>
          <p:cNvPr id="13145" name="Google Shape;13145;p145"/>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6" name="Google Shape;13146;p145"/>
          <p:cNvGrpSpPr/>
          <p:nvPr/>
        </p:nvGrpSpPr>
        <p:grpSpPr>
          <a:xfrm>
            <a:off x="845233" y="2273195"/>
            <a:ext cx="476329" cy="476213"/>
            <a:chOff x="-21298675" y="2414425"/>
            <a:chExt cx="306400" cy="306325"/>
          </a:xfrm>
        </p:grpSpPr>
        <p:sp>
          <p:nvSpPr>
            <p:cNvPr id="13147" name="Google Shape;13147;p145"/>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45"/>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45"/>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0" name="Google Shape;13150;p145"/>
          <p:cNvGrpSpPr/>
          <p:nvPr/>
        </p:nvGrpSpPr>
        <p:grpSpPr>
          <a:xfrm>
            <a:off x="844611" y="2865128"/>
            <a:ext cx="477573" cy="445432"/>
            <a:chOff x="-21299475" y="2798025"/>
            <a:chExt cx="307200" cy="286525"/>
          </a:xfrm>
        </p:grpSpPr>
        <p:sp>
          <p:nvSpPr>
            <p:cNvPr id="13151" name="Google Shape;13151;p145"/>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45"/>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45"/>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45"/>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45"/>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45"/>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45"/>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45"/>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45"/>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45"/>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45"/>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45"/>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63" name="Google Shape;13163;p145"/>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45"/>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45"/>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66" name="Google Shape;13166;p145"/>
          <p:cNvGrpSpPr/>
          <p:nvPr/>
        </p:nvGrpSpPr>
        <p:grpSpPr>
          <a:xfrm>
            <a:off x="6713966" y="1688917"/>
            <a:ext cx="413912" cy="472676"/>
            <a:chOff x="-17545650" y="2051350"/>
            <a:chExt cx="266250" cy="304050"/>
          </a:xfrm>
        </p:grpSpPr>
        <p:sp>
          <p:nvSpPr>
            <p:cNvPr id="13167" name="Google Shape;13167;p145"/>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45"/>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45"/>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45"/>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1" name="Google Shape;13171;p145"/>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2" name="Google Shape;13172;p145"/>
          <p:cNvGrpSpPr/>
          <p:nvPr/>
        </p:nvGrpSpPr>
        <p:grpSpPr>
          <a:xfrm>
            <a:off x="6684584" y="2865574"/>
            <a:ext cx="472676" cy="444538"/>
            <a:chOff x="-17565350" y="2809825"/>
            <a:chExt cx="304050" cy="285950"/>
          </a:xfrm>
        </p:grpSpPr>
        <p:sp>
          <p:nvSpPr>
            <p:cNvPr id="13173" name="Google Shape;13173;p145"/>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45"/>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45"/>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45"/>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45"/>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145"/>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45"/>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45"/>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1" name="Google Shape;13181;p145"/>
          <p:cNvGrpSpPr/>
          <p:nvPr/>
        </p:nvGrpSpPr>
        <p:grpSpPr>
          <a:xfrm>
            <a:off x="1457493" y="2850904"/>
            <a:ext cx="416283" cy="473881"/>
            <a:chOff x="-20904875" y="2788575"/>
            <a:chExt cx="267775" cy="304825"/>
          </a:xfrm>
        </p:grpSpPr>
        <p:sp>
          <p:nvSpPr>
            <p:cNvPr id="13182" name="Google Shape;13182;p145"/>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45"/>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4" name="Google Shape;13184;p145"/>
          <p:cNvGrpSpPr/>
          <p:nvPr/>
        </p:nvGrpSpPr>
        <p:grpSpPr>
          <a:xfrm>
            <a:off x="4397908" y="2275564"/>
            <a:ext cx="360045" cy="471471"/>
            <a:chOff x="-19006700" y="2434925"/>
            <a:chExt cx="231600" cy="303275"/>
          </a:xfrm>
        </p:grpSpPr>
        <p:sp>
          <p:nvSpPr>
            <p:cNvPr id="13185" name="Google Shape;13185;p145"/>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145"/>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145"/>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145"/>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9" name="Google Shape;13189;p145"/>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45"/>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1" name="Google Shape;13191;p145"/>
          <p:cNvGrpSpPr/>
          <p:nvPr/>
        </p:nvGrpSpPr>
        <p:grpSpPr>
          <a:xfrm>
            <a:off x="7276507" y="2289051"/>
            <a:ext cx="473881" cy="444499"/>
            <a:chOff x="-17190425" y="2435725"/>
            <a:chExt cx="304825" cy="285925"/>
          </a:xfrm>
        </p:grpSpPr>
        <p:sp>
          <p:nvSpPr>
            <p:cNvPr id="13192" name="Google Shape;13192;p145"/>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45"/>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45"/>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95" name="Google Shape;13195;p145"/>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6" name="Google Shape;13196;p145"/>
          <p:cNvGrpSpPr/>
          <p:nvPr/>
        </p:nvGrpSpPr>
        <p:grpSpPr>
          <a:xfrm>
            <a:off x="4931233" y="3444650"/>
            <a:ext cx="476329" cy="475086"/>
            <a:chOff x="-15719925" y="2416825"/>
            <a:chExt cx="306400" cy="305600"/>
          </a:xfrm>
        </p:grpSpPr>
        <p:sp>
          <p:nvSpPr>
            <p:cNvPr id="13197" name="Google Shape;13197;p145"/>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45"/>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45"/>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0" name="Google Shape;13200;p145"/>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45"/>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02" name="Google Shape;13202;p145"/>
          <p:cNvGrpSpPr/>
          <p:nvPr/>
        </p:nvGrpSpPr>
        <p:grpSpPr>
          <a:xfrm>
            <a:off x="2017527" y="2851506"/>
            <a:ext cx="479983" cy="472676"/>
            <a:chOff x="-20550425" y="2789350"/>
            <a:chExt cx="308750" cy="304050"/>
          </a:xfrm>
        </p:grpSpPr>
        <p:sp>
          <p:nvSpPr>
            <p:cNvPr id="13203" name="Google Shape;13203;p145"/>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45"/>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5" name="Google Shape;13205;p145"/>
          <p:cNvGrpSpPr/>
          <p:nvPr/>
        </p:nvGrpSpPr>
        <p:grpSpPr>
          <a:xfrm>
            <a:off x="4932894" y="1688158"/>
            <a:ext cx="473920" cy="474192"/>
            <a:chOff x="-18666450" y="2059825"/>
            <a:chExt cx="304850" cy="305025"/>
          </a:xfrm>
        </p:grpSpPr>
        <p:sp>
          <p:nvSpPr>
            <p:cNvPr id="13206" name="Google Shape;13206;p145"/>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45"/>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8" name="Google Shape;13208;p145"/>
          <p:cNvGrpSpPr/>
          <p:nvPr/>
        </p:nvGrpSpPr>
        <p:grpSpPr>
          <a:xfrm>
            <a:off x="4932292" y="2275584"/>
            <a:ext cx="475125" cy="471432"/>
            <a:chOff x="-18668025" y="2435725"/>
            <a:chExt cx="305625" cy="303250"/>
          </a:xfrm>
        </p:grpSpPr>
        <p:sp>
          <p:nvSpPr>
            <p:cNvPr id="13209" name="Google Shape;13209;p145"/>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45"/>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1" name="Google Shape;13211;p145"/>
          <p:cNvGrpSpPr/>
          <p:nvPr/>
        </p:nvGrpSpPr>
        <p:grpSpPr>
          <a:xfrm>
            <a:off x="4931689" y="2850902"/>
            <a:ext cx="476329" cy="473881"/>
            <a:chOff x="-18668800" y="2807475"/>
            <a:chExt cx="306400" cy="304825"/>
          </a:xfrm>
        </p:grpSpPr>
        <p:sp>
          <p:nvSpPr>
            <p:cNvPr id="13212" name="Google Shape;13212;p145"/>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45"/>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45"/>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45"/>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45"/>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45"/>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45"/>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45"/>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45"/>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1" name="Google Shape;13221;p145"/>
          <p:cNvGrpSpPr/>
          <p:nvPr/>
        </p:nvGrpSpPr>
        <p:grpSpPr>
          <a:xfrm>
            <a:off x="7885658" y="1687693"/>
            <a:ext cx="416361" cy="475125"/>
            <a:chOff x="-16798200" y="2050575"/>
            <a:chExt cx="267825" cy="305625"/>
          </a:xfrm>
        </p:grpSpPr>
        <p:sp>
          <p:nvSpPr>
            <p:cNvPr id="13222" name="Google Shape;13222;p145"/>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45"/>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45"/>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5" name="Google Shape;13225;p145"/>
          <p:cNvGrpSpPr/>
          <p:nvPr/>
        </p:nvGrpSpPr>
        <p:grpSpPr>
          <a:xfrm>
            <a:off x="7856276" y="2852127"/>
            <a:ext cx="475125" cy="471432"/>
            <a:chOff x="-16817100" y="2801175"/>
            <a:chExt cx="305625" cy="303250"/>
          </a:xfrm>
        </p:grpSpPr>
        <p:sp>
          <p:nvSpPr>
            <p:cNvPr id="13226" name="Google Shape;13226;p145"/>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45"/>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45"/>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45"/>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45"/>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45"/>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45"/>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45"/>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4" name="Google Shape;13234;p145"/>
          <p:cNvGrpSpPr/>
          <p:nvPr/>
        </p:nvGrpSpPr>
        <p:grpSpPr>
          <a:xfrm>
            <a:off x="7263396" y="3444614"/>
            <a:ext cx="476329" cy="475125"/>
            <a:chOff x="-15717575" y="2786200"/>
            <a:chExt cx="306400" cy="305625"/>
          </a:xfrm>
        </p:grpSpPr>
        <p:sp>
          <p:nvSpPr>
            <p:cNvPr id="13235" name="Google Shape;13235;p145"/>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45"/>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45"/>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45"/>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45"/>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45"/>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45"/>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145"/>
          <p:cNvGrpSpPr/>
          <p:nvPr/>
        </p:nvGrpSpPr>
        <p:grpSpPr>
          <a:xfrm>
            <a:off x="2600969" y="1688296"/>
            <a:ext cx="475125" cy="473920"/>
            <a:chOff x="-20173175" y="2038750"/>
            <a:chExt cx="305625" cy="304850"/>
          </a:xfrm>
        </p:grpSpPr>
        <p:sp>
          <p:nvSpPr>
            <p:cNvPr id="13243" name="Google Shape;13243;p145"/>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45"/>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145"/>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145"/>
          <p:cNvGrpSpPr/>
          <p:nvPr/>
        </p:nvGrpSpPr>
        <p:grpSpPr>
          <a:xfrm>
            <a:off x="2602193" y="2850282"/>
            <a:ext cx="472676" cy="475125"/>
            <a:chOff x="-20173175" y="2787775"/>
            <a:chExt cx="304050" cy="305625"/>
          </a:xfrm>
        </p:grpSpPr>
        <p:sp>
          <p:nvSpPr>
            <p:cNvPr id="13247" name="Google Shape;13247;p145"/>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45"/>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45"/>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45"/>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45"/>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45"/>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45"/>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4" name="Google Shape;13254;p145"/>
          <p:cNvGrpSpPr/>
          <p:nvPr/>
        </p:nvGrpSpPr>
        <p:grpSpPr>
          <a:xfrm>
            <a:off x="5527177" y="2275564"/>
            <a:ext cx="473881" cy="471471"/>
            <a:chOff x="-18294675" y="2434925"/>
            <a:chExt cx="304825" cy="303275"/>
          </a:xfrm>
        </p:grpSpPr>
        <p:sp>
          <p:nvSpPr>
            <p:cNvPr id="13255" name="Google Shape;13255;p145"/>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45"/>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45"/>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8" name="Google Shape;13258;p145"/>
          <p:cNvGrpSpPr/>
          <p:nvPr/>
        </p:nvGrpSpPr>
        <p:grpSpPr>
          <a:xfrm>
            <a:off x="5583492" y="2852107"/>
            <a:ext cx="361250" cy="471471"/>
            <a:chOff x="-18258450" y="2809825"/>
            <a:chExt cx="232375" cy="303275"/>
          </a:xfrm>
        </p:grpSpPr>
        <p:sp>
          <p:nvSpPr>
            <p:cNvPr id="13259" name="Google Shape;13259;p145"/>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45"/>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45"/>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62" name="Google Shape;13262;p145"/>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63" name="Google Shape;13263;p145"/>
          <p:cNvGrpSpPr/>
          <p:nvPr/>
        </p:nvGrpSpPr>
        <p:grpSpPr>
          <a:xfrm>
            <a:off x="3793692" y="3445233"/>
            <a:ext cx="415117" cy="473920"/>
            <a:chOff x="-16422500" y="2425450"/>
            <a:chExt cx="267025" cy="304850"/>
          </a:xfrm>
        </p:grpSpPr>
        <p:sp>
          <p:nvSpPr>
            <p:cNvPr id="13264" name="Google Shape;13264;p145"/>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45"/>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45"/>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145"/>
          <p:cNvGrpSpPr/>
          <p:nvPr/>
        </p:nvGrpSpPr>
        <p:grpSpPr>
          <a:xfrm>
            <a:off x="6096453" y="3445838"/>
            <a:ext cx="473920" cy="472676"/>
            <a:chOff x="-16442200" y="2801175"/>
            <a:chExt cx="304850" cy="304050"/>
          </a:xfrm>
        </p:grpSpPr>
        <p:sp>
          <p:nvSpPr>
            <p:cNvPr id="13268" name="Google Shape;13268;p145"/>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45"/>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45"/>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1" name="Google Shape;13271;p145"/>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45"/>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3" name="Google Shape;13273;p145"/>
          <p:cNvGrpSpPr/>
          <p:nvPr/>
        </p:nvGrpSpPr>
        <p:grpSpPr>
          <a:xfrm>
            <a:off x="3172167" y="2276343"/>
            <a:ext cx="481265" cy="469917"/>
            <a:chOff x="-19802200" y="2416025"/>
            <a:chExt cx="309575" cy="302275"/>
          </a:xfrm>
        </p:grpSpPr>
        <p:sp>
          <p:nvSpPr>
            <p:cNvPr id="13274" name="Google Shape;13274;p145"/>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45"/>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45"/>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45"/>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45"/>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9" name="Google Shape;13279;p145"/>
          <p:cNvGrpSpPr/>
          <p:nvPr/>
        </p:nvGrpSpPr>
        <p:grpSpPr>
          <a:xfrm>
            <a:off x="3175238" y="2851506"/>
            <a:ext cx="475125" cy="472676"/>
            <a:chOff x="-19801400" y="2788575"/>
            <a:chExt cx="305625" cy="304050"/>
          </a:xfrm>
        </p:grpSpPr>
        <p:sp>
          <p:nvSpPr>
            <p:cNvPr id="13280" name="Google Shape;13280;p145"/>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45"/>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45"/>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45"/>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45"/>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45"/>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6" name="Google Shape;13286;p145"/>
          <p:cNvGrpSpPr/>
          <p:nvPr/>
        </p:nvGrpSpPr>
        <p:grpSpPr>
          <a:xfrm>
            <a:off x="6130314" y="1688916"/>
            <a:ext cx="422463" cy="472676"/>
            <a:chOff x="-17903225" y="2060800"/>
            <a:chExt cx="271750" cy="304050"/>
          </a:xfrm>
        </p:grpSpPr>
        <p:sp>
          <p:nvSpPr>
            <p:cNvPr id="13287" name="Google Shape;13287;p145"/>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145"/>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45"/>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0" name="Google Shape;13290;p145"/>
          <p:cNvGrpSpPr/>
          <p:nvPr/>
        </p:nvGrpSpPr>
        <p:grpSpPr>
          <a:xfrm>
            <a:off x="6104605" y="2274962"/>
            <a:ext cx="473881" cy="472676"/>
            <a:chOff x="-17918975" y="2435725"/>
            <a:chExt cx="304825" cy="304050"/>
          </a:xfrm>
        </p:grpSpPr>
        <p:sp>
          <p:nvSpPr>
            <p:cNvPr id="13291" name="Google Shape;13291;p145"/>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45"/>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145"/>
          <p:cNvGrpSpPr/>
          <p:nvPr/>
        </p:nvGrpSpPr>
        <p:grpSpPr>
          <a:xfrm>
            <a:off x="6133365" y="2852729"/>
            <a:ext cx="416361" cy="470228"/>
            <a:chOff x="-17899300" y="2810625"/>
            <a:chExt cx="267825" cy="302475"/>
          </a:xfrm>
        </p:grpSpPr>
        <p:sp>
          <p:nvSpPr>
            <p:cNvPr id="13294" name="Google Shape;13294;p145"/>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145"/>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145"/>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7" name="Google Shape;13297;p145"/>
          <p:cNvGrpSpPr/>
          <p:nvPr/>
        </p:nvGrpSpPr>
        <p:grpSpPr>
          <a:xfrm>
            <a:off x="2039218" y="3461166"/>
            <a:ext cx="472676" cy="442089"/>
            <a:chOff x="-16066500" y="2060800"/>
            <a:chExt cx="304050" cy="284375"/>
          </a:xfrm>
        </p:grpSpPr>
        <p:sp>
          <p:nvSpPr>
            <p:cNvPr id="13298" name="Google Shape;13298;p145"/>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45"/>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45"/>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45"/>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45"/>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3" name="Google Shape;13303;p145"/>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45"/>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45"/>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145"/>
          <p:cNvGrpSpPr/>
          <p:nvPr/>
        </p:nvGrpSpPr>
        <p:grpSpPr>
          <a:xfrm>
            <a:off x="7923925" y="2297751"/>
            <a:ext cx="368362" cy="419314"/>
            <a:chOff x="4995050" y="3245650"/>
            <a:chExt cx="236950" cy="269725"/>
          </a:xfrm>
        </p:grpSpPr>
        <p:sp>
          <p:nvSpPr>
            <p:cNvPr id="13307" name="Google Shape;13307;p145"/>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45"/>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145"/>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0" name="Google Shape;13310;p145"/>
            <p:cNvGrpSpPr/>
            <p:nvPr/>
          </p:nvGrpSpPr>
          <p:grpSpPr>
            <a:xfrm>
              <a:off x="4995050" y="3245650"/>
              <a:ext cx="236950" cy="269725"/>
              <a:chOff x="4995050" y="3245650"/>
              <a:chExt cx="236950" cy="269725"/>
            </a:xfrm>
          </p:grpSpPr>
          <p:sp>
            <p:nvSpPr>
              <p:cNvPr id="13311" name="Google Shape;13311;p145"/>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45"/>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13" name="Google Shape;13313;p145"/>
          <p:cNvGrpSpPr/>
          <p:nvPr/>
        </p:nvGrpSpPr>
        <p:grpSpPr>
          <a:xfrm>
            <a:off x="5523718" y="1689744"/>
            <a:ext cx="483749" cy="481292"/>
            <a:chOff x="4724650" y="2885700"/>
            <a:chExt cx="270750" cy="269375"/>
          </a:xfrm>
        </p:grpSpPr>
        <p:sp>
          <p:nvSpPr>
            <p:cNvPr id="13314" name="Google Shape;13314;p145"/>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45"/>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45"/>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145"/>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45"/>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45"/>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45"/>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145"/>
          <p:cNvGrpSpPr/>
          <p:nvPr/>
        </p:nvGrpSpPr>
        <p:grpSpPr>
          <a:xfrm>
            <a:off x="4390823" y="1683870"/>
            <a:ext cx="389425" cy="467822"/>
            <a:chOff x="4459350" y="2882125"/>
            <a:chExt cx="228375" cy="274350"/>
          </a:xfrm>
        </p:grpSpPr>
        <p:sp>
          <p:nvSpPr>
            <p:cNvPr id="13322" name="Google Shape;13322;p145"/>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45"/>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145"/>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45"/>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45"/>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3327" name="Google Shape;13327;p145"/>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3328" name="Google Shape;13328;p145"/>
          <p:cNvSpPr txBox="1"/>
          <p:nvPr/>
        </p:nvSpPr>
        <p:spPr>
          <a:xfrm>
            <a:off x="1220500" y="1085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3332"/>
        <p:cNvGrpSpPr/>
        <p:nvPr/>
      </p:nvGrpSpPr>
      <p:grpSpPr>
        <a:xfrm>
          <a:off x="0" y="0"/>
          <a:ext cx="0" cy="0"/>
          <a:chOff x="0" y="0"/>
          <a:chExt cx="0" cy="0"/>
        </a:xfrm>
      </p:grpSpPr>
      <p:sp>
        <p:nvSpPr>
          <p:cNvPr id="13333" name="Google Shape;13333;p14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334" name="Google Shape;13334;p146"/>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5" name="Google Shape;13335;p146"/>
          <p:cNvGrpSpPr/>
          <p:nvPr/>
        </p:nvGrpSpPr>
        <p:grpSpPr>
          <a:xfrm>
            <a:off x="847082" y="2140412"/>
            <a:ext cx="426462" cy="420796"/>
            <a:chOff x="-6713450" y="2397900"/>
            <a:chExt cx="295375" cy="291450"/>
          </a:xfrm>
        </p:grpSpPr>
        <p:sp>
          <p:nvSpPr>
            <p:cNvPr id="13336" name="Google Shape;13336;p146"/>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46"/>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38" name="Google Shape;13338;p146"/>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9" name="Google Shape;13339;p146"/>
          <p:cNvGrpSpPr/>
          <p:nvPr/>
        </p:nvGrpSpPr>
        <p:grpSpPr>
          <a:xfrm>
            <a:off x="3551844" y="1631401"/>
            <a:ext cx="423069" cy="420507"/>
            <a:chOff x="-4932650" y="2046625"/>
            <a:chExt cx="293025" cy="291250"/>
          </a:xfrm>
        </p:grpSpPr>
        <p:sp>
          <p:nvSpPr>
            <p:cNvPr id="13340" name="Google Shape;13340;p146"/>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46"/>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2" name="Google Shape;13342;p146"/>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3" name="Google Shape;13343;p146"/>
          <p:cNvGrpSpPr/>
          <p:nvPr/>
        </p:nvGrpSpPr>
        <p:grpSpPr>
          <a:xfrm>
            <a:off x="3563775" y="2660957"/>
            <a:ext cx="423069" cy="420796"/>
            <a:chOff x="-4931075" y="2765725"/>
            <a:chExt cx="293025" cy="291450"/>
          </a:xfrm>
        </p:grpSpPr>
        <p:sp>
          <p:nvSpPr>
            <p:cNvPr id="13344" name="Google Shape;13344;p146"/>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46"/>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6" name="Google Shape;13346;p146"/>
          <p:cNvGrpSpPr/>
          <p:nvPr/>
        </p:nvGrpSpPr>
        <p:grpSpPr>
          <a:xfrm>
            <a:off x="6269343" y="1656289"/>
            <a:ext cx="420796" cy="370732"/>
            <a:chOff x="-3137650" y="2067900"/>
            <a:chExt cx="291450" cy="256775"/>
          </a:xfrm>
        </p:grpSpPr>
        <p:sp>
          <p:nvSpPr>
            <p:cNvPr id="13347" name="Google Shape;13347;p146"/>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46"/>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46"/>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146"/>
          <p:cNvGrpSpPr/>
          <p:nvPr/>
        </p:nvGrpSpPr>
        <p:grpSpPr>
          <a:xfrm>
            <a:off x="6269343" y="2139926"/>
            <a:ext cx="420796" cy="421770"/>
            <a:chOff x="-3137650" y="2408950"/>
            <a:chExt cx="291450" cy="292125"/>
          </a:xfrm>
        </p:grpSpPr>
        <p:sp>
          <p:nvSpPr>
            <p:cNvPr id="13351" name="Google Shape;13351;p146"/>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46"/>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46"/>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46"/>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46"/>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6" name="Google Shape;13356;p146"/>
          <p:cNvGrpSpPr/>
          <p:nvPr/>
        </p:nvGrpSpPr>
        <p:grpSpPr>
          <a:xfrm>
            <a:off x="6281274" y="2685412"/>
            <a:ext cx="420796" cy="371887"/>
            <a:chOff x="-3137650" y="2787000"/>
            <a:chExt cx="291450" cy="257575"/>
          </a:xfrm>
        </p:grpSpPr>
        <p:sp>
          <p:nvSpPr>
            <p:cNvPr id="13357" name="Google Shape;13357;p146"/>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46"/>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146"/>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46"/>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46"/>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46"/>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46"/>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46"/>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5" name="Google Shape;13365;p146"/>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146"/>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46"/>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8" name="Google Shape;13368;p146"/>
          <p:cNvGrpSpPr/>
          <p:nvPr/>
        </p:nvGrpSpPr>
        <p:grpSpPr>
          <a:xfrm>
            <a:off x="1399451" y="2660397"/>
            <a:ext cx="421914" cy="421914"/>
            <a:chOff x="-6354300" y="2757075"/>
            <a:chExt cx="292225" cy="292225"/>
          </a:xfrm>
        </p:grpSpPr>
        <p:sp>
          <p:nvSpPr>
            <p:cNvPr id="13369" name="Google Shape;13369;p146"/>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46"/>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46"/>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46"/>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3" name="Google Shape;13373;p146"/>
          <p:cNvGrpSpPr/>
          <p:nvPr/>
        </p:nvGrpSpPr>
        <p:grpSpPr>
          <a:xfrm>
            <a:off x="4093454" y="1629560"/>
            <a:ext cx="424188" cy="424188"/>
            <a:chOff x="-4573475" y="2045850"/>
            <a:chExt cx="293800" cy="293800"/>
          </a:xfrm>
        </p:grpSpPr>
        <p:sp>
          <p:nvSpPr>
            <p:cNvPr id="13374" name="Google Shape;13374;p146"/>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146"/>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6" name="Google Shape;13376;p146"/>
          <p:cNvGrpSpPr/>
          <p:nvPr/>
        </p:nvGrpSpPr>
        <p:grpSpPr>
          <a:xfrm>
            <a:off x="4092877" y="2138699"/>
            <a:ext cx="425343" cy="424225"/>
            <a:chOff x="-4570325" y="2405775"/>
            <a:chExt cx="294600" cy="293825"/>
          </a:xfrm>
        </p:grpSpPr>
        <p:sp>
          <p:nvSpPr>
            <p:cNvPr id="13377" name="Google Shape;13377;p146"/>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46"/>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9" name="Google Shape;13379;p146"/>
          <p:cNvGrpSpPr/>
          <p:nvPr/>
        </p:nvGrpSpPr>
        <p:grpSpPr>
          <a:xfrm>
            <a:off x="4105945" y="2659838"/>
            <a:ext cx="423069" cy="423033"/>
            <a:chOff x="-4572700" y="2764950"/>
            <a:chExt cx="293025" cy="293000"/>
          </a:xfrm>
        </p:grpSpPr>
        <p:sp>
          <p:nvSpPr>
            <p:cNvPr id="13380" name="Google Shape;13380;p146"/>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46"/>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46"/>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46"/>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46"/>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5" name="Google Shape;13385;p146"/>
          <p:cNvGrpSpPr/>
          <p:nvPr/>
        </p:nvGrpSpPr>
        <p:grpSpPr>
          <a:xfrm>
            <a:off x="6824707" y="1631239"/>
            <a:ext cx="414840" cy="420832"/>
            <a:chOff x="-2777700" y="2049775"/>
            <a:chExt cx="287325" cy="291475"/>
          </a:xfrm>
        </p:grpSpPr>
        <p:sp>
          <p:nvSpPr>
            <p:cNvPr id="13386" name="Google Shape;13386;p146"/>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46"/>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46"/>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46"/>
          <p:cNvGrpSpPr/>
          <p:nvPr/>
        </p:nvGrpSpPr>
        <p:grpSpPr>
          <a:xfrm>
            <a:off x="6821170" y="2140431"/>
            <a:ext cx="421914" cy="420759"/>
            <a:chOff x="-2571737" y="2403625"/>
            <a:chExt cx="292225" cy="291425"/>
          </a:xfrm>
        </p:grpSpPr>
        <p:sp>
          <p:nvSpPr>
            <p:cNvPr id="13390" name="Google Shape;13390;p146"/>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46"/>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46"/>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46"/>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46"/>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46"/>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46"/>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7" name="Google Shape;13397;p146"/>
          <p:cNvGrpSpPr/>
          <p:nvPr/>
        </p:nvGrpSpPr>
        <p:grpSpPr>
          <a:xfrm>
            <a:off x="6821170" y="2661534"/>
            <a:ext cx="421914" cy="419640"/>
            <a:chOff x="-2571737" y="2764550"/>
            <a:chExt cx="292225" cy="290650"/>
          </a:xfrm>
        </p:grpSpPr>
        <p:sp>
          <p:nvSpPr>
            <p:cNvPr id="13398" name="Google Shape;13398;p146"/>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46"/>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46"/>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1" name="Google Shape;13401;p146"/>
          <p:cNvGrpSpPr/>
          <p:nvPr/>
        </p:nvGrpSpPr>
        <p:grpSpPr>
          <a:xfrm>
            <a:off x="3020671" y="3230538"/>
            <a:ext cx="421914" cy="423864"/>
            <a:chOff x="-1333975" y="2365850"/>
            <a:chExt cx="292225" cy="293575"/>
          </a:xfrm>
        </p:grpSpPr>
        <p:sp>
          <p:nvSpPr>
            <p:cNvPr id="13402" name="Google Shape;13402;p146"/>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46"/>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46"/>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46"/>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46"/>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46"/>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46"/>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46"/>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146"/>
          <p:cNvGrpSpPr/>
          <p:nvPr/>
        </p:nvGrpSpPr>
        <p:grpSpPr>
          <a:xfrm>
            <a:off x="1954146" y="2660397"/>
            <a:ext cx="398020" cy="421914"/>
            <a:chOff x="-5995925" y="2757850"/>
            <a:chExt cx="275675" cy="292225"/>
          </a:xfrm>
        </p:grpSpPr>
        <p:sp>
          <p:nvSpPr>
            <p:cNvPr id="13411" name="Google Shape;13411;p146"/>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46"/>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46"/>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146"/>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46"/>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46"/>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46"/>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46"/>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46"/>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0" name="Google Shape;13420;p146"/>
          <p:cNvGrpSpPr/>
          <p:nvPr/>
        </p:nvGrpSpPr>
        <p:grpSpPr>
          <a:xfrm>
            <a:off x="4634433" y="1631816"/>
            <a:ext cx="421951" cy="419677"/>
            <a:chOff x="-4211975" y="2046625"/>
            <a:chExt cx="292250" cy="290675"/>
          </a:xfrm>
        </p:grpSpPr>
        <p:sp>
          <p:nvSpPr>
            <p:cNvPr id="13421" name="Google Shape;13421;p146"/>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46"/>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3" name="Google Shape;13423;p146"/>
          <p:cNvGrpSpPr/>
          <p:nvPr/>
        </p:nvGrpSpPr>
        <p:grpSpPr>
          <a:xfrm>
            <a:off x="4684479" y="2138699"/>
            <a:ext cx="321859" cy="424225"/>
            <a:chOff x="-4178875" y="2405775"/>
            <a:chExt cx="222925" cy="293825"/>
          </a:xfrm>
        </p:grpSpPr>
        <p:sp>
          <p:nvSpPr>
            <p:cNvPr id="13424" name="Google Shape;13424;p146"/>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46"/>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46"/>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146"/>
          <p:cNvGrpSpPr/>
          <p:nvPr/>
        </p:nvGrpSpPr>
        <p:grpSpPr>
          <a:xfrm>
            <a:off x="4646942" y="2673483"/>
            <a:ext cx="420796" cy="395746"/>
            <a:chOff x="-4211975" y="2783850"/>
            <a:chExt cx="291450" cy="274100"/>
          </a:xfrm>
        </p:grpSpPr>
        <p:sp>
          <p:nvSpPr>
            <p:cNvPr id="13428" name="Google Shape;13428;p146"/>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46"/>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46"/>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31" name="Google Shape;13431;p146"/>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32" name="Google Shape;13432;p146"/>
          <p:cNvGrpSpPr/>
          <p:nvPr/>
        </p:nvGrpSpPr>
        <p:grpSpPr>
          <a:xfrm>
            <a:off x="7351871" y="2140413"/>
            <a:ext cx="420796" cy="420796"/>
            <a:chOff x="-2419325" y="2408150"/>
            <a:chExt cx="291450" cy="291450"/>
          </a:xfrm>
        </p:grpSpPr>
        <p:sp>
          <p:nvSpPr>
            <p:cNvPr id="13433" name="Google Shape;13433;p146"/>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46"/>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46"/>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46"/>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46"/>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146"/>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46"/>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40" name="Google Shape;13440;p146"/>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41" name="Google Shape;13441;p146"/>
          <p:cNvGrpSpPr/>
          <p:nvPr/>
        </p:nvGrpSpPr>
        <p:grpSpPr>
          <a:xfrm>
            <a:off x="4673396" y="3231514"/>
            <a:ext cx="420796" cy="421914"/>
            <a:chOff x="-1333200" y="2770450"/>
            <a:chExt cx="291450" cy="292225"/>
          </a:xfrm>
        </p:grpSpPr>
        <p:sp>
          <p:nvSpPr>
            <p:cNvPr id="13442" name="Google Shape;13442;p146"/>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46"/>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4" name="Google Shape;13444;p146"/>
          <p:cNvGrpSpPr/>
          <p:nvPr/>
        </p:nvGrpSpPr>
        <p:grpSpPr>
          <a:xfrm>
            <a:off x="2470009" y="1631256"/>
            <a:ext cx="423069" cy="420796"/>
            <a:chOff x="-5635200" y="2037975"/>
            <a:chExt cx="293025" cy="291450"/>
          </a:xfrm>
        </p:grpSpPr>
        <p:sp>
          <p:nvSpPr>
            <p:cNvPr id="13445" name="Google Shape;13445;p146"/>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46"/>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7" name="Google Shape;13447;p146"/>
          <p:cNvGrpSpPr/>
          <p:nvPr/>
        </p:nvGrpSpPr>
        <p:grpSpPr>
          <a:xfrm>
            <a:off x="2468295" y="2140412"/>
            <a:ext cx="426499" cy="420796"/>
            <a:chOff x="-5637575" y="2397900"/>
            <a:chExt cx="295400" cy="291450"/>
          </a:xfrm>
        </p:grpSpPr>
        <p:sp>
          <p:nvSpPr>
            <p:cNvPr id="13448" name="Google Shape;13448;p146"/>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46"/>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46"/>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46"/>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2" name="Google Shape;13452;p146"/>
          <p:cNvGrpSpPr/>
          <p:nvPr/>
        </p:nvGrpSpPr>
        <p:grpSpPr>
          <a:xfrm>
            <a:off x="2481958" y="2660397"/>
            <a:ext cx="423033" cy="421914"/>
            <a:chOff x="-5635975" y="2757075"/>
            <a:chExt cx="293000" cy="292225"/>
          </a:xfrm>
        </p:grpSpPr>
        <p:sp>
          <p:nvSpPr>
            <p:cNvPr id="13453" name="Google Shape;13453;p146"/>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46"/>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5" name="Google Shape;13455;p146"/>
          <p:cNvGrpSpPr/>
          <p:nvPr/>
        </p:nvGrpSpPr>
        <p:grpSpPr>
          <a:xfrm>
            <a:off x="5165893" y="1631256"/>
            <a:ext cx="423069" cy="420796"/>
            <a:chOff x="-3854375" y="2046625"/>
            <a:chExt cx="293025" cy="291450"/>
          </a:xfrm>
        </p:grpSpPr>
        <p:sp>
          <p:nvSpPr>
            <p:cNvPr id="13456" name="Google Shape;13456;p146"/>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46"/>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8" name="Google Shape;13458;p146"/>
          <p:cNvGrpSpPr/>
          <p:nvPr/>
        </p:nvGrpSpPr>
        <p:grpSpPr>
          <a:xfrm>
            <a:off x="5164756" y="2138717"/>
            <a:ext cx="425343" cy="424188"/>
            <a:chOff x="-3854375" y="2405000"/>
            <a:chExt cx="294600" cy="293800"/>
          </a:xfrm>
        </p:grpSpPr>
        <p:sp>
          <p:nvSpPr>
            <p:cNvPr id="13459" name="Google Shape;13459;p146"/>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46"/>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146"/>
          <p:cNvGrpSpPr/>
          <p:nvPr/>
        </p:nvGrpSpPr>
        <p:grpSpPr>
          <a:xfrm>
            <a:off x="5178961" y="2659838"/>
            <a:ext cx="420796" cy="423033"/>
            <a:chOff x="-3852025" y="2764950"/>
            <a:chExt cx="291450" cy="293000"/>
          </a:xfrm>
        </p:grpSpPr>
        <p:sp>
          <p:nvSpPr>
            <p:cNvPr id="13462" name="Google Shape;13462;p146"/>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146"/>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64" name="Google Shape;13464;p146"/>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46"/>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66" name="Google Shape;13466;p146"/>
          <p:cNvGrpSpPr/>
          <p:nvPr/>
        </p:nvGrpSpPr>
        <p:grpSpPr>
          <a:xfrm>
            <a:off x="7901550" y="2660398"/>
            <a:ext cx="420796" cy="421914"/>
            <a:chOff x="-2060175" y="2768875"/>
            <a:chExt cx="291450" cy="292225"/>
          </a:xfrm>
        </p:grpSpPr>
        <p:sp>
          <p:nvSpPr>
            <p:cNvPr id="13467" name="Google Shape;13467;p146"/>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146"/>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9" name="Google Shape;13469;p146"/>
          <p:cNvGrpSpPr/>
          <p:nvPr/>
        </p:nvGrpSpPr>
        <p:grpSpPr>
          <a:xfrm>
            <a:off x="1915160" y="3232071"/>
            <a:ext cx="421914" cy="420796"/>
            <a:chOff x="-937025" y="2064750"/>
            <a:chExt cx="292225" cy="291450"/>
          </a:xfrm>
        </p:grpSpPr>
        <p:sp>
          <p:nvSpPr>
            <p:cNvPr id="13470" name="Google Shape;13470;p146"/>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46"/>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46"/>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3" name="Google Shape;13473;p146"/>
          <p:cNvGrpSpPr/>
          <p:nvPr/>
        </p:nvGrpSpPr>
        <p:grpSpPr>
          <a:xfrm>
            <a:off x="3018323" y="1630697"/>
            <a:ext cx="421951" cy="421914"/>
            <a:chOff x="-5276050" y="2037975"/>
            <a:chExt cx="292250" cy="292225"/>
          </a:xfrm>
        </p:grpSpPr>
        <p:sp>
          <p:nvSpPr>
            <p:cNvPr id="13474" name="Google Shape;13474;p146"/>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46"/>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46"/>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77" name="Google Shape;13477;p146"/>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46"/>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9" name="Google Shape;13479;p146"/>
          <p:cNvGrpSpPr/>
          <p:nvPr/>
        </p:nvGrpSpPr>
        <p:grpSpPr>
          <a:xfrm>
            <a:off x="5777136" y="1631256"/>
            <a:ext cx="324133" cy="420796"/>
            <a:chOff x="-3462150" y="2046625"/>
            <a:chExt cx="224500" cy="291450"/>
          </a:xfrm>
        </p:grpSpPr>
        <p:sp>
          <p:nvSpPr>
            <p:cNvPr id="13480" name="Google Shape;13480;p146"/>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46"/>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46"/>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46"/>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46"/>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46"/>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46"/>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7" name="Google Shape;13487;p146"/>
          <p:cNvGrpSpPr/>
          <p:nvPr/>
        </p:nvGrpSpPr>
        <p:grpSpPr>
          <a:xfrm>
            <a:off x="5752700" y="2139276"/>
            <a:ext cx="373006" cy="423069"/>
            <a:chOff x="-3478675" y="2405775"/>
            <a:chExt cx="258350" cy="293025"/>
          </a:xfrm>
        </p:grpSpPr>
        <p:sp>
          <p:nvSpPr>
            <p:cNvPr id="13488" name="Google Shape;13488;p146"/>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146"/>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46"/>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46"/>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2" name="Google Shape;13492;p146"/>
          <p:cNvGrpSpPr/>
          <p:nvPr/>
        </p:nvGrpSpPr>
        <p:grpSpPr>
          <a:xfrm>
            <a:off x="5815218" y="2660398"/>
            <a:ext cx="271831" cy="421914"/>
            <a:chOff x="-3443250" y="2765725"/>
            <a:chExt cx="188275" cy="292225"/>
          </a:xfrm>
        </p:grpSpPr>
        <p:sp>
          <p:nvSpPr>
            <p:cNvPr id="13493" name="Google Shape;13493;p146"/>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46"/>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46"/>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46"/>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7" name="Google Shape;13497;p146"/>
          <p:cNvGrpSpPr/>
          <p:nvPr/>
        </p:nvGrpSpPr>
        <p:grpSpPr>
          <a:xfrm>
            <a:off x="844114" y="3230934"/>
            <a:ext cx="371887" cy="423069"/>
            <a:chOff x="-1684475" y="2049000"/>
            <a:chExt cx="257575" cy="293025"/>
          </a:xfrm>
        </p:grpSpPr>
        <p:sp>
          <p:nvSpPr>
            <p:cNvPr id="13498" name="Google Shape;13498;p146"/>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146"/>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46"/>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46"/>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2" name="Google Shape;13502;p146"/>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3" name="Google Shape;13503;p146"/>
          <p:cNvGrpSpPr/>
          <p:nvPr/>
        </p:nvGrpSpPr>
        <p:grpSpPr>
          <a:xfrm>
            <a:off x="4134007" y="3231514"/>
            <a:ext cx="420796" cy="421914"/>
            <a:chOff x="-1700225" y="2768875"/>
            <a:chExt cx="291450" cy="292225"/>
          </a:xfrm>
        </p:grpSpPr>
        <p:sp>
          <p:nvSpPr>
            <p:cNvPr id="13504" name="Google Shape;13504;p146"/>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46"/>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46"/>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46"/>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46"/>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46"/>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0" name="Google Shape;13510;p146"/>
          <p:cNvGrpSpPr/>
          <p:nvPr/>
        </p:nvGrpSpPr>
        <p:grpSpPr>
          <a:xfrm>
            <a:off x="3602355" y="3230935"/>
            <a:ext cx="371887" cy="423069"/>
            <a:chOff x="-919700" y="2420750"/>
            <a:chExt cx="257575" cy="293025"/>
          </a:xfrm>
        </p:grpSpPr>
        <p:sp>
          <p:nvSpPr>
            <p:cNvPr id="13511" name="Google Shape;13511;p146"/>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46"/>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146"/>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4" name="Google Shape;13514;p146"/>
          <p:cNvGrpSpPr/>
          <p:nvPr/>
        </p:nvGrpSpPr>
        <p:grpSpPr>
          <a:xfrm>
            <a:off x="1937547" y="1645950"/>
            <a:ext cx="409531" cy="410617"/>
            <a:chOff x="6679825" y="2693700"/>
            <a:chExt cx="257875" cy="258575"/>
          </a:xfrm>
        </p:grpSpPr>
        <p:sp>
          <p:nvSpPr>
            <p:cNvPr id="13515" name="Google Shape;13515;p146"/>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46"/>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7" name="Google Shape;13517;p146"/>
          <p:cNvGrpSpPr/>
          <p:nvPr/>
        </p:nvGrpSpPr>
        <p:grpSpPr>
          <a:xfrm>
            <a:off x="1927121" y="2142110"/>
            <a:ext cx="420531" cy="417262"/>
            <a:chOff x="6790450" y="3119050"/>
            <a:chExt cx="262750" cy="260675"/>
          </a:xfrm>
        </p:grpSpPr>
        <p:sp>
          <p:nvSpPr>
            <p:cNvPr id="13518" name="Google Shape;13518;p146"/>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46"/>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0" name="Google Shape;13520;p146"/>
          <p:cNvGrpSpPr/>
          <p:nvPr/>
        </p:nvGrpSpPr>
        <p:grpSpPr>
          <a:xfrm>
            <a:off x="6853082" y="3755436"/>
            <a:ext cx="358093" cy="407391"/>
            <a:chOff x="7660859" y="2571753"/>
            <a:chExt cx="366561" cy="417024"/>
          </a:xfrm>
        </p:grpSpPr>
        <p:sp>
          <p:nvSpPr>
            <p:cNvPr id="13521" name="Google Shape;13521;p146"/>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46"/>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46"/>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146"/>
          <p:cNvGrpSpPr/>
          <p:nvPr/>
        </p:nvGrpSpPr>
        <p:grpSpPr>
          <a:xfrm>
            <a:off x="4387763" y="3755436"/>
            <a:ext cx="407391" cy="407391"/>
            <a:chOff x="5566722" y="2571753"/>
            <a:chExt cx="417024" cy="417024"/>
          </a:xfrm>
        </p:grpSpPr>
        <p:sp>
          <p:nvSpPr>
            <p:cNvPr id="13525" name="Google Shape;13525;p146"/>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46"/>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7" name="Google Shape;13527;p146"/>
          <p:cNvGrpSpPr/>
          <p:nvPr/>
        </p:nvGrpSpPr>
        <p:grpSpPr>
          <a:xfrm>
            <a:off x="5004096" y="3857692"/>
            <a:ext cx="407381" cy="202880"/>
            <a:chOff x="6090251" y="2676413"/>
            <a:chExt cx="417014" cy="207677"/>
          </a:xfrm>
        </p:grpSpPr>
        <p:sp>
          <p:nvSpPr>
            <p:cNvPr id="13528" name="Google Shape;13528;p146"/>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46"/>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46"/>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46"/>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2" name="Google Shape;13532;p146"/>
          <p:cNvGrpSpPr/>
          <p:nvPr/>
        </p:nvGrpSpPr>
        <p:grpSpPr>
          <a:xfrm>
            <a:off x="6236750" y="3755436"/>
            <a:ext cx="407391" cy="407391"/>
            <a:chOff x="7137330" y="2571753"/>
            <a:chExt cx="417024" cy="417024"/>
          </a:xfrm>
        </p:grpSpPr>
        <p:sp>
          <p:nvSpPr>
            <p:cNvPr id="13533" name="Google Shape;13533;p146"/>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46"/>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46"/>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6" name="Google Shape;13536;p146"/>
          <p:cNvGrpSpPr/>
          <p:nvPr/>
        </p:nvGrpSpPr>
        <p:grpSpPr>
          <a:xfrm>
            <a:off x="5620418" y="3755436"/>
            <a:ext cx="407391" cy="407391"/>
            <a:chOff x="6613801" y="2571753"/>
            <a:chExt cx="417024" cy="417024"/>
          </a:xfrm>
        </p:grpSpPr>
        <p:sp>
          <p:nvSpPr>
            <p:cNvPr id="13537" name="Google Shape;13537;p146"/>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46"/>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46"/>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46"/>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46"/>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2" name="Google Shape;13542;p146"/>
          <p:cNvGrpSpPr/>
          <p:nvPr/>
        </p:nvGrpSpPr>
        <p:grpSpPr>
          <a:xfrm>
            <a:off x="7908242" y="3238780"/>
            <a:ext cx="407411" cy="407411"/>
            <a:chOff x="2964567" y="2571753"/>
            <a:chExt cx="417045" cy="417045"/>
          </a:xfrm>
        </p:grpSpPr>
        <p:sp>
          <p:nvSpPr>
            <p:cNvPr id="13543" name="Google Shape;13543;p146"/>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46"/>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5" name="Google Shape;13545;p146"/>
          <p:cNvGrpSpPr/>
          <p:nvPr/>
        </p:nvGrpSpPr>
        <p:grpSpPr>
          <a:xfrm>
            <a:off x="1922414" y="3815897"/>
            <a:ext cx="407391" cy="286470"/>
            <a:chOff x="3476576" y="2633631"/>
            <a:chExt cx="417024" cy="293244"/>
          </a:xfrm>
        </p:grpSpPr>
        <p:sp>
          <p:nvSpPr>
            <p:cNvPr id="13546" name="Google Shape;13546;p146"/>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46"/>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8" name="Google Shape;13548;p146"/>
          <p:cNvGrpSpPr/>
          <p:nvPr/>
        </p:nvGrpSpPr>
        <p:grpSpPr>
          <a:xfrm>
            <a:off x="2538746" y="3755508"/>
            <a:ext cx="407411" cy="407248"/>
            <a:chOff x="3988564" y="2571836"/>
            <a:chExt cx="417045" cy="416878"/>
          </a:xfrm>
        </p:grpSpPr>
        <p:sp>
          <p:nvSpPr>
            <p:cNvPr id="13549" name="Google Shape;13549;p146"/>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46"/>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1" name="Google Shape;13551;p146"/>
          <p:cNvGrpSpPr/>
          <p:nvPr/>
        </p:nvGrpSpPr>
        <p:grpSpPr>
          <a:xfrm>
            <a:off x="3155099" y="3755436"/>
            <a:ext cx="407391" cy="407391"/>
            <a:chOff x="4500573" y="2571753"/>
            <a:chExt cx="417024" cy="417024"/>
          </a:xfrm>
        </p:grpSpPr>
        <p:sp>
          <p:nvSpPr>
            <p:cNvPr id="13552" name="Google Shape;13552;p146"/>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46"/>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4" name="Google Shape;13554;p146"/>
          <p:cNvGrpSpPr/>
          <p:nvPr/>
        </p:nvGrpSpPr>
        <p:grpSpPr>
          <a:xfrm>
            <a:off x="3771431" y="3755436"/>
            <a:ext cx="407391" cy="407391"/>
            <a:chOff x="5012603" y="2571753"/>
            <a:chExt cx="417024" cy="417024"/>
          </a:xfrm>
        </p:grpSpPr>
        <p:sp>
          <p:nvSpPr>
            <p:cNvPr id="13555" name="Google Shape;13555;p146"/>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46"/>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7" name="Google Shape;13557;p146"/>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8" name="Google Shape;13558;p146"/>
          <p:cNvGrpSpPr/>
          <p:nvPr/>
        </p:nvGrpSpPr>
        <p:grpSpPr>
          <a:xfrm>
            <a:off x="5733329" y="3238790"/>
            <a:ext cx="407432" cy="407391"/>
            <a:chOff x="812101" y="2571761"/>
            <a:chExt cx="417066" cy="417024"/>
          </a:xfrm>
        </p:grpSpPr>
        <p:sp>
          <p:nvSpPr>
            <p:cNvPr id="13559" name="Google Shape;13559;p146"/>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46"/>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46"/>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46"/>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146"/>
          <p:cNvGrpSpPr/>
          <p:nvPr/>
        </p:nvGrpSpPr>
        <p:grpSpPr>
          <a:xfrm>
            <a:off x="6253923" y="3238790"/>
            <a:ext cx="407391" cy="407391"/>
            <a:chOff x="1323129" y="2571761"/>
            <a:chExt cx="417024" cy="417024"/>
          </a:xfrm>
        </p:grpSpPr>
        <p:sp>
          <p:nvSpPr>
            <p:cNvPr id="13564" name="Google Shape;13564;p146"/>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46"/>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46"/>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146"/>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68" name="Google Shape;13568;p146"/>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9" name="Google Shape;13569;p146"/>
          <p:cNvGrpSpPr/>
          <p:nvPr/>
        </p:nvGrpSpPr>
        <p:grpSpPr>
          <a:xfrm>
            <a:off x="7390398" y="3238843"/>
            <a:ext cx="408023" cy="407411"/>
            <a:chOff x="2344476" y="2571761"/>
            <a:chExt cx="417671" cy="417045"/>
          </a:xfrm>
        </p:grpSpPr>
        <p:sp>
          <p:nvSpPr>
            <p:cNvPr id="13570" name="Google Shape;13570;p146"/>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46"/>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3575"/>
        <p:cNvGrpSpPr/>
        <p:nvPr/>
      </p:nvGrpSpPr>
      <p:grpSpPr>
        <a:xfrm>
          <a:off x="0" y="0"/>
          <a:ext cx="0" cy="0"/>
          <a:chOff x="0" y="0"/>
          <a:chExt cx="0" cy="0"/>
        </a:xfrm>
      </p:grpSpPr>
      <p:pic>
        <p:nvPicPr>
          <p:cNvPr id="13576" name="Google Shape;13576;p14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he Use of AI in Marketing by Slidesgo">
  <a:themeElements>
    <a:clrScheme name="Simple Light">
      <a:dk1>
        <a:srgbClr val="191919"/>
      </a:dk1>
      <a:lt1>
        <a:srgbClr val="FFFFFF"/>
      </a:lt1>
      <a:dk2>
        <a:srgbClr val="E8E8E8"/>
      </a:dk2>
      <a:lt2>
        <a:srgbClr val="FFFFFF"/>
      </a:lt2>
      <a:accent1>
        <a:srgbClr val="0445FF"/>
      </a:accent1>
      <a:accent2>
        <a:srgbClr val="F2CEFF"/>
      </a:accent2>
      <a:accent3>
        <a:srgbClr val="8DF1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3797</Words>
  <Application>Microsoft Macintosh PowerPoint</Application>
  <PresentationFormat>如螢幕大小 (16:9)</PresentationFormat>
  <Paragraphs>773</Paragraphs>
  <Slides>107</Slides>
  <Notes>107</Notes>
  <HiddenSlides>83</HiddenSlides>
  <MMClips>0</MMClips>
  <ScaleCrop>false</ScaleCrop>
  <HeadingPairs>
    <vt:vector size="6" baseType="variant">
      <vt:variant>
        <vt:lpstr>使用字型</vt:lpstr>
      </vt:variant>
      <vt:variant>
        <vt:i4>18</vt:i4>
      </vt:variant>
      <vt:variant>
        <vt:lpstr>佈景主題</vt:lpstr>
      </vt:variant>
      <vt:variant>
        <vt:i4>2</vt:i4>
      </vt:variant>
      <vt:variant>
        <vt:lpstr>投影片標題</vt:lpstr>
      </vt:variant>
      <vt:variant>
        <vt:i4>107</vt:i4>
      </vt:variant>
    </vt:vector>
  </HeadingPairs>
  <TitlesOfParts>
    <vt:vector size="127" baseType="lpstr">
      <vt:lpstr>Orbitron Black</vt:lpstr>
      <vt:lpstr>Proxima Nova Semibold</vt:lpstr>
      <vt:lpstr>Orbitron;900</vt:lpstr>
      <vt:lpstr>Roboto</vt:lpstr>
      <vt:lpstr>Microsoft JhengHei</vt:lpstr>
      <vt:lpstr>Roboto Medium</vt:lpstr>
      <vt:lpstr>Open Sans</vt:lpstr>
      <vt:lpstr>Orbitron</vt:lpstr>
      <vt:lpstr>Darker Grotesque</vt:lpstr>
      <vt:lpstr>Bebas Neue</vt:lpstr>
      <vt:lpstr>Nunito Light</vt:lpstr>
      <vt:lpstr>Amatic SC</vt:lpstr>
      <vt:lpstr>Arial</vt:lpstr>
      <vt:lpstr>Anaheim</vt:lpstr>
      <vt:lpstr>Darker Grotesque Black</vt:lpstr>
      <vt:lpstr>Darker Grotesque Medium</vt:lpstr>
      <vt:lpstr>Calibri</vt:lpstr>
      <vt:lpstr>Proxima Nova</vt:lpstr>
      <vt:lpstr>The Use of AI in Marketing by Slidesgo</vt:lpstr>
      <vt:lpstr>Slidesgo Final Pages</vt:lpstr>
      <vt:lpstr>Cryptocurrency Sentiment &amp; Market Visualization</vt:lpstr>
      <vt:lpstr>問題與動機</vt:lpstr>
      <vt:lpstr>問題與動機</vt:lpstr>
      <vt:lpstr>問題與動機</vt:lpstr>
      <vt:lpstr>資料來源與 前處理</vt:lpstr>
      <vt:lpstr>資料來源概覽</vt:lpstr>
      <vt:lpstr>資料來源概覽</vt:lpstr>
      <vt:lpstr>抓取與 ETL Pipeline</vt:lpstr>
      <vt:lpstr>情緒模型三方比較</vt:lpstr>
      <vt:lpstr>驗證：情緒一致性統計</vt:lpstr>
      <vt:lpstr>PowerPoint 簡報</vt:lpstr>
      <vt:lpstr>視覺化 設計思路</vt:lpstr>
      <vt:lpstr>前端架構 (React + D3)</vt:lpstr>
      <vt:lpstr>主儀表板設計</vt:lpstr>
      <vt:lpstr>深入視圖</vt:lpstr>
      <vt:lpstr>互動 Demo &amp;  案例洞見 </vt:lpstr>
      <vt:lpstr>互動示例</vt:lpstr>
      <vt:lpstr>UASTL 時間序列分解</vt:lpstr>
      <vt:lpstr>成效評估  &amp; 未來擴展</vt:lpstr>
      <vt:lpstr>成效評估</vt:lpstr>
      <vt:lpstr>可行動洞見</vt:lpstr>
      <vt:lpstr>總結 Q&amp;A</vt:lpstr>
      <vt:lpstr>PowerPoint 簡報</vt:lpstr>
      <vt:lpstr>THANK  YOU</vt:lpstr>
      <vt:lpstr>TEMPLATE WITH </vt:lpstr>
      <vt:lpstr>—SOMEONE FAMOUS</vt:lpstr>
      <vt:lpstr>—SOMEONE FAMOUS</vt:lpstr>
      <vt:lpstr>INTELLIGENT MARKETERS USE AI</vt:lpstr>
      <vt:lpstr>ANALYSIS OF THE RESULTS IN REAL TIME</vt:lpstr>
      <vt:lpstr>AI-POWERED CONTENT CREATION</vt:lpstr>
      <vt:lpstr>USEFUL MARKETING TOOLS</vt:lpstr>
      <vt:lpstr>OPTIMAL RESULTS</vt:lpstr>
      <vt:lpstr>CHARACTERISTICS OF AI</vt:lpstr>
      <vt:lpstr>KEYWORDS</vt:lpstr>
      <vt:lpstr>A PICTURE ALWAYS REINFORCES THE CONCEPT</vt:lpstr>
      <vt:lpstr>A PICTURE ALWAYS REINFORCES THE CONCEPT</vt:lpstr>
      <vt:lpstr>A PICTURE IS WORTH A THOUSAND WORDS</vt:lpstr>
      <vt:lpstr>A PICTURE IS WORTH A THOUSAND WORDS</vt:lpstr>
      <vt:lpstr>AWESOME WORDS</vt:lpstr>
      <vt:lpstr>ARTIFICIAL INTELLIGENCE</vt:lpstr>
      <vt:lpstr>PAY-PER-CLICK BUDGETS</vt:lpstr>
      <vt:lpstr>DATA ANALYSIS</vt:lpstr>
      <vt:lpstr>INTELLIGENT EMAIL CONTENT</vt:lpstr>
      <vt:lpstr>NEPTUNE</vt:lpstr>
      <vt:lpstr>SATURN</vt:lpstr>
      <vt:lpstr>PowerPoint 簡報</vt:lpstr>
      <vt:lpstr>BENEFITS OF AI IN MARKETING</vt:lpstr>
      <vt:lpstr>DATA ANALYTICS</vt:lpstr>
      <vt:lpstr>REPORTS ON GENERAL PERFORMANCE</vt:lpstr>
      <vt:lpstr>CUSTOMER PROFILE</vt:lpstr>
      <vt:lpstr>SOLUTIONS FOR MARKETING CONTENT</vt:lpstr>
      <vt:lpstr>OUR NUMBERS</vt:lpstr>
      <vt:lpstr>TIMING</vt:lpstr>
      <vt:lpstr>DEMOGRAPHICS</vt:lpstr>
      <vt:lpstr>OUR LOCATIONS</vt:lpstr>
      <vt:lpstr>AI MARKETING</vt:lpstr>
      <vt:lpstr>MULTIMEDIA CONTENT</vt:lpstr>
      <vt:lpstr>INTELLIGENT MARKETERS</vt:lpstr>
      <vt:lpstr>BROWSING HISTORY</vt:lpstr>
      <vt:lpstr>OUR EVOLUTION</vt:lpstr>
      <vt:lpstr>INCREASINGLY MEANINGFUL EXPERIENCES</vt:lpstr>
      <vt:lpstr>OUR SERVICES</vt:lpstr>
      <vt:lpstr>HOW ABOUT FOUR COLUMNS?</vt:lpstr>
      <vt:lpstr>VENUS</vt:lpstr>
      <vt:lpstr>4,498,300,000</vt:lpstr>
      <vt:lpstr>JUPITER</vt:lpstr>
      <vt:lpstr>9h 55m 23s</vt:lpstr>
      <vt:lpstr>PRICING</vt:lpstr>
      <vt:lpstr>FUTURE EVENTS</vt:lpstr>
      <vt:lpstr>20%</vt:lpstr>
      <vt:lpstr>OUR CAMPAIGNS</vt:lpstr>
      <vt:lpstr>900,000.00</vt:lpstr>
      <vt:lpstr>DESKTOP SOFTWARE</vt:lpstr>
      <vt:lpstr>TABLET APP</vt:lpstr>
      <vt:lpstr>MOBILE WEB</vt:lpstr>
      <vt:lpstr>LAPTOP SOFTWARE</vt:lpstr>
      <vt:lpstr>OUR TEAM</vt:lpstr>
      <vt:lpstr>THANKS</vt:lpstr>
      <vt:lpstr>ARTIFICIAL INTELLIGENCE ICON PACK</vt:lpstr>
      <vt:lpstr>AI PREMIUM ICON PACK</vt:lpstr>
      <vt:lpstr>ALTERNATIVE RESOURCES</vt:lpstr>
      <vt:lpstr>ALTERNATIVE RESOURCES</vt:lpstr>
      <vt:lpstr>ALTERNATIVE RESOURCES</vt:lpstr>
      <vt:lpstr>ALTERNATIVE RESOURCES</vt:lpstr>
      <vt:lpstr>ALTERNATIVE RESOURCES</vt:lpstr>
      <vt:lpstr>ALTERNATIVE RESOURCES</vt:lpstr>
      <vt:lpstr>ALTERNATIVE RESOURCES</vt:lpstr>
      <vt:lpstr>RESOURCES</vt:lpstr>
      <vt:lpstr>PREMIUM RESOURCES</vt:lpstr>
      <vt:lpstr>Instructions for use</vt:lpstr>
      <vt:lpstr>Instructions for use (premium users)</vt:lpstr>
      <vt:lpstr>Fonts &amp; colors used</vt:lpstr>
      <vt:lpstr>Storyset</vt:lpstr>
      <vt:lpstr>Use our editable graphic resources... </vt:lpstr>
      <vt:lpstr>PowerPoint 簡報</vt:lpstr>
      <vt:lpstr>PowerPoint 簡報</vt:lpstr>
      <vt:lpstr>PowerPoint 簡報</vt:lpstr>
      <vt:lpstr>PowerPoint 簡報</vt:lpstr>
      <vt:lpstr>PowerPoint 簡報</vt:lpstr>
      <vt:lpstr>...and our sets of editable icons</vt:lpstr>
      <vt:lpstr>Educational Icons</vt:lpstr>
      <vt:lpstr>Business Icons</vt:lpstr>
      <vt:lpstr>Help &amp; Support Icons</vt:lpstr>
      <vt:lpstr>Creative Process Icons</vt:lpstr>
      <vt:lpstr>PowerPoint 簡報</vt:lpstr>
      <vt:lpstr>SEO &amp; Marketing Icons</vt:lpstr>
      <vt:lpstr>PowerPoint 簡報</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馨隄 劉</cp:lastModifiedBy>
  <cp:revision>2</cp:revision>
  <dcterms:modified xsi:type="dcterms:W3CDTF">2025-06-18T00:57:25Z</dcterms:modified>
</cp:coreProperties>
</file>